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73" r:id="rId5"/>
    <p:sldId id="260" r:id="rId6"/>
    <p:sldId id="270" r:id="rId7"/>
    <p:sldId id="262" r:id="rId8"/>
    <p:sldId id="267" r:id="rId9"/>
    <p:sldId id="272" r:id="rId10"/>
    <p:sldId id="268" r:id="rId11"/>
    <p:sldId id="269" r:id="rId12"/>
    <p:sldId id="263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bằng pattern chung, không mở bằng “Generative Retrieval”. Phần lớn hệ retrieval đều biến query/item/history/graph/behavior thành một representation rồi mới search/generate.</a:t>
            </a:r>
          </a:p>
          <a:p>
            <a:r>
              <a:t>TIGER và GR4AD đi theo discrete Semantic ID; LightSAGE giữ dense vector + ANN.</a:t>
            </a:r>
          </a:p>
          <a:p>
            <a:r>
              <a:t>Các vấn đề lặp lại: cold-start, long-tail, semantic vs behavioral signal, catalog freshness, latency/QPS và business value.</a:t>
            </a:r>
          </a:p>
          <a:p>
            <a:r>
              <a:t>Main path hôm nay: TIGER đặt nền, GR4AD là phần chính.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TIGER quan trọng nhất. Chỉ cần audience nhớ: history in → SID out → lookup item.
Nhấn mạnh Semantic ID có nghĩa hơn atomic ID, nên similar items có thể share prefix.
Nếu có câu hỏi cold-start: semantic content giúp item mới có representation ngay cả khi ít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Nói RQ-VAE bằng ngôn ngữ compression: vector liên tục → vài code discrete theo nhiều level.
Không giải loss. Chỉ nói mỗi level sửa residual còn lại, nên code có tính coarse-to-fine.
Collision: paper append thêm token nếu nhiều item có cùng 3-tuple; chỉ nói nếu bị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điểm chuyển sang GR4AD: concept rất đẹp, nhưng production ads có nhiều yêu cầu hơn.
Không cần nói beam math. Beam chỉ giữ nhiều partial SID để lấy top-K candidate.
TIGER model paper dùng encoder-decoder, nhưng về concept generative retrieval không phụ thuộc đúng backbone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UA-SID: semantic + collaborative/business signals; final code có hash cho non-semantic business info.
LazyAR: point cần nói là giảm sequential dependency, không cần đi vào layer formula.
VSL/RSPO: VSL học từ log có weight theo value; RSPO align cả ranked list với business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DF8EC-A404-CF3C-42BB-FD771842D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1364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dễ nói nhất với SE: compute budget, QPS, latency, caching, dynamic beam.
Progressive beam example paper: 128→256→512. Table appendix reports +45% QPS with ~-0.15% revenue vs fixed 512.
Headline result from abstract/deployment: up to +4.2% ad revenue, &lt;100ms, 500+ QPS/L20, 400M+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Dùng slide này như counterpoint: generative không tự động thắng mọi bài toán.
LightSAGE production insight: graph quality + long-tail handling quan trọng hơn việc chỉ đổi architecture.
Nếu muốn nối lại theme: representation là vector embedding; retrieval mechanism vẫn là 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attern_retrieval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956" y="1117537"/>
            <a:ext cx="11658087" cy="43378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25" y="828558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深度剖析RQ-VAE：从向量量化到生成式推荐的语义ID技术- 石头开会- 博客园">
            <a:extLst>
              <a:ext uri="{FF2B5EF4-FFF2-40B4-BE49-F238E27FC236}">
                <a16:creationId xmlns:a16="http://schemas.microsoft.com/office/drawing/2014/main" id="{116150A3-0C9C-CE8E-2215-5F6482D79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90" y="655475"/>
            <a:ext cx="9185655" cy="521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45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Có SID rồi, retrieval trở thành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FCEB2C-91C3-5CCC-B0CC-A3C1AEE7E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042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GR4AD — Khi đem Generative Retrieval vào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UA-SID — Semantic ID dành riêng cho quảng cáo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5F419-9F37-F634-2644-CC6C03F4A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14" y="1301620"/>
            <a:ext cx="6256487" cy="46923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68493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LazyAR — Không phải mọi decoder layer đều cần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3295" y="461771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42277" y="480623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2277" y="517949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466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0057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368461"/>
                </a:solidFill>
                <a:latin typeface="Aptos"/>
              </a:rPr>
              <a:t>LazyAR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0057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K layer đầu không phụ thuộc token trước → chạy song song, share qua beams. Chỉ L−K layer sau còn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032" y="6269499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VSL + RSPO — Tối ưu business value, không chỉ “đúng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53312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1353312"/>
            <a:ext cx="4297680" cy="379476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589520" y="1572768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>
                <a:solidFill>
                  <a:srgbClr val="406FB2"/>
                </a:solidFill>
                <a:latin typeface="Aptos"/>
              </a:rPr>
              <a:t>Các trick production quan trọng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8" y="1965960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368461"/>
                </a:solidFill>
                <a:latin typeface="Aptos"/>
              </a:rPr>
              <a:t>+4.2%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Ad revenue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2900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2900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406FB2"/>
                </a:solidFill>
                <a:latin typeface="Aptos"/>
              </a:rPr>
              <a:t>&lt;100ms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Latency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2648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685094"/>
                </a:solidFill>
                <a:latin typeface="Aptos"/>
              </a:rPr>
              <a:t>500+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QPS / L20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2396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82396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B7D29"/>
                </a:solidFill>
                <a:latin typeface="Aptos"/>
              </a:rPr>
              <a:t>400M+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Users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92340" y="6464808"/>
            <a:ext cx="42976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§4.1–4.2 &amp; online A/B · arXiv:2602.22732v3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1605</Words>
  <Application>Microsoft Office PowerPoint</Application>
  <PresentationFormat>Widescreen</PresentationFormat>
  <Paragraphs>100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24</cp:revision>
  <dcterms:created xsi:type="dcterms:W3CDTF">2026-08-17T08:44:29Z</dcterms:created>
  <dcterms:modified xsi:type="dcterms:W3CDTF">2026-08-18T04:00:50Z</dcterms:modified>
</cp:coreProperties>
</file>