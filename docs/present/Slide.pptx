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2"/>
    <p:sldId id="278" r:id="rId3"/>
    <p:sldId id="279" r:id="rId4"/>
    <p:sldId id="277" r:id="rId5"/>
    <p:sldId id="276" r:id="rId6"/>
    <p:sldId id="256" r:id="rId7"/>
    <p:sldId id="270" r:id="rId8"/>
    <p:sldId id="274" r:id="rId9"/>
    <p:sldId id="258" r:id="rId10"/>
    <p:sldId id="259" r:id="rId11"/>
    <p:sldId id="260" r:id="rId12"/>
    <p:sldId id="262" r:id="rId13"/>
    <p:sldId id="267" r:id="rId14"/>
    <p:sldId id="272" r:id="rId15"/>
    <p:sldId id="268" r:id="rId16"/>
    <p:sldId id="269" r:id="rId17"/>
    <p:sldId id="263" r:id="rId18"/>
    <p:sldId id="273" r:id="rId19"/>
    <p:sldId id="266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88" autoAdjust="0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70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D0D55-0FDA-5E5C-F8B1-52A0CC65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FC03FA-CB34-5606-E886-F292965776CB}"/>
              </a:ext>
            </a:extLst>
          </p:cNvPr>
          <p:cNvSpPr txBox="1"/>
          <p:nvPr/>
        </p:nvSpPr>
        <p:spPr>
          <a:xfrm>
            <a:off x="4547338" y="3013501"/>
            <a:ext cx="2626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MINIAPP</a:t>
            </a:r>
          </a:p>
        </p:txBody>
      </p:sp>
    </p:spTree>
    <p:extLst>
      <p:ext uri="{BB962C8B-B14F-4D97-AF65-F5344CB8AC3E}">
        <p14:creationId xmlns:p14="http://schemas.microsoft.com/office/powerpoint/2010/main" val="190967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AC9D9-1F7F-F01A-DAF2-48FCE208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719" y="111968"/>
            <a:ext cx="6834562" cy="674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689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B8AF3B-9BF8-46E1-F863-8B1119CB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21" y="130628"/>
            <a:ext cx="8424785" cy="672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0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3AFE5B-2010-8BFB-6B0C-CC718BFEE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947" y="200024"/>
            <a:ext cx="7098106" cy="665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119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5A3CF-61C0-FE32-92EB-F0EBA096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7B2F1-8331-B0B5-EF14-37243A469482}"/>
              </a:ext>
            </a:extLst>
          </p:cNvPr>
          <p:cNvSpPr txBox="1"/>
          <p:nvPr/>
        </p:nvSpPr>
        <p:spPr>
          <a:xfrm>
            <a:off x="3061438" y="3013501"/>
            <a:ext cx="65535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AI-RECOMMENDATION</a:t>
            </a:r>
          </a:p>
        </p:txBody>
      </p:sp>
    </p:spTree>
    <p:extLst>
      <p:ext uri="{BB962C8B-B14F-4D97-AF65-F5344CB8AC3E}">
        <p14:creationId xmlns:p14="http://schemas.microsoft.com/office/powerpoint/2010/main" val="1063513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4399C4-FF93-2DB0-5B86-6A849D8A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17" y="149290"/>
            <a:ext cx="11908166" cy="6705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V-Market: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RQ-VAE sinh Semantic ID, Transformer dự đoán SID kế tiếp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829" y="685221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Cài đặt lại TIGER trên catalog thật của V-Market: Jina 256-D → 3 codebook [128, 64, 32] → T5 4 layer, d_model 384, 6 head, beam top-10.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0000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0F3DC9-56E6-53EB-32D3-7176F9F7B97E}"/>
              </a:ext>
            </a:extLst>
          </p:cNvPr>
          <p:cNvSpPr txBox="1"/>
          <p:nvPr/>
        </p:nvSpPr>
        <p:spPr>
          <a:xfrm>
            <a:off x="4547338" y="3013501"/>
            <a:ext cx="3097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953680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75746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25" y="1658983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vi-VN" sz="2400" b="1" dirty="0">
                <a:solidFill>
                  <a:srgbClr val="192C4F"/>
                </a:solidFill>
                <a:latin typeface="Aptos"/>
              </a:rPr>
              <a:t>TIGER: 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28546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vi-VN" sz="2400" b="1" dirty="0">
                <a:solidFill>
                  <a:srgbClr val="192C4F"/>
                </a:solidFill>
                <a:latin typeface="Aptos"/>
              </a:rPr>
              <a:t>TIGER: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Có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SID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rồi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,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trở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  <p:extLst>
      <p:ext uri="{BB962C8B-B14F-4D97-AF65-F5344CB8AC3E}">
        <p14:creationId xmlns:p14="http://schemas.microsoft.com/office/powerpoint/2010/main" val="3909194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Khi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đem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Generative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vào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1027995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UA-SID — Semantic ID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dành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riêng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cho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quảng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cáo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3341584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  <p:pic>
        <p:nvPicPr>
          <p:cNvPr id="5" name="Picture 4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35F43364-B56A-8C07-5E20-57AE8047D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42" y="1841774"/>
            <a:ext cx="5593080" cy="31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88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LazyAR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Không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phải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mọi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decoder layer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đều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cần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1507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00489" y="480985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0489" y="520681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9303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3894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 err="1">
                <a:solidFill>
                  <a:srgbClr val="368461"/>
                </a:solidFill>
                <a:latin typeface="Aptos"/>
              </a:rPr>
              <a:t>LazyAR</a:t>
            </a:r>
            <a:endParaRPr sz="1550" b="1" dirty="0">
              <a:solidFill>
                <a:srgbClr val="368461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93894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K layer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đầu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không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song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song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, share qua beams.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Chỉ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L−K layer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sau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còn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106" y="6296818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  <p:extLst>
      <p:ext uri="{BB962C8B-B14F-4D97-AF65-F5344CB8AC3E}">
        <p14:creationId xmlns:p14="http://schemas.microsoft.com/office/powerpoint/2010/main" val="2298520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VSL + RSPO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Tối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ưu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business value,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không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chỉ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“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đúng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3745947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20E899-DFD9-21DC-F7B6-344553B3F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849" y="5396213"/>
            <a:ext cx="3447869" cy="1318303"/>
          </a:xfrm>
          <a:prstGeom prst="rect">
            <a:avLst/>
          </a:prstGeom>
        </p:spPr>
      </p:pic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18740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829" y="685221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57225" y="1266263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77265" y="153380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 dirty="0">
                <a:solidFill>
                  <a:srgbClr val="406FB2"/>
                </a:solidFill>
                <a:latin typeface="Aptos"/>
              </a:rPr>
              <a:t>Các trick production </a:t>
            </a:r>
            <a:r>
              <a:rPr sz="1750" b="1" dirty="0" err="1">
                <a:solidFill>
                  <a:srgbClr val="406FB2"/>
                </a:solidFill>
                <a:latin typeface="Aptos"/>
              </a:rPr>
              <a:t>quan</a:t>
            </a:r>
            <a:r>
              <a:rPr sz="1750" b="1" dirty="0">
                <a:solidFill>
                  <a:srgbClr val="406FB2"/>
                </a:solidFill>
                <a:latin typeface="Aptos"/>
              </a:rPr>
              <a:t> </a:t>
            </a:r>
            <a:r>
              <a:rPr sz="1750" b="1" dirty="0" err="1">
                <a:solidFill>
                  <a:srgbClr val="406FB2"/>
                </a:solidFill>
                <a:latin typeface="Aptos"/>
              </a:rPr>
              <a:t>trọng</a:t>
            </a:r>
            <a:endParaRPr sz="175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49833" y="192700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Kết quả — +4.28% revenue và +117% QPS so với GR-Base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829" y="685221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Revenue đến từ learning optimization; throughput đến từ serving optimization — hai phần này bù cho nhau chứ không thay thế nhau.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06" y="1120000"/>
            <a:ext cx="5769544" cy="440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950" y="1120000"/>
            <a:ext cx="4857644" cy="4400000"/>
          </a:xfrm>
          <a:prstGeom prst="rect">
            <a:avLst/>
          </a:prstGeom>
        </p:spPr>
      </p:pic>
      <p:sp>
        <p:nvSpPr>
          <p:cNvPr id="12" name="Callout Left"/>
          <p:cNvSpPr/>
          <p:nvPr/>
        </p:nvSpPr>
        <p:spPr>
          <a:xfrm>
            <a:off x="532406" y="5620000"/>
            <a:ext cx="5769544" cy="900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txBody>
          <a:bodyPr lIns="182880" tIns="91440" rIns="182880" bIns="91440" rtlCol="0" anchor="ctr">
            <a:normAutofit fontScale="92500"/>
          </a:bodyPr>
          <a:lstStyle/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Scale model còn dư địa: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0.03B → 0.32B cho +2.13% → +4.43% revenue, chưa bão hoà.</a:t>
            </a:r>
          </a:p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Scale beam thì không: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128 → 1024 chỉ thêm +2.33% → +4.21% nhưng QPS rơi 200% → 30%.</a:t>
            </a:r>
          </a:p>
        </p:txBody>
      </p:sp>
      <p:sp>
        <p:nvSpPr>
          <p:cNvPr id="13" name="Callout Right"/>
          <p:cNvSpPr/>
          <p:nvPr/>
        </p:nvSpPr>
        <p:spPr>
          <a:xfrm>
            <a:off x="6801950" y="5620000"/>
            <a:ext cx="4857644" cy="900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txBody>
          <a:bodyPr lIns="182880" tIns="91440" rIns="182880" bIns="91440" rtlCol="0" anchor="ctr">
            <a:normAutofit fontScale="92500"/>
          </a:bodyPr>
          <a:lstStyle/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Learning đẩy revenue: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GR-Base +1.68% → UVR +4.01%, đổi lại −25% QPS.</a:t>
            </a:r>
          </a:p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Serving lấy lại QPS: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+ DBS + LazyAR → +4.28% revenue và +117% QPS.</a:t>
            </a:r>
          </a:p>
        </p:txBody>
      </p:sp>
    </p:spTree>
    <p:extLst>
      <p:ext uri="{BB962C8B-B14F-4D97-AF65-F5344CB8AC3E}">
        <p14:creationId xmlns:p14="http://schemas.microsoft.com/office/powerpoint/2010/main" val="3429588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1309</Words>
  <Application>Microsoft Office PowerPoint</Application>
  <PresentationFormat>Widescreen</PresentationFormat>
  <Paragraphs>85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37</cp:revision>
  <dcterms:created xsi:type="dcterms:W3CDTF">2026-08-17T08:44:29Z</dcterms:created>
  <dcterms:modified xsi:type="dcterms:W3CDTF">2026-08-24T08:52:55Z</dcterms:modified>
</cp:coreProperties>
</file>