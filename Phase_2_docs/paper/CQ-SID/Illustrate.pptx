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75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4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5:57.9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0 24575,'0'11'0,"-4"173"0,1-145 0,-2 0 0,-17 64 0,15-69-48,2 0 0,1 0-1,2 1 1,3 61-1,1-40-1074,-2-46-5703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5:58.1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0 194 24575,'0'-1'0,"1"-1"0,-1 0 0,1 0 0,-1 1 0,1-1 0,0 0 0,0 1 0,0-1 0,-1 1 0,2-1 0,-1 1 0,0-1 0,0 1 0,0 0 0,1-1 0,-1 1 0,3-2 0,30-19 0,-23 16 0,14-9 0,2 2 0,0 1 0,0 2 0,1 0 0,0 2 0,45-8 0,-16 2 0,-39 9 0,-1 0 0,1 2 0,23-3 0,40-6-334,-64 8-697,4 0-5795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5:58.3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24575,'1'1'0,"-1"0"0,0 0 0,0 0 0,1-1 0,-1 1 0,1 0 0,-1 0 0,1 0 0,-1 0 0,1-1 0,0 1 0,-1 0 0,1 0 0,0-1 0,-1 1 0,1-1 0,0 1 0,0 0 0,0-1 0,1 1 0,22 11 0,-13-8 0,42 28 0,18 8 0,-40-24-32,-23-11-158,0-1-1,-1 0 1,1-1-1,0 0 1,1 0-1,15 3 1,-5-4-6636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6:00.4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4 24575,'2'89'0,"-4"97"0,2-185 0,0 1 0,0-1 0,-1 1 0,1-1 0,0 1 0,0-1 0,-1 1 0,1-1 0,0 0 0,-1 1 0,0-1 0,1 0 0,-1 1 0,0-1 0,0 0 0,0 0 0,1 0 0,-3 2 0,-3-7 0,1-15 0,2 1 0,2 0 0,0 0 0,0-1 0,2 1 0,5-35 0,-5 49 0,0-1 0,0 1 0,1 0 0,-1-1 0,1 1 0,0 0 0,0 0 0,0 0 0,1 1 0,-1-1 0,1 0 0,0 1 0,0 0 0,0-1 0,0 1 0,1 0 0,-1 1 0,1-1 0,0 1 0,0-1 0,0 1 0,0 0 0,0 1 0,0-1 0,1 1 0,-1 0 0,1 0 0,-1 0 0,6 0 0,-5 1 0,0-1 0,0 1 0,0 0 0,0 1 0,0 0 0,1-1 0,-1 2 0,0-1 0,-1 0 0,1 1 0,0 0 0,0 0 0,-1 1 0,1-1 0,-1 1 0,0 0 0,0 0 0,0 0 0,0 1 0,0-1 0,-1 1 0,1 0 0,-1 0 0,5 8 0,-3-2 0,0 0 0,0 0 0,-1 1 0,0-1 0,-1 1 0,-1 0 0,1 0 0,-2 0 0,1 0 0,-1 15 0,-1-28 0,-1-15 0,2 1 0,0 0 0,0-1 0,8-29 0,-8 42 0,1 0 0,-1 0 0,1-1 0,-1 2 0,1-1 0,0 0 0,1 0 0,-1 1 0,0-1 0,1 1 0,0 0 0,0-1 0,0 1 0,0 1 0,1-1 0,-1 0 0,1 1 0,0 0 0,-1 0 0,1 0 0,0 0 0,0 0 0,0 1 0,0 0 0,1 0 0,6-1 0,-9 1 0,1 1 0,-1 0 0,1-1 0,0 1 0,-1 0 0,1 1 0,-1-1 0,1 0 0,0 1 0,-1-1 0,1 1 0,-1 0 0,1 0 0,-1 0 0,0 0 0,1 0 0,-1 0 0,0 1 0,0-1 0,0 1 0,0 0 0,0 0 0,0-1 0,0 1 0,2 4 0,-1 0 0,-1-1 0,1 1 0,-1 0 0,-1 0 0,1 0 0,-1 0 0,0 0 0,-1 0 0,1 1 0,-1 6 0,0 5 0,2 0 0,0 0 0,1 0 0,1 0 0,1 0 0,0-1 0,10 21 0,-14-35 0,1 0 0,0-1 0,0 1 0,0-1 0,0 1 0,0-1 0,0 0 0,1 0 0,-1 0 0,1 0 0,-1 0 0,1-1 0,0 1 0,-1-1 0,1 1 0,0-1 0,0 0 0,0 0 0,0-1 0,1 1 0,-1 0 0,0-1 0,0 0 0,0 0 0,0 0 0,0 0 0,1 0 0,-1-1 0,0 1 0,0-1 0,0 0 0,0 0 0,0 0 0,0-1 0,0 1 0,-1 0 0,1-1 0,0 0 0,-1 0 0,1 0 0,-1 0 0,0 0 0,1 0 0,3-6 0,3-3 0,0-1 0,0 0 0,-1-1 0,0 1 0,-1-2 0,-1 1 0,0-1 0,-1 0 0,0 0 0,-1-1 0,-1 1 0,0-1 0,1-29 0,-4 35 0,0 1 0,0-1 0,-1 0 0,0 0 0,-1 1 0,-4-13 0,6 19 0,-1 1 0,0-1 0,0 0 0,1 1 0,-1-1 0,0 0 0,0 1 0,0-1 0,-1 1 0,1 0 0,0-1 0,0 1 0,-1 0 0,1 0 0,-1 0 0,1 0 0,-1 0 0,0 0 0,1 0 0,-1 1 0,0-1 0,1 0 0,-1 1 0,0 0 0,0-1 0,0 1 0,1 0 0,-1 0 0,0 0 0,0 0 0,0 0 0,0 0 0,1 0 0,-1 1 0,0-1 0,0 1 0,-3 1 0,3-1 0,0 0 0,-1 1 0,1-1 0,0 1 0,0 0 0,0-1 0,0 1 0,0 0 0,0 0 0,1 0 0,-1 1 0,1-1 0,-1 0 0,1 1 0,0-1 0,0 1 0,0-1 0,0 1 0,0-1 0,1 1 0,-1-1 0,1 1 0,-1 3 0,0 11 0,0-1 0,2 28 0,-1-28 0,0-15 0,0 11 0,1 0 0,0 1 0,5 22 0,-4-31 0,-1 0 0,1 0 0,0 0 0,0 0 0,0 0 0,0-1 0,1 1 0,-1-1 0,1 1 0,0-1 0,0 0 0,0 0 0,1 0 0,6 4 0,-1-1 0,0 0 0,0-1 0,1 0 0,0 0 0,0-1 0,1 0 0,-1-1 0,1 0 0,-1-1 0,1 0 0,0-1 0,18 1 0,5-2 0,0 1 0,42-4 0,-67 2 0,1 0 0,-1-1 0,0 0 0,0-1 0,0 0 0,0 0 0,0-1 0,0 0 0,8-6 0,-14 7 0,0 1 0,0-1 0,-1 0 0,1 0 0,-1 1 0,0-2 0,0 1 0,0 0 0,0 0 0,-1-1 0,1 1 0,-1-1 0,0 1 0,0-1 0,1-6 0,-1 5 0,0-1 0,1 1 0,0 0 0,0 0 0,0 0 0,5-8 0,-4 10 0,-1 0 0,0-1 0,1 0 0,-1 1 0,0-1 0,-1 0 0,1 0 0,-1 0 0,0 0 0,0 0 0,0 0 0,0-1 0,-1-7 0,0 10 0,-1-1 0,1 1 0,-1 0 0,0-1 0,0 1 0,0 0 0,0 0 0,0 0 0,-1 0 0,1 0 0,-1 0 0,1 0 0,-1 0 0,0 0 0,0 1 0,0-1 0,1 1 0,-1 0 0,-1-1 0,1 1 0,0 0 0,0 0 0,0 0 0,-1 0 0,-4 0 0,0-2 0,0 1 0,-1 0 0,1 1 0,-1 0 0,1 0 0,-1 0 0,0 1 0,1 0 0,-1 1 0,0 0 0,1 0 0,-1 0 0,1 1 0,-9 3 0,11-3 0,0 1 0,1-1 0,0 1 0,-1-1 0,1 1 0,0 1 0,0-1 0,1 0 0,-1 1 0,1 0 0,0 0 0,0 0 0,0 0 0,0 0 0,1 1 0,-1-1 0,1 1 0,1 0 0,-1 0 0,0-1 0,1 1 0,-1 7 0,1-6 0,0-1 0,1 0 0,-1 1 0,1-1 0,0 1 0,1-1 0,-1 0 0,1 1 0,0-1 0,1 0 0,-1 1 0,1-1 0,0 0 0,0 0 0,3 5 0,-2-7 0,-1 0 0,1 0 0,0-1 0,-1 1 0,1-1 0,0 1 0,0-1 0,1 0 0,-1 0 0,0 0 0,1-1 0,-1 1 0,1-1 0,0 0 0,-1 0 0,1 0 0,0 0 0,0-1 0,0 1 0,-1-1 0,9-1 0,-9 1 0,1 0 0,-1 0 0,0 0 0,0-1 0,1 1 0,-1-1 0,0 0 0,0 0 0,0-1 0,1 1 0,-1 0 0,-1-1 0,1 0 0,0 0 0,0 0 0,-1 0 0,1 0 0,-1 0 0,1-1 0,-1 1 0,0-1 0,0 1 0,0-1 0,-1 0 0,1 0 0,-1 0 0,1 0 0,-1 0 0,0 0 0,0 0 0,0-4 0,2-9 0,-1 0 0,-1 0 0,0 0 0,-2 0 0,-2-18 0,2 19 0,0 48 0,0 39 0,1-67 0,0 0 0,1-1 0,0 1 0,0 0 0,0 0 0,0 0 0,1-1 0,0 1 0,0-1 0,0 1 0,6 7 0,-7-11 0,-1 0 0,1 0 0,0 0 0,0 0 0,0 0 0,0 0 0,1 0 0,-1 0 0,0-1 0,0 1 0,0 0 0,1-1 0,-1 1 0,0-1 0,1 0 0,-1 1 0,0-1 0,1 0 0,-1 0 0,0 0 0,1 0 0,-1 0 0,1 0 0,-1 0 0,0 0 0,1 0 0,-1-1 0,0 1 0,1 0 0,-1-1 0,0 0 0,0 1 0,1-1 0,-1 0 0,0 1 0,0-1 0,0 0 0,0 0 0,0 0 0,0 0 0,2-2 0,5-6 0,-1 0 0,1-1 0,-1 0 0,5-11 0,0 1 0,-9 16 0,1 0 0,-1 0 0,1 0 0,0 0 0,0 1 0,0 0 0,0-1 0,1 1 0,-1 1 0,1-1 0,7-2 0,-10 4 0,0 0 0,0 1 0,0-1 0,0 1 0,1-1 0,-1 1 0,0 0 0,0 0 0,0 0 0,0 0 0,0 0 0,0 0 0,1 0 0,-1 1 0,0-1 0,0 1 0,0 0 0,0 0 0,0 0 0,0-1 0,-1 2 0,1-1 0,0 0 0,0 0 0,-1 1 0,1-1 0,-1 1 0,1-1 0,-1 1 0,3 3 0,0 3 0,1 0 0,-1 1 0,0-1 0,-1 1 0,0 0 0,-1 1 0,0-1 0,0 0 0,-1 1 0,1 13 0,-3-32 0,0-12 0,0 1 0,1-1 0,2 0 0,4-24 0,-5 40 0,0 0 0,0 1 0,1-1 0,0 0 0,0 1 0,0-1 0,0 1 0,1 0 0,0 0 0,6-8 0,-7 10 0,0 1 0,0-1 0,1 0 0,-1 1 0,1-1 0,-1 1 0,1 0 0,0 0 0,0 0 0,-1 0 0,1 0 0,0 1 0,0-1 0,0 1 0,0 0 0,0-1 0,-1 1 0,1 1 0,0-1 0,4 1 0,-3 0 0,0 0 0,-1 0 0,1 0 0,0 0 0,-1 1 0,1 0 0,-1 0 0,1 0 0,-1 0 0,0 0 0,0 1 0,0-1 0,0 1 0,0 0 0,-1 0 0,4 4 0,2 5 0,-1 1 0,0-1 0,6 18 0,4 6 0,-6-13 0,-5-11 0,0 0 0,0 0 0,2-1 0,14 19 0,-19-27 0,0 0 0,0-1 0,-1 1 0,2-1 0,-1 0 0,0 0 0,0 0 0,1 0 0,-1-1 0,1 1 0,-1-1 0,1 0 0,0 0 0,-1 0 0,1-1 0,0 1 0,0-1 0,-1 0 0,1 0 0,0 0 0,6-2 0,4-1-92,-1-1 0,0-1 1,0 0-1,-1-1 0,1 0 0,16-13 0,-17 12-630,2-1-6104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6:45.8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418 0 24575,'1'72'0,"-2"80"0,-14-75 0,5-28 0,0 2 0,5-31 0,1 1 0,-2 35 0,6-8 0,0-18 0,-1 0 0,-1 0 0,-9 42 0,6-42 0,1-1 0,2 0 0,2 57 0,1-55 0,-1 0 0,-1 1 0,-8 40 0,-23 112 0,28-155 0,0 0 0,2 1 0,3 53 0,0-53 0,-1 0 0,-1 0 0,-8 47 0,-22 108 0,26-149 0,1 0 0,2 63 0,2-63 0,-1 0 0,-11 67 0,8-77 0,1 1 0,0 29 0,2-29 0,-8 53 0,4-47 0,1 1 0,1 41 0,-1 7 0,-7-22 0,7-45 0,1 0 0,-3 21 0,7 135 0,-3 30 0,-12-125 0,4-27 0,-1 2 0,7-30 0,0-1 0,-2 37 0,7 42 0,-2 51 0,-11-83 0,8-49 0,0 1 0,-1 26 0,5 215 0,1-121 0,-2-120 0,-1 0 0,-8 32 0,6-30 0,0-1 0,-1 24 0,7 110 0,-4 65 0,-10-152 0,8-48 0,1 0 0,-2 26 0,6-13-100,0-18 174,-1-1 0,-2 26 0,2-37-145,-1 1 0,1-1 0,-1 1 1,1-1-1,-1 1 0,0-1 0,0 1 0,0-1 1,0 0-1,-1 0 0,1 1 0,-1-1 0,1 0 1,-1 0-1,0 0 0,1-1 0,-1 1 0,0 0 1,0-1-1,-4 3 0,-9 2-6755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6:46.4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24575,'574'0'0,"-547"1"0,0 2 0,-1 1 0,37 11 0,-29-7 0,42 6 0,-51-12-14,310 44-1068,-265-30 710,-15-3-486,0-2-1,86 6 1,93 10-406,-90-6 662,1-5 243,162 17-761,-192-22 959,149 6-412,-172-17 542,373 14-381,106-3-60,-357-13 361,84 17 95,-17-6-578,15 2 187,11 7 424,-66-6-359,157 13 347,-194-13-5,12 1 0,210-4 1053,-103-7-656,-205 10 1097,24 0-1623,19-13 129,70 2 0,-121 11 200,20 1 904,348-12 1173,-225-3-2129,-218 1 740,53-10 0,-52 5-836,50-1 0,-71 6 214,0-1-1,0-1 0,0 0 0,-1-1 1,22-8-1,-19 6-148,1 1 1,0 0-1,19-2 0,22-3 3,-55 9-244,0-1 0,0 1 1,1-1-1,-2 1 0,1-1 0,0 0 1,0-1-1,-1 1 0,1 0 0,-1-1 1,6-5-1,0-4-6702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6:48.2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24575,'0'4'0,"4"2"0,6 0 0,6-2 0,3-1 0,4-1 0,-3-1-8191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6:48.6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24575,'0'-5'0,"0"4"0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6:49.0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 24575,'5'0'0,"4"0"0,2-4 0,3-2 0,-1 0-8191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6:50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0 24575,'-1'15'0,"-1"1"0,0-1 0,-5 19 0,-5 36 0,10 117 0,3-99 0,-1-84 0,0 1 0,0-1 0,1 0 0,-1 0 0,1 0 0,0 0 0,0 0 0,0 0 0,1 0 0,-1 0 0,1 0 0,0 0 0,5 6 0,-3-5 0,1 0 0,0-1 0,0 1 0,1-1 0,-1 0 0,1-1 0,12 6 0,-13-5 0,1-1 0,-1 1 0,1 0 0,-1 0 0,0 1 0,-1-1 0,1 1 0,-1 0 0,0 1 0,0-1 0,-1 1 0,0-1 0,1 1 0,-2 0 0,1 0 0,-1 1 0,0-1 0,0 0 0,-1 1 0,0-1 0,0 1 0,0-1 0,-1 1 0,0 0 0,0-1 0,-1 1 0,0-1 0,0 1 0,0-1 0,-4 10 0,-7 21 0,4-15 0,2 0 0,0 1 0,1 0 0,-2 32 0,7-49 0,-1 0 0,2 0 0,-1 0 0,1 0 0,0 0 0,0-1 0,0 1 0,1 0 0,0-1 0,0 1 0,1-1 0,-1 1 0,1-1 0,0 0 0,1 0 0,-1 0 0,1-1 0,0 1 0,0-1 0,1 0 0,-1 0 0,7 4 0,2 1 0,0-1 0,0-1 0,1 0 0,0-1 0,0-1 0,16 5 0,-23-9 0,1 1 0,0-1 0,0 0 0,0 0 0,0-1 0,0 0 0,-1 0 0,1-1 0,0 0 0,0-1 0,0 0 0,-1 0 0,12-5 0,-14 5 9,-1-2 1,1 1-1,-1 0 0,0-1 0,0 0 1,0 0-1,0 0 0,0-1 0,-1 1 0,0-1 1,0 0-1,4-8 0,-1 0-306,-1 1 0,0-1 0,-1 0 0,2-14 0,-2 6-6529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6:51.6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24575,'44'0'0,"-25"-2"0,1 2 0,-1 0 0,0 1 0,0 1 0,0 1 0,31 9 0,-46-10 0,-1 0 0,0 0 0,0 0 0,0 0 0,0 0 0,-1 1 0,1 0 0,-1-1 0,1 1 0,-1 0 0,0 0 0,0 0 0,0 0 0,-1 1 0,1-1 0,-1 0 0,0 1 0,0-1 0,0 1 0,0 0 0,0-1 0,-1 1 0,0 7 0,1 9 0,-1 1 0,-5 39 0,5-56 0,-3 13 0,-1-1 0,0 1 0,-10 23 0,8-25 0,0 1 0,1 1 0,-3 24 0,-5 27 0,8-44 0,1 0 0,-1 31 0,4-29 0,3 122 0,-1-142 0,1 0 0,-1 1 0,1-1 0,0 0 0,0 0 0,1-1 0,0 1 0,5 7 0,34 44 0,-24-34 0,-14-18 0,0 0 0,0 1 0,-1-1 0,0 1 0,0-1 0,4 13 0,-6-17 0,-1 0 0,0 0 0,0 0 0,0 0 0,0 0 0,0 0 0,0 0 0,0 0 0,0 0 0,0 0 0,0 0 0,-1 0 0,1 0 0,0-1 0,-1 1 0,1 0 0,-1 0 0,1 0 0,-1 0 0,0 1 0,-1-1 0,1 0 0,-1 0 0,0 0 0,1 0 0,-1 0 0,0 0 0,0 0 0,0-1 0,1 1 0,-1-1 0,0 1 0,0-1 0,0 0 0,-3 0 0,0 0-76,0 0 1,0-1-1,0 1 0,1-1 0,-1-1 0,0 1 0,1-1 0,-1 1 1,1-1-1,-1-1 0,1 1 0,0-1 0,0 1 0,0-1 1,0 0-1,0-1 0,-4-5 0,-3-3-6750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6:53.0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1 24575,'-2'0'0,"-1"0"0,1 0 0,0 1 0,0-1 0,0 1 0,0 0 0,0-1 0,0 1 0,0 0 0,0 0 0,0 0 0,0 1 0,0-1 0,0 0 0,1 1 0,-1-1 0,1 1 0,-1 0 0,1-1 0,-1 1 0,1 0 0,0 0 0,0 0 0,0 0 0,0 0 0,0 0 0,1 0 0,-1 0 0,0 0 0,1 0 0,-1 4 0,-1 9 0,0-1 0,1 1 0,2 25 0,-1-24 0,2 40 0,-2 65 0,-1-116 0,-1 0 0,1 0 0,-1 1 0,0-1 0,0-1 0,0 1 0,0 0 0,-1 0 0,-3 4 0,2-4 0,1 0 0,0 0 0,0 1 0,0 0 0,1-1 0,-3 12 0,0 19 0,3 1 0,0-1 0,5 44 0,0 2 0,-4-45 0,0-17 0,0 0 0,2 0 0,0 0 0,8 36 0,-9-52 0,1 0 0,1 0 0,-1 0 0,0-1 0,1 1 0,0 0 0,0-1 0,0 0 0,0 1 0,1-1 0,-1 0 0,1 0 0,0 0 0,0 0 0,0-1 0,0 1 0,1-1 0,-1 0 0,0 0 0,1 0 0,0 0 0,-1 0 0,1-1 0,0 0 0,0 0 0,0 0 0,0 0 0,0 0 0,6-1 0,-5 0 6,-1-1 0,1 1 0,-1-1 0,0 0 0,0 0 0,1-1 0,-1 1 0,0-1 0,0 0 0,0 0 0,-1 0 0,1-1 0,0 1 0,-1-1 0,0 0 0,0 0 0,1 0 0,-2-1 0,5-4 0,-1 0-192,0-1 1,-1 1-1,0-1 0,0 0 1,-1 0-1,0-1 1,4-14-1,-5 7-6640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6:53.3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6:53.5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24575,'0'5'0,"4"1"0,6-1 0,0 0-8191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6:53.7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24575,'0'5'0,"4"0"0,2 1-8191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6:54.4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24575,'15'0'0,"-1"0"0,1 1 0,24 5 0,-36-5 0,1 0 0,0 0 0,-1 0 0,1 1 0,0-1 0,-1 1 0,0 0 0,1 0 0,-1 0 0,0 0 0,0 1 0,0-1 0,0 1 0,-1 0 0,1 0 0,-1 0 0,1 0 0,-1 0 0,2 4 0,2 9 0,0 0 0,-1 0 0,-1 0 0,0 0 0,-2 1 0,2 24 0,-5 107 0,-1-63 0,2-79 0,1 1 0,-1-1 0,0 0 0,-1 1 0,0-1 0,0 0 0,0 1 0,-1-1 0,0 0 0,0 0 0,0 0 0,-1 0 0,0-1 0,-5 9 0,4-7 0,-1 1 0,2 0 0,-1 0 0,1 1 0,0-1 0,1 1 0,0-1 0,0 1 0,1 0 0,0 0 0,1 0 0,-1 0 0,2 0 0,-1-1 0,3 12 0,0-6 0,0 0 0,0-1 0,1 1 0,1-1 0,0 0 0,1 0 0,1 0 0,13 21 0,3-7 0,2 0 0,37 33 0,-7-9 0,-47-44 0,-6-4 0,1-1 0,-1 0 0,1 1 0,-1-1 0,0 1 0,0 0 0,2 3 0,-4-5 0,0-1 0,0 0 0,0 1 0,0-1 0,1 0 0,-1 1 0,0-1 0,0 0 0,0 1 0,0-1 0,0 0 0,-1 0 0,1 1 0,0-1 0,0 0 0,0 1 0,0-1 0,0 0 0,0 1 0,0-1 0,-1 0 0,1 0 0,0 1 0,0-1 0,0 0 0,0 0 0,-1 0 0,1 1 0,0-1 0,-1 0 0,-18 5 0,-2-4 0,-11 1 0,-49 8 0,52-5-455,-1-2 0,-51 0 0,59-3-6371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6:56.5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31 24575,'5'0'0,"0"5"0,5 0 0,4 0 0,4 0 0,4-2 0,-2-6 0,-5-5 0,-5-7 0,-8 0 0,-4 6 0,-7 5 0,-1 8 0,1 6 0,-3 3 0,1-6 0,3-4-8191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6:57.4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 24575,'4'0'0,"1"-4"0,5-2 0,0 1-8191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6:57.6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 24575,'4'0'0,"6"0"0,1-4 0,3-1 0,3-1 0,3 2 0,3 1 0,1 1 0,1 1 0,-4 1-8191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6:57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24575,'4'0'0,"6"0"0,5 0 0,5 0 0,2 0 0,3 0 0,0 0 0,1 0 0,-4 0-8191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6:58.1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195 0 24575,'-4'0'0,"-6"0"0,-5 0 0,-4 0 0,-4 0 0,-2 0 0,0 0 0,-1 0 0,0 0 0,4 0-8191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6:58.4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0 24575,'-5'0'0,"-4"0"0,-6 0 0,-1 0-8191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6:59.6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252 65 24575,'0'-1'0,"0"0"0,-1 0 0,1 0 0,-1 0 0,0 0 0,1 0 0,-1 0 0,0 0 0,1 0 0,-1 0 0,0 0 0,0 1 0,0-1 0,0 0 0,0 0 0,0 1 0,0-1 0,0 1 0,0-1 0,0 1 0,0-1 0,0 1 0,0 0 0,-1-1 0,1 1 0,0 0 0,-2 0 0,-38-5 0,36 5 0,-5-1 0,-1 1 0,1 0 0,0 1 0,-1 0 0,1 1 0,-1 0 0,1 0 0,0 1 0,-19 8 0,25-9 0,0 0 0,1 1 0,-1-1 0,0 1 0,1 0 0,0 0 0,0 0 0,0 0 0,0 0 0,0 1 0,0-1 0,1 1 0,0 0 0,0 0 0,0 0 0,0 0 0,0 0 0,1 1 0,0-1 0,0 0 0,0 1 0,0-1 0,1 0 0,0 1 0,0 8 0,0-11 0,0 0 0,1 0 0,-1 1 0,0-1 0,1 0 0,0 0 0,-1 0 0,1 0 0,0 0 0,0 0 0,0 0 0,0 0 0,0 0 0,1-1 0,-1 1 0,0 0 0,1-1 0,-1 1 0,4 1 0,-2 0 0,1-1 0,0-1 0,-1 1 0,1 0 0,0-1 0,0 0 0,0 0 0,0 0 0,0-1 0,4 1 0,4 0 0,0-1 0,0-1 0,1 0 0,-1-1 0,0 0 0,14-5 0,-8 1 0,-1-2 0,0 0 0,-1-1 0,23-16 0,0 0 0,-35 22 0,-1 0 0,1 0 0,-1 0 0,0 0 0,0 0 0,-1-1 0,1 1 0,-1-1 0,1 0 0,-1 0 0,0 0 0,-1 0 0,3-7 0,-3 9 0,0 0 0,-1 0 0,1-1 0,0 1 0,-1-1 0,0 1 0,0-1 0,0 1 0,0 0 0,0-1 0,0 1 0,0-1 0,-1 1 0,1-1 0,-1 1 0,0 0 0,0-1 0,1 1 0,-2 0 0,1 0 0,0 0 0,0 0 0,-1 0 0,1 0 0,-3-3 0,3 5 0,0-1 0,1 0 0,-1 0 0,0 1 0,0-1 0,0 1 0,0-1 0,0 1 0,0-1 0,0 1 0,0-1 0,0 1 0,0 0 0,0 0 0,-1 0 0,1 0 0,0-1 0,0 1 0,0 1 0,0-1 0,0 0 0,0 0 0,0 0 0,-2 1 0,1 0 0,0 0 0,1 0 0,-1 1 0,0-1 0,1 0 0,0 1 0,-1-1 0,1 1 0,0-1 0,0 1 0,0 0 0,-2 3 0,0 2 0,0 1 0,0 0 0,1 0 0,0 0 0,-2 13 0,3-17 0,1-1 0,0 1 0,0 0 0,0-1 0,1 1 0,-1 0 0,1-1 0,-1 1 0,1-1 0,1 1 0,-1-1 0,0 0 0,1 1 0,-1-1 0,1 0 0,0 0 0,0 0 0,1 0 0,-1 0 0,4 3 0,-1-2 0,0 0 0,0-1 0,1 0 0,-1 0 0,1 0 0,0-1 0,-1 0 0,1 0 0,0 0 0,0-1 0,11 1 0,-17-2 0,12 2 0,-1-1 0,1 0 0,18-2 0,-27 1 0,0 0 0,0-1 0,0 0 0,0 1 0,0-1 0,0 0 0,-1 0 0,1-1 0,0 1 0,-1-1 0,1 1 0,-1-1 0,1 0 0,-1 0 0,0 0 0,0 0 0,0 0 0,4-5 0,-5 5 0,0 0 0,0 0 0,1 0 0,-1 1 0,0-1 0,1 0 0,0 1 0,-1-1 0,1 1 0,0 0 0,0 0 0,0-1 0,-1 1 0,5-1 0,24-13 0,-5 1 0,1 2 0,38-13 0,-57 23 0,0 0 0,1 0 0,-1 1 0,0 0 0,0 0 0,1 0 0,-1 1 0,0 1 0,1-1 0,-1 1 0,0 0 0,0 1 0,0-1 0,12 6 0,-16-6-15,0 1 0,-1 0-1,1 0 1,-1 0 0,1 1 0,-1-1-1,0 1 1,1-1 0,-1 1-1,-1 0 1,1 0 0,0-1 0,-1 1-1,1 0 1,-1 1 0,1 2-1,4 7-1089,1 2-5721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6:59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0 24575,'0'5'0,"0"4"0,0 7 0,0 3 0,0 4 0,0 1 0,0 2 0,0 0 0,0 0 0,0 0 0,0-1 0,0 1 0,0-1 0,0 0 0,0 0 0,0 0 0,-4-5 0,-1-5-8191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7:00.5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48 24575,'0'-2'0,"0"0"0,1 0 0,-1 0 0,1 0 0,0 0 0,0 0 0,-1 0 0,1 1 0,0-1 0,1 0 0,-1 1 0,0-1 0,0 0 0,1 1 0,-1 0 0,1-1 0,-1 1 0,1 0 0,-1 0 0,1 0 0,0 0 0,0 0 0,0 0 0,0 0 0,-1 0 0,4 0 0,0-1 0,0 1 0,0 0 0,1-1 0,-1 2 0,0-1 0,1 1 0,-1-1 0,10 2 0,-10 1 0,0 0 0,-1 0 0,1 0 0,0 0 0,-1 1 0,1 0 0,-1 0 0,0 0 0,0 0 0,0 1 0,-1 0 0,1-1 0,-1 2 0,0-1 0,0 0 0,0 0 0,3 7 0,-1-3 0,-1 1 0,0 0 0,0 0 0,-1 0 0,0 0 0,-1 1 0,0-1 0,2 16 0,-6-16 0,-4-12 0,-3-17 0,8 15 0,0 1 0,0-1 0,0 0 0,1 0 0,0 1 0,0-1 0,0 0 0,0 0 0,1 1 0,0-1 0,0 0 0,0 1 0,3-6 0,-3 8 0,0 0 0,1-1 0,-1 1 0,1 0 0,0 0 0,0 0 0,0 0 0,0 1 0,0-1 0,0 1 0,0-1 0,1 1 0,-1 0 0,0-1 0,1 1 0,-1 0 0,1 1 0,-1-1 0,1 0 0,0 1 0,-1-1 0,1 1 0,0 0 0,-1 0 0,4 0 0,-4 0 0,0 0 0,0 1 0,0-1 0,0 0 0,0 1 0,0-1 0,0 1 0,0-1 0,0 1 0,0 0 0,0 0 0,0 0 0,0 0 0,0 1 0,-1-1 0,1 0 0,1 2 0,20 30 0,-5-4 0,-18-29 0,0 1 0,1-1 0,-1 1 0,0-1 0,0 0 0,0 1 0,1-1 0,-1 1 0,0-1 0,1 0 0,-1 1 0,0-1 0,1 0 0,-1 1 0,0-1 0,1 0 0,-1 0 0,1 1 0,-1-1 0,1 0 0,-1 0 0,0 0 0,1 0 0,-1 0 0,1 1 0,-1-1 0,1 0 0,-1 0 0,1 0 0,-1 0 0,1 0 0,-1 0 0,1 0 0,-1-1 0,1 1 0,-1 0 0,0 0 0,1 0 0,-1 0 0,1-1 0,-1 1 0,1 0 0,-1 0 0,0-1 0,1 1 0,-1 0 0,0-1 0,1 1 0,-1 0 0,0-1 0,1 1 0,-1 0 0,0-1 0,0 1 0,1-1 0,-1 1 0,0-1 0,0 1 0,0 0 0,0-1 0,0 1 0,0-1 0,0 1 0,1-1 0,-1 1 0,-1-1 0,3-34 0,-11 13-49,0-6 194,9 27-204,0 0 1,0 0 0,0 0-1,0 0 1,0 0-1,0 0 1,1 0-1,-1 0 1,0 0 0,1 0-1,-1 0 1,1 0-1,-1 0 1,1 0-1,-1 0 1,1 0-1,0 0 1,-1 0 0,1 0-1,0 1 1,0-1-1,0 0 1,0 1-1,1-2 1,8-4-6768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7:00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24575,'0'4'0,"0"6"0,0 6 0,0 3 0,4 0 0,2 0 0,-1-7 0,-1-6-8191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7:00.9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24575,'4'0'0,"1"4"0,1 6 0,2 1 0,1 2 0,2 0 0,0 2 0,-2-2-8191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7:01.1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24575,'0'4'0,"0"6"0,0 5 0,0 5 0,0-2-8191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7:01.4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24575,'0'474'-1365,"0"-453"-5461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7:03.6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91 24575,'4'1'0,"-1"0"0,0 0 0,0 0 0,0 0 0,0 1 0,0-1 0,0 1 0,0 0 0,3 3 0,13 7 0,-6-7 0,0-1 0,0 0 0,1 0 0,0-2 0,0 0 0,-1 0 0,1-1 0,0-1 0,0 0 0,0-1 0,0 0 0,0-1 0,0-1 0,-1 0 0,14-6 0,-22 7 0,-1-1 0,1 0 0,-1 0 0,0 0 0,0-1 0,0 0 0,-1 1 0,1-1 0,-1 0 0,0-1 0,0 1 0,3-6 0,-5 8 0,0 0 0,1 0 0,-1 0 0,0 0 0,0 0 0,0 0 0,-1-1 0,1 1 0,-1 0 0,1-1 0,-1 1 0,1 0 0,-1-1 0,0 1 0,0-1 0,-1 1 0,1 0 0,0-1 0,-1 1 0,1 0 0,-1-1 0,0 1 0,0 0 0,0 0 0,0 0 0,0 0 0,-3-4 0,4 5 0,-1 1 0,1-1 0,-1 1 0,1-1 0,-1 1 0,1 0 0,-1-1 0,0 1 0,1-1 0,-1 1 0,0 0 0,1 0 0,-1-1 0,0 1 0,1 0 0,-1 0 0,0 0 0,0 0 0,1 0 0,-1 0 0,0 0 0,1 0 0,-1 0 0,0 0 0,0 0 0,1 1 0,-2-1 0,0 1 0,0 1 0,0-1 0,1 0 0,-1 0 0,1 1 0,-1-1 0,1 1 0,0-1 0,-1 1 0,0 1 0,-2 3 0,1 0 0,0 0 0,0 0 0,1 1 0,-3 8 0,2-5 0,1 0 0,1 0 0,0 0 0,0 0 0,1 1 0,1-1 0,-1 0 0,2 0 0,-1 0 0,5 13 0,-5-18 0,1-1 0,0 0 0,0 1 0,1-1 0,-1 0 0,1 0 0,0 0 0,0-1 0,0 1 0,1-1 0,-1 1 0,1-1 0,0 0 0,0-1 0,0 1 0,0-1 0,0 1 0,0-1 0,1-1 0,-1 1 0,1 0 0,0-1 0,8 1 0,-2 0 0,-1-1 0,1 0 0,0 0 0,0-1 0,0-1 0,0 0 0,13-3 0,-17 3 0,-1-1 0,0 0 0,0 0 0,0-1 0,0 0 0,-1 0 0,1 0 0,-1-1 0,1 0 0,-1 0 0,0 0 0,-1 0 0,7-8 0,20-37 0,-23 34 0,-6 21 0,-1 0 0,0 0 0,0 1 0,-1-1 0,0 1 0,-1 11 0,3-21 0,-1-1 0,1 1 0,-1-1 0,1 1 0,0-1 0,0 1 0,1 0 0,-1 0 0,1 0 0,-1 0 0,1 1 0,0-1 0,0 1 0,0-1 0,1 1 0,-1 0 0,0 0 0,1 1 0,-1-1 0,1 1 0,0 0 0,-1 0 0,8-2 0,-3 2 0,1-1 0,-1 2 0,0-1 0,1 1 0,-1 0 0,1 0 0,-1 1 0,9 2 0,-13-2 0,0 1 0,-1-1 0,1 0 0,-1 1 0,1 0 0,-1 0 0,0 0 0,1 0 0,-1 1 0,0-1 0,-1 1 0,1 0 0,0-1 0,-1 1 0,1 1 0,-1-1 0,0 0 0,0 0 0,2 6 0,-4-9 0,0 1 0,0-1 0,0 1 0,0-1 0,0 0 0,0 1 0,0-1 0,0 0 0,0 1 0,0-1 0,0 0 0,0 1 0,1-1 0,-1 1 0,0-1 0,0 0 0,0 0 0,1 1 0,-1-1 0,0 0 0,1 1 0,-1-1 0,0 0 0,0 0 0,1 1 0,-1-1 0,0 0 0,1 0 0,-1 0 0,0 0 0,1 0 0,-1 1 0,1-1 0,-1 0 0,0 0 0,1 0 0,-1 0 0,0 0 0,1 0 0,0 0 0,6-16 0,4-6 0,-10 20 0,1-1 0,0 1 0,0 0 0,0 0 0,1 0 0,-1 1 0,0-1 0,1 1 0,-1-1 0,1 1 0,0 0 0,-1 0 0,1 0 0,0 0 0,0 0 0,0 1 0,-1-1 0,1 1 0,0 0 0,0 0 0,0 0 0,0 0 0,0 0 0,0 0 0,0 1 0,-1 0 0,1-1 0,0 1 0,0 0 0,-1 1 0,1-1 0,-1 0 0,1 1 0,2 1 0,0 1 0,0 0 0,0 0 0,-1 0 0,0 1 0,0-1 0,0 1 0,0 0 0,-1 0 0,1 0 0,-1 1 0,-1-1 0,1 1 0,-1 0 0,0-1 0,2 10 0,0 23-1365,-4-28-5461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7:04.4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0 24575,'1'80'0,"-3"91"0,-10-111 0,3-25 0,35-45 0,-17 8 0,-1 0 0,1 1 0,0-1 0,0 2 0,0-1 0,-1 1 0,1 1 0,0 0 0,0 0 0,9 2 0,-14-1 0,1-1 0,-1 0 0,1 1 0,-1 0 0,1 0 0,-1 1 0,0-1 0,0 1 0,0 0 0,-1 0 0,1 0 0,-1 0 0,1 1 0,-1 0 0,0-1 0,0 1 0,-1 0 0,1 0 0,-1 1 0,2 4 0,-3-8 0,0 1 0,-1 0 0,1-1 0,-1 1 0,1 0 0,-1-1 0,0 1 0,0 0 0,0 0 0,0-1 0,0 1 0,0 0 0,0-1 0,-1 1 0,1 0 0,0 0 0,-1-1 0,0 1 0,1-1 0,-1 1 0,0-1 0,0 1 0,0-1 0,0 1 0,0-1 0,0 1 0,0-1 0,0 0 0,0 0 0,-1 0 0,1 0 0,-1 0 0,1 0 0,-3 1 0,-6 3 0,1-1 0,0-1 0,-1 0 0,-18 4 0,8-3 0,6 0 0,5-1 0,0 0 0,0-1 0,-1-1 0,-14 2 0,15-5 0,15-4 0,14-3 0,101-26 0,-114 32 0,1 1 0,-1-1 0,1 0 0,-1-1 0,0 0 0,-1 0 0,1-1 0,8-6 0,-12 7 0,1 0 0,-1 1 0,0-1 0,0 0 0,0-1 0,-1 1 0,0 0 0,1-1 0,-1 1 0,-1-1 0,1 0 0,-1 1 0,2-11 0,-4 22 0,0-1 0,1 1 0,0 0 0,0-1 0,1 1 0,-1-1 0,1 1 0,3 9 0,-2-12 0,-1 0 0,1 0 0,0-1 0,0 1 0,0-1 0,1 1 0,-1-1 0,1 0 0,0 0 0,-1 0 0,1 0 0,1-1 0,-1 1 0,0-1 0,1 0 0,-1 0 0,8 3 0,0 0-118,4 2-194,1 0 0,0-2 1,18 5-1,-16-7-6514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7:04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153 2 24575,'-26'-1'0,"16"1"0,-1-1 0,0 1 0,0 1 0,0 0 0,-20 5 0,28-5 0,1 0 0,-1 0 0,1 0 0,0 0 0,-1 1 0,1-1 0,0 1 0,0 0 0,0-1 0,0 1 0,0 0 0,1 0 0,-1 0 0,1 0 0,-1 0 0,1 1 0,0-1 0,-1 0 0,1 1 0,0-1 0,1 1 0,-1-1 0,0 1 0,1-1 0,-1 1 0,1-1 0,0 1 0,0 0 0,1 4 0,-1-3 0,0-1 0,1 0 0,-1 1 0,1-1 0,0 0 0,0 0 0,1 1 0,-1-1 0,0 0 0,1 0 0,0 0 0,0-1 0,0 1 0,0 0 0,0-1 0,1 1 0,-1-1 0,1 0 0,-1 1 0,1-1 0,0-1 0,0 1 0,0 0 0,0-1 0,0 1 0,0-1 0,0 0 0,1 0 0,5 1 0,4 1 0,1-1 0,-1 0 0,1-1 0,0-1 0,-1 0 0,16-2 0,-23 1-54,0 0-1,1-1 0,-1 0 1,0 0-1,0 0 1,0-1-1,0 0 0,0 0 1,-1 0-1,1-1 1,-1 1-1,0-2 0,0 1 1,-1 0-1,1-1 0,-1 0 1,0 0-1,0 0 1,0-1-1,-1 1 0,0-1 1,0 0-1,0 0 1,2-8-1,-2-4-6771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7:05.0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1 24575,'1'34'0,"-2"-1"0,-1 1 0,-11 49 0,7-44-13,2 1-1,1 0 1,5 74-1,0-33-1297,-2-59-5515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7:05.4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1 24575,'-4'0'0,"1"0"0,0 0 0,-1 0 0,1 0 0,0 1 0,-1 0 0,1-1 0,0 1 0,0 0 0,0 0 0,-1 1 0,1-1 0,0 1 0,1-1 0,-6 5 0,6-3 0,-1 0 0,1 0 0,0 0 0,1 0 0,-1 0 0,0 1 0,1-1 0,0 0 0,-1 1 0,2 0 0,-1-1 0,0 1 0,1 0 0,-1 4 0,0 3 0,1 1 0,0 0 0,1-1 0,2 17 0,-2-24 0,0-1 0,0 1 0,0-1 0,0 0 0,1 1 0,-1-1 0,1 0 0,3 5 0,-4-7 0,0 0 0,0 0 0,0 0 0,0 0 0,0 0 0,0-1 0,1 1 0,-1 0 0,0 0 0,0-1 0,1 1 0,-1-1 0,0 1 0,0-1 0,1 0 0,-1 1 0,1-1 0,-1 0 0,0 0 0,1 0 0,-1 0 0,2 0 0,1-2-44,-1 1-1,0-1 1,0 1-1,0-1 1,0 0-1,0 0 1,0 0-1,-1-1 1,1 1-1,-1-1 1,1 1-1,-1-1 1,0 0-1,0 0 1,3-5-1,-2 3-608,9-12-6173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7:06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0 24575,'0'46'0,"-2"-1"0,-11 64 0,13-107 0,-13 84 0,12-78 0,1 0 0,-1 0 0,2 1 0,-1-1 0,1 0 0,0 0 0,1 1 0,3 7 0,-5-15 0,0 0 0,1 1 0,-1-1 0,1 0 0,-1 0 0,1 0 0,-1 0 0,1-1 0,0 1 0,-1 0 0,1 0 0,0 0 0,0 0 0,0-1 0,-1 1 0,1 0 0,0-1 0,0 1 0,0-1 0,0 1 0,0-1 0,0 1 0,1-1 0,-1 0 0,0 1 0,0-1 0,0 0 0,0 0 0,0 0 0,0 0 0,2 0 0,3-1 0,-1-1 0,0 1 0,0-1 0,0-1 0,8-4 0,-9 5 0,-1 0 0,0 0 0,0 0 0,1 1 0,-1-1 0,1 1 0,-1 0 0,1 0 0,0 0 0,-1 1 0,8-1 0,-6 3 0,0 0 0,-1 0 0,1 1 0,-1-1 0,1 1 0,-1 0 0,0 1 0,0-1 0,0 1 0,-1-1 0,0 1 0,1 0 0,-1 1 0,4 6 0,-4-6 0,2 1 0,-1 0 0,1-1 0,-1 0 0,2 0 0,10 8 0,-14-12 0,0 0 0,0 0 0,1 0 0,-1 0 0,0-1 0,0 1 0,1-1 0,-1 0 0,0 0 0,1 1 0,-1-1 0,1-1 0,-1 1 0,0 0 0,1-1 0,-1 1 0,0-1 0,0 0 0,1 1 0,-1-1 0,0 0 0,0-1 0,0 1 0,0 0 0,3-3 0,-3 3 0,-1-1 0,1 0 0,-1 1 0,1-1 0,-1 0 0,0 0 0,0 0 0,0 0 0,0 0 0,0 0 0,0 0 0,0 0 0,-1 0 0,1 0 0,0-4 0,-1 4 0,0 1 0,0-1 0,0 1 0,0-1 0,1 1 0,-1-1 0,0 1 0,1-1 0,-1 1 0,1-1 0,0 1 0,-1 0 0,1-1 0,0 1 0,0 0 0,0 0 0,0-1 0,0 1 0,0 0 0,0 0 0,1 0 0,-1 0 0,0 0 0,0 1 0,1-1 0,-1 0 0,1 1 0,-1-1 0,0 1 0,1-1 0,-1 1 0,1 0 0,-1-1 0,1 1 0,0 0 0,-1 0 0,3 0 0,0 1 0,-1 0 0,1 0 0,0 1 0,-1-1 0,1 1 0,-1 0 0,0-1 0,0 2 0,1-1 0,-1 0 0,-1 1 0,1-1 0,0 1 0,-1 0 0,1 0 0,-1 0 0,0 0 0,0 0 0,2 4 0,25 26 0,-17-22 0,-8-7 0,0 0 0,-1 0 0,1-1 0,1 0 0,-1 0 0,0 0 0,1 0 0,-1-1 0,1 0 0,10 4 0,-14-7 0,0 1 0,0-1 0,0 1 0,0-1 0,0 1 0,0-1 0,0 0 0,0 1 0,0-1 0,0 0 0,0 0 0,0 0 0,0 1 0,-1-1 0,1 0 0,0 0 0,-1 0 0,1 0 0,-1 0 0,1-1 0,-1 1 0,1 0 0,-1 0 0,0 0 0,0 0 0,1 0 0,-1-1 0,0 1 0,0-2 0,2-42 0,-2 39 0,-2-21 0,1-5 0,2 25 0,3 11 0,10 33 0,-2-2 0,2-1 0,2-1 0,22 36 0,-19-36 0,0 1 0,-2 1 0,-2 0 0,-1 1 0,10 40 0,-23-74 0,-1 0 0,1 0 0,0 0 0,-1 0 0,1 0 0,-1 1 0,0-1 0,0 0 0,0 0 0,0 1 0,0-1 0,0 0 0,-1 0 0,1 0 0,-1 0 0,1 1 0,-1-1 0,0 0 0,0 0 0,0 0 0,0 0 0,0 0 0,0-1 0,-1 1 0,1 0 0,-1 0 0,1-1 0,-1 1 0,1-1 0,-1 0 0,0 1 0,0-1 0,0 0 0,0 0 0,0 0 0,0 0 0,0 0 0,0-1 0,-3 2 0,-9 0 0,0 0 0,1 0 0,-1-2 0,0 1 0,-17-3 0,12 1 0,13 1 0,1 0 0,-1-1 0,1 1 0,-1-1 0,1 0 0,0-1 0,-1 1 0,1-1 0,0 0 0,0 0 0,0-1 0,0 1 0,-5-5 0,8 4 0,-1 1 0,1-1 0,-1 0 0,1 0 0,0 0 0,0 0 0,0-1 0,1 1 0,-1-1 0,1 1 0,0-1 0,0 1 0,0-1 0,0 0 0,1 1 0,-1-1 0,1 0 0,0 1 0,0-1 0,1-5 0,0 1 0,1 0 0,-1 0 0,1 0 0,1 1 0,-1-1 0,1 1 0,1-1 0,0 1 0,0 0 0,0 0 0,0 1 0,1-1 0,7-6 0,3-3 0,1 1 0,1 0 0,28-18 0,86-75 0,-78 68 0,55-37 0,-74 46-219,-27 23-927,4-3-5680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7:08.7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0 24575,'0'23'0,"-2"1"0,0-1 0,-10 40 0,6-22 0,1 0 0,2 1 0,2-1 0,4 45 0,-1 5 0,-2 24-1365,0-124-5461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7:09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2 24575,'80'-2'0,"89"5"0,-167-4 0,0 2 0,1-1 0,-1 0 0,0 0 0,0 1 0,0-1 0,0 1 0,0-1 0,0 1 0,0 0 0,0 0 0,0 0 0,0 0 0,-1 0 0,1 0 0,0 1 0,-1-1 0,1 1 0,0-1 0,1 3 0,-2-2 0,-1 0 0,1 0 0,-1 0 0,1-1 0,-1 1 0,0 0 0,0 0 0,1 0 0,-1 0 0,-1 0 0,1 0 0,0 0 0,0 0 0,-1 0 0,1-1 0,-1 1 0,0 0 0,0 2 0,-3 4 0,-1 0 0,1 0 0,-1 0 0,-1-1 0,1 0 0,-1 0 0,-1 0 0,-8 6 0,-5 2 0,-1-2 0,-1 0 0,0-2 0,-29 11 0,19-8 0,-40 23 0,8 2 0,64-39 0,0 0 0,-1 0 0,1 1 0,0-1 0,0 0 0,0 1 0,-1-1 0,1 0 0,0 0 0,0 1 0,0-1 0,0 0 0,0 1 0,0-1 0,0 0 0,0 1 0,0-1 0,0 1 0,0-1 0,0 0 0,0 1 0,0-1 0,0 0 0,0 1 0,0-1 0,0 0 0,0 1 0,0-1 0,1 0 0,-1 0 0,0 1 0,0-1 0,0 0 0,1 1 0,-1-1 0,0 0 0,0 0 0,1 1 0,-1-1 0,0 0 0,0 0 0,1 0 0,-1 0 0,0 1 0,1-1 0,-1 0 0,0 0 0,1 0 0,-1 0 0,0 0 0,1 0 0,0 0 0,18 8 0,176 41 0,-92-17 0,-93-29 0,0 1 0,0 0 0,0 0 0,-1 1 0,15 9 0,-14-7 0,0-1 0,1-1 0,16 7 0,-26-12 0,0 1 0,0-1 0,0 0 0,0 0 0,1 0 0,-1 0 0,0 1 0,0-2 0,0 1 0,1 0 0,-1 0 0,0 0 0,0 0 0,0-1 0,0 1 0,1-1 0,-1 1 0,0-1 0,0 1 0,0-1 0,0 0 0,0 1 0,0-1 0,0 0 0,0 0 0,-1 0 0,1 0 0,0 1 0,0-1 0,-1 0 0,1 0 0,-1-1 0,2 0 0,1-6 0,1-1 0,-1 1 0,3-18 0,6-11 0,28-14 0,-29 39 0,-1-1 0,0 0 0,11-20 0,-19 29 0,0 1 0,-1-1 0,1 0 0,-1 0 0,0 0 0,0 0 0,0 0 0,0 0 0,-1 0 0,0 0 0,0 0 0,0 0 0,0-1 0,-1 1 0,1 0 0,-1 0 0,0 0 0,-2-4 0,2 6 0,1 0 0,-1 0 0,0 0 0,-1 1 0,1-1 0,0 0 0,0 0 0,-1 1 0,1-1 0,-1 1 0,1-1 0,-1 1 0,0 0 0,0-1 0,1 1 0,-1 0 0,0 0 0,0 1 0,0-1 0,0 0 0,0 0 0,0 1 0,0 0 0,-1-1 0,1 1 0,0 0 0,0 0 0,0 0 0,0 0 0,0 0 0,-1 1 0,1-1 0,-3 2 0,2-2 0,-1 1 0,1 1 0,0-1 0,0 0 0,0 1 0,0-1 0,0 1 0,0 0 0,0 0 0,0 0 0,1 1 0,-1-1 0,1 1 0,0-1 0,0 1 0,0 0 0,0 0 0,0 0 0,0 0 0,-1 4 0,-1 14 0,1-1 0,1 1 0,1-1 0,1 1 0,1-1 0,4 31 0,-4-47 0,0 0 0,0-1 0,1 1 0,-1-1 0,1 1 0,0-1 0,0 1 0,0-1 0,1 0 0,-1 0 0,1 0 0,-1 0 0,1-1 0,0 1 0,0-1 0,7 5 0,0-1 0,1 1 0,0-2 0,0 1 0,14 3 0,-6-4 0,1-2 0,0 0 0,-1-1 0,1-1 0,0-1 0,26-3 0,5 1 0,-48 3 0,1-1 0,0 0 0,-1-1 0,1 1 0,0-1 0,-1 1 0,1-1 0,-1 0 0,1-1 0,-1 1 0,0 0 0,1-1 0,-1 0 0,5-3 0,-6 2 0,0 1 0,0-1 0,0 0 0,0 0 0,0 1 0,-1-1 0,0-1 0,1 1 0,-1 0 0,0 0 0,0 0 0,-1-1 0,1 1 0,-1 0 0,1-1 0,-1-3 0,0 2 0,0 0 0,0-1 0,0 1 0,0 0 0,-1 0 0,0 0 0,0 0 0,0 0 0,-1 0 0,0 0 0,0 0 0,0 1 0,0-1 0,-1 1 0,1-1 0,-1 1 0,0 0 0,-1 0 0,1 0 0,-1 1 0,0-1 0,0 1 0,0 0 0,0 0 0,0 0 0,-1 0 0,1 1 0,-1 0 0,-8-3 0,-27-4 0,-2 2 0,1 1 0,-57 0 0,-92 7 0,243 23 0,-31-14 0,1-1 0,0-1 0,1-1 0,-1-1 0,1-1 0,0-1 0,26 0 0,-28-2 0,0 0 0,0 2 0,40 12 0,-38-9 0,-1-1 0,1-1 0,26 1 0,-18-2 0,0 0 0,42 13 0,-42-9 0,-1-1 0,43 3 0,-31-5-1365,-27 1-5461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7:10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 24575,'89'1'0,"98"-3"0,-110-10 0,-52 6 0,47-2 0,127 9-1365,-178-1-5461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7:10.4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0 24575,'0'425'0,"0"-415"20,-1 1 0,0-1 0,-1 0 0,0 0 0,-5 17 0,5-22-119,0-1 0,0 1 0,0-1 0,0 0 0,0 0 0,-1 0 0,0 0 0,0 0 0,0 0 0,0-1 0,0 1 0,-1-1 0,0 0 0,-5 3 0,-6 1-6727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7:12.1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1 277 24575,'8'-2'0,"1"0"0,0 0 0,-1-1 0,0 0 0,1 0 0,-1-1 0,0 0 0,-1-1 0,1 0 0,12-10 0,12-7 0,134-68 0,-161 88 0,27-16 0,-30 17 0,0 0 0,-1 0 0,1 0 0,-1 0 0,1 0 0,-1-1 0,1 1 0,-1-1 0,0 1 0,0-1 0,0 1 0,0-1 0,0 0 0,0 1 0,1-3 0,-2 3 0,-1 0 0,1 0 0,0 1 0,0-1 0,0 0 0,0 1 0,0-1 0,-1 0 0,1 1 0,0-1 0,-1 0 0,1 1 0,0-1 0,-1 0 0,1 1 0,-1-1 0,1 1 0,-1-1 0,1 1 0,-1-1 0,1 1 0,-1-1 0,0 1 0,1 0 0,-1-1 0,0 1 0,1 0 0,-1 0 0,0-1 0,1 1 0,-1 0 0,0 0 0,0 0 0,1 0 0,-1 0 0,-1 0 0,-29 0 0,21 3 0,0-1 0,0 2 0,0-1 0,1 1 0,-1 1 0,1 0 0,0 0 0,0 1 0,1 0 0,0 1 0,0-1 0,-13 16 0,18-19 0,0 0 0,0 1 0,1-1 0,-1 1 0,1 0 0,0 0 0,0-1 0,1 1 0,-1 1 0,1-1 0,0 0 0,0 0 0,0 0 0,0 1 0,1-1 0,0 0 0,0 1 0,0-1 0,0 0 0,1 1 0,-1-1 0,1 0 0,0 0 0,1 1 0,-1-1 0,1 0 0,0 0 0,0 0 0,0-1 0,0 1 0,0 0 0,7 6 0,-5-7 0,1 1 0,-1 0 0,1-1 0,0 0 0,0 0 0,1 0 0,-1-1 0,1 0 0,-1 0 0,1 0 0,-1-1 0,1 1 0,0-1 0,0-1 0,0 1 0,10-1 0,1 0 0,-1-1 0,1-1 0,-1 0 0,29-8 0,-40 8 0,0 0 0,0 0 0,-1 0 0,1-1 0,0 0 0,-1 1 0,0-1 0,0-1 0,0 1 0,0-1 0,0 0 0,-1 1 0,0-1 0,0-1 0,0 1 0,0 0 0,0-1 0,-1 0 0,0 1 0,0-1 0,0 0 0,1-10 0,-2 13 0,-1 1 0,0-1 0,1 1 0,-1-1 0,0 1 0,1-1 0,0 1 0,-1-1 0,1 1 0,0 0 0,0-1 0,0 1 0,0 0 0,0 0 0,2-2 0,-3 3 0,1 0 0,0 0 0,-1 1 0,1-1 0,-1 0 0,0 1 0,1-1 0,-1 1 0,1-1 0,-1 1 0,0-1 0,1 0 0,-1 1 0,0-1 0,1 1 0,-1 0 0,0-1 0,0 1 0,1-1 0,-1 1 0,0-1 0,0 1 0,0 0 0,0-1 0,0 2 0,6 53 0,-4-37 0,4-28 0,5-12 0,-6 15 0,0 0 0,1 0 0,-1 1 0,1-1 0,1 1 0,-1 1 0,1-1 0,0 1 0,0 0 0,11-5 0,-16 9 0,1 0 0,0 0 0,0 0 0,0 0 0,0 0 0,0 1 0,0-1 0,0 1 0,0 0 0,1 0 0,-1 0 0,0 0 0,0 0 0,0 1 0,0-1 0,0 1 0,0 0 0,0 0 0,0 0 0,0 0 0,-1 1 0,1-1 0,0 1 0,-1 0 0,1 0 0,-1 0 0,1 0 0,-1 0 0,0 0 0,0 0 0,3 5 0,1 1 0,0 0 0,0 0 0,-1 1 0,0-1 0,-1 1 0,1 0 0,3 15 0,-9-33 0,0 0 0,1 0 0,0-1 0,0 1 0,1 0 0,2-11 0,-3 18 0,0-1 0,1 1 0,-1-1 0,1 1 0,0-1 0,-1 1 0,1 0 0,1-1 0,-1 1 0,0 0 0,0-1 0,1 1 0,-1 0 0,1 0 0,0 0 0,0 1 0,-1-1 0,1 0 0,0 1 0,1-1 0,-1 1 0,0-1 0,0 1 0,0 0 0,1 0 0,-1 0 0,1 0 0,-1 1 0,1-1 0,-1 1 0,4-1 0,-3 1 0,-1 1 0,1-1 0,0 1 0,0 0 0,-1 0 0,1 0 0,-1 0 0,1 0 0,-1 0 0,1 1 0,-1-1 0,0 1 0,0 0 0,0-1 0,1 1 0,-2 0 0,1 0 0,0 1 0,0-1 0,-1 0 0,2 4 0,5 6 0,-2 1 0,10 25 0,-11-25 0,-4-10 0,0 0 0,1 0 0,-1 0 0,1 0 0,-1 0 0,1 0 0,0-1 0,0 1 0,0-1 0,1 1 0,-1-1 0,0 0 0,1 0 0,0 0 0,-1 0 0,1 0 0,0-1 0,0 1 0,0-1 0,0 0 0,4 1 0,-2-1 0,1-1 0,0 1 0,0-1 0,0 0 0,0-1 0,-1 1 0,1-1 0,0-1 0,0 1 0,-1-1 0,7-2 0,5-2 0,0-2 0,0 1 0,-1-2 0,0 0 0,25-21 0,-35 26 0,0-1 0,0-1 0,-1 1 0,0-1 0,0 0 0,-1 0 0,1 0 0,-2-1 0,1 1 0,0-1 0,-1 0 0,-1 0 0,1-1 0,-1 1 0,0 0 0,1-12 0,-2 12 0,-1 0 0,0 1 0,0-1 0,-1 0 0,0 0 0,0 0 0,-1 1 0,-3-12 0,4 17 0,1-1 0,-1 0 0,0 0 0,0 1 0,0-1 0,0 1 0,0-1 0,-1 1 0,1-1 0,0 1 0,-1 0 0,1-1 0,-1 1 0,0 0 0,1 0 0,-1 0 0,0 0 0,1 1 0,-1-1 0,0 0 0,0 1 0,0-1 0,0 1 0,0 0 0,0 0 0,1-1 0,-1 1 0,0 0 0,0 1 0,0-1 0,0 0 0,0 0 0,0 1 0,0-1 0,-2 2 0,0 0 0,0 0 0,0 0 0,1 0 0,-1 0 0,1 1 0,0-1 0,0 1 0,0 0 0,0 0 0,0 0 0,0 1 0,1-1 0,-1 1 0,1-1 0,0 1 0,0 0 0,1 0 0,-1-1 0,1 1 0,0 0 0,0 1 0,0-1 0,0 0 0,1 4 0,-3 10 0,2 0 0,1 0 0,0-1 0,3 25 0,-2-38 0,-1-1 0,1 1 0,0-1 0,0 1 0,1-1 0,-1 1 0,1-1 0,-1 0 0,1 0 0,0 0 0,0 0 0,1 0 0,-1 0 0,1 0 0,-1-1 0,1 1 0,0-1 0,0 0 0,0 0 0,0 0 0,0 0 0,0 0 0,1-1 0,-1 1 0,0-1 0,1 0 0,-1 0 0,7 0 0,9 2 0,0-1 0,1-1 0,-1 0 0,25-4 0,-12 2 0,-27 1 0,13 0 0,1 0 0,-1-1 0,0-1 0,0 0 0,0-2 0,0 0 0,0-1 0,25-10 0,6-4 0,-32 14 0,0-1 0,23-13 0,-37 17 0,1 0 0,0 0 0,-1-1 0,1 1 0,-1-1 0,0 0 0,0 0 0,0-1 0,0 1 0,0 0 0,-1-1 0,1 0 0,-1 0 0,3-7 0,-4 10 0,-1 0 0,0 0 0,1 0 0,-1 0 0,0 0 0,0 0 0,0 0 0,0 0 0,0 0 0,0 0 0,0 0 0,0 0 0,0 0 0,0 0 0,-1 0 0,1 0 0,0 0 0,-1 0 0,1 0 0,-1 0 0,1 0 0,-1 0 0,1 0 0,-1 0 0,-1-1 0,0 1 0,0-1 0,0 1 0,0 0 0,0-1 0,-1 1 0,1 0 0,0 0 0,-1 0 0,1 1 0,-4-2 0,-8 0 0,0 1 0,0 0 0,-15 2 0,22-1 0,-4 0 0,1 0 0,0 0 0,0 2 0,-19 3 0,25-3 0,0-1 0,1 1 0,-1 0 0,1-1 0,0 2 0,0-1 0,-1 0 0,1 1 0,1-1 0,-1 1 0,0 0 0,1 0 0,-1 0 0,1 0 0,-4 6 0,2-1 0,0 0 0,0 0 0,0 0 0,1 0 0,0 1 0,1-1 0,-2 10 0,3-16 0,1 0 0,0 0 0,0 0 0,0 0 0,0 0 0,1-1 0,-1 1 0,0 0 0,1 0 0,0 0 0,-1 0 0,1 0 0,0-1 0,0 1 0,0 0 0,0 0 0,0-1 0,0 1 0,0-1 0,1 1 0,-1-1 0,1 0 0,-1 1 0,1-1 0,-1 0 0,1 0 0,0 0 0,-1 0 0,1 0 0,0-1 0,0 1 0,0 0 0,-1-1 0,1 1 0,0-1 0,0 0 0,3 1 0,4 0 0,1 0 0,0-1 0,0 0 0,0 0 0,0-1 0,0-1 0,0 1 0,-1-1 0,1-1 0,-1 0 0,16-7 0,-23 9-4,-1 1-1,1-1 0,0 1 0,-1 0 1,1-1-1,0 1 0,-1 0 0,1 0 1,0 0-1,-1 0 0,1 1 0,0-1 1,-1 0-1,1 1 0,0-1 1,-1 1-1,1 0 0,-1-1 0,3 2 1,26 24 192,-26-22-205,0 0-1,0 0 0,1 0 1,-1-1-1,1 0 0,6 4 1,-9-6-39,0-1 0,0 1 1,0-1-1,-1 1 0,1-1 1,0 0-1,0 0 0,0 0 1,0 0-1,0 0 0,0 0 1,0 0-1,0-1 1,0 1-1,0-1 0,-1 1 1,1-1-1,0 0 0,0 0 1,-1 1-1,1-1 0,0-1 1,1 0-1,8-7-6770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7:12.6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50 24575,'1'8'0,"0"1"0,1-1 0,0 1 0,4 13 0,5 19 0,-9-29 0,-1-14 0,1-30 0,0-12 0,0 37 0,0 0 0,0-1 0,1 1 0,0 1 0,0-1 0,7-11 0,-9 16 0,1 1 0,-1-1 0,1 0 0,-1 1 0,1-1 0,-1 1 0,1-1 0,0 1 0,-1 0 0,1 0 0,0-1 0,3 0 0,-4 2 0,0 0 0,1-1 0,-1 1 0,0 0 0,0 0 0,1 0 0,-1 0 0,0 0 0,0 1 0,1-1 0,-1 0 0,0 1 0,0-1 0,0 0 0,0 1 0,0-1 0,1 1 0,-1 0 0,0-1 0,0 1 0,0 0 0,0 0 0,1 1 0,2 3 0,0 1 0,-1 0 0,1 0 0,-1 0 0,-1 0 0,1 0 0,-1 0 0,0 1 0,2 11 0,9 22 0,-3-10-61,-9-26-8,-1 0 0,1 0 1,1 0-1,-1 0 1,0 0-1,1-1 0,0 1 1,0-1-1,0 1 1,0-1-1,0 0 0,1 1 1,0-1-1,-1 0 0,1-1 1,0 1-1,0-1 1,6 4-1,6 0-6757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7:14.5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1 24575,'0'476'0,"1"-447"0,11 51 0,-7-49 0,2 42 0,-6-49-112,13 215-534,-5-117-553,-7 169 0,-4-138 163,2 2689-2776,-21-2597 4647,19-230-826,-9 55 329,5-35 52,-3 51 0,8-1-403,1-37 493,-1 0 0,-12 69 0,8-76-480,1-1 0,2 1 0,4 49 0,-3 69 0,-11-92 0,7-48 0,-3 40 0,5 313 1904,5-191-1266,-3-163-276,-1 1 0,-7 33 0,4-32-33,2 0 0,-2 24 0,6 155-1694,-1-178-5461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7:19.3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24575,'0'1'0,"1"0"0,-1 1 0,1-1 0,-1 0 0,1 0 0,0 0 0,-1 0 0,1 0 0,0-1 0,-1 1 0,1 0 0,0 0 0,0 0 0,0-1 0,0 1 0,0 0 0,0-1 0,0 1 0,0-1 0,0 1 0,0-1 0,0 1 0,1-1 0,-1 0 0,0 0 0,0 0 0,2 1 0,38 3 0,-36-4 0,366 3 39,-191-5-920,948 2-571,-1088 2 1303,51 9 0,29 1-114,125-12-352,231 15-1221,-320-5 1796,157-9-1,-140-3 37,2391 2 2959,-2539-1-2955,0-1 0,29-7 0,-27 4 0,45-3 0,36 9 8,53-2 183,-85-11-191,-50 7 0,45-3 0,528 7 699,-290 3-305,403-2 750,-687 1-1144,0 2 0,28 6 0,-26-4 0,42 2 0,-33-6 0,-7-1 0,0 1 0,0 2 0,32 7 0,-31-5 0,0-2 0,0 0 0,1-2 0,35-4 0,60 4 0,0 23 0,-74-15 0,-15-2 0,73 3 0,-6-12 0,90 3 0,-127 12 0,-49-9 0,0 0 0,29 1 0,1-4-1365,-26-1-5461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7:49.8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24575,'673'0'-1365,"-652"0"-5461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03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127 43 24575,'0'-2'0,"-1"1"0,1-1 0,-1 0 0,1 0 0,-1 0 0,0 0 0,0 0 0,1 1 0,-1-1 0,-1 0 0,1 0 0,0 1 0,0-1 0,-1 1 0,1 0 0,0-1 0,-1 1 0,1 0 0,-1 0 0,0 0 0,1 0 0,-1 0 0,0 0 0,0 0 0,0 0 0,0 1 0,0-1 0,-3 0 0,4 1 0,-1-1 0,0 1 0,0-1 0,0 1 0,0 0 0,0 0 0,0 0 0,0 0 0,0 0 0,0 0 0,0 1 0,0-1 0,0 1 0,1-1 0,-1 1 0,0 0 0,0-1 0,0 1 0,1 0 0,-1 0 0,0 0 0,1 1 0,-1-1 0,1 0 0,-1 1 0,1-1 0,0 1 0,-2 2 0,-4 15 0,1 0 0,2 0 0,0 0 0,-3 38 0,6-45 0,-5 68 0,7 86 0,0-61 0,0-83 0,1-1 0,7 31 0,3 27 0,-10-64 0,1-1 0,0 0 0,0 0 0,2 0 0,0 0 0,0-1 0,9 16 0,11 28 0,-19-37-1365,-2-2-5461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03.4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0 125 24575,'1'-3'0,"-1"1"0,1-1 0,-1 1 0,1-1 0,0 0 0,0 1 0,0 0 0,0-1 0,0 1 0,1-1 0,-1 1 0,1 0 0,-1 0 0,1 0 0,0 0 0,0 0 0,0 0 0,0 1 0,0-1 0,0 1 0,0-1 0,1 1 0,3-2 0,9-4 0,-1 2 0,1-1 0,15-2 0,-4 1 0,0 0 0,37-5 0,-6 1 0,9 3-1365,-46 7-5461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04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54 24575,'-1'0'0,"0"0"0,0 1 0,0-1 0,0 1 0,0-1 0,0 1 0,0 0 0,0 0 0,0-1 0,0 1 0,0 0 0,0 0 0,0 0 0,1 0 0,-1 0 0,0 0 0,1 0 0,-1 0 0,1 0 0,-1 0 0,1 0 0,-1 0 0,1 1 0,0-1 0,-1 0 0,1 0 0,0 0 0,0 1 0,0-1 0,0 2 0,0 38 0,2-35 0,-1 0 0,1 0 0,0-1 0,0 1 0,1 0 0,0-1 0,0 0 0,5 7 0,-8-11 0,1 1 0,0-1 0,-1 0 0,1 0 0,0 0 0,0 0 0,0 0 0,0 0 0,0 0 0,0 0 0,1 0 0,-1 0 0,0-1 0,0 1 0,0 0 0,1-1 0,-1 1 0,0-1 0,1 0 0,-1 1 0,1-1 0,-1 0 0,0 0 0,1 0 0,-1 0 0,1 0 0,-1 0 0,1 0 0,-1 0 0,0 0 0,1-1 0,-1 1 0,0-1 0,1 1 0,-1-1 0,0 1 0,1-1 0,-1 0 0,0 0 0,0 0 0,2-1 0,-1-1 0,1 0 0,-1-1 0,0 1 0,0-1 0,0 0 0,0 0 0,-1 0 0,1 0 0,-1 0 0,0 0 0,0 0 0,-1 0 0,1 0 0,-1-7 0,1-6 0,-1 0 0,-3-20 0,1 26 0,1-18 0,1 29 0,0-1 0,0 1 0,0 0 0,0 0 0,0 0 0,0-1 0,1 1 0,-1 0 0,0 0 0,0 0 0,0-1 0,0 1 0,1 0 0,-1 0 0,0 0 0,0 0 0,0 0 0,1-1 0,-1 1 0,0 0 0,0 0 0,1 0 0,-1 0 0,0 0 0,0 0 0,1 0 0,-1 0 0,0 0 0,0 0 0,1 0 0,-1 0 0,0 0 0,0 0 0,1 0 0,16 10 0,82 88 0,-62-54 0,1 0 0,-38-43 0,0-1 0,1 0 0,-1 1 0,0-1 0,1 1 0,-1-1 0,1 0 0,-1 0 0,0 1 0,1-1 0,-1 0 0,1 0 0,-1 1 0,1-1 0,-1 0 0,1 0 0,-1 0 0,1 0 0,-1 0 0,1 0 0,-1 0 0,1 0 0,-1 0 0,1 0 0,-1 0 0,1 0 0,-1 0 0,0 0 0,1 0 0,-1 0 0,1-1 0,-1 1 0,1 0 0,-1 0 0,1-1 0,0 1 0,7-21 0,-5-32 0,-3 50 0,0-3 0,0-1 0,1 1 0,-1-1 0,1 1 0,1 0 0,-1-1 0,1 1 0,0 0 0,0 0 0,1 0 0,0 1 0,3-7 0,-3 8 0,0 0 0,1 1 0,-1 0 0,1-1 0,0 1 0,-1 0 0,1 1 0,1-1 0,-1 1 0,0 0 0,0 0 0,1 0 0,0 0 0,-1 1 0,1 0 0,9-2 0,-8 2 0,-1 0 0,1 0 0,-1 1 0,1 0 0,-1 0 0,1 0 0,0 1 0,-1-1 0,1 1 0,-1 0 0,1 1 0,-1 0 0,0 0 0,0 0 0,0 0 0,0 1 0,0 0 0,0 0 0,0 0 0,-1 0 0,0 1 0,0 0 0,0 0 0,0 0 0,0 0 0,4 8 0,15 15-1365,-11-18-5461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06.5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255 28 24575,'-1'-2'0,"1"1"0,-1 0 0,1 0 0,-1 0 0,1 0 0,-1 0 0,0 0 0,1 0 0,-1 0 0,0 0 0,0 1 0,0-1 0,0 0 0,0 0 0,0 1 0,0-1 0,0 0 0,0 1 0,0-1 0,0 1 0,0 0 0,0-1 0,0 1 0,0 0 0,-1-1 0,1 1 0,-2 0 0,-38-4 0,36 3 0,-3 1 0,-7-2 0,1 2 0,0-1 0,0 2 0,0 0 0,-20 4 0,31-4 0,-1 0 0,1 0 0,0 1 0,-1-1 0,1 1 0,0-1 0,0 1 0,0 0 0,0 1 0,0-1 0,0 0 0,1 1 0,-1-1 0,1 1 0,0 0 0,0 0 0,0 0 0,0 0 0,0 0 0,1 0 0,-1 1 0,1-1 0,0 1 0,0-1 0,0 1 0,0 5 0,-1 2 0,0 1 0,1 0 0,0 0 0,1-1 0,1 1 0,0 0 0,3 13 0,-3-22 0,0 1 0,0-1 0,0 1 0,0-1 0,1 1 0,0-1 0,-1 0 0,1 0 0,0 0 0,1 0 0,-1 0 0,0 0 0,1-1 0,0 1 0,0-1 0,-1 0 0,1 0 0,1 0 0,-1 0 0,0 0 0,0 0 0,1-1 0,-1 0 0,1 0 0,-1 0 0,6 1 0,-3-1 0,-1 0 0,1-1 0,0 1 0,-1-1 0,1 0 0,-1-1 0,1 1 0,0-1 0,-1-1 0,1 1 0,-1-1 0,0 1 0,1-2 0,-1 1 0,9-6 0,-7 3 0,0-1 0,0 0 0,-1-1 0,1 1 0,-1-1 0,-1-1 0,1 1 0,-1-1 0,4-9 0,-6 11 0,-1 0 0,0-1 0,0 1 0,0-1 0,-1 1 0,0-1 0,0 0 0,0-11 0,-1 10 0,0 0 0,1 0 0,0 0 0,1 0 0,2-8 0,-4 15 0,0 0 0,0 0 0,1 0 0,-1 0 0,0 0 0,1 0 0,-1 0 0,0 0 0,1 1 0,-1-1 0,1 0 0,0 0 0,-1 0 0,1 0 0,-1 1 0,1-1 0,0 0 0,0 1 0,0-1 0,-1 1 0,1-1 0,0 1 0,0-1 0,0 1 0,0-1 0,0 1 0,0 0 0,0-1 0,0 1 0,0 0 0,0 0 0,0 0 0,0 0 0,0 0 0,0 0 0,0 0 0,0 0 0,0 0 0,0 1 0,0-1 0,0 0 0,0 1 0,1-1 0,0 2 0,0-1 0,0 1 0,0 0 0,0 0 0,0-1 0,0 1 0,0 1 0,-1-1 0,1 0 0,-1 0 0,1 0 0,-1 1 0,0-1 0,0 1 0,1 3 0,2 10 0,7 26 0,-10-40 0,-1 0 0,1-1 0,0 1 0,0 0 0,-1-1 0,1 1 0,0 0 0,0-1 0,1 1 0,-1-1 0,0 0 0,0 1 0,1-1 0,-1 0 0,1 0 0,-1 0 0,3 2 0,-1-4 0,-1 1 0,0-1 0,0 0 0,1 0 0,-1 0 0,0 0 0,0 0 0,0 0 0,0-1 0,0 1 0,0-1 0,0 1 0,-1-1 0,1 0 0,-1 0 0,1 1 0,1-4 0,14-12 0,-16 17 0,0-1 0,0 1 0,-1-1 0,1 1 0,0 0 0,0-1 0,0 1 0,0 0 0,0 0 0,-1 0 0,1 0 0,0-1 0,0 1 0,0 0 0,0 1 0,0-1 0,0 0 0,-1 0 0,1 0 0,0 0 0,0 1 0,0-1 0,0 0 0,0 1 0,-1-1 0,1 1 0,0-1 0,1 2 0,-1-1 0,1 1 0,-1 0 0,0 0 0,0 0 0,0 0 0,0 0 0,0 0 0,0 1 0,0-1 0,-1 0 0,1 3 0,1 9 0,0 0 0,-2 26 0,0-35 0,0-4 0,1 1 0,-1-1 0,0 1 0,0-1 0,0 1 0,0-1 0,-1 1 0,1-1 0,0 0 0,0 1 0,-1-1 0,1 1 0,-1-1 0,-1 2 0,-6-15 0,-5-38 0,12 44 0,1 1 0,0-1 0,0 0 0,0 1 0,1-1 0,0 1 0,0-1 0,0 0 0,1 1 0,-1 0 0,1-1 0,1 1 0,-1 0 0,5-6 0,-5 7 0,1 1 0,0 0 0,0-1 0,0 1 0,1 0 0,-1 1 0,1-1 0,0 0 0,-1 1 0,1 0 0,0 0 0,0 0 0,1 1 0,-1-1 0,0 1 0,0 0 0,1 0 0,6 0 0,33-1 0,0 3 0,0 1 0,70 13 0,-84-10 0,-28-5 0,1 1 0,1 0 0,-1-1 0,0 1 0,0-1 0,0 0 0,0 0 0,1 0 0,-1 0 0,0-1 0,0 1 0,0-1 0,0 0 0,0 0 0,5-2 0,-8 3 0,1 0 0,-1-1 0,0 1 0,0 0 0,0-1 0,0 1 0,0 0 0,-1-1 0,1 1 0,0 0 0,0-1 0,0 1 0,0 0 0,0 0 0,0-1 0,0 1 0,-1 0 0,1 0 0,0-1 0,0 1 0,0 0 0,0 0 0,-1-1 0,1 1 0,0 0 0,0 0 0,-1 0 0,1-1 0,0 1 0,0 0 0,-1 0 0,1 0 0,0 0 0,-1 0 0,1 0 0,0 0 0,-1 0 0,1 0 0,0-1 0,0 1 0,-1 0 0,1 0 0,0 1 0,-1-1 0,0 0 0,-16-4 0,11 3 0,0 0 0,0 1 0,0-1 0,1 1 0,-1 1 0,0-1 0,0 1 0,0 0 0,0 0 0,-9 4 0,13-4 0,0 1 0,-1-1 0,1 1 0,0-1 0,0 1 0,0 0 0,0 0 0,0 0 0,1 0 0,-1 0 0,1 0 0,-1 0 0,1 1 0,0-1 0,0 0 0,-1 1 0,2-1 0,-1 1 0,0 0 0,1-1 0,-1 1 0,1-1 0,0 1 0,-1 0 0,2 4 0,-1-4 0,-1 0 0,1-1 0,1 1 0,-1-1 0,0 1 0,1 0 0,-1-1 0,1 1 0,0-1 0,0 0 0,0 1 0,0-1 0,0 1 0,0-1 0,1 0 0,-1 0 0,1 0 0,2 2 0,-3-3 0,1 1 0,0-1 0,0-1 0,0 1 0,0 0 0,0 0 0,0-1 0,0 1 0,0-1 0,0 0 0,0 1 0,1-1 0,-1 0 0,0 0 0,0 0 0,0-1 0,0 1 0,0-1 0,0 1 0,0-1 0,0 1 0,2-2 0,-1 1 0,0-1 0,0 1 0,0 1 0,0-1 0,-1 0 0,1 1 0,0-1 0,0 1 0,0 0 0,0 0 0,0 0 0,0 0 0,0 1 0,0-1 0,0 1 0,0 0 0,5 1 0,-5 1 0,0-1 0,0 1 0,0 0 0,0-1 0,-1 1 0,1 1 0,-1-1 0,1 0 0,-1 1 0,0-1 0,-1 1 0,4 6 0,3 10 0,0-1 0,-1 2 0,-2-1 0,1 1 0,-2 0 0,-1 0 0,1 42 0,-4-32 0,-4 77 0,3-97 0,-1 1 0,0-1 0,0-1 0,-2 1 0,1 0 0,-1-1 0,-8 15 0,5-16 0,-1 0 0,0-1 0,0 0 0,0 0 0,-13 9 0,16-13 0,-2 1 0,0 0 0,-1 0 0,1-1 0,-1 1 0,0-2 0,0 1 0,0-1 0,0-1 0,-1 1 0,1-1 0,-1-1 0,-13 2 0,19-3 0,-1 0 0,1 0 0,-1-1 0,1 1 0,-1-1 0,1 0 0,-1 0 0,1 0 0,0 0 0,0-1 0,0 1 0,-1-1 0,1 0 0,1 0 0,-1 0 0,0 0 0,0 0 0,1-1 0,-1 1 0,1-1 0,0 0 0,0 0 0,0 0 0,0 0 0,0 0 0,1 0 0,0 0 0,-1 0 0,1-1 0,0 1 0,0 0 0,1-1 0,-1-5 0,-2-5 0,1-1 0,1 1 0,0-1 0,3-27 0,-2 37 0,1-1 0,0 1 0,1-1 0,-1 1 0,1 0 0,0-1 0,0 1 0,1 0 0,0 0 0,-1 1 0,2-1 0,-1 0 0,0 1 0,1 0 0,6-6 0,75-53 0,100-80-1365,-169 132-5461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07.2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24575,'0'85'0,"0"-50"0,0-28 0,0-8 0,0-6 0,0 0 0,0 0 0,1 0 0,0-1 0,0 1 0,1 0 0,-1 1 0,4-9 0,-3 13 0,-1 0 0,1-1 0,-1 1 0,1 0 0,0 0 0,-1 0 0,1 0 0,0 0 0,0 1 0,1-1 0,-1 1 0,0-1 0,0 1 0,1 0 0,-1 0 0,1 0 0,-1 0 0,1 0 0,-1 0 0,1 1 0,0 0 0,-1-1 0,1 1 0,0 0 0,2 0 0,-2 0 0,0 1 0,-1-1 0,1 1 0,0-1 0,-1 1 0,1 0 0,-1 0 0,1 0 0,-1 1 0,1-1 0,-1 0 0,0 1 0,1-1 0,-1 1 0,0 0 0,0 0 0,-1 0 0,1 0 0,2 3 0,4 6 0,-1 1 0,10 20 0,-11-20 0,-5-10 0,0-1 0,0 1 0,0 0 0,0 0 0,-1-1 0,1 1 0,-1 0 0,1 0 0,-1 0 0,1 0 0,-1 0 0,0 0 0,0 0 0,0 0 0,0 0 0,0 0 0,-1 0 0,0 3 0,0-7 0,0 0 0,-1 0 0,1 0 0,0 0 0,0 0 0,1 0 0,-1 0 0,0-1 0,1 1 0,-1 0 0,1-4 0,-1 2 0,1 0 0,-1 0 0,1 0 0,0 0 0,1-1 0,-1 1 0,1 0 0,-1 0 0,1 0 0,1 0 0,-1 0 0,0 0 0,1 0 0,0 1 0,0-1 0,0 0 0,0 1 0,1-1 0,-1 1 0,1 0 0,5-5 0,-5 6 0,0 0 0,-1 1 0,1-1 0,0 1 0,1 0 0,-1-1 0,0 2 0,0-1 0,0 0 0,1 0 0,-1 1 0,0 0 0,1 0 0,-1 0 0,0 0 0,1 0 0,-1 0 0,0 1 0,0 0 0,1 0 0,-1 0 0,0 0 0,0 0 0,0 1 0,0-1 0,0 1 0,5 3 0,-2 1 0,0-1 0,-1 1 0,1 0 0,-1 0 0,0 1 0,-1-1 0,1 1 0,-1 0 0,-1 1 0,1-1 0,2 11 0,13 22 0,-2 7 0,-15-45-22,-1-7 72,-1-8-1443,0-3-5433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07.4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24575,'0'4'0,"0"6"0,0 1-8191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08.0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24575,'4'0'0,"1"4"0,1 6 0,-2 5 0,-1 5 0,-1-6 0,-1-9 0,-1-2 0,0 4 0,0 4 0,0 5 0,4-1 0,1 2 0,5-2 0,0-9 0,-2-4-8191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08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24575,'0'4'0,"0"2"-8191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08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24575,'1'0'0,"0"1"0,1-1 0,-1 0 0,0 1 0,0 0 0,0-1 0,0 1 0,0-1 0,0 1 0,-1 0 0,1 0 0,0 0 0,0 0 0,0-1 0,-1 1 0,1 0 0,0 0 0,-1 0 0,1 1 0,-1-1 0,1 0 0,-1 0 0,0 0 0,1 0 0,-1 0 0,0 0 0,0 3 0,5 35 0,-4-34 0,-1-5 0,1 16 0,0-20 0,0 1 0,-1 0 0,1 0 0,-1 0 0,1 0 0,0 1 0,0-1 0,0 0 0,1 0 0,-1 0 0,3-3 0,2 1 0,0 0 0,0 1 0,0-1 0,0 1 0,1 1 0,-1-1 0,1 1 0,0 0 0,0 1 0,15-4 0,-9 3 0,0 2 0,0-1 0,1 2 0,-1 0 0,18 2 0,-26-1 0,1 0 0,0 1 0,-1-1 0,0 1 0,1 1 0,-1-1 0,0 1 0,0 0 0,-1 0 0,1 0 0,0 1 0,-1 0 0,0 0 0,6 6 0,-5-4 0,0 1 0,0-1 0,-1 0 0,0 1 0,0 0 0,-1 0 0,1 1 0,-2-1 0,5 16 0,-4-2-1365,-2-2-5461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11.3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8 321 24575,'6'0'0,"-1"-1"0,1 0 0,-1-1 0,0 1 0,1-1 0,-1 0 0,0-1 0,0 1 0,0-1 0,-1 0 0,1 0 0,7-7 0,-2 2 0,0-2 0,0 1 0,-1-1 0,9-14 0,-14 16 0,0 0 0,-1 0 0,0-1 0,0 1 0,-1-1 0,0 1 0,-1-1 0,0 0 0,0 0 0,-1 1 0,0-1 0,-1 0 0,0 0 0,0 0 0,-1 1 0,0-1 0,-5-14 0,4 18 0,1 1 0,-1 0 0,0 1 0,0-1 0,0 0 0,-1 1 0,1 0 0,-1 0 0,1 0 0,-1 0 0,0 1 0,0-1 0,-1 1 0,1 0 0,0 0 0,-1 0 0,-8-1 0,11 2 0,0 1 0,0-1 0,-1 1 0,1-1 0,0 1 0,0 0 0,0 0 0,-1 0 0,1 0 0,0 1 0,0-1 0,0 1 0,-1-1 0,1 1 0,0 0 0,0 0 0,0-1 0,0 1 0,0 1 0,0-1 0,1 0 0,-1 0 0,0 1 0,0-1 0,1 1 0,-1 0 0,1-1 0,0 1 0,-1 0 0,1 0 0,0 0 0,0 0 0,0 0 0,0 0 0,0 0 0,1 0 0,-1 0 0,0 4 0,-2 13 0,1 0 0,1 1 0,0-1 0,3 30 0,-1-38 0,1 1 0,0-1 0,0 0 0,1 0 0,1 0 0,0 0 0,0 0 0,12 19 0,-12-25 0,-1-1 0,1 1 0,0-1 0,0 0 0,1 0 0,-1 0 0,1-1 0,0 0 0,-1 0 0,2 0 0,-1 0 0,0-1 0,0 0 0,1 0 0,11 2 0,-3-1 0,0-2 0,0 0 0,0 0 0,0-2 0,20-2 0,-31 3-114,0-1 1,0 1-1,0-1 0,0 0 0,0 0 1,-1 0-1,1 0 0,0 0 0,-1 0 1,1-1-1,3-2 0,5-8-6712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11.6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52 24575,'4'0'0,"6"0"0,5 0 0,1-5 0,1 0 0,2-1 0,2 2 0,-2-3 0,-1-1 0,2 2 0,0 1 0,3 2 0,0 2 0,2 0 0,-1 1 0,-3 0-8191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11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208 26 24575,'-1'-1'0,"1"0"0,-1 0 0,1 0 0,-1 0 0,1 0 0,-1 0 0,0 0 0,1 0 0,-1 0 0,0 0 0,0 0 0,0 1 0,0-1 0,0 0 0,0 1 0,0-1 0,0 0 0,0 1 0,0-1 0,0 1 0,0-1 0,0 1 0,0 0 0,0 0 0,-1-1 0,1 1 0,-2 0 0,-38-5 0,36 5 0,-3-1 0,0 1 0,-1 0 0,1 0 0,-1 1 0,1 0 0,0 0 0,-16 5 0,21-4 0,0-1 0,0 1 0,0-1 0,1 1 0,-1 0 0,0 0 0,1 0 0,-1 1 0,1-1 0,0 0 0,0 1 0,0 0 0,0-1 0,0 1 0,1 0 0,-1 0 0,1 0 0,-1 0 0,1 0 0,0 0 0,1 0 0,-2 7 0,-1 16 0,1 0 0,2 0 0,3 36 0,0 2 0,-3-60 0,0 1 0,1-1 0,-1 0 0,1 1 0,-1-1 0,1 0 0,1 0 0,-1 0 0,0 0 0,1 0 0,0 0 0,0 0 0,0 0 0,1-1 0,-1 1 0,4 3 0,-3-4 0,1 0 0,0 0 0,0-1 0,0 1 0,1-1 0,-1 0 0,1 0 0,-1 0 0,1-1 0,0 1 0,-1-1 0,1 0 0,0-1 0,5 1 0,3 0-105,-1 0 0,0-1 0,1 0 0,-1-1 0,0 0 0,0-1 0,0-1 0,0 0 0,0 0 0,0-1 0,-1-1 0,13-6 0,-8 2-6721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16.8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24575,'1'1'0,"1"0"0,-1-1 0,1 1 0,-1 0 0,1 0 0,-1 0 0,1 0 0,-1 0 0,0 1 0,1-1 0,-1 0 0,0 0 0,0 1 0,0-1 0,0 1 0,0-1 0,0 4 0,15 28 0,-6 2 0,-1 1 0,-2 0 0,-2 0 0,-1 1 0,-2 0 0,-2 39 0,-1 247-1365,1-301-5461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17.1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0 24575,'0'425'0,"0"-411"-284,-2 0-1,0-1 0,-8 27 0,10-38 59,-5 15-6600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17.6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24575,'0'639'-1365,"0"-629"-5461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17.8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24575,'0'523'-1365,"0"-501"-5461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18.2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279 1 24575,'1'0'0,"0"0"0,0 0 0,1-1 0,-1 1 0,0 0 0,0 0 0,0 1 0,1-1 0,-1 0 0,0 0 0,0 0 0,0 1 0,1-1 0,-1 1 0,0-1 0,0 1 0,0-1 0,0 1 0,0 0 0,0-1 0,0 1 0,0 0 0,0 0 0,0 0 0,-1 0 0,1 0 0,0 0 0,-1 0 0,1 0 0,0 0 0,-1 0 0,1 0 0,-1 0 0,1 2 0,-2-2 0,1 1 0,0-1 0,-1 0 0,1 1 0,-1-1 0,0 0 0,1 1 0,-1-1 0,0 0 0,0 0 0,0 0 0,0 0 0,0 0 0,0 0 0,0 0 0,0 0 0,0 0 0,0 0 0,0 0 0,-1-1 0,1 1 0,0-1 0,-1 1 0,1-1 0,0 1 0,-1-1 0,1 0 0,-1 1 0,-1-1 0,-15 2 0,-1 0 0,-34-1 0,37-2 0,-1 1 0,1 1 0,-1 1 0,-20 4 0,19-2 0,12-3 0,0 0 0,0 0 0,1 1 0,-1-1 0,1 1 0,0 1 0,-1-1 0,1 1 0,0 0 0,-6 5 0,10-8 0,1 1 0,-1-1 0,1 1 0,0 0 0,-1-1 0,1 1 0,0 0 0,0-1 0,0 1 0,0 0 0,-1 0 0,1-1 0,0 1 0,0 0 0,0-1 0,0 1 0,1 0 0,-1 0 0,0-1 0,0 1 0,0 0 0,0-1 0,1 1 0,-1 0 0,0-1 0,1 1 0,-1 0 0,0-1 0,1 1 0,-1-1 0,1 1 0,-1-1 0,1 1 0,-1-1 0,1 1 0,0-1 0,-1 1 0,1-1 0,-1 0 0,1 1 0,0-1 0,-1 0 0,1 0 0,1 1 0,34 14 0,-35-14 0,22 5 0,1 0 0,29 3 0,11 3 0,-37-8-341,-1-1 0,0-1-1,34-1 1,-39-2-6485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27.4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6 24575,'-46'-2'0,"32"0"0,-1 1 0,1 1 0,0 0 0,-1 1 0,1 1 0,-23 5 0,34-6 0,-1 1 0,1 0 0,-1 0 0,1 0 0,0 0 0,-1 1 0,1 0 0,0-1 0,1 1 0,-1 0 0,0 0 0,1 0 0,0 1 0,0-1 0,0 1 0,0-1 0,0 1 0,1 0 0,-1-1 0,1 1 0,0 0 0,-1 8 0,0 7 0,1 0 0,0 0 0,4 32 0,-2-16 0,-1-24 0,1 0 0,0-1 0,0 1 0,1 0 0,0-1 0,4 12 0,-4-19 0,-1 1 0,1 0 0,0-1 0,0 1 0,1-1 0,-1 0 0,1 0 0,0 0 0,0 0 0,0 0 0,0-1 0,0 1 0,0-1 0,1 0 0,-1 0 0,1 0 0,-1 0 0,1-1 0,6 2 0,13 2 0,-1-1 0,2-2 0,-1 0 0,0-1 0,0-2 0,39-4 0,-54 3 0,0 0 0,0 0 0,0 0 0,0-1 0,-1 0 0,0 0 0,1-1 0,-1 0 0,-1 0 0,14-11 0,-5 2 0,-1-1 0,0-1 0,14-18 0,-4 6 0,-13 15 0,-1 1 0,15-24 0,-23 32 0,0 0 0,-1 0 0,1 0 0,-1 0 0,0 0 0,0 0 0,0 0 0,0 0 0,-1 0 0,1-1 0,-1 1 0,0 0 0,0 0 0,0-1 0,0 1 0,0 0 0,-1 0 0,-1-6 0,2 8 0,-1-1 0,0 1 0,1-1 0,-1 1 0,0-1 0,1 1 0,-1 0 0,0 0 0,0-1 0,0 1 0,0 0 0,0 0 0,0 0 0,-1 0 0,1 0 0,0 0 0,0 0 0,-1 0 0,1 1 0,-1-1 0,1 1 0,0-1 0,-1 1 0,1-1 0,-1 1 0,0 0 0,1-1 0,-1 1 0,1 0 0,-1 0 0,1 0 0,-1 1 0,1-1 0,-1 0 0,1 0 0,-1 1 0,-2 0 0,1 0 0,0 1 0,0-1 0,1 1 0,-1-1 0,0 1 0,1 0 0,-1 0 0,1 0 0,0 0 0,-1 0 0,1 1 0,0-1 0,1 1 0,-1-1 0,0 1 0,1 0 0,-1 0 0,0 3 0,-1 3 0,1 0 0,0 0 0,0 0 0,1 1 0,1-1 0,0 0 0,0 1 0,0-1 0,4 18 0,-3-24 0,0 1 0,0-1 0,0 1 0,1-1 0,-1 0 0,1 1 0,0-1 0,-1 0 0,1 0 0,1 0 0,-1-1 0,0 1 0,1 0 0,-1-1 0,1 0 0,0 1 0,0-1 0,0 0 0,0 0 0,0-1 0,0 1 0,1-1 0,-1 1 0,1-1 0,-1 0 0,0-1 0,8 2 0,-7-2 0,0 1 0,-1-1 0,1 0 0,0-1 0,0 1 0,-1-1 0,1 1 0,0-1 0,-1 0 0,1-1 0,-1 1 0,1-1 0,-1 1 0,1-1 0,-1 0 0,0 0 0,0 0 0,0-1 0,0 1 0,-1-1 0,1 0 0,0 1 0,3-7 0,1-3 0,-1 1 0,0-1 0,-1 0 0,0-1 0,5-19 0,-10 30 0,1 1 0,-1-1 0,0 0 0,1 1 0,0-1 0,-1 1 0,1-1 0,0 1 0,0-1 0,0 1 0,-1 0 0,2-1 0,-1 1 0,0 0 0,0 0 0,0-1 0,1 1 0,-1 0 0,0 0 0,1 1 0,-1-1 0,1 0 0,-1 0 0,3 0 0,-3 1 0,0 1 0,0-1 0,1 0 0,-1 1 0,0-1 0,0 1 0,0 0 0,0-1 0,0 1 0,0 0 0,0-1 0,0 1 0,0 0 0,0 0 0,0 0 0,0 0 0,-1 0 0,1 0 0,0 0 0,-1 0 0,1 1 0,0-1 0,-1 0 0,0 0 0,1 0 0,-1 1 0,0-1 0,0 0 0,1 0 0,-1 1 0,0 1 0,1 59 0,-1-63 0,2-24 0,-2 17 0,2-1 0,-1 1 0,1-1 0,0 1 0,0 0 0,1 0 0,0 0 0,7-12 0,-8 16 0,1 1 0,-1-1 0,1 1 0,0 0 0,0 0 0,0 0 0,0 0 0,0 1 0,0-1 0,1 1 0,0 0 0,-1 0 0,1 0 0,0 0 0,0 1 0,0-1 0,0 1 0,0 0 0,6-1 0,-1 1 0,1 0 0,-1 1 0,1-1 0,-1 2 0,1-1 0,-1 2 0,1-1 0,11 4 0,-18-4 0,0 1 0,0-1 0,0 0 0,0 1 0,0 0 0,0 0 0,0 0 0,-1 0 0,1 0 0,-1 1 0,1-1 0,-1 1 0,0-1 0,0 1 0,0 0 0,0 0 0,0 0 0,-1 0 0,0 0 0,1 0 0,-1 1 0,0-1 0,-1 0 0,1 1 0,0 5 0,-1 51 0,-1-48 0,0 0 0,1-1 0,0 1 0,1 0 0,3 14 0,-4-25-28,0-1 1,0 1-1,0 0 0,1-1 0,-1 1 0,0 0 0,0-1 0,0 1 0,1 0 1,-1-1-1,0 1 0,1-1 0,-1 1 0,0-1 0,1 1 0,-1-1 1,1 1-1,-1-1 0,1 1 0,-1-1 0,1 1 0,-1-1 0,1 0 1,-1 1-1,1-1 0,0 0 0,-1 1 0,1-1 0,0 0 0,-1 0 1,1 0-1,0 0 0,-1 0 0,1 1 0,0-1 0,-1 0 0,1-1 0,0 1 1,-1 0-1,1 0 0,0 0 0,-1 0 0,1 0 0,-1-1 0,1 1 1,0 0-1,-1 0 0,2-1 0,6-6-6798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27.8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0 24575,'-10'28'0,"1"-4"0,3 23 0,2-1 0,6 91 0,0-44 0,-4-46 0,1-33 0,0 1 0,1-1 0,0 0 0,1 1 0,0-1 0,2 0 0,6 27 0,-8-39 4,-1-1 0,1 0-1,-1 1 1,0-1-1,1 0 1,0 0 0,-1 1-1,1-1 1,0 0 0,0 0-1,0 0 1,-1 0-1,1 0 1,0 0 0,0 0-1,0 0 1,1-1 0,-1 1-1,0 0 1,0 0-1,0-1 1,1 1 0,-1-1-1,0 1 1,1-1 0,-1 0-1,0 0 1,1 1-1,-1-1 1,0 0 0,1 0-1,1 0 1,-1-1-72,0 0 1,0 0-1,-1 0 1,1 0-1,0 0 1,-1-1-1,0 1 1,1 0-1,-1-1 1,0 1-1,1-1 1,-1 0-1,0 1 1,0-1-1,0 0 1,0 1-1,-1-1 1,1 0-1,0 0 1,-1 0-1,1-3 1,3-15-6759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29.4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24575,'72'-1'0,"81"3"0,-148-2 0,0 1 0,-1 0 0,1 1 0,0-1 0,0 1 0,-1 0 0,1 0 0,-1 1 0,1-1 0,-1 1 0,0 0 0,0 0 0,0 0 0,-1 1 0,1-1 0,-1 1 0,0 0 0,0 0 0,0 0 0,0 0 0,-1 1 0,1-1 0,1 6 0,3 8 0,-1 0 0,0 1 0,-1 0 0,3 31 0,13 42 0,-18-178 0,-4 70 0,1-1 0,0 1 0,1-1 0,4-25 0,-4 39 0,-1-1 0,1 1 0,0 0 0,0-1 0,0 1 0,1 0 0,-1 0 0,1 0 0,0 0 0,0 0 0,0 0 0,0 0 0,0 0 0,1 1 0,-1-1 0,1 1 0,0 0 0,0 0 0,0 0 0,0 0 0,0 0 0,6-2 0,-6 4 0,0-1 0,0 1 0,0 0 0,0-1 0,0 1 0,1 1 0,-1-1 0,0 0 0,0 1 0,0 0 0,5 1 0,38 18 0,-18-8 0,42 16 0,-69-26 0,-1-1 0,0 1 0,0-1 0,0 1 0,0-1 0,0 1 0,0 0 0,-1-1 0,1 1 0,0-1 0,-1 1 0,0-1 0,1 1 0,-1-1 0,0 1 0,-1 1 0,-1 5 0,0 2 0,0 1 0,1-1 0,0 1 0,1 0 0,0-1 0,1 1 0,0 0 0,0 0 0,2-1 0,3 19 0,-4-25 0,1 1 0,-1-1 0,1 1 0,1-1 0,-1 0 0,1 1 0,-1-1 0,1-1 0,0 1 0,0 0 0,1-1 0,-1 1 0,1-1 0,0 0 0,0 0 0,0-1 0,0 1 0,0-1 0,1 0 0,-1 0 0,1 0 0,-1-1 0,1 0 0,0 1 0,8 0 0,-9-1 0,1-1 0,-1 1 0,1-1 0,0 0 0,-1 0 0,1 0 0,0 0 0,-1-1 0,1 0 0,-1 0 0,1 0 0,-1 0 0,7-4 0,-8 3 0,-1 0 0,1 0 0,-1 0 0,0 0 0,0-1 0,0 1 0,0-1 0,0 0 0,-1 1 0,1-1 0,-1 0 0,0 0 0,0 0 0,0 0 0,0 0 0,0 0 0,0 0 0,-1 0 0,0 0 0,0-6 0,1-3 0,-2-1 0,1 1 0,-2 0 0,1-1 0,-7-17 0,8 29 0,0 0 0,-1 0 0,1 0 0,-1 0 0,1 0 0,0 0 0,0 0 0,-1 0 0,1 0 0,0 0 0,0 0 0,0 0 0,0-1 0,1 1 0,-1 0 0,0 0 0,0 0 0,1 0 0,-1 0 0,0 0 0,1 0 0,-1 0 0,1 0 0,-1 0 0,1 0 0,0 1 0,-1-1 0,1 0 0,0 0 0,0 0 0,-1 1 0,1-1 0,0 0 0,0 1 0,0-1 0,0 1 0,0-1 0,0 1 0,0-1 0,0 1 0,0 0 0,0 0 0,0-1 0,0 1 0,0 0 0,0 0 0,1 0 0,-1 0 0,0 0 0,0 0 0,2 1 0,0-1 0,1 1 0,0 0 0,-1 0 0,1 0 0,-1 0 0,1 1 0,-1-1 0,1 1 0,-1 0 0,0 0 0,0 0 0,0 0 0,0 0 0,3 5 0,28 44 0,-25-36 0,1 0 0,18 22 0,-28-37-28,1 0-17,-1 1 1,0-1-1,0 1 1,1-1-1,-1 1 0,1-1 1,-1 1-1,0-1 1,1 0-1,-1 1 1,1-1-1,-1 0 0,1 1 1,-1-1-1,1 0 1,-1 0-1,1 0 1,-1 1-1,1-1 1,-1 0-1,1 0 0,-1 0 1,1 0-1,-1 0 1,1 0-1,-1 0 1,1 0-1,-1 0 0,2 0 1,2-5-6782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29.6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24575,'0'0'-8191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30.0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 1 24575,'-20'0'0,"11"-1"0,0 1 0,1 0 0,-1 1 0,0 0 0,-11 2 0,17-2 0,1 0 0,0 0 0,0 0 0,-1 0 0,1 0 0,0 1 0,0-1 0,0 0 0,0 1 0,1 0 0,-1-1 0,0 1 0,1 0 0,-1 0 0,1 0 0,-1 0 0,1 0 0,0 0 0,0 0 0,0 1 0,0-1 0,0 0 0,0 5 0,-1 1 0,1 0 0,1 0 0,-1 0 0,1 0 0,1 0 0,-1 0 0,1 0 0,1 0 0,-1 0 0,1 0 0,1-1 0,0 1 0,0-1 0,0 1 0,6 7 0,-2-4 0,0 0 0,1 0 0,0-1 0,1 0 0,0-1 0,1 0 0,0 0 0,18 11 0,-22-16 8,0-1 0,0-1 0,0 1 0,0-1 0,1 0 0,-1 0 0,1-1 0,-1 0 0,1 0 0,0-1 0,0 0 0,-1 0 0,1 0 0,11-3 0,-13 3-82,0-1-1,0 0 1,-1-1 0,1 1 0,0-1-1,0 0 1,-1 0 0,1-1 0,-1 1-1,0-1 1,0 0 0,0 0 0,0 0-1,0-1 1,-1 1 0,1-1 0,-1 0-1,0 0 1,4-8 0,0-4-6752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30.2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24575,'0'400'0,"1"-384"0,0-1 0,2 1 0,4 18 0,5 35 0,-12-67-53,0 2-48,0 0 0,0 0 0,1 0 0,-1 0 0,1 0 0,0 0 1,0 0-1,1 0 0,-1 0 0,1-1 0,-1 1 0,5 5 0,4 2-6725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31.3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24575,'0'8'0,"1"0"0,1-1 0,-1 1 0,1-1 0,4 9 0,5 29 0,-7 45 0,-5-103 0,1 2 0,0 0 0,0 0 0,1-1 0,3-12 0,-3 21 0,-1 0 0,1 0 0,0 0 0,0 0 0,0 0 0,1 1 0,-1-1 0,1 0 0,-1 1 0,1-1 0,0 1 0,0 0 0,0-1 0,0 1 0,1 0 0,-1 0 0,0 0 0,1 1 0,0-1 0,-1 1 0,1-1 0,5-1 0,-3 1 0,0 1 0,0 0 0,0 0 0,0 0 0,1 0 0,-1 1 0,0 0 0,1 0 0,-1 1 0,0-1 0,0 1 0,1 0 0,-1 0 0,0 1 0,0 0 0,0 0 0,0 0 0,8 5 0,-7-3 0,0 1 0,-1 0 0,0 0 0,0 0 0,0 1 0,-1 0 0,1-1 0,-1 2 0,-1-1 0,1 0 0,-1 1 0,0-1 0,2 10 0,0-1 0,1-1 0,1 0 0,0-1 0,15 23 0,-22-36 0,0 0 0,0 0 0,0 0 0,0 0 0,1 0 0,-1 0 0,0 0 0,0 0 0,0 0 0,0 0 0,1 0 0,-1 0 0,0 0 0,0 0 0,0 0 0,1 0 0,-1 0 0,0 0 0,0 0 0,0 0 0,0 0 0,1 0 0,-1 0 0,0 0 0,0 0 0,0 0 0,0 0 0,0 0 0,1-1 0,-1 1 0,0 0 0,0 0 0,0 0 0,0 0 0,0 0 0,0 0 0,0-1 0,0 1 0,1 0 0,-1 0 0,0 0 0,0 0 0,0-1 0,0 1 0,0 0 0,0 0 0,0 0 0,0 0 0,0-1 0,0 1 0,0 0 0,0 0 0,0 0 0,0-1 0,0 1 0,0 0 0,0 0 0,0 0 0,-1 0 0,1 0 0,0-1 0,0 1 0,1-15 0,-1-8 0,0 12 0,0 1 0,0-1 0,1 0 0,1 1 0,4-20 0,-5 27 0,1 1 0,-1-1 0,0 0 0,1 1 0,0-1 0,-1 0 0,1 1 0,0 0 0,0 0 0,1-1 0,-1 1 0,0 1 0,1-1 0,-1 0 0,1 0 0,-1 1 0,1 0 0,0-1 0,0 1 0,0 0 0,0 0 0,0 1 0,0-1 0,0 1 0,4-1 0,2 0 0,0 0 0,1 0 0,-1 1 0,0 1 0,0 0 0,1 0 0,-1 0 0,0 1 0,11 4 0,-15-4 0,-1 0 0,0 0 0,0 1 0,0-1 0,0 1 0,0 0 0,-1 0 0,1 0 0,-1 1 0,0-1 0,0 1 0,0 0 0,0-1 0,0 2 0,-1-1 0,0 0 0,0 0 0,0 1 0,-1-1 0,2 5 0,0 3 15,1-1 0,0 1 0,1-1 0,0 0 0,1 0 0,0-1 0,9 12 0,-12-19-70,-1 0 0,1 0 0,-1 0 0,1-1 0,0 1 0,0-1 0,0 1 0,0-1 0,1 0 0,-1 0 0,0-1 0,1 1 0,0-1 0,-1 1 0,1-1 0,0 0 0,-1-1 0,1 1 0,0-1 0,0 1 0,0-1 0,0 0 0,-1-1 0,1 1 0,0-1 0,4-1 0,8-2-6771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31.6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24 24575,'-1'-1'0,"1"-1"0,-1 1 0,0 0 0,1 0 0,-1 0 0,0 0 0,0 0 0,0 0 0,0 0 0,0 0 0,0 0 0,0 0 0,0 0 0,0 0 0,0 1 0,0-1 0,-1 1 0,1-1 0,0 0 0,0 1 0,-1 0 0,1-1 0,0 1 0,-1 0 0,1 0 0,0 0 0,-2 0 0,-38-4 0,38 5 0,1-1 0,0 0 0,-1 1 0,1-1 0,-1 1 0,1 0 0,0 0 0,-1 0 0,1 0 0,0 0 0,0 0 0,0 1 0,-1-1 0,2 1 0,-1-1 0,0 1 0,0 0 0,0 0 0,1-1 0,-1 1 0,1 1 0,0-1 0,-1 0 0,1 0 0,0 0 0,0 1 0,1-1 0,-1 0 0,0 1 0,1-1 0,-1 5 0,-1 9 0,1 0 0,0 0 0,3 31 0,0-23 0,-2-22 0,0 9 0,0-1 0,1 1 0,0-1 0,1 1 0,6 18 0,-7-26 0,0 0 0,1-1 0,-1 1 0,1-1 0,0 1 0,-1-1 0,1 1 0,1-1 0,-1 0 0,0 0 0,0 0 0,1 0 0,-1-1 0,1 1 0,0 0 0,-1-1 0,1 0 0,0 0 0,0 0 0,0 0 0,0 0 0,0-1 0,0 1 0,6 0 0,-2-1 0,0 1 0,0-1 0,0 0 0,1-1 0,-1 1 0,0-1 0,0-1 0,0 0 0,0 0 0,0 0 0,0 0 0,8-6 0,-12 6 0,1-1 0,0 1 0,-1-1 0,1 0 0,-1 0 0,0-1 0,0 1 0,0-1 0,0 1 0,-1-1 0,1 0 0,-1 0 0,0 0 0,0 0 0,-1-1 0,1 1 0,-1 0 0,0-1 0,0 1 0,0-8 0,0 5-105,0 1 0,-1-1 0,0 0 0,0 1 0,0-1 0,-1 1 0,0-1 0,0 1 0,-1-1 0,0 1 0,0 0 0,-5-10 0,-4-1-6721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32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 24575,'4'2'0,"1"0"0,0 0 0,-1 1 0,0-1 0,0 1 0,1 0 0,-2 1 0,1-1 0,0 1 0,-1-1 0,5 7 0,-7-9 0,69 80 0,5-3 0,-74-77 0,-1 0 0,1 0 0,0 0 0,0 0 0,0-1 0,0 1 0,0 0 0,0-1 0,0 1 0,0 0 0,0-1 0,0 1 0,0-1 0,0 0 0,0 1 0,1-1 0,-1 0 0,0 0 0,0 1 0,0-1 0,1 0 0,-1 0 0,0 0 0,0-1 0,0 1 0,1 0 0,-1 0 0,0-1 0,0 1 0,0-1 0,0 1 0,0-1 0,0 1 0,0-1 0,0 0 0,0 1 0,0-1 0,0 0 0,0 0 0,0 0 0,0 1 0,-1-1 0,1 0 0,0 0 0,-1 0 0,1 0 0,0-2 0,4-8 0,0 1 0,-1-1 0,0 0 0,3-14 0,-1 2 0,1 3 0,-3 8 0,0-1 0,1 1 0,1 0 0,0 0 0,7-12 0,-13 24 0,1 0 0,-1-1 0,0 1 0,0 0 0,0-1 0,1 1 0,-1-1 0,0 1 0,0 0 0,1-1 0,-1 1 0,0 0 0,1 0 0,-1-1 0,0 1 0,1 0 0,-1 0 0,1-1 0,-1 1 0,0 0 0,1 0 0,-1 0 0,1 0 0,-1 0 0,0 0 0,1 0 0,-1 0 0,1 0 0,-1 0 0,1 0 0,-1 0 0,0 0 0,1 0 0,-1 0 0,1 0 0,-1 0 0,1 0 0,-1 0 0,0 1 0,1-1 0,-1 0 0,0 0 0,1 1 0,-1-1 0,0 0 0,1 0 0,-1 1 0,0-1 0,1 0 0,-1 1 0,0-1 0,0 0 0,1 1 0,-1-1 0,0 1 0,0-1 0,0 0 0,0 1 0,0-1 0,1 1 0,8 32 0,-7-24 0,1 6 0,-1-5 0,1-1 0,-1 0 0,2 1 0,-1-1 0,6 9 0,-8-16 0,0 0 0,0-1 0,0 1 0,0-1 0,0 0 0,1 1 0,-1-1 0,0 0 0,1 1 0,-1-1 0,1 0 0,-1 0 0,1 0 0,0-1 0,-1 1 0,1 0 0,0 0 0,0-1 0,-1 1 0,1-1 0,0 0 0,0 0 0,0 1 0,0-1 0,-1 0 0,1 0 0,0-1 0,0 1 0,0 0 0,0-1 0,-1 1 0,1-1 0,2 0 0,-1-1 0,0 1 0,-1-1 0,1 0 0,-1 0 0,1 0 0,-1-1 0,0 1 0,0-1 0,0 1 0,0-1 0,0 1 0,0-1 0,-1 0 0,1 0 0,-1 0 0,0 0 0,0 0 0,0 0 0,0 0 0,-1-1 0,1 1 0,-1 0 0,0-4 0,1 4 0,-1 0 0,0 0 0,1 0 0,-2 0 0,1 0 0,0 0 0,0 0 0,-1 0 0,0 0 0,0 0 0,0 0 0,0 0 0,0 0 0,0 1 0,-1-1 0,1 0 0,-1 1 0,0-1 0,0 1 0,0 0 0,0 0 0,0 0 0,0-1 0,-5-1 0,-2 1 0,0 0 0,0 1 0,0 0 0,-1 0 0,1 1 0,0 0 0,-1 1 0,1 0 0,-1 1 0,1 0 0,0 0 0,-1 1 0,-10 3 0,18-4 0,0 0 0,1 0 0,-1 0 0,0 0 0,0 0 0,0 0 0,1 0 0,-1 0 0,0 1 0,1-1 0,0 1 0,-1-1 0,1 1 0,0 0 0,-1-1 0,1 1 0,0 0 0,0 0 0,1 0 0,-1 0 0,0 0 0,1 0 0,-1 0 0,1 0 0,-1 0 0,1 0 0,0 0 0,0 0 0,0 0 0,0 0 0,0 0 0,1 1 0,-1-1 0,1 0 0,-1 0 0,2 3 0,0 1 0,1-1 0,0 1 0,0-1 0,0 0 0,0 0 0,1 0 0,0 0 0,0 0 0,0-1 0,1 0 0,5 5 0,8 2 0,1 0 0,0-2 0,39 15 0,-4-3 0,-42-16-114,0-1 1,1-1-1,0 0 0,-1-1 0,1 0 1,0-1-1,0 0 0,0-1 0,0-1 1,0 0-1,24-5 0,-21 0-6712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8:59.3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24575,'598'0'-1365,"-576"0"-5461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02.3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379 178 24575,'0'-6'0,"0"1"0,0-1 0,0 0 0,0 0 0,-1 1 0,0-1 0,0 0 0,-1 1 0,1-1 0,-1 1 0,-1 0 0,1-1 0,-1 1 0,1 0 0,-2 0 0,1 1 0,0-1 0,-1 1 0,0-1 0,0 1 0,-8-6 0,6 4 0,-1 0 0,1 1 0,-1 0 0,0 0 0,0 1 0,-1 0 0,1 0 0,-1 1 0,0 0 0,1 0 0,-1 1 0,-1 0 0,1 0 0,0 1 0,0 0 0,-1 0 0,-9 2 0,-1-2 0,6 1 0,0-1 0,0 2 0,0 0 0,0 0 0,-20 6 0,30-6 0,-1 0 0,1 1 0,0-1 0,0 1 0,0 0 0,0 0 0,0 0 0,0 0 0,0 1 0,0-1 0,1 1 0,0-1 0,-1 1 0,1 0 0,0 0 0,0 0 0,0 0 0,1 1 0,-1-1 0,1 0 0,0 1 0,0-1 0,0 1 0,0-1 0,0 4 0,-2 23 0,1 0 0,1-1 0,7 54 0,-5-74 0,1 0 0,1 0 0,0-1 0,0 0 0,1 1 0,-1-1 0,2 0 0,-1-1 0,1 1 0,1-1 0,-1 0 0,1 0 0,0-1 0,13 11 0,-2-3 0,0-1 0,1-1 0,0-1 0,1 0 0,21 8 0,-21-13 0,0-2 0,0 1 0,0-2 0,0-1 0,1 0 0,-1-2 0,1 0 0,20-3 0,11 1 0,-40 2 0,0-1 0,0-1 0,0 0 0,-1 0 0,1-1 0,-1-1 0,1 1 0,-1-2 0,0 1 0,-1-2 0,1 1 0,-1-1 0,16-14 0,7-3 0,-2-2 0,48-48 0,-71 65 0,0-1 0,0 1 0,0-1 0,-1 0 0,0-1 0,-1 0 0,0 1 0,-1-1 0,0-1 0,-1 1 0,1-1 0,-2 0 0,0 1 0,1-18 0,-2 25 0,-1 0 0,0 0 0,-1 0 0,1 0 0,0 0 0,-1 0 0,0 0 0,1 0 0,-1 0 0,0 0 0,-1 1 0,1-1 0,0 0 0,-1 1 0,1-1 0,-1 1 0,0-1 0,0 1 0,0 0 0,0 0 0,-1 0 0,1 0 0,0 0 0,-1 1 0,1-1 0,-1 0 0,0 1 0,1 0 0,-1 0 0,0 0 0,0 0 0,0 0 0,0 1 0,0-1 0,0 1 0,-3-1 0,1 1 0,1 0 0,-1 1 0,1-1 0,-1 1 0,1 0 0,-1 0 0,1 0 0,0 1 0,0-1 0,0 1 0,0 0 0,0 0 0,0 1 0,0-1 0,0 1 0,1 0 0,-1 0 0,1 0 0,0 0 0,0 0 0,0 1 0,1 0 0,-5 6 0,1 4 0,0 0 0,1 0 0,0 0 0,1 0 0,1 1 0,0-1 0,1 1 0,1 0 0,0 27 0,2-32 0,0 1 0,1-1 0,0 0 0,0 0 0,1 0 0,1-1 0,-1 1 0,2-1 0,-1 0 0,1 0 0,1 0 0,-1 0 0,2-1 0,-1 0 0,8 7 0,-10-11 0,1 0 0,0 0 0,0 0 0,0-1 0,0 0 0,1 0 0,-1 0 0,1-1 0,0 1 0,-1-1 0,1-1 0,0 1 0,0-1 0,1 0 0,-1 0 0,10-1 0,-11 0 0,0-1 0,0 1 0,0-1 0,0-1 0,0 1 0,0-1 0,-1 1 0,1-2 0,-1 1 0,1 0 0,-1-1 0,0 0 0,0 0 0,0 0 0,0 0 0,0 0 0,-1-1 0,0 0 0,1 0 0,-1 0 0,2-4 0,0-2 0,0 0 0,-1-1 0,0 1 0,0-1 0,-1 0 0,-1 0 0,0 0 0,0 0 0,0-17 0,-1 11 0,-1 16 0,0-1 0,0 0 0,0 0 0,1 1 0,-1-1 0,0 1 0,1-1 0,-1 0 0,1 1 0,-1-1 0,1 1 0,0-1 0,0 1 0,0-1 0,0 1 0,0 0 0,0-1 0,0 1 0,0 0 0,0 0 0,1 0 0,-1 0 0,0 0 0,3-1 0,-4 2 0,1-1 0,-1 1 0,1 0 0,0 0 0,-1 0 0,1 0 0,-1 1 0,1-1 0,0 0 0,-1 0 0,1 0 0,-1 0 0,1 1 0,-1-1 0,1 0 0,0 0 0,-1 1 0,0-1 0,1 0 0,-1 1 0,1-1 0,-1 1 0,1-1 0,-1 1 0,2 1 0,-1 0 0,0 0 0,0 0 0,0 0 0,0 0 0,0 0 0,0 1 0,-1-1 0,1 4 0,2 19 0,-1 1 0,-2 41 0,-1-82 0,1 5 0,0-1 0,0 1 0,1-1 0,3-14 0,-3 22 0,0 0 0,0 0 0,0 0 0,0 1 0,0-1 0,0 0 0,1 0 0,0 1 0,-1-1 0,1 1 0,0 0 0,0-1 0,0 1 0,0 0 0,1 0 0,-1 0 0,1 1 0,-1-1 0,1 0 0,-1 1 0,1 0 0,4-2 0,1 0 0,1 1 0,-1 1 0,0-1 0,0 1 0,1 1 0,-1 0 0,1 0 0,-1 0 0,1 1 0,-1 0 0,12 4 0,-14-3 0,-1 0 0,0 0 0,0 0 0,0 1 0,0-1 0,-1 1 0,1 0 0,-1 1 0,1-1 0,-1 1 0,0 0 0,0 0 0,-1 0 0,1 1 0,-1-1 0,0 1 0,5 9 0,-3-1-170,0-1-1,0 1 0,-2 1 1,1-1-1,-2 0 0,1 1 1,-1 14-1,-2-18-6655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02.6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192 1 24575,'0'45'0,"-2"1"0,-11 62 0,5-48 0,3 0 0,6 112 0,1-64 0,-2-100 0,0 1 0,0-1 0,-1 0 0,0 0 0,-1 1 0,-4 14 0,5-21 0,0 0 0,0-1 0,0 1 0,0 0 0,0-1 0,0 1 0,-1-1 0,1 1 0,0-1 0,-1 1 0,1-1 0,-1 0 0,0 0 0,1 0 0,-1 0 0,0 0 0,0 0 0,1 0 0,-1-1 0,0 1 0,0-1 0,0 1 0,0-1 0,0 0 0,0 0 0,0 0 0,0 0 0,0 0 0,0 0 0,0 0 0,0-1 0,0 1 0,0-1 0,-3-1 0,-2 0-105,0-1 0,0-1 0,0 1 0,0-1 0,1-1 0,-1 1 0,1-1 0,0 0 0,1 0 0,-1-1 0,1 0 0,-5-6 0,0-2-6721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03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80 24575,'-1'-3'0,"1"-1"0,0 1 0,0 0 0,1-1 0,-1 1 0,1 0 0,0 0 0,0-1 0,0 1 0,0 0 0,0 0 0,1 0 0,-1 0 0,1 0 0,4-5 0,-4 6 0,1 0 0,0 0 0,1 0 0,-1 0 0,0 0 0,1 1 0,-1-1 0,1 1 0,-1 0 0,1 0 0,0 0 0,-1 0 0,1 1 0,4 0 0,50-4 0,66 6 0,-28 1 0,-90-3 0,-1 0 0,1 0 0,-1 0 0,1 1 0,-1 0 0,1 0 0,-1 1 0,0-1 0,1 1 0,7 5 0,-10-6 0,-1 1 0,1 1 0,-1-1 0,0 0 0,0 0 0,0 1 0,0-1 0,0 1 0,0 0 0,-1 0 0,1-1 0,-1 1 0,0 0 0,0 0 0,0 0 0,0 0 0,0 1 0,-1-1 0,1 6 0,1 31 0,-4 55 0,0-39 0,2-67 0,0-6 0,0 1 0,2 0 0,-1-1 0,2 1 0,7-24 0,-9 36 0,0 1 0,0 0 0,1-1 0,-1 1 0,1 0 0,0 0 0,0 0 0,0 1 0,0-1 0,0 0 0,1 1 0,-1-1 0,1 1 0,0 0 0,-1 0 0,1 0 0,0 0 0,0 0 0,1 1 0,-1-1 0,0 1 0,0 0 0,1 0 0,-1 0 0,1 0 0,-1 1 0,0-1 0,1 1 0,-1 0 0,1 0 0,-1 0 0,1 1 0,-1-1 0,1 1 0,4 1 0,2 1 0,1 1 0,-1 0 0,0 0 0,-1 1 0,1 0 0,-1 0 0,11 9 0,-7-5 0,-6-6 0,0 1 0,0-1 0,0 0 0,1-1 0,-1 0 0,1 0 0,-1-1 0,1 0 0,0 0 0,10-1 0,-48 51 0,22-13 0,7-36 0,1 1 0,0-1 0,0 0 0,0 0 0,0 0 0,0 0 0,0 0 0,1 0 0,-1 0 0,1 0 0,-1 0 0,1 0 0,0 0 0,0 0 0,0 0 0,2 2 0,-3-3 0,1 0 0,0-1 0,0 1 0,-1-1 0,1 0 0,0 1 0,0-1 0,0 0 0,0 1 0,0-1 0,0 0 0,0 0 0,-1 0 0,1 0 0,0 0 0,0 0 0,0 0 0,0 0 0,0 0 0,0 0 0,0 0 0,0-1 0,0 1 0,0 0 0,-1-1 0,1 1 0,0 0 0,0-1 0,0 1 0,-1-1 0,1 0 0,0 1 0,0-1 0,-1 0 0,2-1 0,1 0 0,0-1 0,0-1 0,0 1 0,0 0 0,-1-1 0,4-6 0,-3 2-195,0 0 0,-1 0 0,0-1 0,-1 1 0,0 0 0,1-10 0,-1-3-6631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03.7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24575,'4'0'0,"6"0"0,1 5 0,-2 4 0,3 2 0,-1 3 0,1 3 0,-1 4 0,-2 1 0,-3 2 0,-2 1 0,-2 1 0,-2-9 0,0-7-8191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03.8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 24575,'0'-5'0,"5"0"0,0 4 0,5 2 0,0 6 0,2 0 0,0 5 0,1-1 0,0 3 0,0-1 0,-1 1 0,-3-2-8191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04.1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49 24575,'-6'-7'0,"3"4"0,0-1 0,0 1 0,-1 0 0,0 0 0,1 0 0,-1 0 0,0 0 0,0 1 0,0 0 0,-1 0 0,1 0 0,0 0 0,-1 1 0,-8-3 0,10 4 0,0-1 0,0 1 0,0-1 0,1 1 0,-1 0 0,0 0 0,0 0 0,0 1 0,1-1 0,-1 0 0,0 1 0,0 0 0,1 0 0,-1 0 0,0 0 0,1 0 0,-1 0 0,1 1 0,-4 2 0,4-1 0,0-1 0,0 1 0,0 0 0,0 0 0,0 0 0,0 1 0,1-1 0,0 0 0,-1 0 0,1 1 0,0-1 0,1 1 0,-1-1 0,1 1 0,-1 4 0,0 6 0,1-1 0,0 1 0,3 25 0,-3-36 0,1 0 0,0 0 0,0 0 0,0 0 0,0-1 0,0 1 0,0 0 0,1-1 0,0 1 0,3 4 0,-4-6 0,0 0 0,0 0 0,1 0 0,-1 0 0,0 0 0,1-1 0,-1 1 0,1 0 0,-1-1 0,1 1 0,-1-1 0,1 1 0,0-1 0,-1 0 0,1 1 0,0-1 0,-1 0 0,1 0 0,-1 0 0,1-1 0,1 1 0,1-1-51,-1 0 0,0-1 0,1 1 0,-1-1 0,0 0 0,0 1 0,0-1 0,-1-1 0,1 1 0,0 0 0,-1-1-1,1 1 1,3-6 0,-2 4-599,8-10-6176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04.4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24575,'0'350'0,"1"-326"0,1 0 0,8 31 0,-5-29 0,3 44 0,-3-30 120,-5-38-203,1 0 1,0 0-1,0 0 1,0 0-1,0-1 1,0 1-1,0 0 1,0-1-1,0 1 1,1-1-1,-1 1 1,1-1-1,-1 1 1,1-1-1,-1 0 1,1 0-1,2 2 1,11 3-6744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15.3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24575,'40'0'0,"0"1"0,-1 2 0,67 13 0,-104-16 0,1 1 0,-1-1 0,0 1 0,0-1 0,0 1 0,0 0 0,0 0 0,0 0 0,0 0 0,0 0 0,0 0 0,0 1 0,-1-1 0,1 0 0,0 1 0,-1 0 0,0-1 0,1 1 0,-1 0 0,0 0 0,0 0 0,1-1 0,-2 1 0,1 1 0,0-1 0,0 0 0,-1 0 0,1 0 0,-1 0 0,1 0 0,-1 1 0,0-1 0,0 0 0,0 0 0,-1 3 0,0 0 0,0 0 0,0 0 0,-1 0 0,0 0 0,0-1 0,-1 1 0,1-1 0,-1 1 0,0-1 0,0 0 0,0 0 0,0 0 0,-1-1 0,-6 6 0,-13 7 0,0-1 0,-45 21 0,-10 6 0,77-42 0,1 1 0,-1-1 0,1 0 0,0 0 0,-1 0 0,1 0 0,0 0 0,0 0 0,-1 0 0,1 1 0,0-1 0,-1 0 0,1 0 0,0 1 0,0-1 0,-1 0 0,1 0 0,0 1 0,0-1 0,-1 0 0,1 0 0,0 1 0,0-1 0,0 0 0,0 1 0,0-1 0,0 0 0,-1 1 0,1-1 0,0 0 0,0 1 0,0-1 0,0 0 0,0 1 0,0-1 0,0 0 0,0 1 0,0-1 0,1 0 0,-1 1 0,16 5 0,31-5 0,-44-1 0,36 1-102,41-1 327,-75-1-360,1 1-1,0-1 1,0 0 0,-1-1 0,1 1-1,-1-1 1,1 0 0,-1 0-1,0-1 1,8-4 0,-2-4-6691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15.5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24575,'400'0'-1365,"-379"0"-5461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15.7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24575,'4'0'0,"6"0"0,5 0 0,5 0 0,2 0 0,3 0 0,1 0 0,0 0 0,-5 0-8191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15.9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24575,'424'0'-1365,"-402"0"-5461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17.0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1 219 24575,'4'-1'0,"0"0"0,1-1 0,-1 1 0,0-1 0,0 0 0,7-4 0,5-3 0,17-3 0,65-14 0,-57 16 0,-38 9 0,0 1 0,0-1 0,-1 0 0,1-1 0,0 1 0,-1 0 0,1-1 0,-1 1 0,0-1 0,1 0 0,-1 0 0,0 0 0,0 0 0,0 0 0,0 0 0,0-1 0,-1 1 0,1-1 0,-1 1 0,1-1 0,-1 1 0,0-1 0,0 0 0,0 0 0,-1 1 0,1-1 0,-1 0 0,1 0 0,-1 0 0,0 0 0,0-5 0,-1 5 0,1-1 0,-1 1 0,1 0 0,-1-1 0,0 1 0,0 0 0,-1-1 0,1 1 0,-1 0 0,0 0 0,1 0 0,-1 0 0,0 0 0,-1 1 0,1-1 0,0 1 0,-1-1 0,0 1 0,1 0 0,-1 0 0,0 0 0,0 0 0,0 0 0,0 1 0,-1 0 0,-3-2 0,6 3 0,0-1 0,0 1 0,-1 0 0,1 0 0,0-1 0,-1 1 0,1 0 0,0 0 0,0 0 0,-1 0 0,1 1 0,0-1 0,0 0 0,-1 1 0,1-1 0,0 0 0,0 1 0,0-1 0,-1 1 0,1 0 0,0-1 0,0 1 0,0 0 0,-1 1 0,0 0 0,1 0 0,-1 1 0,1-1 0,-1 1 0,1-1 0,0 1 0,0-1 0,0 1 0,1-1 0,-2 6 0,1 2 0,0 0 0,1 0 0,0-1 0,0 1 0,3 15 0,-2-19 0,1 1 0,0-1 0,0 0 0,1 0 0,-1 0 0,1-1 0,0 1 0,1-1 0,-1 1 0,1-1 0,0 0 0,1-1 0,-1 1 0,1-1 0,0 1 0,0-1 0,0-1 0,0 1 0,1-1 0,0 0 0,-1 0 0,1-1 0,0 1 0,0-1 0,9 1 0,13 2 0,0 0 0,0-3 0,0 0 0,41-3 0,-43 0 0,-19 1 0,-1 0 0,0-1 0,1 1 0,-1-1 0,0-1 0,0 1 0,0-1 0,0 0 0,0-1 0,0 0 0,7-4 0,-9 4 0,0 0 0,0 0 0,-1 0 0,0-1 0,0 0 0,0 1 0,0-1 0,0 0 0,-1 0 0,1-1 0,-1 1 0,0 0 0,0-1 0,-1 1 0,2-6 0,-4 18 0,2-4 0,-1 0 0,0 0 0,0 0 0,-1 0 0,1-1 0,-1 1 0,0 0 0,0 0 0,0 0 0,0-1 0,-1 1 0,-2 4 0,4-8 0,0 0 0,0 1 0,0-1 0,0 0 0,0 0 0,0 0 0,0 0 0,0 0 0,0 1 0,0-1 0,-1 0 0,1 0 0,0 0 0,0 0 0,0 0 0,0 0 0,0 0 0,0 0 0,-1 0 0,1 1 0,0-1 0,0 0 0,0 0 0,0 0 0,0 0 0,-1 0 0,1 0 0,0 0 0,0 0 0,0 0 0,0 0 0,0 0 0,-1 0 0,1 0 0,0 0 0,0 0 0,0 0 0,0 0 0,0 0 0,-1-1 0,1 1 0,0 0 0,0 0 0,0 0 0,0 0 0,0 0 0,0 0 0,-1 0 0,0-11 0,3-11 0,0 19 0,0-1 0,1 1 0,-1 0 0,1 0 0,-1 0 0,1 1 0,0-1 0,0 0 0,0 1 0,0 0 0,1 0 0,-1 0 0,1 0 0,-1 1 0,1-1 0,0 1 0,-1 0 0,1 0 0,0 0 0,0 0 0,0 1 0,0-1 0,7 2 0,-4-2 0,1 1 0,0 0 0,-1 1 0,1 0 0,0 0 0,-1 1 0,1 0 0,-1 0 0,0 1 0,0-1 0,10 7 0,-12-5 0,1 1 0,-1 0 0,0 0 0,0 1 0,0-1 0,-1 1 0,0 0 0,0 1 0,-1-1 0,5 13 0,-1-76 0,-6 54 0,0-1 0,1 0 0,-1 1 0,1-1 0,-1 1 0,1 0 0,0 0 0,1 0 0,-1 0 0,0 0 0,1 0 0,0 0 0,-1 1 0,1-1 0,0 1 0,1 0 0,-1 0 0,0 0 0,0 0 0,1 1 0,-1-1 0,1 1 0,0 0 0,-1 0 0,8-1 0,-3 1 0,0 0 0,0 0 0,0 1 0,0 0 0,-1 0 0,1 1 0,0 0 0,0 1 0,0 0 0,-1 0 0,14 6 0,-18-7 7,0 1 0,0 0 0,-1 0 0,1 1 0,-1-1 1,1 0-1,-1 1 0,0 0 0,0-1 0,0 1 0,-1 0 0,1 0 0,-1 0 0,1 0 0,-1 0 0,1 5 0,0-3-142,-1-1 0,0 1 0,0 0 0,-1 0 0,1 0 0,-1-1 0,0 1 0,0 0 0,-1 0 0,-1 9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18.0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24575,'1'8'0,"0"-1"0,0 1 0,1 0 0,0-1 0,3 9 0,7 29 0,-9 2 0,-4 62 0,2 35 0,-1-139 0,0 1 0,1-1 0,0 1 0,0-1 0,1 0 0,-1 1 0,1-1 0,0 0 0,1 0 0,-1 0 0,1-1 0,5 8 0,-5-9 0,0-1 0,0 1 0,0 0 0,1-1 0,-1 0 0,1 0 0,0 0 0,-1 0 0,1-1 0,0 1 0,0-1 0,0 0 0,0 0 0,0-1 0,0 1 0,8-1 0,66-2 0,-49 1 0,41 2 0,-62-1 0,1 1 0,-1 1 0,0 0 0,1 0 0,-1 0 0,0 1 0,-1 0 0,1 1 0,9 5 0,-16-8 0,1 0 0,-1-1 0,0 1 0,0 0 0,1 0 0,-1-1 0,0 1 0,0 0 0,0 0 0,0 0 0,0 0 0,0 1 0,-1-1 0,1 0 0,0 0 0,-1 0 0,1 1 0,0-1 0,-1 0 0,1 3 0,-1-3 0,-1 0 0,1 0 0,0 0 0,-1-1 0,1 1 0,-1 0 0,1 0 0,-1-1 0,0 1 0,1 0 0,-1-1 0,0 1 0,1-1 0,-1 1 0,0-1 0,0 1 0,0-1 0,1 1 0,-1-1 0,0 0 0,0 1 0,-1-1 0,-8 3 0,0-1 0,0 0 0,1-1 0,-15 0 0,0 0 0,-159-5 0,181 4 0,0 0 0,0 0 0,0-1 0,0 1 0,0 0 0,0-1 0,0 0 0,0 1 0,1-1 0,-1 0 0,0 0 0,0 0 0,1 0 0,-3-3 0,4 4 0,-1-1 0,1 0 0,0 1 0,-1-1 0,1 0 0,0 0 0,0 1 0,0-1 0,0 0 0,0 0 0,0 1 0,0-1 0,0 0 0,0 0 0,0 0 0,0 1 0,1-1 0,-1 0 0,0 1 0,0-1 0,1 0 0,-1 0 0,0 1 0,1-1 0,-1 0 0,1 1 0,-1-1 0,1 1 0,-1-1 0,1 1 0,-1-1 0,1 1 0,0-1 0,-1 1 0,1-1 0,0 1 0,-1 0 0,2-1 0,9-5 0,-1 1 0,1 0 0,0 1 0,0 0 0,0 0 0,1 1 0,-1 1 0,1 0 0,-1 0 0,17 1 0,-11 0 0,0-1 0,0-1 0,30-8 0,-42 9 0,1 0 0,-1-1 0,0 1 0,0-1 0,0 0 0,0-1 0,-1 1 0,0-1 0,1 0 0,-1 0 0,0 0 0,-1-1 0,1 1 0,-1-1 0,4-8 0,-7 14 0,0-1 0,1 0 0,-1 0 0,0 0 0,0 1 0,0-1 0,0 0 0,0 0 0,0 0 0,0 0 0,0 1 0,1-1 0,-1 0 0,0 0 0,0 0 0,0 0 0,0 0 0,1 1 0,-1-1 0,0 0 0,0 0 0,0 0 0,1 0 0,-1 0 0,0 0 0,0 0 0,0 0 0,1 0 0,-1 0 0,0 0 0,0 0 0,0 0 0,1 0 0,-1 0 0,0 0 0,0 0 0,0 0 0,1 0 0,-1 0 0,0 0 0,0 0 0,0 0 0,1 0 0,-1-1 0,0 1 0,0 0 0,0 0 0,0 0 0,1 0 0,-1 0 0,0-1 0,0 1 0,0 0 0,0 0 0,3 34 0,0 3 0,-1-33 0,0 1 0,0-1 0,1 0 0,-1 0 0,1 0 0,0-1 0,0 1 0,0-1 0,0 1 0,1-1 0,0 0 0,-1 0 0,7 3 0,6 3 0,1 0 0,19 6 0,-17-7 0,-8-3 0,1-2 0,0 1 0,-1-2 0,1 1 0,0-2 0,14 1 0,76-4 0,-41 0 0,-40 2 0,-9 1 0,0-1 0,0 0 0,0-1 0,16-4 0,-25 4 0,0 1 0,-1-1 0,1 0 0,0 0 0,-1-1 0,1 1 0,-1 0 0,0-1 0,1 1 0,-1-1 0,0 0 0,0 0 0,0 0 0,0 0 0,0 0 0,-1 0 0,1-1 0,-1 1 0,1-1 0,-1 1 0,0-1 0,0 1 0,0-1 0,1-2 0,-1 1 0,0-1 0,0 1 0,-1 0 0,0-1 0,0 1 0,0-1 0,0 1 0,0 0 0,-1-1 0,0 1 0,0 0 0,0 0 0,0 0 0,-1-1 0,1 1 0,-1 0 0,0 1 0,-1-1 0,1 0 0,-1 1 0,1-1 0,-1 1 0,0 0 0,0 0 0,0 0 0,-1 0 0,1 0 0,-1 1 0,0 0 0,-5-3 0,-2-1 0,0 2 0,0-1 0,0 1 0,-1 1 0,1 0 0,-1 1 0,0 0 0,1 1 0,-1 0 0,-17 2 0,27-1 0,-1 0 0,1 0 0,0 0 0,-1 1 0,1-1 0,0 1 0,-1 0 0,1 0 0,0 0 0,0 0 0,0 0 0,0 0 0,0 1 0,0-1 0,0 1 0,0-1 0,0 1 0,1 0 0,-1-1 0,1 1 0,-2 3 0,1-2 0,0 1 0,1 0 0,-1-1 0,1 1 0,0 0 0,0 0 0,1 0 0,-1 0 0,1 0 0,0 0 0,1 8 0,-1-5 0,1 0 0,0-1 0,1 1 0,-1-1 0,1 1 0,1-1 0,-1 0 0,1 1 0,0-1 0,0 0 0,1-1 0,0 1 0,0-1 0,0 0 0,7 7 0,-8-10 0,0 0 0,0 0 0,0 0 0,0-1 0,1 1 0,-1-1 0,0 1 0,1-1 0,-1 0 0,1-1 0,-1 1 0,1 0 0,0-1 0,-1 0 0,1 0 0,0 0 0,-1 0 0,1-1 0,-1 1 0,1-1 0,0 0 0,-1 0 0,0 0 0,1-1 0,-1 1 0,0-1 0,1 0 0,-1 0 0,0 0 0,0 0 0,-1 0 0,1-1 0,0 1 0,-1-1 0,0 0 0,1 0 0,-1 0 0,0 0 0,0 0 0,2-6 0,40-100-1365,-39 93-5461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18.2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24575,'0'548'-1365,"0"-526"-5461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19.2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95 24575,'5'0'0,"4"0"0,2-5 0,3 0 0,3-1 0,-1-2 0,-3-5 0,-5-4 0,-6 0 0,-10 4 0,-6 4 0,-1 7 0,2 9 0,3 7 0,3 6 0,3-1-8191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36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24575,'4'0'0,"6"0"0,5 0 0,5 0 0,3 0 0,1 0 0,2 0 0,0 0 0,0 0 0,0 0 0,-5 0-8191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37.0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24575,'5'0'0,"4"0"0,6 0 0,5 0 0,2 5 0,3 0 0,1 0 0,0 0 0,0-2 0,-1-1 0,-3-1-8191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37.9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0 225 24575,'29'0'0,"0"-1"0,1-2 0,41-8 0,-50 6 0,-1 2 0,-1-2 0,1-1 0,-1 0 0,21-10 0,-37 15 0,0-1 0,0 1 0,0-1 0,0 0 0,0 1 0,0-1 0,-1-1 0,1 1 0,-1 0 0,0-1 0,1 1 0,-1-1 0,0 1 0,0-1 0,-1 0 0,1 0 0,0 0 0,-1 0 0,0 0 0,0-1 0,0 1 0,0 0 0,0 0 0,-1-1 0,1 1 0,-1 0 0,0-1 0,0 1 0,0-1 0,-1 1 0,0-5 0,-2 3 0,1 0 0,-1 0 0,0 0 0,0 1 0,0-1 0,0 1 0,-1 0 0,0 0 0,0 0 0,0 1 0,0-1 0,-1 1 0,1 0 0,-1 0 0,0 1 0,0-1 0,0 1 0,0 0 0,0 0 0,-1 1 0,1 0 0,0 0 0,-1 0 0,1 0 0,-1 1 0,1 0 0,-1 0 0,1 0 0,-9 3 0,11-2 0,1 0 0,0 1 0,0-1 0,0 1 0,0-1 0,0 1 0,0 0 0,0 0 0,0 0 0,1 0 0,-1 0 0,1 0 0,-1 1 0,1-1 0,0 0 0,0 1 0,0-1 0,0 1 0,0-1 0,1 1 0,-1 0 0,1-1 0,0 4 0,-2 9 0,1 0 0,3 29 0,-1-26 0,-1-11 0,1 0 0,0 0 0,0 0 0,0 0 0,1 0 0,0 0 0,1 0 0,-1 0 0,1-1 0,1 1 0,-1-1 0,1 0 0,0 0 0,0 0 0,1-1 0,0 1 0,0-1 0,0 0 0,1-1 0,7 6 0,-3-4 0,1 0 0,0 0 0,0-2 0,0 1 0,1-1 0,0-1 0,-1 0 0,1-1 0,0 0 0,0-1 0,16 0 0,-14-1 17,0 0 0,0-1 1,0 0-1,0-1 0,0-1 0,23-8 0,-32 10-85,-1-2 1,1 1-1,0 0 1,-1-1-1,1 0 1,-1 0-1,0-1 1,0 1-1,0-1 1,-1 0-1,1 1 1,-1-2-1,0 1 1,0 0-1,0-1 1,-1 1-1,1-1 1,-1 0-1,0 0 1,-1 0-1,2-6 1,1-6-6759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38.5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0 24575,'2'0'0,"1"1"0,0 0 0,-1-1 0,1 1 0,0 0 0,-1 0 0,1 0 0,-1 1 0,0-1 0,1 1 0,-1-1 0,0 1 0,0 0 0,0-1 0,0 1 0,0 0 0,-1 0 0,1 1 0,0-1 0,-1 0 0,2 4 0,5 10 0,0 0 0,7 21 0,-3-8 0,21 27 0,-23-42 0,0 1 0,13 30 0,-21-41 0,-1 1 0,1-1 0,-1 1 0,0-1 0,0 1 0,-1-1 0,1 1 0,-1 0 0,0-1 0,0 1 0,-1 0 0,1-1 0,-1 1 0,0-1 0,-2 7 0,1-8 0,1-1 0,0 0 0,-1 0 0,1 1 0,-1-1 0,0 0 0,0 0 0,0-1 0,0 1 0,0 0 0,0-1 0,0 1 0,-1-1 0,1 0 0,-1 1 0,1-1 0,-1-1 0,1 1 0,-1 0 0,1 0 0,-1-1 0,-4 1 0,-8 0 0,0 0 0,-29-3 0,27 1 0,12 1 0,0 0 0,1 0 0,-1-1 0,1 1 0,0-1 0,-1-1 0,1 1 0,0 0 0,-6-4 0,7 3 0,1 1 0,-1-1 0,1 0 0,0 0 0,0 0 0,0-1 0,0 1 0,1-1 0,-1 1 0,0-1 0,1 1 0,0-1 0,0 0 0,0 1 0,-1-5 0,-5-11-1365,1 2-5461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38.8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74 24575,'72'1'0,"81"-3"0,-133-1 0,0-1 0,-1-1 0,28-10 0,23-6 0,7 0-1365,-58 18-5461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39.2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24575,'4'0'0,"6"0"0,5 0 0,4 0 0,4 0 0,2 0 0,0 0 0,1 0 0,0 0 0,0 0 0,0 0 0,-5 0-8191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39.4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24575,'524'0'-1365,"-503"0"-5461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39.8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57 24575,'0'-4'0,"0"-6"0,0-5 0,-4 0 0,-1 2-8191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40.4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1 228 24575,'6'0'0,"0"-1"0,1 1 0,-1-1 0,0 0 0,0-1 0,0 1 0,0-1 0,0-1 0,-1 1 0,1-1 0,-1 0 0,1 0 0,-1 0 0,7-7 0,2-2 0,-1-2 0,-1 0 0,16-22 0,5-7 0,-29 38 0,0-1 0,0 0 0,-1 1 0,0-1 0,3-8 0,6-12 0,-12 26 0,0 0 0,0-1 0,0 1 0,0 0 0,0-1 0,1 1 0,-1 0 0,0-1 0,0 1 0,0 0 0,1 0 0,-1-1 0,0 1 0,0 0 0,1 0 0,-1-1 0,0 1 0,1 0 0,-1 0 0,0 0 0,1 0 0,-1-1 0,0 1 0,1 0 0,-1 0 0,0 0 0,1 0 0,-1 0 0,0 0 0,1 0 0,-1 0 0,0 0 0,1 0 0,-1 0 0,0 0 0,1 0 0,-1 0 0,0 1 0,1-1 0,-1 0 0,0 0 0,1 0 0,-1 0 0,0 1 0,1-1 0,-1 0 0,0 0 0,0 1 0,1-1 0,-1 0 0,0 0 0,0 1 0,0-1 0,1 0 0,-1 1 0,0-1 0,0 0 0,0 1 0,0-1 0,0 0 0,0 1 0,0-1 0,0 0 0,1 1 0,-1-1 0,0 1 0,11 36 0,-7-21 0,93 217 0,-91-218 0,-1 1 0,-1-1 0,0 1 0,1 19 0,3 9 0,-6-38 0,0 23 0,-2-28 0,0-1 0,0 1 0,-1 0 0,1-1 0,-1 1 0,1 0 0,-1-1 0,1 1 0,-1 0 0,1-1 0,-1 1 0,1-1 0,-1 1 0,0-1 0,1 1 0,-1-1 0,0 0 0,0 1 0,1-1 0,-1 0 0,0 1 0,0-1 0,1 0 0,-1 0 0,0 0 0,0 0 0,0 0 0,1 0 0,-1 0 0,0 0 0,0 0 0,0 0 0,1 0 0,-1 0 0,-1-1 0,-17-4-1365,0-1-5461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40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 24575,'598'0'0,"-588"0"-227,-1 0-1,0-1 1,0-1-1,0 1 1,10-4-1,-4-1-6598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41.1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70 24575,'724'0'0,"-699"-2"0,-1 0 0,30-7 0,-27 4 0,42-3 0,-69 8 0,46-1 0,82-12 0,-97 9 0,0 1 0,42 1 0,16 0 0,-30-12-1365,-42 10-5461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41.8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182 106 24575,'2'1'0,"-1"-1"0,1 0 0,0 0 0,-1 0 0,1 0 0,-1-1 0,1 1 0,0 0 0,-1-1 0,1 1 0,-1-1 0,1 1 0,-1-1 0,1 0 0,-1 0 0,0 0 0,1 0 0,-1 0 0,0 0 0,0 0 0,1 0 0,-1 0 0,0 0 0,0-1 0,0 1 0,-1 0 0,1-1 0,0 1 0,0-1 0,-1 1 0,1-1 0,-1 1 0,1-1 0,-1 1 0,0-1 0,0 0 0,0 1 0,1-1 0,-1 1 0,-1-4 0,1 2 0,-1 1 0,1-1 0,-1 0 0,0 1 0,0-1 0,0 1 0,0-1 0,0 1 0,0-1 0,-1 1 0,1 0 0,-1 0 0,0-1 0,0 1 0,0 0 0,0 1 0,0-1 0,0 0 0,0 0 0,0 1 0,-1 0 0,1-1 0,-1 1 0,-2-1 0,-6-1 0,0 0 0,-1 1 0,1 1 0,0 0 0,-1 0 0,1 1 0,0 1 0,-1 0 0,1 0 0,-20 6 0,29-6 0,-1 1 0,1 0 0,-1-1 0,1 1 0,0 0 0,0 0 0,0 1 0,0-1 0,0 0 0,0 1 0,0-1 0,1 1 0,0-1 0,-1 1 0,1 0 0,0 0 0,0-1 0,0 1 0,1 0 0,-1 0 0,1 0 0,-1 5 0,0 10 0,1 0 0,3 30 0,-1-22 0,-2-17 0,1-1 0,0 0 0,1 1 0,0-1 0,0 0 0,1 0 0,0-1 0,0 1 0,1-1 0,0 1 0,0-1 0,1 0 0,0 0 0,0-1 0,0 0 0,1 0 0,0 0 0,0 0 0,1-1 0,-1 0 0,1 0 0,1-1 0,-1 0 0,0 0 0,14 4 0,5 0 0,0-1 0,0-2 0,1 0 0,-1-2 0,1-1 0,0-1 0,0-1 0,33-5 0,-53 4 0,-1 0 0,1-1 0,0 1 0,-1-2 0,1 1 0,-1-1 0,1 0 0,-1 0 0,0-1 0,0 1 0,-1-1 0,1-1 0,-1 1 0,0-1 0,0 0 0,4-6 0,-3 4 0,-1 1 0,-1-2 0,1 1 0,-1 0 0,0-1 0,-1 0 0,0 0 0,0 0 0,-1 0 0,0 0 0,0 0 0,0-15 0,-2-1-1365,0 2-5461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42.5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52 24575,'2'80'0,"-5"90"0,3-168 0,0 0 0,0 1 0,-1-1 0,0 0 0,1 1 0,-1-1 0,0 0 0,0 0 0,0 1 0,0-1 0,-1 0 0,1 0 0,0 0 0,-1-1 0,0 1 0,1 0 0,-1 0 0,0-1 0,0 1 0,0-1 0,0 0 0,0 1 0,0-1 0,0 0 0,0 0 0,-1 0 0,1-1 0,0 1 0,-1-1 0,1 1 0,-5 0 0,4-1 0,-1 0 0,0 0 0,0 0 0,1-1 0,-1 1 0,1-1 0,-1 0 0,0 0 0,1 0 0,-1 0 0,1 0 0,0-1 0,-1 0 0,1 0 0,0 0 0,0 0 0,0 0 0,0 0 0,1-1 0,-4-3 0,-1-4 0,1 0 0,0 0 0,1-1 0,0 1 0,0-1 0,2 0 0,-1-1 0,1 1 0,1-1 0,0 1 0,0-1 0,1 0 0,1 1 0,0-1 0,1 0 0,0 0 0,1 1 0,0-1 0,0 1 0,9-22 0,-9 29 0,1 0 0,-1 0 0,1 0 0,0 1 0,0-1 0,0 1 0,1-1 0,-1 1 0,1 0 0,0 1 0,-1-1 0,1 1 0,0-1 0,1 1 0,-1 0 0,0 1 0,1-1 0,-1 1 0,9-2 0,7 0 0,0 0 0,-1 1 0,26 1 0,30 1-1365,-53 1-5461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43.1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24575,'2'50'0,"9"49"0,-4-50 0,-1 54 0,-7-73 0,0-14 0,1 0 0,0 0 0,1 0 0,5 25 0,-5-38 0,0 1 0,0-1 0,0 0 0,0 1 0,1-1 0,-1 0 0,1 0 0,0 0 0,0 0 0,0-1 0,0 1 0,1 0 0,-1-1 0,1 1 0,-1-1 0,1 0 0,0 0 0,0 0 0,0 0 0,0-1 0,0 1 0,0-1 0,1 0 0,-1 0 0,0 0 0,6 1 0,14 0-1365,-2-1-5461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43.5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24575,'12'33'0,"-4"-15"0,-1 3 0,-1 1 0,0 0 0,-2 0 0,-1 0 0,2 41 0,-7 162-1365,2-203-5461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44.4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91 24575,'6'-1'0,"-1"1"0,1-1 0,-1-1 0,0 1 0,9-4 0,16-4 0,8 5 0,53 1 0,-61 3 0,0-1 0,0-1 0,40-9 0,43-10 106,12-3-1577,-104 19-5355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45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24575,'0'2'0,"0"0"0,0 0 0,0 0 0,0-1 0,1 1 0,-1 0 0,1 0 0,-1 0 0,1-1 0,0 1 0,0 0 0,0-1 0,0 1 0,0-1 0,0 1 0,0-1 0,0 1 0,0-1 0,1 0 0,-1 0 0,1 0 0,-1 1 0,1-1 0,-1 0 0,1-1 0,0 1 0,3 1 0,4 1 0,0-1 0,0 0 0,1 0 0,13 0 0,8 1 0,172 41 0,-182-39 0,-1 0 0,0 1 0,35 16 0,13 5 0,-23-14 0,-18-5 0,33 13 0,-36-11 0,-11-5 0,0 0 0,0 1 0,0 0 0,11 8 0,-22-12 0,0-1 0,1 0 0,-2 1 0,1 0 0,0-1 0,0 1 0,0 0 0,-1 0 0,1 0 0,-1 0 0,0 0 0,1 0 0,-1 0 0,0 1 0,0-1 0,0 0 0,-1 1 0,1-1 0,-1 1 0,1-1 0,-1 1 0,0-1 0,0 1 0,0-1 0,0 0 0,0 1 0,0-1 0,-2 5 0,1-5 0,0 0 0,0 0 0,0 0 0,-1 0 0,1 0 0,-1 0 0,1-1 0,-1 1 0,0 0 0,0-1 0,1 1 0,-1-1 0,0 0 0,0 0 0,0 0 0,-1 0 0,1 0 0,-4 1 0,-49 11 0,30-7 0,-45 14 0,-64 15 0,108-29 0,-40 15 0,8-2 0,51-17 0,0 1 0,1 0 0,0 0 0,-1 0 0,1 1 0,-8 7 0,13-10 0,0 0 0,0-1 0,0 2 0,0-1 0,0 0 0,0 0 0,0 0 0,0 0 0,0 1 0,1-1 0,-1 0 0,0 1 0,1-1 0,-1 1 0,0 2 0,2-3 0,-1 0 0,0 0 0,0 0 0,1 0 0,-1 0 0,0 0 0,1 0 0,-1 0 0,1-1 0,-1 1 0,1 0 0,0 0 0,-1 0 0,1 0 0,0-1 0,0 1 0,-1 0 0,1-1 0,0 1 0,0-1 0,0 1 0,0-1 0,0 1 0,0-1 0,0 1 0,1-1 0,17 8 0,1-2 0,0 0 0,0-1 0,0-1 0,41 3 0,110-8 0,-78-1 0,-19 2-1365,-53 0-5461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45.8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 24575,'1'-1'0,"-1"0"0,1 0 0,-1-1 0,1 1 0,-1 0 0,1 0 0,0 0 0,-1 0 0,1 1 0,0-1 0,0 0 0,0 0 0,0 0 0,0 1 0,0-1 0,0 0 0,0 1 0,0-1 0,0 1 0,0-1 0,0 1 0,0 0 0,0-1 0,1 1 0,-1 0 0,0 0 0,2 0 0,38-5 0,-36 5 0,17-2 0,-8 0 0,0 1 0,-1 0 0,1 1 0,0 1 0,0 0 0,-1 1 0,17 4 0,-29-6 0,0 0 0,0 1 0,0-1 0,0 0 0,0 1 0,0-1 0,-1 1 0,1-1 0,0 1 0,0-1 0,0 1 0,0-1 0,0 1 0,-1 0 0,1 0 0,0-1 0,-1 1 0,1 0 0,-1 0 0,1 0 0,-1 0 0,1 0 0,-1 0 0,1 0 0,-1 0 0,0 0 0,1 0 0,-1 1 0,-1 0 0,1 0 0,-1 0 0,1-1 0,-1 1 0,0-1 0,0 1 0,0-1 0,0 1 0,0-1 0,0 1 0,-1-1 0,1 0 0,0 0 0,-4 3 0,-5 3 0,-1 0 0,0-1 0,-18 8 0,19-10 0,0 0 0,-1 1 0,1 0 0,1 0 0,-1 1 0,1 1 0,0 0 0,1 0 0,-1 0 0,1 1 0,-7 10 0,14-17 0,0 0 0,1 0 0,-1 0 0,0 0 0,1 0 0,-1 0 0,1 0 0,-1 1 0,1-1 0,0 0 0,-1 0 0,1 1 0,0-1 0,0 0 0,0 0 0,0 1 0,0-1 0,0 0 0,0 1 0,0-1 0,0 0 0,1 0 0,-1 1 0,1-1 0,-1 0 0,1 2 0,1-2 0,-1 1 0,1 0 0,0-1 0,0 1 0,0-1 0,0 0 0,0 1 0,0-1 0,0 0 0,0 0 0,0-1 0,0 1 0,3 0 0,9 2 0,-1-1 0,0 0 0,24 0 0,242-5 0,-273 3 0,-3 0 0,0 1 0,0-1 0,0 0 0,1 0 0,-1-1 0,0 1 0,0-1 0,0 1 0,0-1 0,0 0 0,0 0 0,0-1 0,5-2 0,-8 4 0,0 0 0,1-1 0,-1 1 0,0 0 0,0-1 0,0 1 0,0 0 0,0-1 0,-1 1 0,1 0 0,0-1 0,0 1 0,0 0 0,0 0 0,0-1 0,0 1 0,0 0 0,0-1 0,-1 1 0,1 0 0,0 0 0,0-1 0,0 1 0,-1 0 0,1 0 0,0 0 0,0-1 0,-1 1 0,1 0 0,0 0 0,0 0 0,-1 0 0,1-1 0,0 1 0,-1 0 0,1 0 0,0 0 0,-1 0 0,1 0 0,0 0 0,0 0 0,-1 0 0,1 0 0,0 0 0,-1 0 0,0 0 0,-16-3 0,-56-1-1365,50 4-5461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46.0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24575,'4'0'0,"6"0"0,5 0 0,4 0 0,4 0 0,2 0 0,0 0 0,1 0 0,0 0 0,0 0 0,-1 0 0,-3 0-8191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49.4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153 0 24575,'0'376'0,"-2"-351"0,0 0 0,-2 0 0,-13 45 0,10-43 0,0 1 0,-4 46 0,11-60 24,-1 0 0,-1 1 0,-1-1 0,-8 26 0,11-37-66,-1-1-1,0 0 1,0 1-1,0-1 1,0 0-1,0 1 1,0-1 0,-1 0-1,1 0 1,-1 0-1,1 0 1,-1 0-1,0-1 1,0 1 0,0 0-1,0-1 1,0 1-1,0-1 1,0 0-1,0 0 1,0 0 0,-1 0-1,1 0 1,0 0-1,-1-1 1,1 1-1,-1-1 1,1 1 0,-1-1-1,1 0 1,-1 0-1,1 0 1,-1 0-1,-4-2 1,-8-2-6784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51.2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1 104 24575,'0'-2'0,"1"1"0,0 0 0,-1-1 0,1 1 0,0 0 0,0-1 0,0 1 0,0 0 0,0 0 0,0 0 0,0 0 0,0 0 0,1 0 0,-1 0 0,0 0 0,2-1 0,28-16 0,-23 13 0,4 0 0,-1 0 0,1 0 0,0 2 0,0-1 0,1 1 0,-1 1 0,0 0 0,1 1 0,0 0 0,16 2 0,-10-1 0,0-1 0,-1 0 0,33-8 0,26-7 0,-70 15 0,0 0 0,0 1 0,0-1 0,0 2 0,0-1 0,0 1 0,0 0 0,0 0 0,7 3 0,-12-3 0,0 1 0,1-1 0,-1 1 0,0 0 0,0-1 0,0 1 0,0 0 0,0 0 0,-1 0 0,1 0 0,0 0 0,-1 1 0,0-1 0,1 1 0,-1-1 0,0 0 0,0 1 0,-1 0 0,1-1 0,0 1 0,-1 0 0,1 3 0,0 9 0,0-1 0,-3 30 0,1-26 0,-2 174 0,2-241 0,2-118 0,0 162 0,0 0 0,0 0 0,0 0 0,1 0 0,-1 0 0,1 0 0,0 1 0,1-1 0,-1 0 0,1 1 0,0 0 0,0 0 0,0 0 0,1 0 0,-1 0 0,1 1 0,0-1 0,6-3 0,-7 5 0,-1 0 0,1 1 0,0 0 0,0-1 0,0 1 0,0 0 0,0 1 0,0-1 0,0 0 0,0 1 0,0 0 0,0-1 0,1 1 0,-1 1 0,0-1 0,0 0 0,0 1 0,0-1 0,0 1 0,0 0 0,0 0 0,0 0 0,0 1 0,0-1 0,-1 1 0,1-1 0,0 1 0,-1 0 0,0 0 0,5 5 0,-2-3 0,-3-1 0,1 0 0,0 0 0,0-1 0,0 1 0,1-1 0,-1 0 0,5 2 0,-5-1 0,0 1 0,0-1 0,-1 0 0,1 1 0,-1 0 0,0-1 0,0 1 0,0 0 0,-1 0 0,1 0 0,-1 0 0,2 9 0,1 1 0,6 12 0,-2 0 0,10 51 0,-9-31 0,-8-44 0,-1 1 0,1-1 0,-1 1 0,1-1 0,0 0 0,0 0 0,0 0 0,1 0 0,-1 1 0,0-1 0,1-1 0,-1 1 0,1 0 0,0 0 0,3 2 0,-4-4 0,0 0 0,0 0 0,0-1 0,0 1 0,-1 0 0,1-1 0,0 1 0,0-1 0,0 1 0,-1-1 0,1 0 0,0 1 0,-1-1 0,1 0 0,-1 1 0,1-1 0,0 0 0,-1 0 0,0 0 0,1 1 0,-1-1 0,1 0 0,-1 0 0,0 0 0,0 0 0,1-1 0,9-29 0,-9 29 0,12-51 0,-7 27 0,17-46 0,-22 71 0,-1 1 0,0-1 0,0 0 0,0 1 0,0-1 0,0 1 0,1-1 0,-1 1 0,0-1 0,1 1 0,-1-1 0,0 1 0,1-1 0,-1 1 0,1-1 0,-1 1 0,0-1 0,1 1 0,-1 0 0,1-1 0,-1 1 0,1 0 0,0 0 0,-1-1 0,1 1 0,0 0 0,6 12 0,-3 25 0,-3 58 0,-1-95 0,-1 0 0,1 0 0,0 0 0,0 0 0,0 0 0,0 0 0,0 0 0,0 0 0,0 0 0,0 1 0,0-1 0,0 0 0,-1 0 0,1 0 0,0 0 0,0 0 0,0 0 0,0 0 0,0 1 0,0-1 0,0 0 0,0 0 0,0 0 0,0 0 0,0 0 0,0 0 0,0 1 0,0-1 0,0 0 0,0 0 0,0 0 0,0 0 0,0 0 0,0 0 0,0 0 0,0 1 0,1-1 0,-1 0 0,0 0 0,0 0 0,0 0 0,0 0 0,0 0 0,0 0 0,0 0 0,0 0 0,0 0 0,0 1 0,1-1 0,-1 0 0,0 0 0,0 0 0,0 0 0,0 0 0,0 0 0,0 0 0,1 0 0,-1 0 0,0 0 0,0 0 0,0 0 0,0 0 0,0 0 0,0 0 0,0 0 0,1 0 0,-1 0 0,0 0 0,0 0 0,6-11 0,5-17 0,-10 21 0,1 1 0,0-1 0,1 0 0,0 1 0,0 0 0,0-1 0,1 2 0,0-1 0,0 0 0,0 1 0,7-7 0,-11 12 0,1-1 0,-1 1 0,1 0 0,-1-1 0,1 1 0,0 0 0,-1-1 0,1 1 0,-1 0 0,1 0 0,-1-1 0,1 1 0,0 0 0,-1 0 0,1 0 0,0 0 0,-1 0 0,1 0 0,-1 0 0,1 0 0,0 0 0,-1 0 0,1 0 0,0 1 0,-1-1 0,1 0 0,-1 0 0,1 0 0,-1 1 0,1-1 0,0 1 0,1 1 0,-1-1 0,0 1 0,0-1 0,0 1 0,0 0 0,0 0 0,0-1 0,0 1 0,-1 0 0,1 3 0,6 45 0,-7 44 0,0-105 0,1 0 0,0 0 0,1 0 0,0 0 0,0 0 0,1 0 0,1 0 0,0 1 0,9-17 0,-10 21 0,1 1 0,-1 1 0,1-1 0,0 0 0,1 1 0,-1 0 0,1 0 0,0 0 0,0 0 0,0 1 0,0 0 0,1 0 0,-1 1 0,1-1 0,0 1 0,-1 0 0,1 1 0,0-1 0,0 1 0,0 0 0,0 1 0,1-1 0,-1 1 0,0 1 0,0-1 0,0 1 0,0 0 0,0 0 0,0 1 0,0-1 0,9 5 0,-11-3 0,1 0 0,-1 1 0,0-1 0,0 1 0,0-1 0,-1 1 0,0 0 0,1 1 0,4 7 0,-5-6 0,2 0 0,-1-1 0,1 1 0,8 8 0,-9-11 0,6 5 0,0 0 0,0-1 0,0 0 0,1-1 0,13 6 0,-22-11 0,0-1 0,-1 1 0,1-1 0,0 1 0,0-1 0,0 0 0,0 1 0,0-1 0,0 0 0,0 0 0,0-1 0,0 1 0,0 0 0,0-1 0,0 1 0,3-2 0,-3 1 0,-1 0 0,1-1 0,0 1 0,-1-1 0,1 0 0,-1 1 0,1-1 0,-1 0 0,0 0 0,0 0 0,0 1 0,0-1 0,0-1 0,0 1 0,-1 0 0,1 0 0,0 0 0,-1-4 0,1 1 0,0-1 0,0 0 0,-1 0 0,0 0 0,0 0 0,0 1 0,-1-1 0,0 0 0,0 0 0,-3-8 0,3 11 0,-1 0 0,1 0 0,-1 0 0,1 0 0,-1 0 0,0 0 0,0 1 0,0-1 0,0 1 0,-1 0 0,1-1 0,0 1 0,-1 0 0,0 0 0,0 1 0,1-1 0,-1 0 0,0 1 0,0 0 0,-5-2 0,7 3 0,0 0 0,0-1 0,-1 1 0,1 0 0,0 0 0,0 0 0,0 0 0,-1 0 0,1 0 0,0 0 0,0 0 0,-1 0 0,1 1 0,0-1 0,0 0 0,0 1 0,0-1 0,0 1 0,0-1 0,-1 1 0,1 0 0,0-1 0,-1 2 0,1 0 0,-1 0 0,1 0 0,-1 0 0,1 0 0,0 1 0,0-1 0,0 0 0,0 1 0,0-1 0,-1 5 0,0 6 0,1 0 0,0 0 0,1 20 0,0-26 0,0 6 0,1-1 0,1 0 0,0 0 0,0 0 0,1 0 0,1 0 0,0 0 0,1-1 0,0 0 0,0 0 0,1 0 0,1-1 0,0 1 0,0-2 0,17 18 0,-12-12 0,-1-1 0,-1 1 0,-1 1 0,0-1 0,-1 2 0,-1-1 0,10 33 0,-14-38 0,0-1 0,-1 1 0,0 0 0,-1 0 0,0 0 0,0 13 0,-1-22 0,-1 1 0,1-1 0,0 1 0,-1 0 0,1-1 0,-1 1 0,0-1 0,0 1 0,0-1 0,0 0 0,0 1 0,0-1 0,-1 0 0,1 0 0,-1 0 0,1 0 0,-1 0 0,0 0 0,0 0 0,0-1 0,0 1 0,0-1 0,0 1 0,-1-1 0,1 0 0,0 0 0,-1 0 0,1 0 0,-1 0 0,-4 1 0,-22 1 0,1-2 0,-1 0 0,1-2 0,-34-5 0,58 5 0,1 1 0,-1-1 0,0 0 0,1 0 0,-1-1 0,1 1 0,-1-1 0,1 1 0,0-1 0,0 0 0,-1-1 0,2 1 0,-1 0 0,0-1 0,0 1 0,1-1 0,-1 0 0,1 0 0,0 0 0,0 0 0,0-1 0,0 1 0,1-1 0,-1 1 0,1-1 0,0 1 0,0-1 0,0 1 0,0-1 0,1 0 0,0 0 0,0-4 0,-1 2 0,1-1 0,0 1 0,1-1 0,0 0 0,0 1 0,0-1 0,1 1 0,0 0 0,0-1 0,0 1 0,1 0 0,0 0 0,0 1 0,1-1 0,-1 1 0,1-1 0,8-8 0,100-67 0,-70 53 0,0 2 0,73-34 0,-13 8 0,-83 41 0,0-2 0,-1 1 0,20-19 0,-29 23-100,-5 5-111,0-1 0,1 0 1,-2 0-1,1 0 0,5-8 0,-1-2-6615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52.9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0 24575,'1'1'0,"0"-1"0,0 0 0,0 1 0,0 0 0,0-1 0,0 1 0,0-1 0,0 1 0,0 0 0,0 0 0,0 0 0,0-1 0,-1 1 0,1 0 0,0 0 0,-1 0 0,1 0 0,0 0 0,-1 0 0,0 0 0,1 1 0,-1-1 0,0 0 0,1 0 0,-1 0 0,0 0 0,0 2 0,5 38 0,-5-36 0,4 72 0,-8 99 0,1-157 0,-1-1 0,0 1 0,-14 33 0,3-11 0,7-24 0,2-3 0,6-14 0,1 1 0,-1-1 0,0 0 0,1 1 0,-1-1 0,1 0 0,-1 1 0,0-1 0,1 0 0,-1 0 0,1 1 0,-1-1 0,1 0 0,-1 0 0,1 0 0,-1 0 0,0 0 0,1 0 0,-1 0 0,1 0 0,-1 0 0,1 0 0,-1 0 0,1 0 0,-1 0 0,1 0 0,-1 0 0,1 0 0,-1 0 0,1-1 0,-1 1 0,1 0 0,18-3 0,0 0 0,0 2 0,0 0 0,0 1 0,33 5 0,-48-4 0,1-1 0,-1 1 0,1 0 0,-1 0 0,0 1 0,0-1 0,0 1 0,0 0 0,0 0 0,0 1 0,0-1 0,-1 1 0,1 0 0,-1-1 0,0 2 0,0-1 0,0 0 0,0 1 0,0-1 0,-1 1 0,1 0 0,-1-1 0,0 1 0,-1 1 0,1-1 0,0 0 0,-1 0 0,0 0 0,0 1 0,0 6 0,-1-8 0,0-1 0,0 0 0,0 1 0,0-1 0,0 0 0,0 1 0,-1-1 0,0 0 0,1 0 0,-1 1 0,0-1 0,0 0 0,0 0 0,0 0 0,0 0 0,-1 0 0,1 0 0,-4 3 0,2-2 0,0-1 0,-1 1 0,1-1 0,-1 0 0,1 0 0,-1 0 0,0-1 0,0 1 0,-8 1 0,-5 0 0,-1 0 0,0-2 0,-33-1 0,44 0 0,-17 1 0,8-1 0,-1 0 0,1 0 0,0-2 0,-20-4 0,33 6 0,1 0 0,0-1 0,-1 1 0,1-1 0,0 0 0,0 0 0,0 0 0,-1 0 0,1 0 0,0-1 0,0 1 0,1 0 0,-1-1 0,0 1 0,0-1 0,1 0 0,-1 0 0,1 0 0,-1 0 0,1 0 0,0 0 0,0 0 0,0 0 0,0 0 0,0 0 0,0-1 0,1 1 0,-1 0 0,1-1 0,0 1 0,-1 0 0,1-1 0,0 1 0,0-1 0,1-3 0,0 2 0,1 0 0,-1 0 0,1 0 0,0 0 0,-1 1 0,2-1 0,-1 0 0,0 1 0,1 0 0,0-1 0,0 1 0,0 0 0,0 1 0,0-1 0,0 0 0,1 1 0,-1 0 0,1 0 0,0 0 0,6-2 0,9-4 0,1 0 0,35-6 0,-54 13 0,21-3 0,42-2 0,5-1 0,-67 7 0,0 0 0,0 0 0,0 0 0,0 1 0,0-1 0,0 0 0,0 1 0,-1 0 0,1-1 0,0 1 0,0 0 0,0 0 0,-1 0 0,1 0 0,0 0 0,-1 1 0,1-1 0,-1 0 0,0 1 0,1-1 0,-1 1 0,0-1 0,0 1 0,0 0 0,0-1 0,0 1 0,0 0 0,0 0 0,-1 0 0,1 0 0,0 3 0,2 7 0,0 0 0,0 0 0,1 22 0,-3-24 0,0-1 0,0 1 0,1-1 0,1 0 0,-1 0 0,2 0 0,-1 0 0,1 0 0,0-1 0,1 1 0,0-1 0,8 11 0,-12-19 0,-1 1 0,1-1 0,-1 0 0,1 1 0,-1-1 0,1 1 0,-1-1 0,1 0 0,-1 1 0,1-1 0,0 0 0,-1 0 0,1 0 0,-1 1 0,1-1 0,0 0 0,-1 0 0,1 0 0,0 0 0,-1 0 0,1 0 0,-1 0 0,1 0 0,0 0 0,-1 0 0,1-1 0,0 1 0,-1 0 0,2-1 0,18-16 0,-15 10 0,0 1 0,-1-2 0,0 1 0,4-10 0,-4 9 0,-1 0 0,1 0 0,0 0 0,1 1 0,0-1 0,0 1 0,1 1 0,-1-1 0,1 1 0,12-10 0,-18 16 0,0-1 0,1 1 0,-1 0 0,0-1 0,0 1 0,1 0 0,-1-1 0,0 1 0,1 0 0,-1-1 0,1 1 0,-1 0 0,0 0 0,1-1 0,-1 1 0,1 0 0,-1 0 0,1 0 0,-1 0 0,0 0 0,1-1 0,-1 1 0,1 0 0,-1 0 0,1 0 0,-1 0 0,1 0 0,-1 1 0,1-1 0,-1 0 0,1 0 0,-1 0 0,0 0 0,1 0 0,-1 1 0,1-1 0,-1 0 0,1 0 0,-1 1 0,0-1 0,1 0 0,-1 0 0,0 1 0,1-1 0,-1 1 0,0-1 0,0 0 0,1 1 0,-1-1 0,0 0 0,0 1 0,1-1 0,-1 1 0,0 0 0,4 26 0,-4-25 0,0-3 0,0 0 0,0 0 0,0 0 0,0 0 0,0 0 0,0 0 0,1 0 0,-1 1 0,0-1 0,1 0 0,-1 0 0,1 0 0,-1 0 0,1 1 0,-1-1 0,1 0 0,-1 1 0,1-1 0,0 0 0,-1 1 0,1-1 0,0 1 0,0-1 0,1 0 0,1 0 0,-1 0 0,1 0 0,0 0 0,-1 0 0,1 1 0,0-1 0,0 1 0,5 0 0,-4-1 0,1 2 0,-1-1 0,0 0 0,0 1 0,0 0 0,1 0 0,-1 0 0,0 1 0,0-1 0,0 1 0,0 0 0,-1 0 0,7 4 0,23 37 0,-29-37 0,0 0 0,0 0 0,0 0 0,0-1 0,1 1 0,0-1 0,0 0 0,1-1 0,-1 1 0,1-1 0,12 6 0,-16-9 0,0 0 0,0-1 0,1 1 0,-1-1 0,1 0 0,-1 0 0,0 0 0,1 0 0,-1 0 0,1 0 0,-1-1 0,0 1 0,1-1 0,-1 0 0,0 1 0,0-1 0,1 0 0,-1 0 0,0-1 0,0 1 0,0 0 0,0-1 0,-1 1 0,1-1 0,0 0 0,0 1 0,-1-1 0,1 0 0,-1 0 0,0 0 0,0 0 0,2-3 0,3-8 0,0 1 0,-1-1 0,-1-1 0,4-17 0,-4 16 0,32-98 0,-32 96 0,2-11 0,0-1 0,-1 1 0,0-42 0,-4 14 0,-4-88 0,3 141 0,0 1 0,-1-1 0,1 1 0,-1 0 0,0-1 0,0 1 0,0 0 0,0 0 0,0-1 0,-1 1 0,1 0 0,0 0 0,-1 0 0,0 1 0,1-1 0,-1 0 0,0 1 0,0-1 0,-2-1 0,3 3 0,0-1 0,0 1 0,0-1 0,0 1 0,0 0 0,-1 0 0,1-1 0,0 1 0,0 0 0,0 0 0,0 0 0,0 0 0,-1 0 0,1 0 0,0 1 0,0-1 0,0 0 0,0 0 0,0 1 0,0-1 0,0 1 0,0-1 0,0 1 0,0-1 0,0 1 0,0 0 0,0 0 0,0-1 0,0 1 0,0 0 0,1 0 0,-1 0 0,0 0 0,1 0 0,-1 0 0,1 0 0,-1 0 0,1 0 0,-1 0 0,1 0 0,-1 2 0,-2 6 0,0 0 0,1 1 0,0-1 0,0 1 0,1-1 0,-1 15 0,6 64 0,-1-31 0,-3-25 0,-1-6 0,7 46 0,-5-62 0,2-1 0,-1 0 0,1 0 0,0 0 0,1 0 0,0 0 0,0-1 0,9 12 0,-1 0 0,-10-17 0,0 1 0,0 0 0,0 0 0,1-1 0,-1 0 0,1 1 0,0-1 0,0 0 0,0 0 0,0-1 0,1 1 0,-1-1 0,1 1 0,0-1 0,-1 0 0,1 0 0,0-1 0,0 1 0,0-1 0,6 1 0,46 1 0,-48-4 0,0 1 0,-1 0 0,1 0 0,0 1 0,0 0 0,-1 0 0,1 1 0,0 0 0,-1 0 0,14 7 0,-20-8 0,96 62 0,-87-56 0,-1 1 0,1 0 0,-2 1 0,1 0 0,-1 0 0,-1 1 0,9 14 0,-16-24 0,1 1 0,-1-1 0,0 1 0,1 0 0,-1-1 0,0 1 0,0 0 0,1-1 0,-1 1 0,0 0 0,0 0 0,0-1 0,0 1 0,0 0 0,0 0 0,0-1 0,0 1 0,0 0 0,0 0 0,0-1 0,-1 1 0,1 0 0,0-1 0,0 1 0,-1 0 0,0 0 0,0 1 0,0-1 0,0 0 0,0-1 0,-1 1 0,1 0 0,0 0 0,-1 0 0,1-1 0,0 1 0,-1-1 0,1 1 0,-3 0 0,-48 2 0,47-3 0,-18 0 0,-1-2 0,1-1 0,0-1 0,1-1 0,-1 0 0,1-2 0,-30-13 0,-35-10-1365,62 20-5461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53.0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24575,'21'2'0,"-1"1"0,1 0 0,-1 2 0,0 0 0,0 1 0,22 11 0,-13-7 0,55 15 0,47 7 0,-94-21 0,0-1 0,0-2 0,1-2 0,54 2 0,-18-8-1365,-53-1-5461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54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19 24575,'0'-1'0,"0"0"0,0 0 0,-1 0 0,1 0 0,-1 0 0,1 0 0,0 1 0,-1-1 0,1 0 0,-1 0 0,0 0 0,1 1 0,-1-1 0,0 0 0,1 1 0,-1-1 0,0 1 0,0-1 0,0 0 0,0 1 0,1 0 0,-1-1 0,0 1 0,0 0 0,0-1 0,0 1 0,0 0 0,0 0 0,0 0 0,0 0 0,0 0 0,0 0 0,-2 0 0,-1 0 0,0 0 0,0 0 0,-1 0 0,1 1 0,0-1 0,-6 3 0,6-1 0,1 0 0,0 0 0,0 1 0,0-1 0,1 1 0,-1 0 0,1-1 0,-1 1 0,1 0 0,0 0 0,0 1 0,0-1 0,0 0 0,1 1 0,0-1 0,-1 1 0,1-1 0,0 1 0,1 0 0,-1-1 0,1 1 0,-1 0 0,1 6 0,0 0 0,0 1 0,0-1 0,1 1 0,1-1 0,-1 1 0,2-1 0,4 15 0,-5-19 0,0-1 0,1 0 0,0 1 0,0-1 0,0 0 0,0 0 0,1-1 0,0 1 0,0-1 0,0 0 0,0 0 0,10 7 0,-8-8 0,1 0 0,-1 0 0,1-1 0,0 0 0,0 0 0,-1 0 0,1-1 0,0 0 0,0-1 0,12 0 0,-12 0 0,-1 0 0,1 0 0,-1-1 0,1 0 0,-1-1 0,0 1 0,0-1 0,0 0 0,0-1 0,0 1 0,0-1 0,0 0 0,-1-1 0,0 0 0,1 1 0,-1-2 0,-1 1 0,1 0 0,-1-1 0,0 0 0,0 0 0,0 0 0,0-1 0,-1 1 0,0-1 0,0 0 0,-1 0 0,1 0 0,-1 0 0,-1 0 0,3-12 0,-4 15 0,6-36 0,3 24 0,-8 15 0,-1 0 0,0-1 0,1 1 0,-1 0 0,1 0 0,-1 0 0,1 0 0,-1 0 0,1 0 0,-1 0 0,1 0 0,-1 0 0,0 0 0,1 0 0,-1 0 0,1 0 0,-1 0 0,1 0 0,-1 0 0,1 0 0,-1 1 0,1-1 0,-1 0 0,0 0 0,1 1 0,-1-1 0,1 0 0,-1 0 0,0 1 0,1-1 0,-1 1 0,3 3 0,0-1 0,0 1 0,-1 0 0,1 0 0,-1 0 0,0 1 0,-1-1 0,3 6 0,8 18 0,3 6 0,5 9 0,-18-41 0,-1 1 0,1-1 0,-1 0 0,1 0 0,0 0 0,-1-1 0,1 1 0,0 0 0,0 0 0,0-1 0,1 0 0,-1 1 0,0-1 0,3 1 0,-4-1 0,0-1 0,1 0 0,-1 0 0,0 1 0,0-1 0,0 0 0,0 0 0,0 0 0,0 0 0,0-1 0,1 1 0,-1 0 0,0 0 0,0-1 0,0 1 0,0 0 0,0-1 0,0 1 0,0-1 0,0 1 0,0-1 0,0 0 0,-1 1 0,1-1 0,1-1 0,17-27 0,-17 25 0,-1 1 0,1 0 0,0 0 0,0 0 0,0 0 0,0 0 0,0 1 0,1-1 0,3-3 0,-5 6 0,0 0 0,-1 0 0,1 0 0,-1 0 0,1-1 0,0 1 0,-1 0 0,1 0 0,0 0 0,-1 0 0,1 1 0,0-1 0,-1 0 0,1 0 0,0 0 0,-1 0 0,1 1 0,0-1 0,-1 0 0,1 1 0,-1-1 0,1 0 0,-1 1 0,1-1 0,-1 1 0,1-1 0,-1 1 0,1-1 0,-1 1 0,1 0 0,16 24 0,-8-10 0,-5-12 0,0 1 0,0-1 0,0 0 0,1-1 0,-1 1 0,1-1 0,-1 0 0,1 0 0,0 0 0,0-1 0,0 0 0,-1 0 0,2 0 0,-1 0 0,0-1 0,0 0 0,0 0 0,0 0 0,0-1 0,0 1 0,0-1 0,0-1 0,0 1 0,0-1 0,-1 1 0,1-1 0,0-1 0,-1 1 0,0-1 0,1 1 0,-1-1 0,0-1 0,0 1 0,-1 0 0,1-1 0,-1 0 0,5-7 0,-3 3 0,-1-1 0,0 0 0,-1 0 0,0 0 0,0 0 0,2-16 0,-4 22 0,-1 1 0,1-1 0,-1 1 0,0 0 0,0-1 0,0 1 0,0-1 0,0 1 0,0-1 0,-1 1 0,1-1 0,-1 1 0,1-1 0,-1 1 0,0 0 0,0-1 0,0 1 0,0 0 0,-1 0 0,1 0 0,-1 0 0,1 0 0,-1 0 0,0 0 0,1 1 0,-1-1 0,0 0 0,0 1 0,-4-3 0,5 4 0,0-1 0,-1 1 0,1 0 0,0-1 0,0 1 0,0 0 0,0 0 0,0 0 0,0 0 0,0 0 0,0 0 0,-1 0 0,1 0 0,0 0 0,0 1 0,0-1 0,0 0 0,0 1 0,0-1 0,0 0 0,0 1 0,0 0 0,0-1 0,0 1 0,0 0 0,-1 0 0,0 2 0,1-1 0,-1 0 0,0 1 0,1-1 0,0 1 0,-1 0 0,1 0 0,0-1 0,1 1 0,-2 3 0,0 9 0,0 0 0,1 0 0,0 15 0,1-26 0,0 1 0,0 1 0,1 0 0,-1 0 0,1 0 0,0-1 0,1 1 0,2 6 0,-4-11 0,0 0 0,1 0 0,-1 0 0,1-1 0,0 1 0,-1 0 0,1 0 0,0 0 0,-1-1 0,1 1 0,0 0 0,0-1 0,0 1 0,0 0 0,0-1 0,0 1 0,0-1 0,0 0 0,0 1 0,0-1 0,0 0 0,0 1 0,0-1 0,0 0 0,0 0 0,0 0 0,0 0 0,0 0 0,0 0 0,0 0 0,0-1 0,0 1 0,0 0 0,0 0 0,0-1 0,0 1 0,0-1 0,0 1 0,0-1 0,0 1 0,0-1 0,-1 0 0,1 1 0,0-1 0,1-1 0,0 1 0,0-1 0,0 1 0,1 0 0,-1-1 0,1 1 0,-1 1 0,1-1 0,-1 0 0,1 0 0,-1 1 0,1 0 0,0-1 0,-1 1 0,1 0 0,0 0 0,-1 0 0,1 1 0,0-1 0,-1 1 0,5 1 0,0 1 0,0 1 0,1 0 0,-2 0 0,1 0 0,8 8 0,-9-7 0,0 0 0,0-1 0,0 0 0,1 0 0,13 5 0,-75-58 0,-40-17-1365,82 57-5461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54.8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24575,'37'-1'0,"40"0"0,-72 1 0,0 1 0,0 0 0,0-1 0,-1 1 0,1 1 0,0-1 0,-1 1 0,1 0 0,-1 0 0,0 0 0,1 1 0,3 3 0,-5-4 0,-1 0 0,-1 0 0,1 1 0,0-1 0,-1 0 0,1 1 0,-1 0 0,0-1 0,1 1 0,-1 0 0,-1-1 0,1 1 0,0 0 0,-1 0 0,1 0 0,-1 0 0,0 0 0,0 0 0,0 0 0,0 0 0,-1 0 0,1-1 0,-1 1 0,0 0 0,0 0 0,0 0 0,-2 4 0,-5 9 0,0 0 0,-1-1 0,-16 23 0,8-13 0,-2 5-682,-27 62-1,40-74-6143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55.8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24575,'105'-2'0,"114"5"0,-194 3 120,-19 0-321,-16 0-1083,-2-3-5542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56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24575,'5'0'0,"0"0"-8191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56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24575,'400'0'-1365,"-379"0"-5461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57.0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0 24575,'6'0'0,"1"0"0,-1 1 0,1 0 0,0 0 0,-1 0 0,0 1 0,1 0 0,-1 0 0,0 0 0,0 1 0,0 0 0,0 0 0,0 1 0,-1 0 0,1 0 0,8 8 0,-7-4 0,0 1 0,-1 0 0,1 1 0,-2-1 0,1 1 0,-1 0 0,-1 0 0,0 1 0,3 12 0,1 3 0,-1 0 0,-1 1 0,4 39 0,-10-59 0,0 1 0,0-1 0,0 1 0,-1-1 0,0 1 0,0-1 0,-1 0 0,0 0 0,0 1 0,-1-1 0,0-1 0,0 1 0,0 0 0,-1-1 0,0 1 0,0-1 0,-8 8 0,-20 18 0,7-8 0,1 1 0,-23 31 0,-6 6 116,20-25-1597,23-25-5345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58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352 27 24575,'0'-1'0,"-1"0"0,1 0 0,-1 0 0,1 0 0,-1 0 0,1 0 0,-1 0 0,0 0 0,0 0 0,1 0 0,-1 1 0,0-1 0,0 0 0,0 0 0,0 1 0,0-1 0,0 0 0,0 1 0,0-1 0,0 1 0,0 0 0,0-1 0,0 1 0,-1 0 0,1-1 0,0 1 0,-2 0 0,-38-4 0,37 3 0,-1 1 0,-18-2 0,-1 1 0,1 2 0,-25 2 0,41-2 0,-1 1 0,1 0 0,0 0 0,0 0 0,0 1 0,0 0 0,0 1 0,0-1 0,1 1 0,0 1 0,-1-1 0,2 1 0,-9 8 0,9-8 0,-1 1 0,1 0 0,0 1 0,1-1 0,0 1 0,0 0 0,0 0 0,1 0 0,0 1 0,0-1 0,1 1 0,0 0 0,0-1 0,1 1 0,0 0 0,0 0 0,2 16 0,-2-14 0,1 3 0,0-1 0,0 0 0,1 0 0,1 0 0,4 19 0,-5-28 0,0 0 0,1 0 0,-1 0 0,1-1 0,-1 1 0,1 0 0,0-1 0,0 1 0,0-1 0,0 0 0,0 0 0,1 1 0,-1-1 0,1-1 0,-1 1 0,1 0 0,0-1 0,0 1 0,0-1 0,0 0 0,0 0 0,0 0 0,0 0 0,0-1 0,0 1 0,5 0 0,37 1 0,1-1 0,63-8 0,-91 5 0,0-1 0,0-2 0,-1 1 0,0-2 0,0 0 0,0-1 0,-1-1 0,0-1 0,0 0 0,-1-1 0,25-20 0,-39 28 0,1 1 0,0-1 0,0 0 0,-1 0 0,1 0 0,-1 0 0,0 0 0,1 0 0,-1 0 0,0 0 0,0 0 0,0 0 0,-1-1 0,1 1 0,0 0 0,0-5 0,-1 5 0,-1 0 0,1 0 0,0 1 0,-1-1 0,1 0 0,-1 0 0,1 0 0,-1 1 0,0-1 0,0 0 0,0 1 0,0-1 0,0 1 0,0-1 0,0 1 0,-1-1 0,-1 0 0,-1-2 0,-1 1 0,0-1 0,0 1 0,0 0 0,0 1 0,-1-1 0,1 1 0,-1 0 0,1 1 0,-1-1 0,0 1 0,-7 0 0,9 0 0,-1 1 0,0 1 0,1-1 0,-1 1 0,1 0 0,-1 0 0,1 0 0,0 0 0,-1 1 0,1 0 0,0 0 0,0 0 0,0 0 0,0 1 0,0-1 0,1 1 0,-1 0 0,1 0 0,0 1 0,0-1 0,0 1 0,0-1 0,0 1 0,1 0 0,0 0 0,0 0 0,0 0 0,0 0 0,1 1 0,-1-1 0,1 1 0,0-1 0,0 1 0,1-1 0,0 1 0,-1-1 0,1 1 0,1 0 0,-1-1 0,1 1 0,0-1 0,0 1 0,0-1 0,3 6 0,-4-8 0,1 0 0,0 0 0,0 0 0,1 0 0,-1 0 0,0 0 0,1 0 0,-1-1 0,1 1 0,0 0 0,-1-1 0,1 1 0,0-1 0,0 0 0,0 0 0,0 0 0,0 0 0,0 0 0,0 0 0,1 0 0,-1 0 0,0-1 0,0 0 0,1 1 0,-1-1 0,0 0 0,0 0 0,5 0 0,-2-1 0,1 0 0,-1 0 0,0 0 0,1-1 0,-1 1 0,0-1 0,0-1 0,0 1 0,0-1 0,7-5 0,-10 7 0,0 0 0,0-1 0,0 1 0,-1 0 0,1 0 0,0 0 0,0 0 0,1 0 0,-1 1 0,0-1 0,0 1 0,0-1 0,0 1 0,1 0 0,-1 0 0,0 0 0,0 0 0,0 0 0,1 0 0,2 1 0,0 1 0,0 0 0,-1 1 0,1 0 0,0-1 0,-1 1 0,7 6 0,-6-5 0,-1 0 0,2 0 0,-1-1 0,0 0 0,1 0 0,9 4 0,11 1 0,-12-3 0,0-1 0,0 0 0,1-1 0,-1-1 0,20 1 0,-31-3 0,1 0 0,0 0 0,0-1 0,0 0 0,0 1 0,-1-1 0,1-1 0,0 1 0,-1 0 0,1-1 0,-1 0 0,0 0 0,1 0 0,-1 0 0,0-1 0,0 1 0,-1-1 0,1 0 0,0 1 0,-1-1 0,0-1 0,1 1 0,-1 0 0,0 0 0,1-5 0,2-2 0,0 0 0,-1-1 0,0 0 0,-1 0 0,0 0 0,-1 0 0,0-1 0,0-19 0,-2 28 0,0 0 0,0 0 0,0-1 0,-1 1 0,1 0 0,-1 0 0,0 0 0,0 0 0,0 0 0,-1 0 0,1 0 0,-1 0 0,1 0 0,-1 0 0,0 1 0,0-1 0,0 1 0,-1-1 0,1 1 0,0 0 0,-1 0 0,1 0 0,-1 0 0,0 0 0,0 1 0,0-1 0,0 1 0,0 0 0,0 0 0,0 0 0,0 0 0,0 1 0,-1-1 0,-4 0 0,3 1 0,0-1 0,0 0 0,0 1 0,0 0 0,0 1 0,0-1 0,0 1 0,0 0 0,0 0 0,0 0 0,0 1 0,-8 3 0,10-3 0,1 0 0,-1 0 0,1 0 0,0 1 0,0-1 0,-1 1 0,2-1 0,-1 1 0,0 0 0,0 0 0,1 0 0,0 0 0,-1 0 0,1 0 0,0 0 0,1 0 0,-1 0 0,1 0 0,-1 1 0,1 5 0,-1-3 0,1 0 0,0 0 0,0 0 0,0 0 0,1-1 0,0 1 0,0 0 0,0 0 0,1-1 0,0 1 0,0-1 0,0 1 0,1-1 0,0 0 0,0 0 0,0 0 0,0 0 0,1 0 0,0-1 0,0 0 0,0 0 0,1 0 0,-1 0 0,1-1 0,0 1 0,0-1 0,0 0 0,0-1 0,1 1 0,-1-1 0,1 0 0,9 2 0,6-1-1365,-1-2-5461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59.0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0 266 24575,'0'-5'0,"1"1"0,0-1 0,0 1 0,0-1 0,0 1 0,1 0 0,-1-1 0,1 1 0,0 0 0,1 0 0,-1 0 0,1 1 0,-1-1 0,1 0 0,0 1 0,0 0 0,1 0 0,-1 0 0,1 0 0,0 0 0,5-3 0,10-4 0,1 0 0,-1 0 0,27-7 0,-21 8 0,66-27 0,108-25 0,-177 57 41,0 1 0,38-1 0,-38 4-537,0-1 0,35-7 0,-37 3-6330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59.4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 1 24575,'-11'0'0,"1"0"0,-1 1 0,0 0 0,0 1 0,-14 4 0,20-5 0,1 1 0,-1 0 0,1 1 0,-1-1 0,1 1 0,0 0 0,0 0 0,0 0 0,0 0 0,1 1 0,-1-1 0,1 1 0,-6 8 0,4-4 0,0 1 0,1-1 0,0 1 0,0 0 0,1 0 0,0 1 0,1-1 0,-3 16 0,5-23 0,0 1 0,-1-1 0,1 1 0,0 0 0,0-1 0,1 1 0,-1-1 0,0 1 0,1 0 0,-1-1 0,1 1 0,0-1 0,0 1 0,0-1 0,0 0 0,1 1 0,-1-1 0,1 0 0,-1 0 0,1 0 0,0 0 0,-1 0 0,1 0 0,0-1 0,0 1 0,1 0 0,-1-1 0,0 0 0,0 1 0,1-1 0,-1 0 0,1 0 0,-1-1 0,1 1 0,3 0 0,0 1 0,0-1 0,1 0 0,-1 0 0,0-1 0,1 0 0,-1 0 0,1 0 0,-1-1 0,0 0 0,1 0 0,-1-1 0,0 0 0,0 0 0,0 0 0,0-1 0,0 0 0,-1 0 0,10-6 0,0-2-1365,-1 3-5461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49:59.6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117 0 24575,'-1'29'0,"-11"55"0,7-54 0,-3 52 0,10 27 0,-3 81 0,0-187 6,1-1 0,0 0-1,0 0 1,-1 0 0,0 0-1,1 1 1,-1-1 0,0 0 0,0 0-1,0 0 1,0-1 0,0 1-1,-1 0 1,1 0 0,0-1-1,-1 1 1,1 0 0,-1-1 0,0 0-1,-2 2 1,0 0-155,0-2 1,0 1-1,-1 0 1,1-1-1,0 0 1,0 0-1,-1 0 1,1-1-1,-5 1 1,-12-1-6678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0:00.7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24575,'71'-1'0,"82"3"0,-148-1 0,0 1 0,0-1 0,0 1 0,0 0 0,0 1 0,0-1 0,-1 1 0,1 0 0,-1 0 0,1 0 0,-1 1 0,0-1 0,-1 1 0,1 0 0,-1 0 0,1 1 0,-1-1 0,-1 1 0,1-1 0,-1 1 0,3 7 0,2 2 0,-1 1 0,-1 0 0,0 1 0,-1-1 0,-1 1 0,1 16 0,-3-25 0,1 0 0,-1-1 0,1 1 0,0-1 0,0 1 0,4 6 0,-6-12 0,0 0 0,1 0 0,-1 0 0,0-1 0,1 1 0,-1 0 0,1 0 0,-1 0 0,1 0 0,0-1 0,-1 1 0,1 0 0,0 0 0,-1-1 0,1 1 0,0 0 0,0-1 0,0 1 0,0-1 0,-1 1 0,1-1 0,0 0 0,0 1 0,0-1 0,0 0 0,0 0 0,0 0 0,0 1 0,0-1 0,0 0 0,0 0 0,0 0 0,0-1 0,0 1 0,0 0 0,0 0 0,0 0 0,0-1 0,0 1 0,0 0 0,0-1 0,0 1 0,0-1 0,-1 0 0,1 1 0,0-1 0,0 1 0,-1-1 0,1 0 0,0 0 0,0-1 0,2-1 0,-1-1 0,1 0 0,-1 0 0,0-1 0,0 1 0,-1 0 0,0 0 0,1-1 0,-1 1 0,-1-1 0,1-6 0,0 7 0,-1 0 0,1 1 0,-1-1 0,0 0 0,0 0 0,-1 1 0,1-1 0,-1 0 0,0 1 0,0-1 0,0 0 0,-1 1 0,1 0 0,-3-5 0,4 8 0,0 0 0,0 0 0,-1 0 0,1 0 0,0 0 0,0-1 0,-1 1 0,1 0 0,0 0 0,0 0 0,-1 0 0,1 0 0,0 0 0,0 0 0,-1 0 0,1 0 0,0 0 0,0 0 0,-1 0 0,1 0 0,0 0 0,0 0 0,-1 0 0,1 0 0,0 0 0,0 0 0,-1 1 0,1-1 0,0 0 0,0 0 0,-1 0 0,1 0 0,0 0 0,0 1 0,0-1 0,-1 0 0,1 0 0,0 0 0,0 1 0,0-1 0,0 0 0,0 0 0,0 1 0,-1-1 0,1 0 0,0 0 0,0 1 0,0-1 0,0 0 0,0 0 0,0 1 0,0-1 0,0 0 0,0 1 0,0-1 0,-4 18 0,3-13 0,0 0 0,1 0 0,-1 0 0,1 0 0,1 0 0,-1 0 0,0 0 0,1 0 0,0 0 0,1 0 0,-1 0 0,1 0 0,4 8 0,-4-9 0,1 0 0,0-1 0,0 0 0,0 1 0,0-1 0,1 0 0,-1-1 0,1 1 0,0-1 0,0 1 0,0-1 0,0 0 0,0-1 0,0 1 0,0-1 0,7 2 0,-5-1 0,1-1 0,-1 0 0,1 0 0,-1 0 0,1-1 0,-1 0 0,1 0 0,-1 0 0,1-1 0,8-2 0,-11 2 0,0-1 0,0 0 0,0 0 0,-1 0 0,1 0 0,-1 0 0,1-1 0,-1 1 0,0-1 0,0 0 0,0 0 0,0 0 0,-1-1 0,1 1 0,-1 0 0,0-1 0,2-4 0,11-13 0,-15 20 0,1 1 0,0-1 0,0 1 0,-1-1 0,1 1 0,0-1 0,0 1 0,0 0 0,-1 0 0,1-1 0,0 1 0,0 0 0,0 0 0,0 0 0,0 0 0,0 0 0,-1 0 0,1 0 0,0 0 0,0 0 0,0 0 0,0 0 0,0 1 0,0-1 0,0 1 0,0-1 0,-1 0 0,1 0 0,-1 0 0,1 0 0,0 0 0,-1 0 0,1 0 0,-1 0 0,1 0 0,-1 0 0,1 0 0,-1 0 0,1 0 0,-1 0 0,1 0 0,-1-1 0,1 1 0,-1 0 0,1 0 0,-1-1 0,1 1 0,-1 0 0,1-1 0,-1 1 0,1 0 0,-1-1 0,0 1 0,1-1 0,-1 1 0,0-1 0,1 1 0,-1-1 0,0 1 0,0-1 0,0 1 0,1-1 0,7-28 0,-3 11 0,-3 15 0,0 0 0,0 0 0,0 1 0,0-1 0,0 0 0,0 1 0,1 0 0,-1-1 0,1 1 0,0 0 0,-1 0 0,1 1 0,0-1 0,0 1 0,0-1 0,1 1 0,-1 0 0,0 0 0,0 0 0,1 1 0,-1-1 0,0 1 0,1 0 0,4 0 0,-4 0 0,1 0 0,-1 0 0,0 1 0,1-1 0,-1 1 0,0 0 0,1 0 0,-1 1 0,0 0 0,0-1 0,0 1 0,0 0 0,-1 1 0,1-1 0,0 1 0,-1 0 0,0 0 0,4 4 0,16 29 0,-22-35 0,0 0 0,0 1 0,-1-1 0,1 0 0,-1 1 0,1-1 0,-1 0 0,1 1 0,-1-1 0,0 1 0,1-1 0,-1 1 0,0-1 0,0 0 0,0 1 0,0-1 0,-1 1 0,1-1 0,0 1 0,-1-1 0,1 1 0,0-1 0,-1 0 0,0 1 0,0 0 0,1-2 0,-1 0 0,1 1 0,0-1 0,0 0 0,0 0 0,-1 0 0,1 0 0,0-1 0,0 1 0,-1 0 0,1 0 0,0 0 0,0 0 0,0 0 0,-1 0 0,1 0 0,0 0 0,0 0 0,0-1 0,-1 1 0,1 0 0,0 0 0,0 0 0,0 0 0,0 0 0,-1-1 0,1 1 0,0 0 0,0 0 0,0 0 0,0-1 0,0 1 0,0 0 0,0 0 0,0-1 0,-1 1 0,1 0 0,0 0 0,0 0 0,0-1 0,0 1 0,0 0 0,0 0 0,0-1 0,1 1 0,-1 0 0,0 0 0,0-1 0,0 1 0,0 0 0,0-15 0,1 13 0,0 0 0,0 0 0,0 0 0,1 0 0,-1 0 0,1 0 0,0 0 0,-1 1 0,1-1 0,0 1 0,0-1 0,0 1 0,0 0 0,0 0 0,0 0 0,0 0 0,1 0 0,-1 0 0,0 1 0,0-1 0,5 0 0,54-4 0,-55 5 0,2 0 0,0 0 0,0 1 0,0 0 0,0 1 0,0-1 0,-1 2 0,9 2 0,-13-4 0,0 1 0,1-1 0,-1 1 0,0 0 0,0-1 0,0 2 0,0-1 0,-1 0 0,1 0 0,0 1 0,-1 0 0,0-1 0,0 1 0,0 0 0,0 0 0,0 0 0,3 7 0,-5-9-3,0 0-1,1 0 1,-1 0-1,0 0 1,0 0-1,0 0 1,1 0-1,-1 0 0,0 0 1,-1 0-1,1 0 1,0 1-1,0-1 1,0 0-1,0 0 1,-1 0-1,1 0 1,-1 0-1,1 0 1,-1 0-1,1-1 0,-1 1 1,1 0-1,-1 0 1,-1 1-1,0 0 22,0-1-1,0 1 1,0-1-1,-1 0 1,1 0-1,0 0 1,-1 0-1,1 0 1,-1 0-1,-3 0 0,-8 1-256,0 0 1,0-1-1,-15-2 0,23 1-271,-17 0-6316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0:01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24575,'4'-4'0,"6"-2"0,5 1 0,5 1 0,2 1 0,3 1 0,1 1 0,-1 0 0,1 5 0,-4 6 0,-6 6 0,-2-1 0,-3 3 0,-3 1 0,-4 2 0,-1 2 0,-3-3-8191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0:01.3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24575,'38'-1'0,"-26"-1"0,0 2 0,0-1 0,0 2 0,-1 0 0,1 0 0,21 5 0,-32-5 0,1-1 0,-1 0 0,0 1 0,0-1 0,0 1 0,0-1 0,0 1 0,0-1 0,0 1 0,0 0 0,0-1 0,0 1 0,0 0 0,0 0 0,0 0 0,0 0 0,-1 0 0,1 0 0,0 0 0,-1 0 0,1 0 0,-1 0 0,1 0 0,-1 0 0,1 0 0,-1 0 0,0 1 0,1 0 0,-2 0 0,1 1 0,-1-1 0,0 0 0,0 0 0,1 0 0,-1 0 0,-1 0 0,1 0 0,0-1 0,0 1 0,-1 0 0,1 0 0,-1-1 0,-1 2 0,-8 7 0,-1-1 0,0 0 0,-19 10 0,14-11-1365,1-2-5461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0:02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1 24575,'0'12'0,"-2"0"0,1-1 0,-7 21 0,-3 22 0,9-33 0,-15 112 0,13-103 0,1 1 0,2 42 0,-1 16 0,-10-21 0,8-49 0,0 0 0,0 24 0,3-19-1365,1-3-5461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0:04.1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54 24575,'1'-1'0,"-1"0"0,0 0 0,1 0 0,-1 0 0,1 0 0,-1 0 0,1 1 0,-1-1 0,1 0 0,0 0 0,0 0 0,-1 1 0,1-1 0,0 0 0,0 1 0,0-1 0,0 1 0,0-1 0,0 1 0,0-1 0,-1 1 0,1-1 0,1 1 0,-1 0 0,1-1 0,35-7 0,-23 6 0,20-6 0,0 1 0,0 3 0,1 0 0,0 2 0,-1 2 0,38 4 0,-55-2 0,1 2 0,-1-1 0,0 2 0,0 0 0,23 12 0,-29-13 0,-1 1 0,-1 1 0,1 0 0,-1 0 0,0 1 0,-1 0 0,1 0 0,-1 1 0,11 15 0,-12-13 0,-1 1 0,-1 0 0,8 20 0,-11-26 0,0 0 0,0 0 0,-1 0 0,0 0 0,0 0 0,-1 0 0,1 1 0,-1-1 0,0 0 0,0 0 0,-2 7 0,1-10 0,1 0 0,-1 0 0,0 0 0,-1-1 0,1 1 0,0 0 0,0-1 0,-1 1 0,1 0 0,-1-1 0,1 0 0,-1 1 0,0-1 0,1 0 0,-1 0 0,0 0 0,0 0 0,0 0 0,0 0 0,0-1 0,0 1 0,0-1 0,0 1 0,0-1 0,0 0 0,0 0 0,0 0 0,0 0 0,0 0 0,-3 0 0,0-1 0,1 0 0,-1 1 0,1-1 0,-1-1 0,1 1 0,-1-1 0,1 1 0,0-1 0,0 0 0,0-1 0,0 1 0,-6-6 0,7 5 0,0-1 0,0 0 0,0 1 0,1-1 0,0 0 0,0 0 0,0-1 0,0 1 0,0 0 0,1-1 0,0 1 0,0-1 0,0 1 0,0-1 0,1 1 0,0-1 0,0-8 0,1 10 0,-1 0 0,0 0 0,1 0 0,0 0 0,0 0 0,0 0 0,0 0 0,0 1 0,0-1 0,1 0 0,-1 0 0,1 1 0,0-1 0,0 1 0,0 0 0,0-1 0,0 1 0,1 0 0,-1 0 0,1 0 0,-1 1 0,1-1 0,-1 0 0,1 1 0,0 0 0,6-2 0,12-1 0,1 1 0,0 2 0,0 0 0,0 1 0,27 3 0,17 1 0,-44-5 0,25 0 0,-45 1 0,1 0 0,-1 0 0,1 1 0,-1-1 0,1 1 0,-1 0 0,1-1 0,-1 1 0,0 0 0,1 0 0,-1 1 0,0-1 0,3 2 0,-4-1 0,0-1 0,0 1 0,0-1 0,-1 1 0,1 0 0,-1-1 0,1 1 0,-1 0 0,1 0 0,-1-1 0,0 1 0,0 0 0,0 0 0,0-1 0,0 4 0,-6 34 0,3-21 0,3-13 0,-1 1 0,1 0 0,1 0 0,-1 0 0,1 0 0,2 7 0,-3-12 0,0 1 0,0-1 0,1 0 0,-1 0 0,1 0 0,-1 1 0,1-1 0,-1 0 0,1 0 0,0 0 0,-1 0 0,1 0 0,0 0 0,0 0 0,0 0 0,0 0 0,0-1 0,0 1 0,0 0 0,0 0 0,0-1 0,0 1 0,1-1 0,-1 1 0,0-1 0,0 0 0,0 1 0,1-1 0,-1 0 0,0 0 0,0 0 0,1 0 0,-1 0 0,0 0 0,3 0 0,-3-1 0,1 0 0,0 1 0,-1-1 0,1 0 0,-1 0 0,1 0 0,-1 0 0,1-1 0,-1 1 0,0 0 0,1 0 0,-1-1 0,0 1 0,0-1 0,0 1 0,0-1 0,-1 1 0,1-1 0,0 0 0,-1 1 0,1-1 0,-1 0 0,1 0 0,-1-2 0,6-47 0,-6 48 0,0-1 0,0 0 0,0 0 0,0 0 0,0 1 0,-1-1 0,1 0 0,-1 0 0,0 1 0,0-1 0,-1 0 0,1 1 0,-1-1 0,0 1 0,1 0 0,-1 0 0,-1-1 0,1 1 0,0 0 0,-1 1 0,0-1 0,0 0 0,0 1 0,0 0 0,-6-4 0,9 6 0,-1-1 0,1 1 0,0 0 0,-1 0 0,1 0 0,-1 0 0,1-1 0,0 1 0,-1 0 0,1 0 0,0-1 0,-1 1 0,1 0 0,0-1 0,0 1 0,-1 0 0,1-1 0,0 1 0,0 0 0,0-1 0,-1 1 0,1 0 0,0-1 0,0 1 0,0-1 0,0 1 0,0 0 0,0-1 0,0 1 0,0-1 0,0 1 0,0-1 0,0 1 0,0 0 0,0-1 0,0 1 0,0-1 0,0 1 0,1 0 0,-1-1 0,20-6 0,26 7 0,-40 0 0,-1 1 0,1 1 0,-1-1 0,0 1 0,0 0 0,1 0 0,-1 0 0,0 1 0,-1-1 0,1 1 0,0 1 0,-1-1 0,0 1 0,7 7 0,-1 0 0,-1 1 0,-1 0 0,0 0 0,8 17 0,-15-28 0,-1-1 0,1 1 0,-1-1 0,1 1 0,-1-1 0,1 1 0,-1-1 0,1 1 0,0-1 0,-1 0 0,1 1 0,0-1 0,-1 0 0,1 0 0,0 0 0,-1 1 0,1-1 0,0 0 0,0 0 0,-1 0 0,1 0 0,0 0 0,0 0 0,-1 0 0,1-1 0,0 1 0,-1 0 0,1 0 0,0 0 0,-1-1 0,1 1 0,0 0 0,-1-1 0,2 0 0,28-16 0,-19 9 0,-7 6 0,1 0 0,0-1 0,-1 2 0,1-1 0,0 0 0,0 1 0,0 0 0,0 0 0,0 1 0,0-1 0,0 1 0,0 0 0,0 1 0,0-1 0,0 1 0,0 0 0,0 0 0,8 3 0,-4 0 0,0 1 0,0 0 0,-1 0 0,0 1 0,0 0 0,0 1 0,-1-1 0,11 14 0,-14-16 0,1 1 0,-1-1 0,1 0 0,0-1 0,0 1 0,0-1 0,1 0 0,-1 0 0,1 0 0,0-1 0,7 2 0,-12-3 0,1-1 0,0 1 0,0-1 0,0 0 0,0 0 0,0 0 0,0 0 0,-1 0 0,1 0 0,0-1 0,0 1 0,0-1 0,0 1 0,-1-1 0,1 0 0,0 1 0,0-1 0,-1 0 0,1 0 0,-1 0 0,1 0 0,-1-1 0,1 1 0,-1 0 0,0-1 0,1 1 0,-1-1 0,0 1 0,0-1 0,0 1 0,0-1 0,-1 0 0,1 0 0,0 1 0,-1-1 0,1 0 0,-1 0 0,1 0 0,-1-3 0,3-10 0,-1 0 0,-1 0 0,-1-20 0,0 30 0,0-1 0,-1 1 0,1-1 0,-1 1 0,0-1 0,-1 1 0,1 0 0,-1-1 0,0 1 0,-1 0 0,-5-9 0,8 14 0,0-1 0,0 1 0,-1 0 0,1 0 0,0 0 0,0 0 0,0 0 0,-1 0 0,1 0 0,0 0 0,0 0 0,-1 0 0,1 0 0,0 0 0,0 0 0,0 0 0,-1 0 0,1 0 0,0 0 0,0 0 0,-1 0 0,1 0 0,0 0 0,0 0 0,0 0 0,-1 0 0,1 0 0,0 0 0,0 1 0,0-1 0,-1 0 0,1 0 0,0 0 0,0 0 0,0 0 0,0 1 0,0-1 0,-1 0 0,1 0 0,0 0 0,0 1 0,0-1 0,0 0 0,0 0 0,0 0 0,0 1 0,0-1 0,0 0 0,0 0 0,0 1 0,0-1 0,0 0 0,0 0 0,0 0 0,0 1 0,0-1 0,0 0 0,0 0 0,0 1 0,-2 15 0,4 1 0,1 0 0,1 1 0,1-1 0,0-1 0,1 1 0,1-1 0,11 20 0,16 21 0,-25-45 0,-1 1 0,0 0 0,-1 0 0,0 1 0,-1 0 0,-1 0 0,0 0 0,4 23 0,3 24 0,-7-41 0,-1 0 0,-1 1 0,-1 0 0,0 23 0,-2-39 0,-1 0 0,1-1 0,-1 1 0,0 0 0,0-1 0,0 1 0,-1 0 0,1-1 0,-1 0 0,0 1 0,-1-1 0,1 0 0,-1 0 0,1 0 0,-1 0 0,-1-1 0,1 1 0,0-1 0,-1 0 0,0 0 0,1 0 0,-1 0 0,-5 2 0,-9 2 0,-1-1 0,0 0 0,0-1 0,-1-1 0,1-1 0,-35 1 0,14-2 0,-70-4 0,108 2 0,0 0 0,0-1 0,-1 1 0,1-1 0,0 1 0,-1-1 0,1 0 0,0 0 0,0 0 0,0 0 0,0 0 0,0-1 0,0 1 0,0-1 0,1 1 0,-1-1 0,0 0 0,1 1 0,-3-5 0,2 2 0,0 0 0,0 0 0,1 0 0,-1 0 0,1 0 0,0-1 0,0 1 0,1 0 0,-1-1 0,1-4 0,1-4 0,-1 1 0,2-1 0,0 0 0,1 1 0,0 0 0,7-20 0,-7 27 0,0 0 0,0 0 0,0 1 0,1-1 0,0 1 0,0 0 0,0 0 0,0 0 0,6-4 0,22-22 0,-21 18 0,0 1 0,0 0 0,1 0 0,1 2 0,26-17 0,-20 14 0,33-28 0,-35 26 0,1 1 0,30-17 0,-28 18 0,0-1 0,19-16 0,36-45-1365,-64 64-5461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0:06.9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229 48 24575,'0'-2'0,"-1"0"0,1 0 0,-1 0 0,0 0 0,1 0 0,-1 0 0,0 0 0,0 1 0,0-1 0,0 0 0,0 1 0,-1-1 0,1 0 0,0 1 0,-1 0 0,1-1 0,-1 1 0,1 0 0,-1 0 0,0 0 0,0 0 0,1 0 0,-1 0 0,0 0 0,0 0 0,-3 0 0,0-1 0,0 1 0,0 0 0,0-1 0,-1 2 0,1-1 0,-1 1 0,1-1 0,-9 2 0,7 1 0,0 0 0,1 0 0,0 1 0,-1 0 0,1 0 0,0 0 0,0 1 0,1 0 0,-1 0 0,1 0 0,0 1 0,0 0 0,-5 6 0,5-5 0,0 0 0,0 1 0,1-1 0,0 1 0,0 0 0,0 0 0,1 0 0,0 1 0,1-1 0,0 1 0,-2 8 0,2-5 0,1-1 0,1 0 0,0 1 0,0-1 0,3 14 0,-3-21 0,1-1 0,-1 1 0,1-1 0,0 1 0,0-1 0,0 0 0,0 1 0,1-1 0,-1 0 0,1 0 0,-1 0 0,1 0 0,0 0 0,-1 0 0,1-1 0,0 1 0,0-1 0,0 1 0,1-1 0,-1 0 0,0 1 0,0-1 0,1 0 0,-1-1 0,1 1 0,-1 0 0,3 0 0,14 2 0,0-1 0,1-1 0,-1-1 0,0-1 0,0 0 0,0-1 0,19-5 0,-34 6 0,0-1 0,0 1 0,0-1 0,0 1 0,0-1 0,0 0 0,0-1 0,-1 1 0,1 0 0,-1-1 0,0 0 0,0 0 0,0 0 0,0 0 0,0-1 0,-1 1 0,1-1 0,1-3 0,-1-1 0,0 1 0,-1 0 0,0-1 0,0 1 0,0-1 0,-1 1 0,-1-1 0,1-15 0,-1 23 0,0 0 0,0 0 0,0 0 0,0 0 0,0 0 0,0 0 0,0 0 0,0 1 0,0-1 0,1 0 0,-1 0 0,0 0 0,0 0 0,0 0 0,0 0 0,0 0 0,0 0 0,0 0 0,0 0 0,0 0 0,1 0 0,-1 0 0,0 0 0,0 0 0,0 0 0,0 0 0,0 0 0,0 0 0,0 0 0,0-1 0,0 1 0,0 0 0,1 0 0,-1 0 0,0 0 0,0 0 0,0 0 0,0 0 0,0 0 0,0 0 0,0 0 0,0 0 0,0 0 0,0 0 0,0 0 0,0-1 0,0 1 0,0 0 0,0 0 0,0 0 0,0 0 0,0 0 0,0 0 0,0 0 0,0 0 0,0 0 0,0-1 0,0 1 0,0 0 0,0 0 0,0 0 0,0 0 0,0 0 0,0 0 0,0 0 0,8 10 0,7 17 0,-4 2 0,-9-21 0,1 0 0,0-1 0,0 1 0,1-1 0,0 0 0,0 0 0,1 0 0,0 0 0,0-1 0,7 6 0,19 19 0,-16-15 0,29 23 0,-39-35 0,-1-1 0,0 0 0,1-1 0,0 1 0,0-1 0,0 0 0,0 0 0,0 0 0,0-1 0,0 1 0,0-2 0,7 2 0,-10-2 0,0 0 0,0 0 0,1-1 0,-1 1 0,0 0 0,0-1 0,0 0 0,0 1 0,1-1 0,-1 0 0,0 0 0,0 0 0,-1 0 0,1 0 0,0-1 0,0 1 0,0-1 0,-1 1 0,1-1 0,-1 0 0,1 1 0,-1-1 0,0 0 0,0 0 0,2-4 0,1-4 0,0 0 0,-1-1 0,0 1 0,2-15 0,6-21 0,-9 44 0,-1 0 0,0-1 0,1 1 0,-1 0 0,1 1 0,0-1 0,-1 0 0,1 0 0,0 1 0,0-1 0,0 1 0,0-1 0,1 1 0,-1 0 0,0 0 0,0 0 0,1 0 0,2 0 0,51-8 0,-19 5 0,36-3 0,-42-6 0,-28 11 0,-1 0 0,1 1 0,0-1 0,-1 1 0,1 0 0,0 0 0,0 0 0,0 0 0,0 1 0,0-1 0,0 1 0,0 0 0,0 0 0,0 0 0,0 0 0,3 1 0,-2-1 0,-1 1 0,0 0 0,0 0 0,0 0 0,0 1 0,-1-1 0,1 1 0,0-1 0,0 1 0,-1 0 0,1 0 0,-1 0 0,0 0 0,0 1 0,3 2 0,1 4 0,-1-1 0,0 1 0,5 13 0,-4-11 0,-6-11 0,0 0 0,0 1 0,0-1 0,0 0 0,0 0 0,1 0 0,-1 1 0,0-1 0,0 0 0,0 0 0,1 0 0,-1 0 0,0 1 0,0-1 0,1 0 0,-1 0 0,0 0 0,0 0 0,1 0 0,-1 0 0,0 0 0,0 0 0,1 0 0,-1 0 0,0 0 0,0 0 0,1 0 0,-1 0 0,0 0 0,0 0 0,1 0 0,-1 0 0,0 0 0,0 0 0,1-1 0,-1 1 0,0 0 0,0 0 0,1 0 0,-1 0 0,0-1 0,0 1 0,0 0 0,0 0 0,1 0 0,-1-1 0,0 1 0,0 0 0,0 0 0,0 0 0,0-1 0,0 1 0,1 0 0,-1 0 0,0-1 0,0 1 0,0 0 0,0 0 0,0-1 0,0 1 0,8-18 0,-8 17 0,4-6 0,0 0 0,0 0 0,0 0 0,1 0 0,0 1 0,0 0 0,1 0 0,0 0 0,0 0 0,0 1 0,1 0 0,0 1 0,9-6 0,-7 5 0,0 1 0,0 0 0,1 0 0,-1 0 0,1 2 0,0-1 0,-1 1 0,1 0 0,0 1 0,17 0 0,-25 1 0,0 0 0,0 1 0,1-1 0,-1 0 0,0 1 0,0 0 0,0-1 0,0 1 0,0 0 0,0 0 0,0 0 0,0 0 0,0 1 0,0-1 0,0 0 0,-1 1 0,1-1 0,0 1 0,-1 0 0,3 3 0,-2-2 0,-1 1 0,1-1 0,-1 1 0,0 0 0,1 0 0,-2 0 0,1-1 0,0 1 0,-1 0 0,0 0 0,0 4 0,0 3 0,-1-1 0,-1 1 0,0-1 0,0 1 0,-1-1 0,-1 0 0,1 0 0,-7 10 0,-3 3 0,-1-1 0,-1-1 0,-1-1 0,-1 0 0,-1-1 0,0-1 0,-2-1 0,-23 17 0,-3 2 41,29-22-510,0 0 1,-22 11-1,25-18-6357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0:07.1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24575,'0'0'-8191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0:17.0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415 1 24575,'-6'0'0,"1"0"0,0 0 0,0 0 0,0 1 0,-1 0 0,1 0 0,0 1 0,0-1 0,0 1 0,1 0 0,-7 3 0,9-3 0,-1 0 0,1 1 0,-1-1 0,1 0 0,0 1 0,-1 0 0,1-1 0,0 1 0,1 0 0,-1 0 0,1 0 0,-1 0 0,1 1 0,0-1 0,0 0 0,0 0 0,1 1 0,-1 3 0,-8 48 0,2-18 0,-3 72 0,10-101 0,-1 28 0,2 0 0,1 0 0,12 58 0,-13-92 0,-1 0 0,1 0 0,-1 0 0,1 0 0,-1 0 0,0 0 0,0 0 0,0 0 0,0 0 0,0 0 0,0 1 0,-1-1 0,1 0 0,-1 0 0,1 0 0,-1 0 0,0 0 0,0-1 0,1 1 0,-2 0 0,1 0 0,0 0 0,-2 2 0,0-2 0,-1 0 0,1 0 0,0 0 0,0-1 0,-1 0 0,1 1 0,-1-1 0,1 0 0,-1 0 0,1-1 0,-1 1 0,0-1 0,-3 0 0,-145-1 0,59-1 0,96 7 0,0 0 0,0 0 0,1 0 0,-1 0 0,8 6 0,-2 1 0,-3-3 0,-1 1 0,0-1 0,-1 1 0,0 0 0,0 0 0,-1 0 0,0 0 0,1 16 0,14 42 0,28 61 0,-43-120 0,1 0 0,0-1 0,0 0 0,1 0 0,0 0 0,12 15 0,-14-19 0,1 1 0,1-1 0,-1 1 0,1-1 0,-1 0 0,1-1 0,0 1 0,0-1 0,1 0 0,-1 0 0,10 3 0,-9-5 0,0 1 0,1-1 0,-1 0 0,1-1 0,-1 0 0,1 0 0,-1 0 0,1 0 0,-1-1 0,10-3 0,-12 3 0,0-1 0,0 0 0,0 0 0,0 0 0,0 0 0,-1-1 0,0 1 0,1-1 0,-1 0 0,0 0 0,0 0 0,0 0 0,-1-1 0,1 1 0,-1-1 0,4-6 0,39-70-1365,-39 65-5461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0:18.1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25 24575,'8'0'0,"0"-1"0,0 0 0,0-1 0,14-5 0,23-4 0,-35 10 0,0 0 0,1 0 0,-1 1 0,0 1 0,1-1 0,19 5 0,-27-4 0,0 1 0,1-1 0,-1 0 0,0 1 0,0 0 0,0 0 0,0 0 0,-1 0 0,1 0 0,0 1 0,-1-1 0,0 1 0,1-1 0,-1 1 0,0 0 0,0 0 0,-1 0 0,1 0 0,-1 0 0,1 0 0,-1 1 0,0-1 0,0 0 0,0 5 0,3 17 0,-2 1 0,-1 0 0,0-1 0,-7 51 0,5-69 0,0 0 0,0-1 0,-1 1 0,0 0 0,0 0 0,0-1 0,-7 13 0,7-17 0,0 1 0,0 0 0,0-1 0,0 0 0,0 1 0,-1-1 0,1 0 0,-1 0 0,1 0 0,-1-1 0,0 1 0,0-1 0,0 1 0,0-1 0,0 0 0,0 0 0,0 0 0,0-1 0,-3 1 0,0 0 0,0 0 0,1 0 0,-1 0 0,1 1 0,-1 0 0,1 0 0,0 0 0,0 0 0,0 1 0,0 0 0,-7 5 0,9-5 0,0 1 0,0-1 0,0 0 0,1 1 0,0 0 0,0 0 0,0-1 0,0 1 0,0 0 0,1 0 0,-1 1 0,1-1 0,0 0 0,1 0 0,-1 9 0,-1 1 0,1 1 0,1-1 0,0 0 0,1 0 0,1 0 0,0 0 0,1 0 0,0 0 0,1-1 0,1 1 0,0-1 0,1 0 0,11 19 0,-7-14 0,14 34 0,5 11 0,-26-57 0,0 0 0,-1 0 0,0 1 0,0-1 0,0 0 0,-1 1 0,1-1 0,-2 1 0,1 0 0,-1-1 0,0 11 0,0-14 0,-1 0 0,1 0 0,-1 0 0,0 0 0,1 0 0,-1 0 0,0 0 0,-1 0 0,1-1 0,0 1 0,-1 0 0,0-1 0,1 1 0,-1-1 0,0 0 0,0 0 0,0 1 0,-1-1 0,1-1 0,-1 1 0,1 0 0,-1 0 0,1-1 0,-1 0 0,0 1 0,0-1 0,-3 1 0,-6 0 0,0-1 0,0 1 0,0-2 0,0 0 0,-15-1 0,17-1 0,0 2 0,0 0 0,0 0 0,0 0 0,0 1 0,0 1 0,0 0 0,-11 4 0,18-5-45,0 1 0,0 0-1,0 0 1,0 0 0,0 1 0,0-1-1,1 1 1,0-1 0,-1 1 0,-2 5-1,0-3-821,-4 7-5959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0:19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24575,'0'0'-8191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0:19.2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24575,'0'0'-8191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0:19.4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24575,'0'5'0,"0"5"0,0 5 0,0 5 0,0 2 0,0 3 0,0-4-8191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08.7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21 24575,'-5'0'0,"0"-4"0,-5-2 0,-4 1 0,-4 0 0,0 7 0,5 5 0,7 3 0,10 0 0,4-7 0,5-4 0,0-5 0,-2-7 0,-3 0-8191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14.9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230 1 24575,'-5'0'0,"-13"-1"0,0 1 0,0 1 0,0 1 0,0 1 0,-18 4 0,31-5 0,-1 0 0,2 0 0,-1 0 0,0 1 0,0 0 0,1-1 0,-1 2 0,1-1 0,0 0 0,0 1 0,0 0 0,1 0 0,-1 0 0,1 1 0,0-1 0,0 1 0,0-1 0,1 1 0,0 0 0,0 0 0,-2 8 0,0 1 0,1 0 0,0 1 0,1 0 0,0 20 0,2-30 0,0 1 0,0 0 0,0-1 0,1 1 0,0 0 0,0-1 0,0 1 0,1-1 0,0 0 0,0 1 0,0-1 0,1 0 0,-1 0 0,6 6 0,-5-9 0,0 1 0,0-1 0,0 0 0,1 0 0,-1 0 0,1 0 0,-1 0 0,1-1 0,0 0 0,-1 0 0,1 0 0,0 0 0,0 0 0,5-1 0,62-1 0,-46 0 0,-5 0 0,-4 1 0,-1 0 0,29-6 0,-39 5 0,0-1 0,0 0 0,0 1 0,0-1 0,-1-1 0,1 1 0,-1-1 0,1 0 0,-1 0 0,0 0 0,0 0 0,5-7 0,-1 1 0,7-7 0,-1-1 0,-1-1 0,12-19 0,-22 32 0,-1 1 0,1-1 0,-1 1 0,0-1 0,0 0 0,-1 0 0,0 0 0,0 0 0,0 0 0,0-1 0,-1 1 0,0 0 0,0 0 0,0 0 0,0 0 0,-1-1 0,0 1 0,-3-9 0,3 11 0,-1 0 0,1 0 0,-1 0 0,0 1 0,0-1 0,0 0 0,0 1 0,0-1 0,0 1 0,-1-1 0,1 1 0,-1 0 0,0 0 0,0 0 0,0 1 0,0-1 0,0 1 0,0 0 0,-4-2 0,6 3 0,-1 0 0,1 0 0,-1-1 0,0 1 0,1 0 0,-1 1 0,0-1 0,1 0 0,-1 0 0,0 1 0,1-1 0,-1 1 0,1-1 0,-1 1 0,1 0 0,-1 0 0,1 0 0,0 0 0,-1 0 0,1 0 0,0 0 0,0 0 0,-1 0 0,1 0 0,0 1 0,0-1 0,0 0 0,1 1 0,-1-1 0,0 1 0,0-1 0,1 1 0,-1-1 0,1 1 0,0 0 0,-1-1 0,1 1 0,0-1 0,0 3 0,-3 11 0,1 0 0,1 0 0,0 0 0,1 1 0,0-1 0,3 15 0,-2-24 0,0 0 0,0 0 0,1 0 0,0-1 0,0 1 0,0-1 0,1 1 0,-1-1 0,1 0 0,0 0 0,1 0 0,-1-1 0,1 1 0,0-1 0,0 1 0,1-1 0,-1-1 0,7 5 0,0-2 0,0 0 0,0-2 0,1 1 0,0-1 0,-1-1 0,19 3 0,-24-5 0,-1 0 0,0-1 0,0 1 0,0-1 0,1 0 0,-1-1 0,0 1 0,0-1 0,0 0 0,0 0 0,0-1 0,0 1 0,0-1 0,0 0 0,-1-1 0,1 1 0,7-7 0,-9 7 0,-1-1 0,1 0 0,-1-1 0,0 1 0,0 0 0,-1-1 0,1 1 0,-1-1 0,1 1 0,-1-1 0,0 1 0,-1-1 0,1 0 0,0-5 0,-2-52 0,1 60 0,-1-4 0,-1 8 0,2 0 0,1-8 0,0 3 0,0 0 0,-1 1 0,2-1 0,-1 0 0,0 1 0,0-1 0,0 1 0,1-1 0,-1 1 0,1 0 0,-1-1 0,1 1 0,-1 0 0,1 0 0,0 0 0,-1 0 0,1 1 0,0-1 0,0 0 0,0 1 0,0-1 0,3 0 0,48-4 0,-48 4 0,10 1 0,-1-1 0,0 2 0,1-1 0,-1 2 0,20 4 0,-30-5 0,0 1 0,0-1 0,0 1 0,0 0 0,0 0 0,0 0 0,-1 0 0,1 0 0,-1 1 0,0 0 0,0 0 0,0 0 0,0 0 0,0 0 0,0 0 0,-1 1 0,0-1 0,1 1 0,-1 0 0,-1 0 0,1 0 0,1 5 0,-2-5-81,3 7 260,-4-20-943,-1 3 65,1-9-6127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15.1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 1 24575,'0'400'0,"-4"-360"120,3-38-203,0 0 1,1 0-1,-1 0 1,0 0-1,0 0 1,0 0-1,0-1 1,-1 1-1,1-1 1,0 1-1,-1-1 1,1 1-1,-1-1 1,0 0-1,1 1 1,-1-1-1,-2 1 1,-12 4-6744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16.1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 24575,'45'-2'0,"-32"0"0,0 1 0,-1 1 0,1 0 0,0 1 0,0 0 0,-1 1 0,1 0 0,-1 1 0,19 7 0,-22-6 0,-4-2 0,1 1 0,-1-1 0,0 1 0,0 0 0,0 1 0,0-1 0,0 1 0,-1 0 0,1 0 0,-1 1 0,0-1 0,0 1 0,5 10 0,13 16 0,-18-26 0,-1-1 0,1 1 0,-1 0 0,0 0 0,0 0 0,-1 0 0,3 7 0,21 75 0,-36-134 0,-2-24 0,11 63 0,0 1 0,1 0 0,0 0 0,1-1 0,0 1 0,0 0 0,3-13 0,-3 19 0,0-1 0,0 0 0,-1 1 0,1-1 0,0 1 0,0-1 0,1 1 0,-1-1 0,0 1 0,0 0 0,1-1 0,-1 1 0,0 0 0,1 0 0,0 0 0,-1 0 0,1 0 0,-1 1 0,1-1 0,0 0 0,0 1 0,-1-1 0,1 1 0,0 0 0,0 0 0,0-1 0,-1 1 0,1 0 0,0 0 0,0 1 0,0-1 0,2 1 0,0 0 0,1 0 0,-1 0 0,0 1 0,1-1 0,-1 1 0,0 0 0,0 0 0,0 1 0,-1-1 0,1 1 0,-1 0 0,4 4 0,-5-5 0,0 1 0,1-1 0,-1 1 0,0-1 0,1 0 0,-1 1 0,1-1 0,-1 0 0,1-1 0,0 1 0,0 0 0,0-1 0,0 0 0,0 0 0,1 0 0,-1 0 0,0 0 0,0-1 0,1 1 0,-1-1 0,0 0 0,5 0 0,-7 2 0,0-1 0,-1 1 0,0 0 0,1-1 0,-1 1 0,0 0 0,0 0 0,0-1 0,0 1 0,0 0 0,0-1 0,0 1 0,0 0 0,-1 2 0,0 2 0,1 0 0,1 0 0,0 0 0,1 0 0,-1-1 0,1 1 0,0 0 0,0-1 0,1 1 0,-1-1 0,1 0 0,1 0 0,-1 0 0,1 0 0,-1-1 0,1 0 0,1 1 0,-1-1 0,1 0 0,-1-1 0,1 1 0,0-1 0,7 3 0,-11-6 0,0 1 0,0-1 0,0 0 0,0 1 0,0-1 0,1 0 0,-1 0 0,0 0 0,0 0 0,0 0 0,0 0 0,1 0 0,-1 0 0,0-1 0,0 1 0,0 0 0,0-1 0,0 1 0,0-1 0,0 1 0,1-1 0,-1 1 0,-1-1 0,1 0 0,0 1 0,0-1 0,0 0 0,0 0 0,0 0 0,-1 0 0,1 0 0,0 0 0,-1 0 0,1 0 0,-1 0 0,1 0 0,-1 0 0,0 0 0,1 0 0,-1-1 0,0 1 0,0 0 0,0 0 0,1 0 0,-2-2 0,2-3 0,0 0 0,-1-1 0,-1 1 0,1 0 0,-1 0 0,0 0 0,-2-8 0,-9-14 0,7 19 0,0 0 0,1-1 0,-5-19 0,9 27 0,-1 1 0,1 0 0,0-1 0,-1 1 0,1 0 0,0-1 0,0 1 0,0 0 0,0-1 0,0 1 0,1-1 0,-1 1 0,0 0 0,1-1 0,-1 1 0,1 0 0,-1 0 0,1-1 0,-1 1 0,1 0 0,0 0 0,0 0 0,0 0 0,0 0 0,-1 0 0,1 0 0,0 0 0,1 0 0,-1 0 0,0 1 0,0-1 0,0 0 0,0 1 0,1-1 0,1 0 0,-1 0 0,0 1 0,1 0 0,0-1 0,-1 1 0,1 0 0,-1 0 0,1 0 0,-1 1 0,1-1 0,-1 0 0,1 1 0,-1 0 0,0 0 0,1-1 0,-1 1 0,0 1 0,1-1 0,-1 0 0,0 1 0,0-1 0,0 1 0,0-1 0,0 1 0,-1 0 0,1 0 0,0 0 0,-1 0 0,1 0 0,-1 0 0,0 0 0,2 3 0,4 10 0,0 0 0,0 1 0,7 25 0,-10-27 0,8 38-1365,-10-43-5461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16.3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 24575,'0'-4'0,"0"3"0,4 1 0,2 5 0,4 2 0,4-1 0,0 4 0,-2 3 0,0 0 0,3 3 0,-1 1 0,-3 4 0,1-3 0,2-4 0,4-1 0,-2 3 0,1-2 0,-2-4-8191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16.6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179 5 24575,'-39'-2'0,"27"1"0,0 0 0,0 1 0,0 0 0,0 1 0,0 0 0,-19 6 0,28-6 0,1 0 0,0 0 0,0 0 0,-1 1 0,1-1 0,0 1 0,1-1 0,-1 1 0,0 0 0,0 0 0,1 0 0,-1 0 0,1 0 0,-1 0 0,1 0 0,0 0 0,0 0 0,0 1 0,0-1 0,0 1 0,1-1 0,-1 0 0,1 1 0,0-1 0,-1 1 0,1-1 0,0 1 0,0 0 0,1 3 0,0-1 0,-1-1 0,1 1 0,0-1 0,1 1 0,-1-1 0,1 0 0,0 1 0,0-1 0,0 0 0,0 0 0,1 0 0,-1-1 0,1 1 0,0-1 0,5 5 0,-2-4-72,-1 1 1,1-2-1,0 1 0,0-1 0,1 0 0,-1 0 0,1-1 0,0 1 1,-1-1-1,1-1 0,0 0 0,0 0 0,0 0 0,0-1 0,0 0 1,0 0-1,0 0 0,12-3 0,-3-3-6754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16.8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97 1 24575,'1'105'0,"-3"114"0,0-207 20,0-1 0,0 0 0,-1 0 0,0 0 0,-9 17 0,11-23-113,-1-1 0,-1 0 1,1 1-1,-1-1 0,1 0 0,-1 0 0,0-1 0,-1 1 1,1-1-1,-1 1 0,1-1 0,-1 0 0,0 0 1,0-1-1,-6 3 0,-7 0-6733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0:12.1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24575,'4'0'0,"2"0"-8191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0:12.4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24575,'0'0'-8191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0:12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 24575,'0'-5'0,"0"0"-8191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0:13.8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241 1 24575,'-4'0'0,"-3"-1"0,0 1 0,-1 1 0,1-1 0,0 1 0,0 0 0,-8 3 0,12-3 0,1 0 0,0 1 0,-1-1 0,1 1 0,0-1 0,-1 1 0,1 0 0,0 0 0,0 0 0,1 0 0,-1 0 0,0 1 0,1-1 0,-1 0 0,1 1 0,0 0 0,0-1 0,-2 5 0,-4 15 0,1-1 0,1 1 0,1 0 0,-3 42 0,8 93 0,1-64 0,-1-47 0,-3 57 0,2-101 0,0 0 0,-1 1 0,1-1 0,-1 0 0,1 0 0,-1 1 0,0-1 0,0 0 0,0 0 0,0 0 0,0 0 0,-1 0 0,1 0 0,-1 0 0,1-1 0,-1 1 0,0 0 0,1-1 0,-1 1 0,0-1 0,0 0 0,0 0 0,0 1 0,0-1 0,0-1 0,0 1 0,-4 1 0,-3 0 0,1-1 0,-1 0 0,1 0 0,-1-1 0,1 0 0,-10-1 0,18 1 0,0 0 0,0 0 0,-1 0 0,1 0 0,0 0 0,0 0 0,0 0 0,0 0 0,-1 0 0,1 0 0,0 0 0,0 0 0,0 0 0,0 0 0,0 0 0,-1 0 0,1 0 0,0 0 0,0 1 0,0-1 0,0 0 0,0 0 0,-1 0 0,1 0 0,0 0 0,0 0 0,0 0 0,0 1 0,0-1 0,0 0 0,0 0 0,0 0 0,-1 0 0,1 0 0,0 1 0,0-1 0,0 0 0,0 0 0,0 0 0,0 0 0,0 1 0,0-1 0,0 0 0,0 0 0,0 0 0,0 0 0,0 1 0,0-1 0,0 0 0,0 0 0,0 0 0,1 0 0,-1 0 0,0 1 0,0-1 0,9 15 0,13 12 0,-18-23 0,0 1 0,0 0 0,-1 0 0,0 0 0,0 1 0,0-1 0,-1 1 0,0 0 0,0-1 0,0 1 0,1 11 0,-1 3 0,-1 0 0,-1 26 0,-1-33 0,0-1 0,1 0 0,0 1 0,1-1 0,1 0 0,0 1 0,1-1 0,7 21 0,2-5 0,-11-23 0,1 0 0,0 0 0,0 0 0,0-1 0,1 1 0,-1-1 0,1 1 0,0-1 0,1 0 0,-1 0 0,1 0 0,-1 0 0,1-1 0,0 0 0,1 1 0,-1-2 0,0 1 0,1 0 0,5 1 0,-2 0 0,0-1 0,0-1 0,0 1 0,1-2 0,-1 1 0,1-1 0,0 0 0,-1-1 0,1 0 0,0 0 0,-1-1 0,1 0 0,-1-1 0,1 1 0,9-5 0,-6 1 0,0-1 0,0 0 0,-1-1 0,1 0 0,-2-1 0,1 0 0,-1-1 0,0 0 0,9-12 0,10-11-44,-13 13-616,38-34-1,-41 43-6165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0:14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167 152 24575,'1'-1'0,"0"1"0,0-1 0,1 1 0,-1-1 0,0 0 0,0 0 0,0 1 0,0-1 0,0 0 0,0 0 0,0 0 0,0 0 0,-1 0 0,1-1 0,0 1 0,-1 0 0,1 0 0,0 0 0,-1-1 0,1 1 0,-1 0 0,0-1 0,0 1 0,1 0 0,-1-1 0,0 1 0,0-2 0,3-38 0,-3 39 0,-1-1 0,1 0 0,-1 0 0,0 1 0,0-1 0,0 0 0,0 1 0,-1-1 0,1 1 0,-1-1 0,1 1 0,-1 0 0,0 0 0,0 0 0,0 0 0,0 0 0,0 0 0,-1 0 0,1 1 0,0-1 0,-1 1 0,1-1 0,-1 1 0,0 0 0,1 0 0,-6-1 0,-8-3 0,-2 1 0,1 1 0,-21-2 0,27 4 0,-20-4 0,24 4 0,23 3 0,-8 0 0,-1 0 0,1 1 0,-1 0 0,1 0 0,-1 0 0,0 1 0,0 0 0,-1 0 0,1 1 0,-1 0 0,0 0 0,8 9 0,6 7 0,-1 1 0,16 25 0,-30-39 0,-1 0 0,0 0 0,0 0 0,-1 0 0,0 1 0,0-1 0,-1 1 0,0 0 0,-1 0 0,1 10 0,0 15 0,-5 47 0,0-21 0,3-42 0,1-7 0,-1 0 0,-1 0 0,0 0 0,0 0 0,-6 20 0,6-29 0,0 1 0,0 0 0,-1 0 0,1-1 0,-1 1 0,0 0 0,0-1 0,0 0 0,0 1 0,0-1 0,0 0 0,-1 0 0,1 0 0,-1-1 0,0 1 0,1-1 0,-1 1 0,0-1 0,0 0 0,0 0 0,0 0 0,0 0 0,0 0 0,0-1 0,-5 1 0,3-1 0,0 0 0,1 1 0,-1 0 0,0 0 0,1 0 0,-1 1 0,1-1 0,0 1 0,-1 0 0,-5 4 0,8-4 0,0 0 0,0 0 0,0 0 0,0 1 0,1-1 0,-1 1 0,1-1 0,-1 1 0,1 0 0,0 0 0,0-1 0,0 1 0,0 0 0,1 0 0,-1 0 0,1 0 0,-1 6 0,0 15 0,1 1 0,2 0 0,0-1 0,1 1 0,1-1 0,2 1 0,0-2 0,2 1 0,0-1 0,16 29 0,-22-49 0,0 1 0,-1 1 0,1-1 0,-1 0 0,0 0 0,0 1 0,0-1 0,-1 0 0,1 1 0,-1-1 0,0 0 0,0 1 0,-1-1 0,1 1 0,-3 6 0,2-9 0,0 1 0,0-1 0,-1 0 0,1 0 0,-1 0 0,1 0 0,-1 0 0,0 0 0,0-1 0,0 1 0,0 0 0,0-1 0,0 0 0,0 1 0,0-1 0,-1 0 0,1 0 0,0 0 0,-1-1 0,1 1 0,-1 0 0,1-1 0,-1 0 0,1 1 0,-1-1 0,1 0 0,-6-1 0,5 1-114,1 0 1,-1 0-1,1-1 0,-1 1 0,1-1 1,-1 1-1,1-1 0,-1 0 0,1 0 1,0 0-1,-3-2 0,-2-3-6712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0:16.1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24575,'4'0'0,"2"4"0,-1 6 0,4 1 0,4-1 0,4-3 0,0-2-8191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19.7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24575,'5'0'0,"5"0"0,5 0 0,5 0 0,-2 0-8191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20.0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24575,'4'0'0,"6"0"0,5 0 0,4 0 0,4 0 0,1 0 0,2 0 0,0 0 0,0 0 0,-4 0-8191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20.3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24575,'4'0'0,"2"0"-8191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25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97 24575,'0'-4'0,"0"-5"0,0-7 0,4 1 0,2-2 0,-1-3 0,0 8 0,-2 8 0,-1 11 0,-1 7 0,3 2 0,2 2 0,-1 3 0,-1 1 0,-1 2 0,-1 1 0,3-4 0,1-6-8191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25.2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1 24575,'5'0'0,"0"4"0,0 6 0,-4 1 0,-4 3 0,-5-1 0,0 2 0,-5-2 0,-3-3 0,-3-4 0,1 3 0,0-2 0,2 3 0,1 0 0,-3-2 0,3 1 0,4 5 0,3-1-8191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25.9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0 24575,'1'1'0,"0"-1"0,-1 0 0,1 0 0,0 0 0,-1 1 0,1-1 0,0 0 0,-1 1 0,1-1 0,0 0 0,-1 1 0,1-1 0,-1 1 0,1-1 0,-1 1 0,1-1 0,-1 1 0,1-1 0,-1 1 0,0 0 0,1-1 0,-1 1 0,0 0 0,0-1 0,1 2 0,4 27 0,-4-25 0,-1 1 0,0-1 0,-1 0 0,1 1 0,-1-1 0,1 0 0,-1 0 0,-1 1 0,1-1 0,-1 0 0,1 0 0,-4 5 0,-23 13 0,-2 1 0,29-22 0,0 1 0,0-1 0,0 0 0,0 0 0,0 0 0,0 1 0,1-1 0,-1 0 0,0 1 0,0-1 0,1 1 0,-1-1 0,1 1 0,0-1 0,-1 1 0,1-1 0,0 1 0,0 1 0,0-2 4,0 0 1,1 1-1,-1-1 0,0 0 0,1 0 1,-1-1-1,1 1 0,0 0 0,-1 0 1,1 0-1,-1 0 0,1 0 0,0 0 1,0-1-1,0 1 0,-1 0 0,1-1 1,0 1-1,0-1 0,0 1 0,0-1 1,0 1-1,0-1 0,0 0 0,0 1 1,0-1-1,2 0 0,29 1-1488,-17-5-5342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26.1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0 24575,'4'0'0,"2"5"0,3 1 0,1 3 0,-1 6 0,-3 3 0,-6-1 0,-3 1 0,-2 1 0,-3-2 0,-5-4 0,-1 0 0,3 2 0,-1-1 0,1 0 0,3-1-8191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27.0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0 24575,'2'98'0,"-5"105"0,0-157 0,2 0 0,7 59 0,-5-94 0,1 1 0,1-1 0,6 20 0,-8-28 0,0 0 0,0 0 0,0-1 0,1 1 0,-1 0 0,1 0 0,0-1 0,-1 1 0,1-1 0,0 1 0,0-1 0,1 0 0,-1 0 0,0 1 0,1-2 0,0 1 0,-1 0 0,5 1 0,-5-2 6,0-1 0,1 0 0,-1-1 0,0 1 0,0 0 0,0-1 0,1 1 0,-1-1 0,0 1 0,0-1 0,0 0 0,0 0 0,0 0 0,0 0 0,0 0 0,-1-1 0,1 1 0,0-1 0,1-1 0,30-33-1491,-24 23-5341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27.8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24575,'1'-1'0,"-1"0"0,0 1 0,0-1 0,1 0 0,-1 0 0,0 0 0,1 0 0,-1 0 0,1 1 0,-1-1 0,1 0 0,-1 0 0,1 1 0,-1-1 0,1 0 0,0 1 0,0-1 0,-1 1 0,1-1 0,0 1 0,0-1 0,0 1 0,-1-1 0,1 1 0,0 0 0,0 0 0,0-1 0,0 1 0,0 0 0,0 0 0,0 0 0,0 0 0,-1 0 0,1 0 0,0 0 0,2 0 0,0 0 0,0 1 0,0-1 0,0 0 0,1 1 0,-1 0 0,0 0 0,0 0 0,0 0 0,4 2 0,-3 0 0,-1 0 0,1 1 0,-1-1 0,0 1 0,0 0 0,0 0 0,-1 0 0,1 0 0,-1 0 0,0 0 0,0 1 0,-1-1 0,1 1 0,-1 0 0,0-1 0,0 1 0,0 6 0,1 12 0,-1 0 0,-3 31 0,0-25 0,0 11 0,0-25 0,1 0 0,1 1 0,0-1 0,1 0 0,1 1 0,4 18 0,-3-29 0,1 0 0,-1 0 0,1 0 0,0 0 0,0-1 0,0 1 0,0-1 0,10 6 0,3 5 0,10 9 0,30 32 0,-52-50 0,0-1 0,-1 1 0,0 0 0,0 0 0,0 1 0,-1-1 0,0 1 0,3 9 0,-6-15 0,1 1 0,-1 0 0,0-1 0,0 1 0,0 0 0,0 0 0,0-1 0,0 1 0,0 0 0,-1-1 0,1 1 0,-1 0 0,1-1 0,-1 1 0,1-1 0,-1 1 0,0-1 0,0 1 0,0-1 0,0 1 0,0-1 0,0 0 0,0 0 0,0 1 0,-1-1 0,1 0 0,0 0 0,-1 0 0,1 0 0,-1-1 0,1 1 0,-1 0 0,1-1 0,-1 1 0,0-1 0,1 1 0,-1-1 0,0 0 0,1 1 0,-1-1 0,0 0 0,1 0 0,-1 0 0,0-1 0,1 1 0,-3-1 0,3 1 3,0 0 1,1-1-1,-1 1 0,1-1 0,-1 1 0,1-1 0,0 1 0,-1-1 1,1 1-1,-1-1 0,1 1 0,0-1 0,-1 1 0,1-1 0,0 1 1,0-1-1,-1 0 0,1 1 0,0-1 0,0 0 0,0 1 0,0-1 0,0 0 1,0 1-1,0-1 0,0 0 0,0 1 0,0-1 0,0 1 0,0-1 1,1 0-1,-1 1 0,0-1 0,1-1 0,9-20-1478,-1 9-5351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28.4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24575,'0'4'0,"4"2"0,6-1 0,5-1 0,5-1 0,-2-5 0,-7-2 0,-11-1 0,-5 0-8191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29.5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24575,'4'0'0,"6"0"0,5 0 0,4 0 0,0 0-8191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29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24575,'5'0'0,"4"0"0,7 0 0,3 0 0,4 0 0,2 0 0,0 0 0,1 0 0,0 0 0,0 0 0,-5 0-8191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29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24575,'4'0'0,"5"0"0,7 0 0,3 0 0,4 0 0,2 0 0,-4 0-8191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31.3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24575,'0'-1'0,"1"0"0,0 0 0,-1-1 0,1 1 0,0 0 0,-1 0 0,1 0 0,0 0 0,0 0 0,0 0 0,0 0 0,0 0 0,0 1 0,0-1 0,0 0 0,0 1 0,1-1 0,-1 0 0,0 1 0,0-1 0,1 1 0,-1 0 0,0 0 0,0-1 0,1 1 0,-1 0 0,2 0 0,38-3 0,-39 3 0,0 0 0,0 0 0,0 0 0,0 0 0,0 1 0,0-1 0,0 1 0,0 0 0,0-1 0,0 1 0,0 0 0,0 0 0,-1 0 0,1 0 0,0 1 0,-1-1 0,1 0 0,0 1 0,-1-1 0,0 1 0,1-1 0,-1 1 0,0 0 0,0 0 0,1 2 0,1 3 0,0 1 0,-1 0 0,0 0 0,-1 0 0,1 11 0,-1-12 0,-1 0 0,1-1 0,0 1 0,1-1 0,0 1 0,0-1 0,0 0 0,5 9 0,-3-10 8,1 0-1,0 0 0,0 0 1,1-1-1,9 7 1,20 16-24,-33-25-77,0-1 0,-1 1 0,1 0 0,-1 0 0,1 0 0,-1 0 0,0 0 0,0 0 1,0 0-1,0 0 0,0 0 0,-1 1 0,1-1 0,0 4 0,-2 5-6733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31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1 24575,'0'4'0,"4"2"0,2 3 0,-1 5 0,0 5 0,-2 2 0,-6-1 0,-6-5 0,-1-1 0,-5-2 0,2 1 0,3-2-8191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32.4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1 24575,'-9'28'0,"-1"-4"0,8-8 0,1 0 0,1 25 0,1-29 0,-1-1 0,0 1 0,-1-1 0,0 1 0,-1-1 0,-3 15 0,-4-10 0,9-14 0,-1-1 0,0 0 0,0 0 0,0 1 0,1-1 0,-1 0 0,1 1 0,-1-1 0,1 1 0,0-1 0,-1 1 0,1-1 0,0 1 0,0-1 0,0 1 0,0-1 0,0 1 0,0-1 0,1 1 0,-1-1 0,0 1 0,1-1 0,-1 1 0,2 1 0,6 17 0,0 0 0,-1 0 0,-1 1 0,-2 0 0,0 0 0,0 0 0,-2 1 0,-1 37 0,-2-38 0,0-9 0,1 0 0,0 0 0,1 0 0,3 17 0,-3-27 0,-1 1 0,1 0 0,0-1 0,0 1 0,0-1 0,0 1 0,1-1 0,-1 1 0,1-1 0,-1 0 0,1 0 0,0 0 0,0 0 0,0 0 0,0 0 0,0 0 0,1-1 0,-1 1 0,0-1 0,1 0 0,-1 1 0,1-1 0,-1 0 0,5 0 0,0 1-85,0-1 0,0 0-1,0-1 1,0 0 0,0 0-1,0 0 1,0-1 0,0 0-1,0-1 1,0 1 0,0-1-1,-1-1 1,1 1 0,0-1-1,11-7 1,-5 0-6741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33.1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24575,'3'-1'0,"1"1"0,-1 0 0,0 0 0,0 1 0,1-1 0,-1 1 0,0 0 0,0-1 0,0 1 0,0 1 0,0-1 0,0 0 0,0 1 0,-1-1 0,1 1 0,3 3 0,-4-2 0,1 0 0,-1 0 0,0 0 0,0 0 0,-1 1 0,1-1 0,-1 1 0,0 0 0,0-1 0,0 1 0,0 0 0,0-1 0,-1 8 0,3 22 0,-2 0 0,-6 53 0,4-80 0,0 0 0,-1-1 0,1 1 0,-2-1 0,1 1 0,0-1 0,-1 0 0,-5 8 0,5-11 0,1 1 0,0 0 0,0 0 0,0 0 0,1 0 0,-1 0 0,1 0 0,-1 0 0,1 1 0,0-1 0,1 0 0,-1 1 0,0-1 0,1 1 0,0-1 0,0 1 0,0-1 0,0 1 0,0-1 0,1 1 0,0-1 0,-1 0 0,1 1 0,1-1 0,1 4 0,10 16 0,1-2 0,1 1 0,1-2 0,1 0 0,1-1 0,20 17 0,-36-33 11,1 0 0,-1-1 0,0 1 0,0 0 0,0 0 0,-1 1-1,1-1 1,-1 0 0,1 0 0,0 8 0,-1-10-56,-1 0 0,0 0 0,1 1 0,-1-1 0,0 0 0,0 0 0,0 1 0,0-1 0,0 0 0,-1 1 0,1-1 0,0 0 0,-1 0 0,1 1 0,0-1 0,-1 0 0,0 0 0,1 0 0,-1 0 0,0 0 0,1 0 0,-1 0 0,0 0 0,0 0 0,0 0 0,0 0 0,0 0 0,0 0 0,0-1 0,0 1 0,0 0 0,-2 0 0,-6 1-6781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33.4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 24575,'4'0'0,"2"-4"0,3-2 0,6 1 0,-1 0-8191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33.6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24575,'4'0'0,"6"0"0,5 0 0,5 0 0,2 0 0,3 0 0,1 0 0,-1 0 0,1 0 0,0 0 0,0 0 0,-1 0 0,-4 0-8191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1:34.3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24575,'4'0'0,"6"0"0,6 0 0,3 0 0,4 0 0,2 0 0,0 0 0,-3 4 0,-6 6 0,-6 5 0,-8 0 0,-5-6 0,-6-6 0,-6-2 0,5-2 0,7-1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2:39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 24575,'34'0'0,"2"1"0,0-1 0,0-3 0,57-10 0,-53 7 0,2 1 0,-1 2 0,0 2 0,42 4 0,9 0 0,355-3-1365,-425 0-5461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2:40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 0 24575,'-3'4'0,"0"-1"0,1 1 0,0 0 0,-1 0 0,1 0 0,1 0 0,-1 0 0,1 0 0,-1 0 0,1 0 0,1 1 0,-2 6 0,0 58 0,2-49 0,2 80 0,-4 76 0,-10-109 0,8-48 0,1-1 0,-2 28 0,3-5 0,-11 67 0,10-91-115,2-9 31,1 0 1,-2 0 0,1-1-1,-1 1 1,0-1 0,-1 1-1,0-1 1,0 0 0,-1 0 0,1 0-1,-2 0 1,1 0 0,-1-1-1,-6 7 1,-1-3-6743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2:41.2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1 128 24575,'0'-5'0,"0"1"0,1-1 0,0 0 0,0 1 0,0-1 0,1 0 0,-1 1 0,1 0 0,0-1 0,1 1 0,-1 0 0,1 0 0,-1 0 0,1 0 0,1 1 0,-1-1 0,0 1 0,1 0 0,-1-1 0,1 2 0,0-1 0,7-3 0,-1 1 0,-1 0 0,1 0 0,1 2 0,-1-1 0,1 1 0,-1 1 0,1 0 0,19-2 0,101 4 0,-113 1 0,0 1 0,-1 1 0,1 0 0,-1 2 0,22 7 0,-8 0 0,-4-1 0,42 21 0,-61-27 0,1 0 0,-1 1 0,-1 0 0,1 0 0,-1 1 0,-1-1 0,1 2 0,10 14 0,-10-11 0,-2 1 0,1 0 0,-1 0 0,-1 0 0,0 0 0,-1 0 0,0 1 0,-1 0 0,-1 0 0,0-1 0,0 1 0,-2 0 0,-1 16 0,1-77 0,0 31 0,0-1 0,2 1 0,3-26 0,-3 37 0,0 1 0,0-1 0,1 1 0,0-1 0,0 1 0,1 0 0,0-1 0,-1 1 0,2 1 0,-1-1 0,0 0 0,1 1 0,0-1 0,0 1 0,6-4 0,-4 3 0,0 1 0,1 0 0,-1 1 0,1-1 0,0 1 0,0 1 0,0-1 0,0 1 0,1 0 0,8 0 0,5 0 0,0 1 0,26 2 0,-25 0 0,0-1 0,24-2 0,-36-3 0,-14 0 0,-17-4 0,18 8 0,0 1 0,1-1 0,-1 1 0,0 0 0,0 0 0,0 0 0,1 1 0,-1-1 0,0 0 0,0 1 0,1 0 0,-1 0 0,0 0 0,1 0 0,-1 0 0,1 0 0,-1 1 0,1-1 0,0 1 0,0 0 0,-1-1 0,1 1 0,0 0 0,1 0 0,-1 1 0,0-1 0,0 0 0,-2 5 0,0 3 0,-1-1 0,2 1 0,-1 0 0,1 0 0,1 0 0,-3 19 0,4-26 0,1 0 0,-1-1 0,1 1 0,0 0 0,0 0 0,0-1 0,1 1 0,-1 0 0,1-1 0,-1 1 0,1 0 0,0-1 0,0 1 0,0-1 0,0 1 0,1-1 0,-1 0 0,1 1 0,-1-1 0,1 0 0,0 0 0,0 0 0,2 2 0,-1-2 0,0 0 0,0-1 0,1 1 0,-1-1 0,0 0 0,1 0 0,-1 0 0,0 0 0,1 0 0,-1-1 0,1 0 0,-1 0 0,1 0 0,0 0 0,-1 0 0,1-1 0,-1 1 0,4-2 0,-4 1 0,0 1 0,-1-1 0,1 0 0,0 0 0,-1 0 0,1 0 0,-1-1 0,1 1 0,-1-1 0,0 1 0,1-1 0,-1 0 0,0 0 0,0 0 0,0 0 0,0 0 0,-1-1 0,1 1 0,-1 0 0,3-4 0,-2-2 0,0 1 0,0 0 0,0-1 0,-1 0 0,1-13 0,4-25 0,-6 45 0,0 1 0,0-1 0,0 1 0,0-1 0,0 1 0,0-1 0,0 1 0,0-1 0,0 1 0,0-1 0,1 1 0,-1-1 0,0 1 0,0-1 0,1 1 0,-1-1 0,0 1 0,1-1 0,-1 1 0,0 0 0,1-1 0,-1 1 0,1 0 0,-1-1 0,1 1 0,0 0 0,4 11 0,0 24 0,-4-21 30,0 0 0,1 0 0,5 18 0,-6-29-108,-1 1 0,2-1 0,-1 0-1,0 1 1,1-1 0,-1 0 0,1 0 0,0 0 0,0-1-1,0 1 1,0 0 0,1-1 0,-1 1 0,1-1 0,0 0-1,-1 0 1,1 0 0,6 3 0,7 1-6748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2:41.4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24575,'4'0'0,"1"4"0,1 6 0,-2 5 0,-1 4 0,-1 4 0,-1 1 0,-1 2 0,0 0 0,0 0 0,0-4-8191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2:41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24575,'0'0'-8191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2:42.0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24575,'0'252'0,"0"-253"0,0-15 0,0 0 0,1 0 0,1 0 0,6-28 0,-7 42 0,-1 0 0,1-1 0,0 1 0,-1 0 0,1-1 0,0 1 0,1 0 0,-1 0 0,0 0 0,0 0 0,1 0 0,-1 0 0,1 0 0,0 0 0,0 1 0,0-1 0,-1 1 0,1-1 0,1 1 0,-1 0 0,0-1 0,0 1 0,0 0 0,1 1 0,-1-1 0,0 0 0,1 1 0,-1-1 0,1 1 0,-1 0 0,0 0 0,1 0 0,-1 0 0,1 0 0,-1 0 0,1 1 0,-1-1 0,0 1 0,1-1 0,-1 1 0,3 2 0,-2-2 0,0 1 0,0 0 0,0 0 0,-1 0 0,1 0 0,0 0 0,-1 0 0,0 1 0,1 0 0,-1-1 0,0 1 0,0 0 0,-1 0 0,3 4 0,19 50 0,-16-39 0,-7-17-32,2 5-64,0-1 1,0 1 0,0-1 0,0 0 0,1 0-1,0 0 1,0 0 0,1 0 0,-1-1 0,1 1 0,0-1-1,0 0 1,7 5 0,3-2-6731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2:42.5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67 24575,'0'-4'0,"0"-6"0,0-5 0,0-4 0,0 1-8191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2:43.0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0 161 24575,'6'0'0,"0"-1"0,1 0 0,-1-1 0,-1 1 0,1-1 0,0-1 0,0 1 0,-1-1 0,1 0 0,-1 0 0,0 0 0,0-1 0,0 0 0,0 0 0,-1 0 0,1 0 0,-1-1 0,0 0 0,-1 0 0,1 0 0,-1 0 0,0-1 0,0 1 0,-1-1 0,4-8 0,-6 11 0,1 0 0,-1 0 0,0 0 0,0 0 0,0 1 0,0-1 0,-1 0 0,1 0 0,-1 0 0,1 1 0,-1-1 0,0 0 0,0 1 0,-1-1 0,1 0 0,0 1 0,-1 0 0,-1-3 0,2 4 0,1 1 0,-1-1 0,0 0 0,1 1 0,-1-1 0,0 1 0,0 0 0,1-1 0,-1 1 0,0-1 0,0 1 0,0 0 0,1 0 0,-1-1 0,0 1 0,0 0 0,0 0 0,0 0 0,1 0 0,-1 0 0,0 0 0,0 0 0,-1 1 0,0-1 0,0 1 0,1 0 0,-1 0 0,0 0 0,1 0 0,-1 1 0,1-1 0,-1 0 0,1 1 0,-1-1 0,1 1 0,0-1 0,0 1 0,-2 2 0,0 2 0,0-1 0,1 1 0,-1-1 0,1 1 0,0 0 0,1 0 0,-1 0 0,1 0 0,1 1 0,-1-1 0,1 0 0,0 0 0,0 0 0,1 1 0,0-1 0,2 8 0,-2-9 0,0-1 0,0 0 0,1 0 0,-1 0 0,1 0 0,0 0 0,0-1 0,1 1 0,-1 0 0,1-1 0,0 0 0,0 1 0,0-1 0,0-1 0,0 1 0,1 0 0,-1-1 0,1 1 0,0-1 0,0 0 0,0 0 0,0-1 0,0 1 0,4 0 0,12 1-151,0-1-1,-1-1 0,1-1 0,0 0 1,-1-2-1,1 0 0,0-1 1,29-9-1,-32 7-6674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2:44.2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27 24575,'0'23'0,"-1"0"0,-5 26 0,5-40 0,-1-1 0,0 0 0,-1 0 0,0-1 0,0 1 0,-1-1 0,1 1 0,-2-1 0,-6 9 0,6-9 0,1-1 0,0 1 0,1 0 0,-1 0 0,-3 11 0,4-10 0,1-68 0,3 50 0,0 0 0,1-1 0,0 1 0,1 0 0,0 0 0,0 0 0,1 0 0,0 1 0,1-1 0,0 1 0,10-12 0,-13 17 0,1 0 0,0 0 0,0 1 0,0-1 0,1 1 0,-1 0 0,1 0 0,0 0 0,0 0 0,0 1 0,0-1 0,0 1 0,0 0 0,1 0 0,-1 1 0,1-1 0,-1 1 0,1 0 0,-1 0 0,1 1 0,0 0 0,0-1 0,-1 1 0,1 1 0,0-1 0,-1 1 0,10 2 0,-11-2 0,0 0 0,0 0 0,0 0 0,-1 1 0,1 0 0,0-1 0,-1 1 0,1 0 0,-1 0 0,1 0 0,-1 1 0,0-1 0,0 0 0,0 1 0,0 0 0,0-1 0,-1 1 0,1 0 0,-1 0 0,0 0 0,0 0 0,1 4 0,1 6 0,-2 0 0,1-1 0,-2 1 0,-1 19 0,0-22 0,1 1 0,0-1 0,1 0 0,0 0 0,4 18 0,-5-26 0,1 0 0,0 0 0,0-1 0,0 1 0,0 0 0,0 0 0,1-1 0,-1 1 0,0-1 0,1 1 0,-1-1 0,1 0 0,0 1 0,-1-1 0,1 0 0,0 0 0,0 0 0,3 1 0,-1 0 0,1-1 0,0 0 0,0 0 0,0-1 0,0 1 0,0-1 0,8 0 0,3-2 0,0-1 0,0 0 0,26-9 0,-25 5 0,-1-1 0,0-1 0,-1-1 0,1 0 0,-2-1 0,25-23 0,-12 10 0,-23 21 0,0-1 0,0 0 0,-1-1 0,1 1 0,-1-1 0,0 1 0,0-1 0,-1 0 0,1 0 0,-1 0 0,0-1 0,-1 1 0,1 0 0,-1-1 0,0-5 0,0 9 0,-1-1 0,0 1 0,0-1 0,0 1 0,0-1 0,0 1 0,-1 0 0,1-1 0,-1 1 0,0-1 0,0 1 0,0 0 0,0 0 0,0-1 0,0 1 0,0 0 0,-1 0 0,1 0 0,-1 0 0,1 0 0,-1 1 0,0-1 0,0 0 0,0 1 0,0-1 0,0 1 0,0 0 0,0 0 0,0 0 0,-1 0 0,1 0 0,0 0 0,-1 0 0,-4 0 0,3 0 0,0 1 0,1 0 0,-1-1 0,0 1 0,0 1 0,0-1 0,0 1 0,1-1 0,-1 1 0,0 0 0,0 0 0,1 1 0,-1-1 0,1 1 0,-1 0 0,1 0 0,0 0 0,0 0 0,-1 0 0,2 1 0,-1 0 0,0-1 0,0 1 0,1 0 0,0 0 0,-1 0 0,1 1 0,0-1 0,-2 6 0,0 1 0,-1 0 0,1 1 0,1 0 0,0 0 0,1 0 0,0 0 0,0 1 0,1-1 0,1 14 0,0-23 0,0 0 0,1 1 0,-1-1 0,1 0 0,-1 1 0,1-1 0,0 0 0,0 0 0,0 0 0,0 0 0,1 0 0,-1 0 0,0 0 0,1 0 0,0 0 0,-1 0 0,1-1 0,0 1 0,0-1 0,0 1 0,0-1 0,0 0 0,0 0 0,0 0 0,0 0 0,0 0 0,1 0 0,-1-1 0,0 1 0,1-1 0,-1 0 0,3 1 0,12 1 0,-1-1 0,1-1 0,27-3 0,-19 1 0,-1 2 0,-15 1 0,1-1 0,-1-1 0,0 0 0,0 0 0,9-3 0,-15 4 0,-1-1 0,0 0 0,0 0 0,1 0 0,-1-1 0,0 1 0,0 0 0,0-1 0,0 1 0,-1-1 0,1 0 0,0 1 0,-1-1 0,1 0 0,-1 0 0,0 0 0,1 0 0,-1 0 0,0-1 0,0 1 0,0 0 0,-1-1 0,2-3 0,-1 2-109,-1 3 58,0 0 1,0 0 0,0 0 0,0 0 0,0-1-1,1 1 1,-1 0 0,1 0 0,-1 0-1,1 0 1,-1 0 0,1 0 0,-1 0-1,1 0 1,0 0 0,0 0 0,-1 0 0,1 1-1,0-1 1,0 0 0,0 0 0,0 1-1,0-1 1,1 0 0,8-1-6776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2:45.5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182 365 24575,'-13'0'0,"-3"-1"0,0 1 0,0 1 0,1 1 0,-23 4 0,35-5 0,-1 0 0,1 0 0,0 0 0,0 1 0,0-1 0,0 1 0,0 0 0,0-1 0,0 1 0,0 1 0,0-1 0,1 0 0,0 1 0,-1-1 0,1 1 0,0 0 0,0-1 0,0 1 0,0 0 0,1 0 0,-1 1 0,1-1 0,0 0 0,0 0 0,-1 7 0,0 2 0,0 0 0,1 1 0,1-1 0,0 0 0,2 17 0,-2-26 0,1 0 0,-1 0 0,1 0 0,0 0 0,0-1 0,0 1 0,0 0 0,0-1 0,0 1 0,1 0 0,-1-1 0,1 0 0,0 1 0,0-1 0,0 0 0,0 0 0,0 0 0,0 0 0,0 0 0,1-1 0,-1 1 0,1-1 0,-1 1 0,1-1 0,0 0 0,0 0 0,5 1 0,3 0 0,0 0 0,0-1 0,0 0 0,0-1 0,1-1 0,11-1 0,-20 2 0,0-1 0,0 1 0,0-1 0,0 0 0,0 0 0,-1 0 0,1 0 0,0 0 0,-1-1 0,1 1 0,-1-1 0,1 0 0,-1 1 0,1-1 0,-1 0 0,0-1 0,0 1 0,0 0 0,-1 0 0,1-1 0,0 1 0,-1-1 0,0 0 0,1 1 0,-1-1 0,0 0 0,1-4 0,0-30 0,-2 29 0,0 1 0,0-1 0,1 1 0,0-1 0,0 1 0,4-10 0,-4 15 0,-1 1 0,1-1 0,0 1 0,0-1 0,0 1 0,0 0 0,0 0 0,0-1 0,1 1 0,-1 0 0,0 0 0,1 0 0,-1 0 0,0 1 0,1-1 0,-1 0 0,1 0 0,-1 1 0,1-1 0,0 1 0,-1 0 0,1-1 0,0 1 0,-1 0 0,1 0 0,0 0 0,-1 0 0,1 0 0,-1 0 0,1 0 0,0 1 0,-1-1 0,4 2 0,59 17 0,-49-13 0,0-1 0,0-1 0,0 0 0,23 2 0,-20-5 0,-4 1 0,-1-1 0,1 0 0,0-1 0,-1-1 0,1 0 0,0-1 0,17-4 0,-29 6 0,-1-1 0,0 1 0,0-1 0,1 0 0,-1 1 0,0-1 0,0 0 0,0 0 0,0 0 0,0 0 0,0 0 0,0 0 0,1-1 0,-2 1 0,0 1 0,1-1 0,-1 1 0,0-1 0,0 1 0,0-1 0,0 1 0,0-1 0,0 1 0,0-1 0,0 1 0,0-1 0,0 1 0,0-1 0,0 1 0,0-1 0,0 1 0,0-1 0,-1 1 0,1-1 0,0 1 0,0 0 0,-1-1 0,1 0 0,-2 0 0,1-1 0,-1 0 0,0 1 0,1 0 0,-1-1 0,0 1 0,0 0 0,0 0 0,0 0 0,0 0 0,0 0 0,0 1 0,0-1 0,-4 0 0,-1 0 0,0 0 0,0 0 0,0 0 0,-1 1 0,1 0 0,0 1 0,0 0 0,-11 2 0,15-2 0,0 0 0,-1 0 0,1 1 0,0-1 0,0 1 0,0 0 0,0-1 0,0 2 0,0-1 0,1 0 0,-1 0 0,1 1 0,0 0 0,-1-1 0,1 1 0,0 0 0,0 0 0,1 0 0,-3 4 0,-2 9 0,0 0 0,-8 32 0,13-44 0,0 0 0,1-1 0,-1 1 0,1 0 0,-1-1 0,1 1 0,0 0 0,1-1 0,-1 1 0,1 0 0,-1-1 0,1 1 0,0-1 0,0 1 0,1-1 0,-1 1 0,1-1 0,0 0 0,3 6 0,-4-8 0,0 0 0,-1-1 0,1 1 0,0-1 0,0 0 0,-1 1 0,1-1 0,0 1 0,0-1 0,0 0 0,0 0 0,-1 1 0,1-1 0,0 0 0,0 0 0,0 0 0,0 0 0,0 0 0,0 0 0,-1 0 0,1 0 0,0-1 0,0 1 0,0 0 0,0 0 0,-1-1 0,1 1 0,0 0 0,0-1 0,0 1 0,-1-1 0,1 1 0,0-1 0,-1 1 0,1-1 0,0 0 0,-1 1 0,1-1 0,0-1 0,24-35 0,-18 25 0,6-10 0,-1 0 0,-1-1 0,-1 0 0,9-32 0,-1 5 0,-14 36 0,-1-1 0,0 1 0,-1 0 0,0-1 0,-1-23 0,0 21 0,0-1 0,1 0 0,4-19 0,0 9 0,-2 0 0,-1 0 0,-1 0 0,-2-34 0,0 527 0,-1-457 0,2 0 0,-1 0 0,1 0 0,1-1 0,-1 1 0,1 0 0,1-1 0,-1 0 0,1 1 0,1-1 0,-1 0 0,1 0 0,0-1 0,1 1 0,-1-1 0,7 6 0,-3-5 0,-1 0 0,1-1 0,1 0 0,-1 0 0,1-1 0,0 0 0,0-1 0,1 0 0,-1 0 0,1-1 0,18 4 0,-4-3 0,0-1 0,25 1 0,-39-4 0,-1 0 0,1 0 0,-1-1 0,1-1 0,-1 1 0,0-2 0,1 1 0,9-5 0,-14 4 0,0-1 0,0 1 0,-1-1 0,1 0 0,-1-1 0,0 1 0,0-1 0,0 0 0,6-10 0,-5 7 0,0-1 0,-1 0 0,0 0 0,0 0 0,3-15 0,-6 21 0,0 0 0,-1 0 0,1 0 0,-1 0 0,0 0 0,0 0 0,0-1 0,0 1 0,0 0 0,-1 0 0,1 0 0,-1 0 0,0 0 0,0 0 0,0 0 0,-1 0 0,1 0 0,-1 0 0,1 0 0,-1 1 0,0-1 0,-4-4 0,2 4 0,0 0 0,-1 1 0,1-1 0,-1 1 0,1 0 0,-1 0 0,0 0 0,1 1 0,-1 0 0,0-1 0,0 2 0,0-1 0,-10 1 0,9-1 0,-1 1 0,0 0 0,1 0 0,-1 1 0,0 0 0,1 0 0,-1 1 0,1-1 0,-9 5 0,12-5 0,1 0 0,0 1 0,0 0 0,0-1 0,0 1 0,0 0 0,0 0 0,0 0 0,1 1 0,-1-1 0,1 0 0,-1 0 0,1 1 0,0-1 0,0 1 0,0-1 0,0 1 0,0 0 0,1-1 0,-1 1 0,1 0 0,0-1 0,0 1 0,0 0 0,0 4 0,0-2 0,0 0 0,1 0 0,-1 0 0,1 0 0,0 0 0,1 0 0,-1 0 0,1 0 0,0-1 0,0 1 0,0 0 0,1-1 0,-1 0 0,1 0 0,0 0 0,0 0 0,1 0 0,-1 0 0,1-1 0,0 0 0,0 1 0,7 3 0,-2-3 0,0 0 0,1 0 0,0-1 0,0 0 0,0 0 0,0-1 0,0-1 0,0 1 0,1-2 0,10 0 0,-9 0 0,8 0 0,0 0 0,38-7 0,-51 5 0,0 0 0,0 0 0,0 0 0,0-1 0,0-1 0,-1 1 0,1-1 0,-1 0 0,0 0 0,0-1 0,7-7 0,-8 7 0,12-10 0,-11 16 0,-2 10 0,-5-15 0,0-17 0,0 0 0,1 0 0,3-26 0,-1 40 0,-1 0 0,1-1 0,0 1 0,1 0 0,0 1 0,0-1 0,0 0 0,1 1 0,0 0 0,0 0 0,0 0 0,1 0 0,6-5 0,1-1 0,1 0 0,26-19 0,-33 28 0,0-1 0,0 1 0,1 1 0,-1-1 0,1 1 0,-1 0 0,1 0 0,0 1 0,0 0 0,8 0 0,34 0-1365,-27 2-5461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2:46.0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24575,'0'4'0,"0"6"0,0 6 0,0 3 0,0 4 0,0 1 0,0 2 0,0 0 0,0 0 0,0 0 0,0-1 0,0 1 0,0-1 0,0 0 0,0-4-8191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2:46.2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24575,'0'5'0,"0"1"-8191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2:46.6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24575,'-1'36'0,"1"-2"0,0 0 0,2 0 0,12 64 0,-8-61 0,-1-1 0,-2 1 0,-2 0 0,-3 48 0,-1-3 0,4-78-91,-1-1 0,0 1 0,0 0 0,0 0 0,-1-1 0,1 1 0,-1 0 0,0-1 0,0 1 0,0 0 0,-1-1 0,1 1 0,-1-1 0,-3 5 0,-6 3-6735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2:47.5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0 149 24575,'0'-5'0,"0"-1"0,1 1 0,-1 0 0,1-1 0,0 1 0,0 0 0,1 0 0,0 0 0,0 0 0,0 0 0,0 0 0,1 0 0,0 1 0,0-1 0,0 1 0,0 0 0,1 0 0,0 0 0,0 0 0,0 1 0,0-1 0,0 1 0,1 0 0,-1 1 0,1-1 0,0 1 0,0-1 0,0 2 0,0-1 0,0 0 0,0 1 0,1 0 0,-1 0 0,10 0 0,110 4 0,-78-1 0,57-4 0,-102 2 0,-1 0 0,1 0 0,-1 0 0,1 0 0,-1 0 0,0-1 0,1 1 0,-1-1 0,1 1 0,-1-1 0,0 1 0,1-1 0,-1 0 0,0 1 0,0-1 0,0 0 0,1 0 0,0-1 0,-6-5 0,-15 2 0,14 4 0,-1 1 0,1-1 0,-1 1 0,1 0 0,0 0 0,-1 1 0,1 0 0,-1 0 0,1 0 0,0 0 0,0 1 0,-10 4 0,11-3 0,1-1 0,-1 1 0,1 0 0,0 0 0,0 0 0,0 1 0,0-1 0,1 1 0,-1-1 0,1 1 0,0 0 0,0 0 0,0 0 0,1 0 0,-1 0 0,-1 9 0,1-2 0,-1 0 0,1 1 0,1-1 0,0 1 0,1-1 0,0 1 0,0 0 0,2-1 0,-1 1 0,4 11 0,-4-21 0,0 0 0,0 0 0,0 0 0,0 0 0,0 0 0,0 0 0,1 0 0,-1-1 0,1 1 0,-1 0 0,1-1 0,0 1 0,0-1 0,-1 0 0,1 0 0,0 1 0,0-1 0,0 0 0,0-1 0,0 1 0,1 0 0,-1-1 0,0 1 0,0-1 0,0 1 0,1-1 0,-1 0 0,0 0 0,0 0 0,1 0 0,-1-1 0,0 1 0,3-1 0,0-1 0,1 1 0,-1-1 0,0 0 0,0-1 0,0 1 0,0-1 0,0 0 0,0 0 0,-1-1 0,1 1 0,7-9 0,-3 1 0,-6 7 0,0-1 0,1 1 0,-1 0 0,1 1 0,0-1 0,9-5 0,-12 8 0,0 1 0,0-1 0,1 1 0,-1-1 0,0 1 0,1 0 0,-1 0 0,0 0 0,1 0 0,-1 0 0,0 0 0,1 0 0,-1 0 0,0 0 0,1 0 0,-1 1 0,0-1 0,0 1 0,1-1 0,-1 1 0,0-1 0,0 1 0,0 0 0,1 0 0,-1-1 0,0 1 0,0 0 0,0 0 0,-1 0 0,1 0 0,0 0 0,0 0 0,1 2 0,3 6 0,0 0 0,0 0 0,-1 0 0,0 1 0,0-1 0,-1 1 0,3 13 0,9 26 0,-10-110 0,-4 49 0,1 1 0,0-1 0,5-13 0,-7 23 0,1 0 0,-1 0 0,1 0 0,-1 0 0,1 0 0,0 1 0,0-1 0,0 0 0,0 0 0,0 1 0,0-1 0,0 0 0,1 1 0,-1-1 0,1 1 0,-1 0 0,1-1 0,-1 1 0,1 0 0,0 0 0,-1 0 0,1 0 0,0 0 0,0 1 0,0-1 0,2 0 0,-3 1 0,1 0 0,-1 1 0,0-1 0,0 1 0,0 0 0,0-1 0,0 1 0,0 0 0,0-1 0,0 1 0,0 0 0,0 0 0,0 0 0,0 0 0,-1 0 0,1 0 0,0 0 0,-1 0 0,1 0 0,0 0 0,-1 0 0,1 3 0,2 1 0,13-36 0,-5 8 0,-8 18 0,0 1 0,0 0 0,1 0 0,0 0 0,-1 0 0,1 1 0,0-1 0,1 1 0,-1 0 0,1 0 0,-1 1 0,1-1 0,0 1 0,0 0 0,0 1 0,0-1 0,0 1 0,0 0 0,1 0 0,-1 0 0,0 1 0,0 0 0,1 0 0,-1 0 0,0 1 0,1-1 0,-1 1 0,0 1 0,0-1 0,0 1 0,0 0 0,0 0 0,0 0 0,-1 1 0,1-1 0,-1 1 0,1 0 0,-1 1 0,0-1 0,0 1 0,0 0 0,4 6 0,-4-4 0,-1 1 0,1-1 0,-1 1 0,-1 0 0,1 0 0,-1 0 0,0 1 0,-1-1 0,0 0 0,0 1 0,0 9 0,-1-12 0,0 1 0,-1-1 0,1 0 0,-1 1 0,0-1 0,-1 0 0,1 0 0,-1 0 0,0 0 0,0 0 0,0 0 0,-1 0 0,0 0 0,0-1 0,-7 8 0,-4 1 0,-1 0 0,-1-2 0,0 0 0,-1 0 0,1-2 0,-2 0 0,-23 9 0,-137 33 0,63-20 0,62-19-1365,26-8-5461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2:48.4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0 24575,'0'524'0,"0"-518"-105,0 0 0,0 0 0,0-1 0,-1 1 0,0 0 0,0 0 0,-1-1 0,0 1 0,0 0 0,0-1 0,0 0 0,-5 7 0,-2-1-6721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2:48.9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0 117 24575,'0'-2'0,"1"0"0,-1 0 0,0 0 0,1-1 0,0 1 0,-1 0 0,1 0 0,0 0 0,0 0 0,0 0 0,0 0 0,1 1 0,-1-1 0,0 0 0,1 1 0,-1-1 0,1 0 0,0 1 0,-1 0 0,1-1 0,0 1 0,0 0 0,0 0 0,0 0 0,0 0 0,0 0 0,0 1 0,0-1 0,0 1 0,0-1 0,4 1 0,9-3 0,1 2 0,-1 0 0,23 1 0,-22 1 0,59-2 0,77 5 0,-150-4 0,1 0 0,-1 0 0,0 1 0,0-1 0,1 1 0,-1 0 0,0 0 0,0 0 0,0 0 0,0 0 0,0 0 0,0 0 0,0 1 0,-1-1 0,1 1 0,0-1 0,-1 1 0,1 0 0,-1-1 0,1 1 0,-1 0 0,0 0 0,0 0 0,0 0 0,0 0 0,1 5 0,1 4 0,-1 0 0,0 0 0,-1 0 0,0 18 0,3 21 0,-3-44 0,0 0 0,1 0 0,0 0 0,0-1 0,1 1 0,-1-1 0,1 1 0,0-1 0,1 0 0,-1 0 0,1 0 0,0-1 0,1 0 0,-1 1 0,0-1 0,1-1 0,0 1 0,0-1 0,0 0 0,1 0 0,-1 0 0,1-1 0,-1 1 0,1-1 0,0-1 0,0 1 0,0-1 0,0 0 0,0-1 0,0 1 0,0-1 0,0 0 0,11-2 0,-14 2 0,-1-1 0,0 1 0,1-1 0,-1 1 0,0-1 0,1 0 0,-1 0 0,0 0 0,0 0 0,0 0 0,0 0 0,0 0 0,0-1 0,0 1 0,-1-1 0,1 0 0,0 1 0,1-3 0,-1 0 0,1 0 0,-1 0 0,0 0 0,-1 0 0,1-1 0,-1 1 0,0 0 0,0-1 0,1-4 0,-1-9 0,-1-1 0,0 1 0,-5-31 0,5 46 0,-1-7 0,-1 0 0,-1 1 0,1-1 0,-1 1 0,-1 0 0,0 0 0,0 0 0,-1 0 0,0 1 0,0-1 0,-1 1 0,0 1 0,0-1 0,-1 1 0,0 0 0,-1 1 0,-10-9 0,16 14 0,1 0 0,0 0 0,-1 1 0,1-1 0,-1 0 0,0 0 0,1 1 0,-1-1 0,1 1 0,-1-1 0,0 1 0,0 0 0,1 0 0,-1 0 0,-2 0 0,3 0 0,0 0 0,1 0 0,-1 0 0,0 1 0,1-1 0,-1 0 0,0 1 0,1-1 0,-1 1 0,1-1 0,-1 1 0,1-1 0,-1 1 0,1-1 0,-1 1 0,1-1 0,-1 1 0,1 0 0,0-1 0,-1 1 0,1 0 0,0-1 0,-1 1 0,1 1 0,0 0 0,-1 1 0,1-1 0,0 0 0,0 1 0,0-1 0,1 0 0,-1 1 0,1-1 0,-1 0 0,1 1 0,0-1 0,0 0 0,0 0 0,0 0 0,0 0 0,0 0 0,0 0 0,1 0 0,-1 0 0,4 3 0,-1-2-124,1 1 0,-1-1 0,1 0 0,0-1 0,0 1 0,0-1-1,0 0 1,0 0 0,1-1 0,9 2 0,7 1-6702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2:50.3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24575,'0'201'0,"0"-223"0,-1 11 0,1-1 0,1 1 0,-1-1 0,2 1 0,-1 0 0,5-14 0,-4 21 0,-1 1 0,1-1 0,0 1 0,0 0 0,1-1 0,-1 1 0,1 0 0,-1 0 0,1 0 0,0 1 0,0-1 0,0 1 0,1-1 0,-1 1 0,0 0 0,1 0 0,0 1 0,-1-1 0,1 1 0,0 0 0,0 0 0,4-1 0,-1 0 0,0 1 0,-1 0 0,1 0 0,0 0 0,0 1 0,0 0 0,-1 0 0,1 1 0,0 0 0,0 0 0,-1 1 0,12 3 0,-13-2 0,-1-1 0,1 1 0,-1 0 0,0 0 0,0 0 0,0 0 0,0 1 0,-1 0 0,1-1 0,-1 1 0,0 1 0,0-1 0,0 0 0,-1 1 0,0-1 0,1 1 0,0 5 0,2 0 0,0-10 0,3-16 0,2-7 0,-3 18 0,0-1 0,0 1 0,0 0 0,0 1 0,1 0 0,-1 0 0,1 1 0,0 0 0,1 0 0,-1 1 0,0 0 0,1 0 0,-1 1 0,12-1 0,-17 2 0,0 0 0,-1 0 0,1 0 0,-1 1 0,1-1 0,0 1 0,-1-1 0,1 1 0,-1 0 0,1 0 0,-1 0 0,0 0 0,1 0 0,-1 1 0,0-1 0,0 1 0,0-1 0,0 1 0,0 0 0,0 0 0,-1 0 0,1 0 0,-1 0 0,1 0 0,-1 0 0,2 5 0,1 2 0,-2 1 0,1-1 0,-2 1 0,1 0 0,0 17 0,-2-17 0,1 0 0,0 0 0,5 16 0,-5-24-44,0 0 0,0 0 0,0 0 0,0-1 0,0 1 0,1 0 0,-1 0 0,1-1 0,-1 1 0,1-1 0,0 1 0,0-1 0,-1 0 0,1 1 0,0-1 0,0 0 0,0 0 0,0-1-1,0 1 1,1 0 0,-1-1 0,0 1 0,0-1 0,0 0 0,1 0 0,-1 1 0,0-2 0,0 1 0,0 0 0,4-1 0,10-3-6782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2:51.5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19 24575,'-2'1'0,"0"-1"0,0 0 0,-1 1 0,1-1 0,0 1 0,0 0 0,0-1 0,0 1 0,0 0 0,0 0 0,0 1 0,1-1 0,-1 0 0,0 0 0,0 1 0,1-1 0,-1 1 0,1 0 0,0-1 0,-1 1 0,1 0 0,0 0 0,0 0 0,0 0 0,0 0 0,0 0 0,1 0 0,-1 0 0,1 0 0,-1 0 0,1 4 0,-3 9 0,2 0 0,0 1 0,1 22 0,1-22 0,-1-9 0,0 0 0,1-1 0,0 1 0,0-1 0,4 11 0,-5-16 0,0 0 0,1 0 0,-1 0 0,0 0 0,1 0 0,-1-1 0,1 1 0,-1 0 0,1 0 0,-1 0 0,1 0 0,-1-1 0,1 1 0,0 0 0,0 0 0,-1-1 0,1 1 0,0-1 0,0 1 0,0-1 0,0 1 0,-1-1 0,1 1 0,0-1 0,0 0 0,0 1 0,0-1 0,0 0 0,0 0 0,0 0 0,0 0 0,0 0 0,0 0 0,0 0 0,0 0 0,0 0 0,0 0 0,0-1 0,0 1 0,0 0 0,0-1 0,0 1 0,0-1 0,0 1 0,0-1 0,0 0 0,2-1 0,-1 1 0,0-1 0,1 0 0,-1 0 0,0 0 0,-1-1 0,1 1 0,0 0 0,-1-1 0,1 1 0,-1-1 0,0 1 0,1-1 0,-1 0 0,-1 0 0,1 1 0,0-1 0,-1 0 0,1 0 0,-1 0 0,0-3 0,0-7 0,-1 1 0,0-1 0,-5-18 0,3 13 0,3 16 0,0 1 0,-1-1 0,1 0 0,0 1 0,0-1 0,1 0 0,-1 1 0,0-1 0,0 0 0,1 1 0,-1-1 0,1 1 0,-1-1 0,1 1 0,0-1 0,0 1 0,-1-1 0,1 1 0,0 0 0,0-1 0,0 1 0,1 0 0,-1 0 0,0 0 0,0 0 0,1 0 0,-1 0 0,1 0 0,-1 0 0,0 0 0,1 1 0,0-1 0,-1 1 0,1-1 0,-1 1 0,1 0 0,0-1 0,-1 1 0,1 0 0,-1 0 0,4 0 0,0 0 0,0 0 0,0 0 0,-1 1 0,1-1 0,0 1 0,-1 0 0,1 0 0,0 1 0,-1 0 0,0-1 0,1 1 0,-1 1 0,8 4 0,-5 0 0,0 1 0,0 0 0,0 0 0,-1 1 0,-1-1 0,1 1 0,-2 0 0,1 1 0,-1-1 0,0 1 0,-1 0 0,0 0 0,-1 0 0,1 12 0,-3-38 0,-1 1 0,2-1 0,0 0 0,1 0 0,5-19 0,-5 27 0,0 1 0,1-1 0,0 1 0,0-1 0,1 1 0,4-7 0,-6 11 0,0 0 0,0 0 0,1 1 0,-1-1 0,1 1 0,-1-1 0,1 1 0,0 0 0,0 0 0,0 0 0,0 1 0,0-1 0,0 1 0,7-2 0,-9 2 0,0 1 0,0 0 0,1 0 0,-1-1 0,0 1 0,1 0 0,-1 1 0,0-1 0,0 0 0,1 0 0,-1 0 0,0 1 0,0-1 0,1 1 0,-1-1 0,0 1 0,0-1 0,0 1 0,0 0 0,0-1 0,1 1 0,-1 0 0,-1 0 0,1 0 0,0 0 0,0 0 0,0 0 0,0 0 0,-1 0 0,1 0 0,0 0 0,-1 0 0,1 1 0,-1-1 0,0 0 0,1 2 0,2 7 0,-1 0 0,0 0 0,0 20 0,1-4 0,-2-23 0,-1 0 0,1-1 0,0 1 0,0 0 0,0-1 0,0 1 0,0-1 0,0 1 0,1-1 0,-1 0 0,1 0 0,0 1 0,-1-1 0,1 0 0,0 0 0,0-1 0,1 1 0,2 2 0,-3-4 0,-1 1 0,1-1 0,0 0 0,-1 1 0,1-1 0,-1 0 0,1 0 0,-1 0 0,1-1 0,0 1 0,-1 0 0,1-1 0,-1 1 0,1-1 0,-1 1 0,1-1 0,-1 1 0,0-1 0,1 0 0,-1 0 0,0 0 0,1 0 0,-1 0 0,0 0 0,0 0 0,0 0 0,0-1 0,0 1 0,0 0 0,0-1 0,-1 1 0,1 0 0,1-3 0,1-2 0,-1 0 0,1 0 0,-1 0 0,0 0 0,2-12 0,-3 16 0,-1 0 0,0 0 0,1 0 0,-1 1 0,0-1 0,0 0 0,0 0 0,0 0 0,0 1 0,0-1 0,-1 0 0,1 0 0,0 0 0,-1 1 0,0-1 0,1 0 0,-1 1 0,0-1 0,0 0 0,0 1 0,0-1 0,0 1 0,0-1 0,-2-1 0,2 3 0,0 0 0,1 0 0,-1 0 0,0-1 0,0 1 0,1 0 0,-1 0 0,0 0 0,0 0 0,1 0 0,-1 0 0,0 0 0,0 0 0,1 1 0,-1-1 0,0 0 0,1 0 0,-1 1 0,0-1 0,1 0 0,-1 1 0,0-1 0,1 1 0,-1-1 0,1 0 0,-1 1 0,0 0 0,1-1 0,-1 1 0,1-1 0,0 1 0,-1 0 0,1-1 0,-1 1 0,1 0 0,0-1 0,0 1 0,-1 0 0,1 1 0,-10 30 0,9-25 0,-1-1 0,2 1 0,-1-1 0,1 1 0,0-1 0,0 1 0,1-1 0,0 0 0,0 1 0,1-1 0,-1 1 0,1-1 0,1 0 0,2 6 0,-2-8 0,0 0 0,0 0 0,0 0 0,0-1 0,1 1 0,-1-1 0,1 0 0,0 0 0,0 0 0,0 0 0,0-1 0,1 1 0,-1-1 0,1 0 0,-1-1 0,1 1 0,0-1 0,0 0 0,6 1 0,25 1 0,0-1 0,48-4 0,-17 0 0,-22-2-1365,-30-2-5461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2:53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 24575,'0'6'0,"1"0"0,0-1 0,0 0 0,1 1 0,3 7 0,4 18 0,-4 40 0,-4-55 0,-1-23 0,0 0 0,0 1 0,1-1 0,-1 0 0,1 1 0,1-1 0,-1 1 0,1 0 0,0 0 0,1-1 0,0 1 0,0 0 0,0 1 0,0-1 0,1 1 0,0-1 0,0 1 0,0 0 0,1 1 0,0-1 0,0 1 0,0 0 0,0 0 0,1 0 0,0 1 0,-1 0 0,1 0 0,0 0 0,0 1 0,1 0 0,-1 0 0,1 1 0,-1-1 0,0 1 0,1 1 0,0-1 0,-1 1 0,1 1 0,-1-1 0,1 1 0,-1 0 0,1 0 0,-1 1 0,1 0 0,8 4 0,-12-4 0,0 0 0,1 0 0,-1 1 0,0-1 0,-1 1 0,1 0 0,0 0 0,-1 0 0,1 0 0,-1 0 0,0 1 0,2 5 0,20 50 0,-17-40 0,-4-8 0,0 0 0,-1 0 0,2 17 0,-4-21 0,0 0 0,1 1 0,0-1 0,1 0 0,0 0 0,0 0 0,0 0 0,1 0 0,0-1 0,0 1 0,5 6 0,-7-12 0,-1 0 0,1 0 0,0 0 0,1 1 0,-1-1 0,0-1 0,0 1 0,0 0 0,0 0 0,1 0 0,-1-1 0,0 1 0,1 0 0,-1-1 0,1 1 0,-1-1 0,0 0 0,1 1 0,-1-1 0,1 0 0,-1 0 0,1 0 0,-1 0 0,3-1 0,-2 1 0,1-1 0,-1 0 0,0-1 0,1 1 0,-1 0 0,0-1 0,0 1 0,0-1 0,0 0 0,0 0 0,0 1 0,3-5 0,0-1 0,-1 0 0,1 0 0,-1-1 0,0 1 0,-1-1 0,0 0 0,4-15 0,-4-1 0,0 0 0,-2 1 0,-1-1 0,-4-28 0,4 49 0,-1 1 0,1-1 0,-1 1 0,0 0 0,0-1 0,0 1 0,0-1 0,0 1 0,0 0 0,-1 0 0,1 0 0,-1 0 0,1 0 0,-1 0 0,0 0 0,0 0 0,0 1 0,-3-3 0,4 3 0,0 1 0,0-1 0,-1 1 0,1 0 0,0-1 0,0 1 0,0 0 0,0 0 0,0 0 0,-1 0 0,1 0 0,0 0 0,0 0 0,0 0 0,0 0 0,-1 0 0,1 1 0,0-1 0,0 0 0,0 1 0,0-1 0,0 1 0,0-1 0,0 1 0,0 0 0,0-1 0,0 1 0,0 0 0,0 0 0,0 0 0,1-1 0,-1 1 0,0 0 0,1 0 0,-1 0 0,0 0 0,1 0 0,-1 0 0,1 1 0,0-1 0,-1 1 0,-1 3 0,0 0 0,1-1 0,-1 1 0,1 0 0,0 0 0,0 0 0,1 0 0,-1 0 0,1 0 0,0 0 0,1 0 0,-1 0 0,1 0 0,0 0 0,0 0 0,1 0 0,-1 0 0,1-1 0,0 1 0,0-1 0,1 1 0,4 5 0,-3-5 0,0 0 0,0 0 0,1-1 0,-1 0 0,1 0 0,0 0 0,0 0 0,0-1 0,1 0 0,-1 0 0,1 0 0,0-1 0,0 0 0,0 0 0,0 0 0,0-1 0,11 1 0,146-1 0,-76-3 0,-83 2 0,0 0 0,0 0 0,1 0 0,-1-1 0,0 0 0,0 0 0,0 0 0,0 0 0,0 0 0,0-1 0,-1 0 0,1 0 0,0 0 0,-1 0 0,1 0 0,5-6 0,-6 4 0,0 0 0,0 0 0,-1 0 0,1 0 0,-1-1 0,0 1 0,0-1 0,0 0 0,-1 1 0,0-1 0,0 0 0,0 0 0,0 0 0,-1-5 0,1 0 0,-1 0 0,0 0 0,-1 0 0,-2-13 0,2 21 0,1 1 0,-1-1 0,1 0 0,-1 0 0,0 0 0,0 1 0,1-1 0,-1 0 0,0 1 0,-1-1 0,1 1 0,0-1 0,-2-1 0,2 3 0,0-1 0,0 1 0,0-1 0,0 1 0,0 0 0,0-1 0,0 1 0,0 0 0,0 0 0,0 0 0,0 0 0,0 0 0,0 0 0,0 0 0,0 0 0,0 0 0,0 0 0,0 1 0,0-1 0,0 0 0,0 1 0,0-1 0,0 1 0,0-1 0,0 1 0,-1 0 0,-1 2 0,-1 0 0,1 0 0,0 0 0,0 0 0,0 1 0,0-1 0,1 1 0,0 0 0,-1 0 0,1 0 0,1 0 0,-3 5 0,0 3 0,0 0 0,-5 26 0,8-33 0,0 0 0,1 0 0,-1 0 0,1 0 0,0 1 0,1-1 0,-1 0 0,1 0 0,0 0 0,0 0 0,1 0 0,1 5 0,-1-7 0,-1-1 0,1 0 0,0 0 0,-1 0 0,1 0 0,0 0 0,0-1 0,0 1 0,0-1 0,1 1 0,-1-1 0,0 0 0,1 1 0,-1-1 0,1 0 0,-1-1 0,1 1 0,-1 0 0,1-1 0,-1 1 0,1-1 0,0 0 0,-1 0 0,1 0 0,3-1 0,-1 1 0,1-1 0,-1 0 0,0 0 0,1 0 0,-1-1 0,0 0 0,0 0 0,0 0 0,0-1 0,0 1 0,-1-1 0,1 0 0,-1-1 0,1 1 0,-1-1 0,0 0 0,-1 0 0,6-6 0,-5 4 0,1 0 0,-2 0 0,1-1 0,-1 1 0,1-1 0,-2 0 0,1 0 0,-1 0 0,0 0 0,-1 0 0,2-9 0,-3 19 0,-1 0 0,1 0 0,0 0 0,1 0 0,-1 0 0,1 0 0,-1 0 0,1 0 0,0 0 0,0 0 0,0 0 0,1 0 0,-1 0 0,1-1 0,-1 1 0,1 0 0,0-1 0,0 1 0,0-1 0,0 0 0,0 0 0,1 0 0,-1 0 0,1 0 0,2 1 0,4 1 0,0 0 0,0-1 0,0 0 0,1 0 0,-1-1 0,18 2 0,-23-4 0,-1 1 0,0-1 0,-1 1 0,1 0 0,0 0 0,0 0 0,0 0 0,0 1 0,-1-1 0,1 1 0,-1 0 0,1-1 0,-1 1 0,0 0 0,1 1 0,-1-1 0,0 0 0,0 1 0,-1-1 0,3 4 0,-3-66 0,-2 49 0,1-1 0,0 0 0,1 1 0,3-19 0,-3 26 0,0 1 0,0-1 0,0 1 0,1 0 0,0-1 0,-1 1 0,1 0 0,1 0 0,-1 0 0,0 0 0,1 0 0,-1 1 0,1-1 0,0 1 0,0 0 0,0-1 0,0 1 0,5-2 0,9-4-151,0 0-1,1 1 0,0 1 0,0 1 1,0 1-1,1 0 0,-1 1 1,36 0-1,-32 3-6674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2:54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330 317 24575,'0'-1'0,"-1"-1"0,1 1 0,-1 0 0,1 0 0,-1 0 0,1 0 0,-1 0 0,0 0 0,0 0 0,1 0 0,-1 0 0,0 1 0,0-1 0,0 0 0,0 0 0,0 1 0,0-1 0,0 0 0,0 1 0,0-1 0,-1 1 0,1 0 0,0-1 0,0 1 0,0 0 0,0 0 0,-3-1 0,-37-3 0,37 3 0,-8 0 0,0 1 0,-1 0 0,1 0 0,0 2 0,0-1 0,0 1 0,1 1 0,-1 0 0,-11 5 0,15-4 0,0 0 0,1 1 0,-1 0 0,1 0 0,0 0 0,0 1 0,1 0 0,0 0 0,0 1 0,0 0 0,1 0 0,0 0 0,-4 9 0,4-6 0,0 1 0,1-1 0,0 1 0,1 0 0,-4 15 0,6-19 0,0 0 0,0-1 0,1 1 0,0-1 0,0 1 0,0 0 0,1-1 0,0 1 0,0 0 0,4 8 0,-4-12 0,0-1 0,1 0 0,-1 1 0,1-1 0,0 0 0,0 0 0,0 0 0,0-1 0,0 1 0,0 0 0,0-1 0,1 1 0,-1-1 0,1 0 0,-1 0 0,1 0 0,-1 0 0,1 0 0,-1 0 0,1-1 0,0 1 0,3-1 0,9 1 0,-1 0 0,30-3 0,-25 1 0,-6 0 0,0-1 0,0-1 0,1 0 0,-1-1 0,-1 0 0,1 0 0,23-14 0,2-4 0,38-28 0,-62 39 0,0 1 0,-1-1 0,-1-1 0,0-1 0,-1 1 0,0-2 0,0 1 0,-2-2 0,0 1 0,0-1 0,-2-1 0,1 1 0,-2-1 0,5-17 0,-8 20 0,5-13 0,-1-1 0,4-39 0,-10 59 0,-1-1 0,0 1 0,0 0 0,0 0 0,-1 0 0,0 0 0,0 0 0,-1 0 0,0 0 0,0 1 0,-1-1 0,1 1 0,-1-1 0,-8-10 0,11 16 0,-1 0 0,0 0 0,0 0 0,1 0 0,-1 0 0,0 0 0,0 0 0,0 0 0,0 0 0,0 0 0,0 1 0,-1-1 0,1 0 0,0 1 0,0-1 0,0 1 0,-1-1 0,-1 1 0,2 0 0,0 0 0,0 0 0,0 0 0,1 1 0,-1-1 0,0 0 0,0 1 0,0-1 0,1 0 0,-1 1 0,0-1 0,1 1 0,-1-1 0,0 1 0,1 0 0,-1-1 0,1 1 0,-1 0 0,1-1 0,-1 1 0,0 1 0,-1 2 0,0 1 0,0 0 0,0 0 0,0 1 0,1-1 0,0 0 0,-1 9 0,0 5 0,1 0 0,0 0 0,1 1 0,1-1 0,1 0 0,1 0 0,1 0 0,0 0 0,1-1 0,2 0 0,-1 0 0,16 28 0,-10-26 0,1-1 0,1-1 0,19 21 0,-27-33 0,-1-1 0,1 1 0,0-1 0,0-1 0,1 1 0,-1-1 0,1 0 0,0-1 0,0 1 0,0-1 0,1-1 0,-1 1 0,10 0 0,-15-2 0,1-1 0,-1 0 0,1 0 0,-1 0 0,0 0 0,1-1 0,-1 1 0,1-1 0,-1 0 0,0 1 0,1-1 0,-1 0 0,0 0 0,0 0 0,0-1 0,0 1 0,0-1 0,0 1 0,0-1 0,0 1 0,0-1 0,-1 0 0,1 0 0,1-2 0,1-2 0,-1 0 0,0 0 0,0 0 0,-1 0 0,0-1 0,0 1 0,2-10 0,-4 16 0,0 0 0,0 0 0,0 1 0,0-1 0,0 0 0,0 0 0,0 0 0,0 0 0,0 0 0,0 0 0,0 0 0,1 0 0,-1 0 0,0 0 0,0 0 0,0 0 0,0 0 0,0 0 0,0 0 0,0 0 0,0 1 0,1-1 0,-1 0 0,0 0 0,0 0 0,0 0 0,0 0 0,0 0 0,0-1 0,0 1 0,0 0 0,1 0 0,-1 0 0,0 0 0,0 0 0,0 0 0,0 0 0,0 0 0,0 0 0,0 0 0,0 0 0,0 0 0,1 0 0,-1 0 0,0 0 0,0 0 0,0-1 0,0 1 0,0 0 0,0 0 0,0 0 0,0 0 0,0 0 0,0 0 0,0 0 0,0 0 0,0-1 0,0 1 0,0 0 0,0 0 0,0 0 0,0 0 0,0 0 0,0 0 0,0 0 0,7 12 0,0 1 0,-7-13 0,0 0 0,0 0 0,0 0 0,0 0 0,0 0 0,0 0 0,0 0 0,0 1 0,0-1 0,0 0 0,0 0 0,0 0 0,1 0 0,-1 0 0,0 0 0,0 0 0,0 0 0,0 0 0,0 1 0,0-1 0,0 0 0,0 0 0,0 0 0,0 0 0,1 0 0,-1 0 0,0 0 0,0 0 0,0 0 0,0 0 0,0 0 0,0 0 0,0 0 0,1 0 0,-1 0 0,0 0 0,0 0 0,0 0 0,0 0 0,0 0 0,0 0 0,0 0 0,1 0 0,-1 0 0,0 0 0,0 0 0,0 0 0,0 0 0,0 0 0,0 0 0,0-1 0,0 1 0,1 0 0,-1 0 0,0 0 0,0 0 0,0 0 0,0 0 0,0 0 0,0 0 0,0 0 0,0-1 0,0 1 0,0 0 0,0 0 0,0 0 0,3-8 0,0 1 0,0-1 0,0 1 0,10-13 0,-13 19 0,1 0 0,-1 1 0,1-1 0,-1 0 0,1 1 0,0-1 0,-1 0 0,1 1 0,0-1 0,0 1 0,-1-1 0,1 1 0,0 0 0,0-1 0,0 1 0,-1 0 0,1-1 0,0 1 0,0 0 0,0 0 0,0 0 0,1 0 0,-1 0 0,1 1 0,-1 0 0,0 0 0,0-1 0,1 1 0,-1 0 0,0 0 0,0 0 0,0 0 0,0 0 0,0 1 0,-1-1 0,1 0 0,0 0 0,0 1 0,-1-1 0,1 0 0,-1 1 0,1 1 0,14 39-56,-14-34-31,1-1-1,0 0 1,0 0 0,1-1 0,0 1-1,0 0 1,0-1 0,1 0 0,0 0-1,0 0 1,1 0 0,-1-1 0,1 1-1,7 4 1,3-2-6739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2:54.6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 24575,'0'-4'0,"0"3"0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2:55.0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126 1 24575,'-14'0'0,"4"-1"0,0 1 0,0 1 0,0-1 0,0 2 0,-17 3 0,25-4 0,0 0 0,0 0 0,0-1 0,0 1 0,0 0 0,1 1 0,-1-1 0,0 0 0,1 1 0,-1-1 0,1 0 0,-1 1 0,1 0 0,0-1 0,0 1 0,-1 0 0,1 0 0,1 0 0,-1-1 0,0 1 0,0 0 0,1 0 0,-1 0 0,1 0 0,-1 1 0,1-1 0,0 0 0,0 0 0,0 0 0,0 0 0,0 0 0,0 0 0,2 4 0,-1-2 0,0 0 0,0 0 0,1 0 0,0 0 0,0 0 0,0 0 0,0 0 0,1 0 0,-1-1 0,1 0 0,0 1 0,0-1 0,0 0 0,0 0 0,1-1 0,-1 1 0,8 4 0,7 3 0,1-1 0,30 11 0,-21-9 0,50 14 0,-58-19 0,0 0 0,0 1 0,25 13 0,11 2 0,-46-20 0,0 2 0,0 0 0,0 0 0,12 7 0,-21-10 0,0-1 0,0 1 0,0 0 0,0-1 0,0 1 0,0 0 0,0 0 0,0 0 0,-1 0 0,1 0 0,0 0 0,0 0 0,-1 0 0,1 0 0,-1 0 0,1 0 0,-1 0 0,1 0 0,-1 2 0,0-2 0,0 0 0,0 0 0,0 0 0,0 0 0,-1-1 0,1 1 0,0 0 0,-1 0 0,1 0 0,-1-1 0,1 1 0,-1 0 0,1 0 0,-1-1 0,1 1 0,-1-1 0,0 1 0,1 0 0,-1-1 0,-1 1 0,-2 2 0,0-1 0,0 0 0,-1 0 0,1 0 0,-1-1 0,1 1 0,-11 1 0,-15-1 0,-1 0 0,0-2 0,-31-4 0,60 4 4,0 1 0,1-2-1,-1 1 1,0 0 0,0 0 0,0-1-1,0 1 1,1 0 0,-1-1 0,0 0-1,1 0 1,-1 1 0,0-1 0,1 0-1,-1 0 1,1 0 0,-1 0 0,1-1-1,0 1 1,-1 0 0,1-1 0,0 1-1,0-1 1,0 1 0,0-1 0,0 1-1,0-1 1,1 0 0,-1 1 0,0-1-1,0-3 1,1 1-110,0 0 0,1 0 0,-1 0 0,1 0 0,0 0 0,0 1-1,0-1 1,1 0 0,-1 1 0,1-1 0,0 1 0,0-1 0,4-5 0,4-4-6720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2:55.3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 1 24575,'0'499'0,"1"-493"11,-1-1 0,-1 1 0,1 0 0,-1-1 0,0 1 0,0-1-1,-1 1 1,1-1 0,-1 1 0,-4 6 0,4-9-85,0-1-1,0 1 1,0-1 0,0 0 0,-1 1-1,1-1 1,-1 0 0,1-1 0,-1 1-1,1 0 1,-1-1 0,0 1 0,0-1-1,0 0 1,0 0 0,0 0 0,0-1-1,0 1 1,-6 0 0,-11 0-6752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2:56.1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80 24575,'1'-1'0,"-1"0"0,1 0 0,-1 0 0,1 0 0,-1 0 0,1 0 0,0 0 0,-1 0 0,1 0 0,0 0 0,0 0 0,0 0 0,0 1 0,0-1 0,0 0 0,0 1 0,0-1 0,0 0 0,0 1 0,0-1 0,0 1 0,0 0 0,0-1 0,0 1 0,1 0 0,-1 0 0,2 0 0,38-5 0,-36 5 0,199-2 0,-105 3 0,-40 5 0,-62-6 0,1-1 0,0 2 0,0-1 0,0 0 0,-1 0 0,1 1 0,0-1 0,0 1 0,0-1 0,0 1 0,0 0 0,0 0 0,0 0 0,0 0 0,0 0 0,0 1 0,1-1 0,-1 0 0,1 1 0,-1-1 0,1 1 0,-1 0 0,1 0 0,-2 2 0,-1 7 0,1 1 0,0 0 0,0 0 0,2 0 0,-1 0 0,1 1 0,1-1 0,0 0 0,4 22 0,-3-31 0,-1 0 0,1 0 0,0 0 0,0 0 0,1 0 0,-1 0 0,0 0 0,1-1 0,0 1 0,0 0 0,0-1 0,0 0 0,0 1 0,0-1 0,0 0 0,1 0 0,-1 0 0,1-1 0,0 1 0,-1 0 0,1-1 0,0 0 0,0 0 0,0 0 0,0 0 0,0 0 0,0 0 0,0-1 0,0 1 0,0-1 0,0 0 0,1 0 0,-1 0 0,3-1 0,-2 1 0,0 0 0,1-1 0,-1 1 0,0-1 0,0 0 0,0 0 0,0 0 0,0 0 0,-1-1 0,1 0 0,0 0 0,0 0 0,-1 0 0,0 0 0,1-1 0,-1 1 0,0-1 0,0 0 0,0 0 0,-1 0 0,1 0 0,-1-1 0,1 1 0,-1-1 0,3-6 0,-2-14 0,-2 16 0,0 0 0,1 0 0,0 0 0,3-9 0,-5 16 0,0 0 0,1 0 0,-1 0 0,1 0 0,0 0 0,-1 0 0,1 0 0,0 0 0,-1 0 0,1 0 0,0 0 0,0 0 0,0 0 0,0 0 0,0 1 0,0-1 0,0 0 0,0 1 0,0-1 0,0 1 0,0-1 0,1 1 0,-1 0 0,0-1 0,0 1 0,0 0 0,1 0 0,-1 0 0,0 0 0,0 0 0,1 0 0,1 0 0,-2 1 0,1-1 0,-1 0 0,0 1 0,0-1 0,0 1 0,1 0 0,-1-1 0,0 1 0,0 0 0,0 0 0,0 0 0,0-1 0,0 1 0,-1 0 0,1 0 0,0 0 0,0 1 0,-1-1 0,1 0 0,0 0 0,0 3 0,7 31 0,-7-31 0,-1 0 0,1 0 0,0 0 0,0 0 0,0-1 0,0 1 0,0 0 0,4 4 0,-5-8 0,0 0 0,0 0 0,0 1 0,1-1 0,-1 0 0,0 0 0,0 0 0,0 0 0,1 0 0,-1 0 0,0 0 0,0 0 0,0 0 0,1 0 0,-1 0 0,0 0 0,0 0 0,1 0 0,-1 0 0,0 0 0,0 0 0,0 0 0,1 0 0,-1 0 0,0 0 0,0 0 0,1 0 0,-1 0 0,0 0 0,0 0 0,0 0 0,1-1 0,-1 1 0,0 0 0,0 0 0,0 0 0,0 0 0,0-1 0,1 1 0,-1 0 0,0 0 0,0 0 0,0-1 0,0 1 0,0 0 0,0 0 0,0 0 0,0-1 0,0 1 0,0 0 0,1 0 0,-1-1 0,0 1 0,0 0 0,0 0 0,-1 0 0,1-1 0,0 1 0,0-1 0,3-15 0,-3-40 0,1-14 0,-1 66 0,1-1 0,-1 1 0,1-1 0,0 1 0,1 0 0,-1-1 0,1 1 0,0 0 0,0 0 0,0 0 0,5-6 0,-4 7 0,-1 1 0,1 0 0,0-1 0,0 1 0,0 1 0,1-1 0,-1 0 0,0 1 0,1-1 0,-1 1 0,1 0 0,0 0 0,-1 1 0,1-1 0,4 1 0,63 1 0,-46 1 0,18-3 0,-31 0 0,0 0 0,1 1 0,-1 1 0,0 0 0,0 1 0,18 4 0,-28-5-62,0 0 0,0 1 0,0-1 0,0 0 0,0 1 0,0-1 0,0 1 0,-1 0 0,1-1 0,-1 1 0,0 0 0,1 0-1,-1 0 1,0 0 0,0 0 0,0 0 0,0 0 0,0 1 0,-1-1 0,1 0 0,0 4 0,2 13-6764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2:57.0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24575,'4'0'0,"6"0"0,6 0 0,3 0 0,4 0 0,2 0 0,0 0 0,1 5 0,0 0 0,0 1 0,-1-2 0,1-1 0,-1-1 0,0-1 0,0-1 0,0 0 0,-5 0-8191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4:34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29 24575,'0'-1'0,"0"-1"0,1 1 0,-1 0 0,1 0 0,0 0 0,-1 0 0,1 0 0,0 0 0,-1 0 0,1 0 0,0 1 0,0-1 0,0 0 0,0 0 0,0 1 0,0-1 0,0 0 0,0 1 0,0-1 0,0 1 0,0 0 0,1-1 0,-1 1 0,0 0 0,0 0 0,0-1 0,2 1 0,38-4 0,-36 3 0,61-2 0,96 7 0,-161-5 0,1 1 0,-1 0 0,0 0 0,1 1 0,-1-1 0,1 0 0,-1 0 0,0 1 0,1-1 0,-1 0 0,0 1 0,1 0 0,-1-1 0,0 1 0,0 0 0,0-1 0,1 1 0,1 2 0,-4-2 0,1 0 0,-1 0 0,0-1 0,1 1 0,-1 0 0,1 0 0,-1-1 0,0 1 0,0 0 0,0-1 0,1 1 0,-1 0 0,0-1 0,0 1 0,0-1 0,0 0 0,0 1 0,0-1 0,0 0 0,0 1 0,0-1 0,0 0 0,0 0 0,-2 0 0,-37 10 0,-1 2 0,-48 23 0,76-31 0,1 1 0,-1-1 0,-27 4 0,28-7 0,-1 2 0,1 0 0,0 0 0,-22 10 0,22-8 0,0-1 0,0 0 0,-18 4 0,20-6 0,1 0 0,-1 1 0,1 0 0,-1 0 0,1 1 0,-16 9 0,24-12 0,0-1 0,0 1 0,0-1 0,0 1 0,1 0 0,-1 0 0,0-1 0,0 1 0,1 0 0,-1 0 0,0 0 0,1 0 0,-1 0 0,1 0 0,-1 0 0,1 0 0,-1 0 0,1 0 0,0 0 0,-1 0 0,1 0 0,0 0 0,0 0 0,0 0 0,0 0 0,0 0 0,0 1 0,0-1 0,1 1 0,0 0 0,0 1 0,0-1 0,1 0 0,-1 0 0,1 0 0,0 0 0,-1 0 0,1 0 0,0 0 0,0 0 0,0-1 0,3 2 0,5 4 0,1-1 0,0-1 0,0 0 0,18 6 0,-10-7 0,0-1 0,0-1 0,0 0 0,33-2 0,-30-1 0,0 2 0,0 0 0,27 5 0,-2 2 0,0-3 0,0-1 0,63-5 0,-62 1 0,-4-5-1365,-28-1-5461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4:35.0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24575,'5'0'0,"5"0"0,5 0 0,5 0 0,2 0 0,3 0 0,0 0 0,1 0 0,0 0 0,0 0 0,0 0 0,-1 0 0,0 0 0,0 0 0,0 0 0,-4 0-8191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4:35.5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0 212 24575,'4'0'0,"-1"-1"0,1 1 0,-1-1 0,0 0 0,1-1 0,-1 1 0,0 0 0,0-1 0,1 0 0,-1 0 0,4-3 0,35-31 0,-25 20 0,91-88 0,-89 84 0,-17 18 0,-1 1 0,1-1 0,-1 1 0,1 0 0,-1 0 0,1-1 0,0 1 0,-1 0 0,1 0 0,0 0 0,0 1 0,0-1 0,0 0 0,4 0 0,-5 1 0,0 0 0,0 0 0,0 0 0,0 1 0,0-1 0,0 0 0,0 1 0,0-1 0,0 0 0,0 1 0,0-1 0,0 1 0,0 0 0,0-1 0,0 1 0,0 0 0,-1-1 0,1 1 0,0 0 0,1 1 0,2 6 0,0 0 0,0 0 0,0 0 0,-1 0 0,4 16 0,7 15 0,7-10-1365,-10-19-5461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4:37.6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1 227 24575,'30'1'0,"-16"0"0,-1-1 0,1 0 0,0-1 0,14-3 0,-24 3 0,-1 1 0,1-1 0,-1-1 0,0 1 0,0 0 0,1-1 0,-1 0 0,0 0 0,0 0 0,-1 0 0,1 0 0,0 0 0,-1-1 0,1 0 0,-1 1 0,0-1 0,0 0 0,0 0 0,0 0 0,2-5 0,14-30 0,10-25 0,-26 58 0,-1 1 0,0-1 0,0 0 0,0 0 0,-1 1 0,1-1 0,-1 0 0,0 0 0,-1 0 0,1 0 0,-3-7 0,3 11 0,0 1 0,0 0 0,0-1 0,0 1 0,0 0 0,0-1 0,0 1 0,0 0 0,0-1 0,0 1 0,0 0 0,-1-1 0,1 1 0,0 0 0,0-1 0,0 1 0,0 0 0,-1 0 0,1-1 0,0 1 0,0 0 0,-1 0 0,1-1 0,0 1 0,0 0 0,-1 0 0,1 0 0,0 0 0,-1-1 0,1 1 0,0 0 0,-1 0 0,1 0 0,0 0 0,0 0 0,-1 0 0,1 0 0,0 0 0,-1 0 0,1 0 0,0 0 0,-1 0 0,0 0 0,-10 15 0,-6 25 0,14-30 0,0 0 0,1 0 0,1 0 0,0 0 0,0 1 0,1-1 0,0 1 0,3 15 0,-3-22 0,1-1 0,0 0 0,0 0 0,0 0 0,0 1 0,0-1 0,1 0 0,0 0 0,-1-1 0,1 1 0,0 0 0,1-1 0,-1 1 0,0-1 0,1 1 0,-1-1 0,1 0 0,0 0 0,-1 0 0,1-1 0,0 1 0,0-1 0,0 1 0,1-1 0,-1 0 0,0 0 0,0-1 0,1 1 0,4 0 0,30 1 0,0-1 0,62-7 0,-95 6 0,0-1 0,1 0 0,-1-1 0,0 1 0,0-1 0,0 0 0,0 0 0,0 0 0,-1-1 0,1 0 0,-1 0 0,1 0 0,-1 0 0,0-1 0,0 1 0,6-9 0,-4 4 0,-1 0 0,0 0 0,-1-1 0,0 1 0,-1-1 0,1 0 0,-1 0 0,2-13 0,-7 35 0,2 0 0,1 26 0,-1-32 0,0 0 0,1 0 0,0-1 0,0 1 0,1-1 0,0 1 0,0-1 0,1 1 0,5 8 0,-8-14 0,0-1 0,0 1 0,1-1 0,-1 1 0,0-1 0,1 0 0,-1 1 0,0-1 0,1 0 0,-1 1 0,1-1 0,-1 0 0,1 1 0,-1-1 0,0 0 0,1 0 0,-1 1 0,1-1 0,0 0 0,-1 0 0,1 0 0,-1 0 0,1 0 0,-1 0 0,1 0 0,-1 0 0,1 0 0,-1 0 0,1 0 0,-1 0 0,1 0 0,-1 0 0,1 0 0,-1-1 0,1 1 0,-1 0 0,1 0 0,-1-1 0,1 1 0,-1 0 0,1-1 0,-1 1 0,0 0 0,1-1 0,-1 1 0,0 0 0,1-1 0,-1 1 0,0-1 0,1 1 0,-1-1 0,0 0 0,15-33 0,-12 25 0,-1 5 0,-1 1 0,0 0 0,1 0 0,-1 0 0,1 0 0,0 0 0,0 1 0,0-1 0,1 0 0,-1 1 0,0 0 0,1-1 0,0 1 0,-1 0 0,1 0 0,0 1 0,0-1 0,0 1 0,0-1 0,1 1 0,-1 0 0,0 0 0,0 0 0,6 0 0,-5 1 0,1 0 0,0 1 0,-1 0 0,1-1 0,-1 2 0,1-1 0,-1 0 0,1 1 0,-1 0 0,0 0 0,0 0 0,0 1 0,0-1 0,0 1 0,0 0 0,-1 0 0,5 5 0,21 30 0,-18-23 0,-11-15 0,0 0 0,0 0 0,1 0 0,-1 0 0,0 0 0,1-1 0,-1 1 0,0 0 0,0 0 0,0-1 0,1 1 0,-1 0 0,0 0 0,0-1 0,0 1 0,1 0 0,-1-1 0,0 1 0,0 0 0,0-1 0,0 1 0,0 0 0,0 0 0,0-1 0,0 1 0,0 0 0,0-1 0,0 1 0,0 0 0,0-1 0,0 1 0,0 0 0,0-1 0,0 1 0,-1-1 0,3-22 0,-1 19 0,-1-1 0,1 1 0,0 0 0,1 0 0,-1 0 0,1 0 0,-1 0 0,1 0 0,1 1 0,-1-1 0,0 1 0,1-1 0,0 1 0,-1 0 0,1 0 0,1 0 0,-1 0 0,7-4 0,-9 6 0,1 0 0,0 0 0,-1 0 0,1 0 0,0 0 0,0 0 0,0 0 0,0 1 0,0-1 0,0 1 0,0 0 0,0-1 0,0 1 0,0 0 0,0 0 0,0 0 0,0 0 0,0 1 0,0-1 0,0 1 0,0-1 0,0 1 0,0-1 0,0 1 0,-1 0 0,1 0 0,0 0 0,0 0 0,-1 0 0,1 1 0,0-1 0,-1 0 0,0 1 0,1-1 0,-1 1 0,0 0 0,2 2 0,32 40-1365,-25-32-5461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4:38.5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0 24575,'2'121'0,"-5"133"0,1-235 0,-2 1 0,-8 23 0,8-27 0,-1 1 0,2-1 0,-2 22 0,5-38 0,0 1 0,0 0 0,0 0 0,0-1 0,0 1 0,0 0 0,0 0 0,1-1 0,-1 1 0,0 0 0,0-1 0,1 1 0,-1 0 0,0-1 0,1 1 0,-1 0 0,1-1 0,-1 1 0,1-1 0,-1 1 0,1-1 0,0 1 0,-1-1 0,1 1 0,-1-1 0,1 0 0,0 1 0,-1-1 0,1 0 0,0 0 0,0 1 0,-1-1 0,1 0 0,0 0 0,0 0 0,-1 0 0,1 0 0,0 0 0,0 0 0,-1 0 0,1 0 0,0 0 0,-1 0 0,1-1 0,0 1 0,0 0 0,0-1 0,41-14 0,-37 13 0,5-1 0,-1 0 0,1 0 0,0 1 0,-1 0 0,1 1 0,0 0 0,0 0 0,0 2 0,0-1 0,0 1 0,0 0 0,0 1 0,13 4 0,-18-5 0,-1 0 0,1 1 0,0 0 0,-1 0 0,1 0 0,-1 1 0,0-1 0,0 1 0,0 0 0,0 0 0,0 0 0,-1 1 0,1-1 0,-1 1 0,0 0 0,0 0 0,0 0 0,-1 1 0,0-1 0,1 0 0,-1 1 0,-1 0 0,1-1 0,-1 1 0,0 0 0,0 0 0,0 0 0,0 8 0,-1-9 0,-1 1 0,1-1 0,-1 0 0,0 1 0,0-1 0,-1 0 0,1 0 0,-1 0 0,0 0 0,0 0 0,0 0 0,-1 0 0,1 0 0,-1-1 0,0 0 0,0 1 0,0-1 0,0 0 0,-1 0 0,1-1 0,-1 1 0,0-1 0,-6 3 0,5-2 0,0 0 0,-1-1 0,1 0 0,-1-1 0,0 1 0,1-1 0,-1 0 0,0 0 0,0-1 0,0 1 0,0-2 0,0 1 0,0 0 0,0-1 0,1 0 0,-1-1 0,-7-2 0,12 4 0,-1-1 0,1 1 0,0-1 0,-1 0 0,1 1 0,0-1 0,-1 0 0,1 0 0,0 0 0,0 0 0,0 0 0,-1-2 0,1 3 0,1-1 0,0 1 0,0-1 0,0 1 0,-1-1 0,1 0 0,0 1 0,0-1 0,0 1 0,0-1 0,0 1 0,0-1 0,0 1 0,0-1 0,0 0 0,0 1 0,0-1 0,0 1 0,0-1 0,1 1 0,-1-1 0,0 0 0,2-1 0,-1 1 0,0-1 0,1 1 0,-1-1 0,1 1 0,-1 0 0,1 0 0,0-1 0,-1 1 0,1 0 0,0 1 0,0-1 0,0 0 0,0 0 0,0 1 0,3-1 0,47-8 0,-27 5 0,0-1 0,44-14 0,-28 5 0,-29 11 0,-1 0 0,0-1 0,0 0 0,-1-1 0,11-7 0,-17 10 0,-1-1 0,0 0 0,0 0 0,0 0 0,0 0 0,0 0 0,-1-1 0,1 1 0,-1-1 0,0 0 0,0 0 0,0 1 0,-1-1 0,1 0 0,-1-1 0,0 1 0,1-8 0,-1 7 0,-1 1 0,0-1 0,0 1 0,0-1 0,-1 0 0,1 1 0,-1-1 0,0 1 0,0 0 0,-1-1 0,0 1 0,1 0 0,-1 0 0,-1 0 0,-4-8 0,5 10 0,1 0 0,-1 0 0,0 0 0,0 0 0,0 1 0,0-1 0,0 1 0,-1-1 0,1 1 0,0 0 0,-1-1 0,1 1 0,-1 0 0,0 1 0,1-1 0,-1 0 0,1 1 0,-1 0 0,0-1 0,1 1 0,-1 0 0,0 0 0,1 1 0,-1-1 0,0 0 0,1 1 0,-1 0 0,-3 1 0,4-1 0,-1 0 0,1 1 0,0-1 0,-1 0 0,1 1 0,0 0 0,0 0 0,0 0 0,0 0 0,1 0 0,-1 0 0,0 0 0,1 0 0,0 1 0,-1-1 0,1 0 0,0 1 0,0-1 0,0 1 0,1 0 0,-1-1 0,1 1 0,-1-1 0,1 1 0,0 0 0,0 0 0,0-1 0,0 1 0,1 0 0,-1-1 0,2 5 0,-1-1 0,0-1 0,0 1 0,1 0 0,0-1 0,0 1 0,1-1 0,-1 0 0,1 0 0,0 0 0,0 0 0,1 0 0,0-1 0,8 8 0,-3-7 0,1 0 0,0 0 0,1-2 0,-1 1 0,1-1 0,-1-1 0,16 2 0,-6 0 0,11 1-74,0-2-1,0-2 0,32-2 0,-29 1-991,-12 0-5760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4:38.8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203 27 24575,'-8'-1'0,"-1"0"0,1-1 0,-1 0 0,-9-4 0,8 2 0,0 1 0,0 1 0,0 0 0,-17-2 0,25 4 0,0 0 0,0 0 0,-1 0 0,1 1 0,0-1 0,0 0 0,0 1 0,0 0 0,0-1 0,0 1 0,0 0 0,0 0 0,0 0 0,0 0 0,0 0 0,1 1 0,-1-1 0,0 1 0,1-1 0,-1 1 0,1-1 0,0 1 0,-1 0 0,1 0 0,0 0 0,-1 3 0,-5 11 0,1 0 0,1 1 0,0-1 0,1 1 0,1 0 0,1 1 0,0-1 0,1 0 0,1 1 0,1-1 0,1 1 0,3 19 0,-4-34 4,0 0 0,0 0-1,1 1 1,-1-1 0,1 0 0,0 0-1,0 0 1,0 0 0,0-1 0,0 1-1,0-1 1,1 1 0,-1-1 0,1 0-1,0 1 1,0-2 0,0 1 0,0 0-1,0 0 1,0-1 0,0 0 0,0 0-1,1 1 1,-1-2 0,1 1 0,-1 0-1,0-1 1,1 0 0,-1 0 0,1 0-1,5 0 1,-2-1-110,1 0 0,0 0 0,-1 0 0,1-1 0,-1-1 0,1 1-1,-1-1 1,0 0 0,0-1 0,0 1 0,-1-1 0,1-1 0,7-6 0,-1-3-6720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4:39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 1 24575,'-1'0'0,"0"0"0,0 0 0,0 1 0,1-1 0,-1 1 0,0-1 0,0 1 0,0-1 0,0 1 0,0 0 0,1-1 0,-1 1 0,0 0 0,1 0 0,-1-1 0,0 1 0,1 0 0,-1 0 0,1 0 0,-1 0 0,1 0 0,-1 0 0,1 0 0,0 0 0,0 0 0,-1 0 0,1 1 0,-5 36 0,3-26 0,-8 40 0,5-30 0,1 0 0,-2 35 0,7 167-1365,-1-202-5461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4:39.4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78 24575,'-11'-9'0,"1"0"0,-1 1 0,-1 1 0,1 0 0,-1 0 0,-24-9 0,29 13 0,0 1 0,0-1 0,-1 1 0,1 1 0,-1-1 0,1 1 0,-1 1 0,0 0 0,1 0 0,-1 0 0,0 1 0,1 0 0,-14 3 0,16-1 0,0-1 0,0 1 0,0 0 0,1 0 0,-1 1 0,1-1 0,-1 1 0,1 0 0,0 0 0,1 1 0,-1-1 0,1 1 0,0 0 0,0 0 0,0 0 0,1 0 0,-1 0 0,1 1 0,-1 6 0,0-4 0,2-1 0,-1 1 0,1-1 0,0 1 0,0-1 0,1 1 0,0 0 0,1-1 0,0 1 0,0-1 0,0 1 0,1-1 0,0 1 0,4 7 0,-4-11 0,1 0 0,0 0 0,1-1 0,-1 1 0,1-1 0,-1 0 0,1 0 0,0 0 0,0 0 0,1-1 0,-1 1 0,0-1 0,1 0 0,0-1 0,-1 1 0,9 1 0,-1 0 0,1 0 0,0-1 0,0-1 0,0 0 0,14-1 0,-17-1-72,-1-2 1,0 1-1,1-1 0,-1 0 0,-1-1 0,1 0 0,0 0 0,-1-1 1,0 0-1,0-1 0,-1 0 0,1 0 0,-1 0 0,-1-1 0,1 0 1,-1-1-1,0 1 0,5-11 0,-1 2-6754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4:39.6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 24575,'-1'0'0,"0"0"0,0 1 0,0-1 0,0 1 0,0-1 0,0 1 0,0 0 0,0-1 0,0 1 0,0 0 0,0 0 0,1 0 0,-1 0 0,0 0 0,0 0 0,1 0 0,-1 0 0,1 0 0,-1 0 0,1 0 0,-1 0 0,1 0 0,0 0 0,-1 0 0,1 0 0,0 1 0,0 1 0,-5 38 0,5-37 0,-2 217 0,4-113 0,-2-99 20,0 1 0,1-1 0,0 1 0,1-1 0,4 13 0,-6-19-94,2 0-1,-1 0 1,0 0 0,0 0 0,1 0-1,0 0 1,0 0 0,-1-1 0,1 1-1,1-1 1,-1 1 0,0-1 0,1 0-1,-1 0 1,1 0 0,0 0 0,-1-1-1,1 1 1,3 1 0,11 2-6752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4:39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24575,'0'4'0,"5"2"0,0 3 0,5 1 0,0 3 0,-2 3 0,-2 4 0,2-3 0,0 1 0,3-2 0,-1-1 0,-2 2 0,2-2 0,-1-4-8191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4:40.0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24575,'0'-4'0,"0"3"0,0 5 0,0 7 0,0 6 0,0 3 0,4 0 0,2-5-8191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4:40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24575,'1'1'0,"0"-1"0,1 1 0,-1-1 0,0 1 0,0 0 0,1-1 0,-1 1 0,0 0 0,0 0 0,0 0 0,0 0 0,0 0 0,0 0 0,0 0 0,-1 0 0,1 0 0,0 0 0,0 2 0,15 28 0,-12-24 0,5 12 0,-1 0 0,9 28 0,-17-60 0,0-1 0,1 1 0,5-26 0,-4 36 0,-1 0 0,1 0 0,0 0 0,1 0 0,-1 0 0,0 1 0,1-1 0,-1 1 0,1 0 0,0 0 0,0 0 0,0 0 0,0 0 0,0 1 0,0-1 0,0 1 0,1 0 0,-1 0 0,0 0 0,1 0 0,-1 1 0,1 0 0,-1-1 0,1 1 0,5 1 0,-3-2 0,1 1 0,0 1 0,0-1 0,0 1 0,-1 1 0,1-1 0,0 1 0,-1 0 0,0 0 0,1 1 0,-1 0 0,9 6 0,-6-1 0,-1 1 0,0 0 0,0 0 0,12 20 0,16 20 0,-27-39 0,1 1 0,1-2 0,-1 0 0,2 0 0,-1-1 0,16 9 0,-19-13 0,0-1 0,0 0 0,1 0 0,-1 0 0,1-1 0,-1-1 0,1 1 0,-1-1 0,1-1 0,0 0 0,11-1 0,-17 1-105,-1 0 0,1-1 0,0 1 0,-1-1 0,1 0 0,-1 0 0,1 0 0,-1 0 0,1 0 0,-1 0 0,0-1 0,4-2 0,5-8-6721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4:40.8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1 24575,'-7'0'0,"0"0"0,-1 0 0,1 0 0,0 0 0,0 1 0,-14 4 0,18-4 0,1 0 0,0 0 0,0 0 0,0 0 0,0 1 0,0-1 0,0 1 0,1-1 0,-1 1 0,0 0 0,1-1 0,-1 1 0,1 0 0,0 0 0,-1 0 0,1 0 0,0 1 0,0-1 0,1 0 0,-1 0 0,0 1 0,0 2 0,-1 5 0,0 1 0,1-1 0,0 0 0,0 1 0,1-1 0,1 1 0,0-1 0,0 1 0,1-1 0,0 0 0,1 0 0,6 17 0,-2-13 0,0-1 0,1 1 0,0-1 0,1-1 0,0 0 0,1 0 0,23 20 0,57 68 0,-15-17 0,-70-77 0,0-1 0,0 1 0,0 0 0,-1 0 0,0 0 0,-1 1 0,1 0 0,-1-1 0,0 1 0,3 14 0,-5-19 0,-1 1 0,1 0 0,-1-1 0,0 1 0,0 0 0,0-1 0,0 1 0,0 0 0,-1-1 0,1 1 0,-1 0 0,0-1 0,0 1 0,0-1 0,0 1 0,0-1 0,0 0 0,-1 1 0,1-1 0,-1 0 0,1 0 0,-1 0 0,0 0 0,0 0 0,0 0 0,0-1 0,0 1 0,0 0 0,-1-1 0,1 0 0,0 0 0,-5 2 0,-2 0 0,-1 0 0,0 0 0,0-1 0,0 0 0,0-1 0,0 0 0,0 0 0,0-1 0,0-1 0,0 0 0,0 0 0,-17-5 0,24 4 0,0 0 0,0 0 0,1 0 0,-1 0 0,1-1 0,-1 1 0,1-1 0,0 0 0,0 0 0,0 1 0,1-1 0,-1 0 0,1 0 0,-1-1 0,1 1 0,0 0 0,0 0 0,1-1 0,-1 1 0,1 0 0,-1-1 0,1 1 0,0-5 0,0 2 0,0 0 0,0 0 0,1-1 0,-1 1 0,1 0 0,1 0 0,-1 0 0,1 0 0,0 0 0,0 0 0,1 1 0,3-7 0,1 5 0,0 0 0,1 0 0,0 0 0,1 1 0,-1 0 0,1 1 0,17-8 0,-1 0 0,-12 7 0,-1 1 0,1 1 0,0 0 0,0 1 0,24-3 0,2-1 0,22-6-1365,-46 7-5461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4:41.1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 24575,'15'-1'0,"-1"0"0,1-2 0,21-5 0,-19 4 0,0 0 0,18 0 0,201 2 64,-122 3-1493,-93-1-5397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4:41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24575,'524'0'-1365,"-503"0"-5461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4:42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1 476 24575,'13'-2'0,"0"0"0,0-1 0,0-1 0,0 0 0,-1-1 0,0 0 0,0-1 0,14-9 0,-3 3 0,0-1 0,-1-1 0,38-32 0,18-12 0,-67 51 0,-1 0 0,0-1 0,-1 0 0,0-1 0,0 0 0,-1 0 0,0-1 0,12-20 0,-17 25 0,0 0 0,0 0 0,-1 0 0,1-1 0,-1 1 0,0-1 0,-1 0 0,0 0 0,1 1 0,-2-1 0,1 0 0,-1 0 0,0 0 0,0 0 0,-1 0 0,1 0 0,-1 0 0,-1 0 0,1 1 0,-4-9 0,3 10 0,-1 1 0,0-1 0,0 0 0,0 1 0,0-1 0,0 1 0,-1 0 0,1 0 0,-1 1 0,0-1 0,0 1 0,0 0 0,0-1 0,-1 2 0,1-1 0,0 1 0,-9-3 0,-5 1 0,1 0 0,-1 1 0,-22-1 0,36 3 0,1 0 0,-1-1 0,1 1 0,0 0 0,-1 0 0,1 1 0,0-1 0,-1 1 0,1-1 0,0 1 0,0 0 0,-1 0 0,1 0 0,0 1 0,-4 2 0,7-4 0,0 1 0,0-1 0,0 0 0,1 1 0,-1-1 0,0 1 0,0-1 0,0 1 0,0-1 0,0 1 0,1-1 0,-1 1 0,0-1 0,0 0 0,1 1 0,-1-1 0,0 0 0,0 1 0,1-1 0,-1 0 0,1 1 0,-1-1 0,0 0 0,1 1 0,-1-1 0,1 0 0,-1 0 0,0 0 0,1 1 0,-1-1 0,1 0 0,22 12 0,-17-9 0,21 12 0,0 2 0,-1 1 0,-1 1 0,0 2 0,21 22 0,-35-30 0,-1 0 0,16 28 0,-19-29 0,1 0 0,0 0 0,0-1 0,19 19 0,2-1 0,-25-24 0,0 0 0,1 0 0,-1-1 0,1 1 0,1-1 0,-1 0 0,0-1 0,1 1 0,0-1 0,0 0 0,0 0 0,0-1 0,7 2 0,-6-2 0,0-1 0,0 0 0,0 0 0,0 0 0,0-1 0,-1 0 0,1-1 0,0 0 0,0 0 0,0 0 0,0-1 0,-1 1 0,10-5 0,-13 4 0,0 0 0,0 0 0,1 0 0,-2-1 0,1 1 0,0-1 0,0 0 0,-1 0 0,1 0 0,-1 0 0,0 0 0,0 0 0,0-1 0,0 1 0,-1-1 0,1 1 0,-1-1 0,0 0 0,0 1 0,0-1 0,-1 0 0,1 0 0,-1 0 0,0 1 0,-1-7 0,1 6-57,0 1 0,-1-1 1,1 0-1,-1 0 0,0 1 0,0-1 0,-1 1 0,1-1 0,-1 1 0,1-1 0,-1 1 1,0 0-1,0 0 0,-1 0 0,1 0 0,-1 0 0,1 0 0,-1 1 0,0-1 1,0 1-1,0 0 0,0 0 0,-7-3 0,-8-5-6769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4:42.5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52 24575,'0'-1'0,"1"0"0,-1 0 0,1 0 0,-1 0 0,1 0 0,-1 0 0,1 0 0,0 0 0,0 0 0,-1 0 0,1 0 0,0 0 0,0 0 0,0 1 0,0-1 0,0 0 0,0 1 0,0-1 0,0 0 0,0 1 0,0 0 0,0-1 0,0 1 0,1 0 0,-1-1 0,0 1 0,2 0 0,38-5 0,-37 5 0,112-12 0,-62 5 0,69 0 0,-182 17 0,37-4 0,-37 3 0,35-8-1365,2-1-5461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4:43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24575,'0'7'0,"0"1"0,0 0 0,1 0 0,0 0 0,0 0 0,6 14 0,-5-17 0,0-1 0,0 0 0,1 0 0,0 0 0,0 0 0,0 0 0,0-1 0,1 1 0,-1-1 0,1 0 0,0 0 0,7 4 0,1 2 0,2-2 0,-1 1 0,1-1 0,0-1 0,1-1 0,22 6 0,163 37 0,-199-48 0,1 1 0,-1-1 0,1 0 0,-1 1 0,1-1 0,-1 1 0,1-1 0,-1 1 0,0 0 0,1 0 0,-1 0 0,0-1 0,0 1 0,3 2 0,-4-2 0,0-1 0,0 1 0,0-1 0,1 1 0,-1 0 0,0-1 0,0 1 0,0-1 0,0 1 0,0-1 0,0 1 0,0 0 0,0-1 0,0 1 0,0-1 0,0 1 0,0 0 0,0-1 0,-1 1 0,1-1 0,0 1 0,0-1 0,-1 1 0,1-1 0,-1 2 0,-2 1 0,-1 1 0,1 0 0,-1-1 0,0 1 0,0-1 0,0 0 0,-7 3 0,1-1 0,-1 0 0,0-1 0,0-1 0,-19 5 0,17-5 0,-1 0 0,-23 11 0,2 0 0,23-9 0,0-1 0,1 2 0,0-1 0,-17 13 0,25-16 0,0 0 0,1 0 0,-1 0 0,1 1 0,0 0 0,0-1 0,0 1 0,0 0 0,0 0 0,1 0 0,-1 0 0,1 0 0,0 0 0,0 0 0,0 1 0,0-1 0,0 0 0,1 0 0,-1 1 0,1-1 0,0 1 0,1 3 0,-1-4 0,0 0 0,1 0 0,-1 0 0,1 0 0,0 0 0,0 0 0,0-1 0,0 1 0,1 0 0,-1 0 0,1-1 0,-1 1 0,1-1 0,0 0 0,0 1 0,0-1 0,0 0 0,0 0 0,1 0 0,-1 0 0,1-1 0,-1 1 0,4 1 0,5 1 0,0 0 0,0 0 0,1-1 0,20 2 0,7 3 0,-3-2-27,0-1 0,0-1 0,1-3 0,51-3 0,-19 1-1203,-59 1-5596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02.7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1 24575,'0'37'0,"1"-14"0,0 1 0,-2-1 0,-1 1 0,0-1 0,-2 0 0,-1 0 0,-10 30 0,3-20 0,3 1 0,-8 39 0,-12 43 0,18-78 0,1 0 0,2 0 0,2 1 0,1 0 0,2 0 0,2 41 0,3-38 0,-1-27 0,0 1 0,-1-1 0,0 1 0,-2-1 0,-4 24 0,6-39 0,0 1 0,0-1 0,0 1 0,0-1 0,0 1 0,0-1 0,0 1 0,0-1 0,0 1 0,0-1 0,-1 1 0,1-1 0,0 0 0,0 1 0,0-1 0,-1 1 0,1-1 0,0 0 0,-1 1 0,1-1 0,0 0 0,-1 1 0,1-1 0,0 0 0,-1 1 0,1-1 0,-1 0 0,1 0 0,0 0 0,-1 1 0,1-1 0,-1 0 0,-6-14 0,1-25 0,2-19 0,7-85 0,-1 135 19,0-1-1,0 1 1,1-1-1,0 1 1,0 0-1,9-15 1,-7 14-269,-1 1 1,0-1 0,-1 0 0,0 0 0,3-12 0,-3 0-6577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04.1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87 24575,'0'-3'0,"0"0"0,0-1 0,1 1 0,-1-1 0,1 1 0,0 0 0,0 0 0,0-1 0,0 1 0,1 0 0,-1 0 0,1 0 0,0 0 0,0 0 0,0 1 0,0-1 0,0 1 0,1-1 0,-1 1 0,1 0 0,-1 0 0,1 0 0,0 0 0,0 0 0,0 0 0,0 1 0,0 0 0,0-1 0,0 1 0,1 1 0,5-2 0,10-1 0,0 0 0,0 2 0,0 0 0,29 3 0,-22-1 0,-6-1 0,-7 0 0,0 0 0,0 1 0,0 0 0,0 1 0,19 5 0,-29-6 0,-1 0 0,1 0 0,0 1 0,0-1 0,-1 1 0,1-1 0,-1 1 0,1 0 0,-1 0 0,0 0 0,0 1 0,0-1 0,0 0 0,0 1 0,0-1 0,-1 1 0,1 0 0,-1-1 0,1 1 0,-1 0 0,0 0 0,0 0 0,-1 0 0,1 0 0,-1 0 0,1 0 0,-1 0 0,0 5 0,-1-2 0,1-1 0,-1 0 0,0 0 0,0 0 0,-1 0 0,0-1 0,1 1 0,-2 0 0,1-1 0,0 1 0,-1-1 0,0 0 0,0 0 0,0 0 0,-1 0 0,1 0 0,-1-1 0,0 1 0,0-1 0,0 0 0,0 0 0,-10 4 0,-9 4 0,0 0 0,-1-1 0,-33 8 0,33-11 0,-39 19 0,50-19 0,0-1 0,0-1 0,-1 0 0,0-1 0,-22 3 0,-42 7 0,50-8 0,-55 3 0,66-6 0,16-3 0,1 0 0,0 0 0,0 0 0,0 0 0,0 0 0,0 0 0,0 0 0,0 0 0,0 0 0,-1 0 0,1 0 0,0 0 0,0 0 0,0 0 0,0 0 0,0 0 0,0 0 0,0 1 0,0-1 0,0 0 0,0 0 0,0 0 0,0 0 0,-1 0 0,1 0 0,0 0 0,0 0 0,0 1 0,0-1 0,0 0 0,0 0 0,0 0 0,0 0 0,0 0 0,0 0 0,0 0 0,0 0 0,0 1 0,0-1 0,0 0 0,0 0 0,0 0 0,1 0 0,-1 0 0,0 0 0,0 0 0,0 1 0,0-1 0,0 0 0,0 0 0,0 0 0,0 0 0,0 0 0,0 0 0,24 13 0,-10-6 0,-2 0 0,-1 0 0,0 1 0,-1 1 0,17 17 0,10 9 0,78 74 0,-45-41 0,-12 3 0,-36-47 0,-18-19 0,0-1 0,1 1 0,-1-1 0,1 0 0,9 6 0,-11-8 0,-1-1 0,1 0 0,0 0 0,0 0 0,0 0 0,0-1 0,0 1 0,0-1 0,0 0 0,0 0 0,0 0 0,0 0 0,0 0 0,0-1 0,5-1 0,6-1 0,-6 2 0,0 0 0,0-1 0,0 0 0,-1 0 0,1-1 0,-1 0 0,1 0 0,-1-1 0,0 0 0,0 0 0,-1 0 0,1-1 0,-1 0 0,10-11 0,10-9 0,-21 20 0,0 1 0,0-1 0,-1 0 0,1 0 0,-1 0 0,0-1 0,3-7 0,6-12 0,-6 13 0,0-1 0,-1 0 0,-1 0 0,0 0 0,-1-1 0,4-17 0,-8 29 0,0 0 0,0 0 0,0 0 0,0 0 0,0 1 0,-1-1 0,1 0 0,-1 0 0,1 0 0,-1 1 0,1-1 0,-1 0 0,0 0 0,0 1 0,0-1 0,0 1 0,0-1 0,0 1 0,0-1 0,-1 1 0,1 0 0,0 0 0,-1-1 0,1 1 0,-1 0 0,0 0 0,1 0 0,-1 1 0,0-1 0,1 0 0,-1 1 0,0-1 0,0 1 0,-2-1 0,2 1 0,0-1 0,-1 1 0,1 0 0,0 0 0,-1 0 0,1 0 0,0 0 0,0 1 0,-1-1 0,1 1 0,0 0 0,0-1 0,0 1 0,-1 0 0,1 0 0,0 0 0,0 1 0,1-1 0,-1 0 0,0 1 0,0-1 0,1 1 0,-1 0 0,1-1 0,-1 1 0,1 0 0,-2 3 0,-1 4 0,1 1 0,0-1 0,1 1 0,0 0 0,0-1 0,1 1 0,1 16 0,0 6 0,6 32 0,-4-55 0,0-1 0,1 0 0,0-1 0,0 1 0,1 0 0,0-1 0,0 0 0,0 1 0,1-2 0,1 1 0,-1-1 0,1 1 0,0-2 0,0 1 0,10 7 0,-9-8 0,-1-1 0,0 1 0,1-1 0,0 0 0,0-1 0,0 0 0,1 0 0,-1 0 0,1-1 0,-1 0 0,1-1 0,0 1 0,0-1 0,0-1 0,-1 0 0,14-1 0,-1-4-1365,-3-1-5461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04.4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0 24575,'0'7'0,"-1"0"0,0 0 0,-1-1 0,1 1 0,-5 9 0,-4 18 0,3 1 0,-18 48 0,8-28 0,13-38 0,1-1 0,0 1 0,1 20 0,1-20 0,-1 1 0,-6 30 0,-26 110 0,13-71-1365,15-70-5461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04.6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65 24575,'4'0'0,"2"-4"0,5-2 0,5 0 0,4 1 0,4 2 0,2 1 0,1 1 0,1 0 0,0 1 0,1 0 0,-6-4 0,-1-2 0,-1 0 0,2 2 0,-4-4 0,-5 0-8191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05.0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53 24575,'-2'30'0,"0"0"0,-9 33 0,5-32 0,-3 61 0,11 74 0,-4-236 0,4-82 0,0 141 0,0-1 0,1 0 0,1 1 0,-1 0 0,2 0 0,0 0 0,0 0 0,9-13 0,3-2 0,40-45 0,-54 67-195,0 1 0,0 0 0,1 0 0,-1 1 0,1-1 0,7-3 0,5-1-6631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05.3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24575,'0'5'0,"0"6"0,0 6 0,0 5 0,0 2 0,0 3 0,0 1 0,0 1 0,0 0 0,0-1 0,0 0 0,0-1 0,0 1 0,0 0 0,0-1 0,0-9 0,0-8-8191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05.4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0 24575,'-5'0'0,"-1"5"0,-4 1 0,-1 5 0,2 0-8191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06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1 309 24575,'3'2'0,"1"1"0,-1-1 0,1 1 0,0-1 0,-1 0 0,1 0 0,0-1 0,0 1 0,1-1 0,-1 0 0,8 1 0,52 2 0,-49-4 0,7 1 0,9 0 0,61-5 0,-82 3 0,-1-1 0,0 0 0,0 0 0,0-1 0,0 0 0,0-1 0,0 0 0,-1-1 0,0 1 0,15-12 0,-1-1 0,-18 15 0,0-1 0,-1 0 0,1 1 0,-1-1 0,1 0 0,-1-1 0,0 1 0,0 0 0,0-1 0,-1 0 0,1 0 0,-1 1 0,0-1 0,0-1 0,0 1 0,-1 0 0,0 0 0,2-8 0,0-3 0,-1 0 0,-1 0 0,0 0 0,-1 0 0,-1 0 0,0 0 0,-1 0 0,-5-22 0,5 35 0,0-1 0,1 0 0,-1 0 0,-1 1 0,1-1 0,0 1 0,-1 0 0,1 0 0,-1 0 0,1 0 0,-1 0 0,0 0 0,0 1 0,0-1 0,0 1 0,0 0 0,0 0 0,-1 0 0,1 0 0,0 1 0,0-1 0,-1 1 0,1 0 0,0 0 0,-1 0 0,-3 1 0,-1-1 0,0 1 0,0 0 0,1 0 0,-1 1 0,0 0 0,0 0 0,1 1 0,-1 0 0,-12 8 0,14-7 0,0 0 0,0 1 0,1 0 0,0 0 0,0 0 0,0 1 0,1 0 0,-1 0 0,1 0 0,1 0 0,-1 1 0,1-1 0,0 1 0,1 0 0,-2 8 0,1-1 0,0 1 0,2 0 0,0-1 0,0 1 0,2 0 0,2 22 0,-2-34 0,-1 0 0,1 0 0,0 0 0,0 0 0,0 0 0,0-1 0,1 1 0,-1 0 0,1-1 0,-1 1 0,1-1 0,0 1 0,0-1 0,0 0 0,1 0 0,-1 0 0,0 0 0,1 0 0,-1-1 0,1 1 0,-1-1 0,1 1 0,0-1 0,0 0 0,0 0 0,0 0 0,0 0 0,0-1 0,4 1 0,7 1 0,0-1 0,1-1 0,-1 0 0,27-4 0,-35 3-76,-1-1 1,-1 1-1,1-1 0,0 0 0,0 0 0,-1 0 0,1-1 0,-1 1 1,1-1-1,-1 0 0,0 0 0,0-1 0,-1 1 0,1-1 1,-1 0-1,0 0 0,5-8 0,6-9-6750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06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24575,'1'0'0,"0"1"0,0-1 0,-1 0 0,1 1 0,0-1 0,0 0 0,0 1 0,0-1 0,0 1 0,-1-1 0,1 1 0,0 0 0,0-1 0,-1 1 0,1 0 0,-1-1 0,1 1 0,0 0 0,-1 0 0,1 0 0,-1-1 0,0 1 0,1 2 0,9 25 0,-7-17 0,10 24 0,1 0 0,1 0 0,3-2 0,22 36 0,-29-54 0,18 29 0,1-1 0,3-2 0,43 43 0,-56-64-77,-12-11-138,0-1 0,1 0 1,0-1-1,0 1 1,14 6-1,-7-6-6611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06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247 0 24575,'-12'0'0,"0"0"0,1 1 0,-1 1 0,0-1 0,-16 6 0,23-5 0,0 0 0,0 0 0,0 1 0,0 0 0,0-1 0,1 2 0,-1-1 0,1 0 0,0 1 0,0 0 0,0 0 0,1 0 0,-7 9 0,-6 12 0,0-2 0,2 0 0,-15 32 0,26-48 0,0 0 0,1-1 0,0 1 0,0 0 0,0 0 0,1 0 0,0 0 0,1 1 0,-1-1 0,1 0 0,1 0 0,-1 0 0,4 13 0,-3-17-68,0 0 0,0 0-1,1 0 1,-1 0 0,1 0 0,0 0-1,0-1 1,0 1 0,0-1 0,0 1-1,0-1 1,1 0 0,-1 1 0,1-1-1,0 0 1,0-1 0,0 1 0,0-1-1,5 3 1,13 3-6758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06.8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380 33 24575,'-9'-1'0,"0"0"0,1 0 0,-1-1 0,-15-5 0,-25-5 0,48 12 0,-96-8 0,84 8 0,0 0 0,-1 1 0,1 0 0,-1 1 0,-14 4 0,24-4 0,0 0 0,0 1 0,0-1 0,0 1 0,1-1 0,-1 1 0,1 1 0,-1-1 0,1 0 0,0 1 0,0 0 0,1-1 0,-1 1 0,1 0 0,0 0 0,0 1 0,0-1 0,-1 6 0,-2 2 0,2 1 0,0-1 0,0 1 0,1 0 0,-1 18 0,3-28 0,0 1 0,0-1 0,0 0 0,1 0 0,-1 0 0,1 0 0,-1 0 0,1 0 0,0 0 0,1 0 0,-1 0 0,0 0 0,1-1 0,-1 1 0,1 0 0,0-1 0,0 1 0,0-1 0,0 0 0,0 0 0,1 0 0,-1 0 0,1 0 0,-1 0 0,1-1 0,0 1 0,0-1 0,0 1 0,-1-1 0,1 0 0,0 0 0,6 0 0,9 2 0,0-1 0,0-1 0,0-1 0,30-2 0,-14 0 0,-16 2 0,0-1 0,1 0 0,-1-2 0,0 0 0,0-1 0,0 0 0,0-2 0,21-9 0,-33 13 0,0 0 0,-1-1 0,1 0 0,-1 0 0,0 0 0,0 0 0,0-1 0,0 0 0,-1 0 0,1 0 0,-1-1 0,0 1 0,-1-1 0,1 0 0,-1 0 0,0 0 0,0-1 0,0 1 0,3-10 0,-7 15 0,1 0 0,0 0 0,0 0 0,0 0 0,0 0 0,0 0 0,0 0 0,0 1 0,0-1 0,0 0 0,0 0 0,-1 0 0,1 0 0,0 0 0,0 0 0,0 0 0,0 0 0,0 1 0,0-1 0,0 0 0,0 0 0,0 0 0,0 0 0,0 0 0,0 0 0,0 0 0,0 0 0,0 1 0,0-1 0,0 0 0,0 0 0,0 0 0,0 0 0,0 0 0,0 0 0,0 0 0,0 1 0,1-1 0,-1 0 0,0 0 0,0 0 0,0 0 0,0 0 0,0 0 0,0 0 0,0 0 0,0 0 0,0 0 0,0 0 0,1 0 0,-1 1 0,0-1 0,0 0 0,0 0 0,0 0 0,0 0 0,0 0 0,0 0 0,1 0 0,-1 0 0,0 0 0,0 0 0,0 0 0,9-7 0,12-17 0,-13 6-1365,-1 0-5461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07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0 24575,'-2'1'0,"0"0"0,1 0 0,-1 0 0,0 0 0,1 0 0,-1 0 0,1 0 0,-1 0 0,1 1 0,-1-1 0,1 1 0,0-1 0,0 1 0,0-1 0,-1 1 0,2 0 0,-2 2 0,-16 32 0,0 23 0,10-29 0,-14 30 0,15-40 0,0 0 0,-6 37 0,-5 17 0,3-31 0,6-20 0,2-1 0,0 1 0,1 0 0,2 1 0,-4 38 0,8-17 0,-2-1 0,-11 58 0,8-63 0,1 0 0,3 75 0,-1 21 0,-2-112-1365,-2-5-5461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08.2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192 1 24575,'0'56'0,"-2"92"0,0-127 0,-1 0 0,-1 0 0,-1 0 0,-14 39 0,12-40 0,1 0 0,-6 39 0,8-37 0,0-1 0,-12 34 0,3-23 0,2 1 0,1 0 0,-10 62 0,13-49 0,-17 68 0,24-113-49,-9 24 224,9-25-201,0-1-1,0 1 0,0 0 1,0 0-1,-1-1 1,1 1-1,0 0 0,0 0 1,0-1-1,0 1 0,0 0 1,-1 0-1,1 0 1,0 0-1,0-1 0,0 1 1,-1 0-1,1 0 0,0 0 1,0 0-1,0 0 0,-1-1 1,1 1-1,0 0 1,0 0-1,-1 0 0,1 0 1,0 0-1,0 0 0,-1 0 1,1 0-1,0 0 1,-1 0-1,1 0 0,0 0 1,0 0-1,-1 0 0,1 0 1,0 0-1,0 1 0,0-1 1,-1 0-1,1 0 1,0 0-1,0 0 0,-1 0 1,1 1-1,0-1 0,0 0 1,0 0-1,0 0 1,-1 1-1,1-1 0,0 0 1,0 1-1,-2-14-6799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08.4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90 24575,'97'1'0,"109"-3"0,-195 0-105,0-1 0,0 0 0,-1 0 0,1-2 0,-1 1 0,1-1 0,-2-1 0,1 1 0,0-2 0,-1 1 0,0-1 0,11-12 0,-9 6-6721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09.1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88 24575,'1'1'0,"0"-1"0,0 0 0,0 1 0,0-1 0,0 0 0,0 1 0,-1 0 0,1-1 0,0 1 0,0-1 0,0 1 0,0 0 0,-1 0 0,1-1 0,0 1 0,-1 0 0,1 0 0,-1 0 0,1 0 0,-1 0 0,1 0 0,-1 0 0,0 0 0,1 0 0,-1 1 0,9 35 0,-5-19 0,2 2 0,-2 0 0,5 41 0,-8-45 0,1 0 0,0-1 0,1 1 0,1-1 0,11 28 0,-4-87 0,-4 13 0,-6 21 0,0 0 0,1 1 0,1-1 0,0 1 0,0 0 0,0 0 0,1 0 0,1 0 0,0 1 0,8-12 0,11-9 0,-2 0 0,2 2 0,1 1 0,33-28 0,-51 50 0,0 0 0,0 0 0,0 1 0,0 0 0,0 0 0,0 1 0,1-1 0,-1 2 0,1-1 0,0 1 0,7 0 0,17 0 0,45 4 0,-25-1 0,-37-1 0,1 0 0,-1 1 0,0 1 0,-1 0 0,1 1 0,0 1 0,-1 0 0,0 1 0,0 1 0,-1 0 0,14 9 0,15 5 0,-33-17 0,1 0 0,0 1 0,10 7 0,-14-7 0,0-1 0,-1 1 0,1-1 0,0 0 0,1 0 0,-1-1 0,1 0 0,-1 0 0,1 0 0,13 3 0,-20-6 0,1 0 0,-1 0 0,1 0 0,-1 0 0,1 0 0,-1 0 0,1 0 0,-1-1 0,1 1 0,-1 0 0,1 0 0,-1 0 0,1 0 0,-1-1 0,1 1 0,-1 0 0,0 0 0,1-1 0,-1 1 0,1 0 0,-1-1 0,0 1 0,1 0 0,-1-1 0,0 1 0,0-1 0,1 1 0,-1 0 0,0-1 0,0 1 0,1-1 0,-1 1 0,0-1 0,0 1 0,0-1 0,0 1 0,0-1 0,0 1 0,0-1 0,0 1 0,0-1 0,0 1 0,0-1 0,0 1 0,0-1 0,0 1 0,-1-1 0,1 1 0,0 0 0,0-1 0,0 1 0,-1-1 0,1 1 0,0-1 0,0 1 0,-1 0 0,1-1 0,-1 1 0,1 0 0,0-1 0,-1 1 0,1 0 0,-1-1 0,-25-23 0,12 16 0,-1 1 0,0 0 0,0 1 0,0 1 0,-1 1 0,0 0 0,0 1 0,0 0 0,0 1 0,0 1 0,-19 1 0,29 1 0,0 1 0,1-1 0,-1 1 0,1 0 0,-1 0 0,1 0 0,0 1 0,0 0 0,0 0 0,0 0 0,0 1 0,1 0 0,-1 0 0,1 0 0,0 0 0,0 1 0,1-1 0,-1 1 0,-3 8 0,1-4 0,1 0 0,1 1 0,-1 0 0,2 0 0,-1 1 0,1-1 0,1 1 0,0-1 0,-1 20 0,3-27 0,0-1 0,0 1 0,1-1 0,-1 1 0,1-1 0,-1 1 0,1-1 0,0 1 0,0-1 0,0 1 0,0-1 0,1 0 0,-1 0 0,1 0 0,-1 0 0,1 0 0,0 0 0,0 0 0,0 0 0,0-1 0,0 1 0,0-1 0,0 1 0,0-1 0,1 0 0,-1 0 0,0 0 0,1 0 0,-1 0 0,1 0 0,-1-1 0,1 1 0,3-1 0,12 2 0,0-1 0,0 0 0,34-4 0,-25 1 0,-17 1 0,0 0 0,1-1 0,-1 0 0,0-1 0,0 0 0,0-1 0,0 0 0,-1 0 0,18-11 0,-7 1 0,-1 0 0,-1-1 0,22-22 0,-12-5 0,-24 42 0,-2 6 0,-1 10 0,-2-13 0,1 0 0,0 1 0,0-1 0,1 0 0,-1 0 0,0 1 0,1-1 0,0 0 0,0 0 0,0 0 0,0 0 0,0 0 0,1 0 0,0 0 0,-1-1 0,1 1 0,0 0 0,0-1 0,0 1 0,1-1 0,-1 0 0,0 0 0,1 0 0,0 0 0,-1 0 0,1 0 0,0-1 0,0 1 0,0-1 0,0 0 0,0 0 0,0 0 0,0 0 0,0-1 0,1 1 0,-1-1 0,5 0 0,46 2-1365,-30-2-5461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09.4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271 26 24575,'0'-1'0,"-1"0"0,0-1 0,1 1 0,-1 0 0,0 0 0,0-1 0,0 1 0,0 0 0,0 0 0,0 0 0,0 0 0,0 0 0,0 0 0,-1 0 0,1 1 0,0-1 0,0 0 0,-1 1 0,1-1 0,-1 1 0,1-1 0,0 1 0,-1 0 0,1 0 0,-1-1 0,1 1 0,-2 0 0,-43-3 0,39 3 0,0 0 0,0 1 0,0 0 0,0 1 0,1 0 0,-1 0 0,0 0 0,1 1 0,0 0 0,-1 0 0,1 0 0,1 1 0,-1 0 0,0 0 0,1 0 0,-7 8 0,5-5 0,1 1 0,0 0 0,1 1 0,0-1 0,0 1 0,1 0 0,0 0 0,0 0 0,1 1 0,-4 18 0,-1 5 0,4-23 0,2 0 0,-1 0 0,1 1 0,1-1 0,-1 20 0,3-28 0,-1 0 0,0 0 0,1 1 0,-1-1 0,1 0 0,0 0 0,0 0 0,0 0 0,0 1 0,0-1 0,0-1 0,1 1 0,-1 0 0,0 0 0,1 0 0,0-1 0,-1 1 0,1-1 0,0 1 0,0-1 0,0 0 0,0 1 0,0-1 0,0 0 0,0-1 0,0 1 0,0 0 0,1 0 0,-1-1 0,0 0 0,4 1 0,-2 0 7,1-1 0,0 0 0,0 0 0,0 0 0,0 0 1,-1-1-1,1 0 0,0 0 0,0 0 0,-1 0 0,1-1 0,-1 0 0,1 0 0,-1 0 0,0 0 0,6-5 0,2-2-304,-1-1 0,0 0 0,0 0 0,9-13 0,-2 2-6529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09.7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24575,'0'739'0,"0"-733"14,0-1-1,1 1 0,-1-1 0,1 0 1,0 1-1,0-1 0,1 0 1,1 6-1,-2-10-66,0 1 0,0-1 0,0 1 0,0-1 0,0 1 0,1-1 0,-1 1 0,0-1 0,1 0 0,-1 0 0,0 0 0,1 0 0,0 0-1,-1 0 1,1 0 0,-1 0 0,1-1 0,0 1 0,0-1 0,-1 1 0,1-1 0,0 1 0,0-1 0,0 0 0,-1 0 0,1 0 0,2-1 0,17-1-6773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09.9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24575,'0'5'0,"0"6"0,0 5 0,0 6 0,0 3 0,0 2 0,0 1 0,0 0 0,0 0 0,0 1 0,0-6-8191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10.0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0 24575,'-4'0'0,"-3"5"0,-3 1 0,-1 0-8191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10.3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191 1 24575,'1'87'0,"-3"99"0,-11-119 0,9-50 0,0 0 0,-1 20 0,4-3 0,2-25 0,-1-1 0,0 1 0,-1 0 0,0 0 0,0-1 0,-1 1 0,0-1 0,-1 1 0,0-1 0,-6 13 0,7-18-26,-8 15 76,-2-1-1,-16 19 1,23-30-198,0-1-1,-1 0 0,1 0 0,-1-1 0,0 0 0,-1 0 0,1 0 1,-1-1-1,-12 5 0,1-2-6677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10.7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1 142 24575,'5'0'0,"1"-1"0,-1 0 0,0 0 0,0-1 0,1 0 0,-1 0 0,0 0 0,0 0 0,0-1 0,7-5 0,-5 4 0,0 0 0,-1 0 0,1 1 0,0 0 0,8-2 0,68-21 0,-51 15 0,46-9 0,-17 13 0,-48 7 0,-1-1 0,1 0 0,-1-1 0,1 0 0,-1-1 0,21-8 0,-30 9 0,0 1 0,-1-1 0,1 1 0,0 0 0,0 0 0,0 1 0,1-1 0,-1 0 0,0 1 0,0 0 0,0 0 0,0 0 0,0 0 0,1 0 0,-1 1 0,0 0 0,0-1 0,5 3 0,-6-1 0,1-1 0,-1 1 0,1 0 0,-1 0 0,0 0 0,0 1 0,0-1 0,0 1 0,0-1 0,-1 1 0,1-1 0,-1 1 0,0 0 0,0 0 0,1 0 0,-2 0 0,1-1 0,0 1 0,0 6 0,2 15 0,-2 1 0,-2 45 0,0-50 0,0 1 0,2-1 0,0 0 0,1 0 0,5 23 0,-3-29-116,-3-6 166,1-1 0,1 1 0,0 0 0,6 13 0,-8-20-108,0 1 1,0-1-1,1 1 0,-1-1 1,0 1-1,0-1 0,1 0 1,-1 1-1,1-1 0,-1 0 1,1 0-1,0 0 0,0 0 1,-1 0-1,1-1 1,0 1-1,0 0 0,0-1 1,-1 0-1,1 1 0,0-1 1,0 0-1,0 0 0,0 0 1,3 0-1,9-3-6768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11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86 113 24575,'0'0'0,"0"-1"0,0 1 0,0-1 0,0 1 0,0-1 0,0 1 0,0-1 0,0 1 0,0-1 0,0 1 0,0-1 0,-1 1 0,1-1 0,0 1 0,0 0 0,-1-1 0,1 1 0,0-1 0,-1 1 0,1 0 0,0-1 0,-1 1 0,1 0 0,0-1 0,-1 1 0,1 0 0,-1 0 0,1-1 0,-1 1 0,1 0 0,0 0 0,-1 0 0,1-1 0,-1 1 0,1 0 0,-1 0 0,1 0 0,-1 0 0,1 0 0,-1 0 0,1 0 0,-1 0 0,1 0 0,-1 0 0,1 1 0,-1-1 0,1 0 0,-1 0 0,1 0 0,-1 1 0,1-1 0,-1 0 0,1 0 0,0 1 0,-1-1 0,1 0 0,0 1 0,-1 0 0,-25 18 0,21-11 0,0-1 0,1 1 0,0 0 0,0 1 0,0-1 0,1 1 0,1-1 0,-1 1 0,1 0 0,1 0 0,0 0 0,0 0 0,0 0 0,1 0 0,1 0 0,0 0 0,0 0 0,3 10 0,-3-16 0,1 0 0,0 0 0,0-1 0,0 1 0,0-1 0,0 1 0,1-1 0,-1 0 0,0 0 0,1 0 0,0 0 0,0-1 0,-1 1 0,1 0 0,0-1 0,0 0 0,0 0 0,0 0 0,1 0 0,-1-1 0,0 1 0,0-1 0,0 1 0,1-1 0,-1 0 0,5-1 0,0 0 0,0 1 0,0-1 0,0-1 0,-1 1 0,1-1 0,0-1 0,-1 1 0,1-1 0,11-7 0,-14 6 0,0 0 0,-1 0 0,0-1 0,0 1 0,0-1 0,0 0 0,-1 0 0,0 0 0,0 0 0,0-1 0,-1 1 0,1-1 0,-1 0 0,-1 0 0,1 1 0,-1-1 0,1-10 0,-1 3 0,0-1 0,-1 0 0,0 0 0,-1 0 0,-1 1 0,-5-25 0,5 32 0,-1 0 0,1 0 0,-1 0 0,0 1 0,0-1 0,-1 1 0,0 0 0,0 0 0,0 0 0,0 1 0,-1-1 0,0 1 0,0 0 0,0 1 0,0-1 0,-6-2 0,27 2 0,10 3 0,9 1 0,1 3 0,-1 0 0,63 17 0,-89-18 0,0 1 0,-1 0 0,1 0 0,-1 1 0,0 0 0,0 1 0,0 0 0,-1 0 0,0 1 0,0 0 0,0 0 0,-1 0 0,0 1 0,0 0 0,0 0 0,-1 1 0,0-1 0,-1 1 0,1 0 0,-2 0 0,1 1 0,-1-1 0,0 1 0,-1 0 0,0 0 0,-1 0 0,2 16 0,-3-23 0,0 1 0,1 1 0,-1 0 0,0-1 0,0 1 0,0-1 0,-1 1 0,1-1 0,-1 1 0,0-1 0,0 1 0,0-1 0,0 0 0,-1 1 0,-2 4 0,4-8 0,-1 0 0,1 1 0,0-1 0,-1 0 0,1 0 0,0 0 0,-1 0 0,1 0 0,0 0 0,-1 0 0,1 0 0,0 0 0,0 0 0,-1 0 0,1 0 0,0 0 0,-1 0 0,1 0 0,0 0 0,-1-1 0,1 1 0,0 0 0,-1 0 0,1 0 0,0 0 0,0-1 0,-1 1 0,1 0 0,0 0 0,0-1 0,0 1 0,-1 0 0,1 0 0,0-1 0,0 1 0,0 0 0,0 0 0,-1-1 0,1 1 0,0 0 0,0-1 0,0 1 0,0 0 0,0-1 0,0 1 0,0 0 0,0-1 0,0 1 0,0 0 0,0-1 0,-4-17 0,4 13 0,0 1 0,0-1 0,1 1 0,-1-1 0,1 1 0,0 0 0,0-1 0,0 1 0,1 0 0,-1 0 0,1 0 0,0 0 0,0 0 0,1 0 0,-1 1 0,1-1 0,0 1 0,0-1 0,0 1 0,0 0 0,0 0 0,1 1 0,-1-1 0,1 1 0,0-1 0,5-1 0,1 0 0,-1 0 0,1 1 0,0 1 0,0-1 0,0 2 0,0-1 0,0 1 0,1 1 0,-1 0 0,15 2 0,-23-2 0,1 1 0,0 0 0,-1-1 0,1 1 0,0 0 0,-1 1 0,1-1 0,-1 0 0,1 1 0,-1-1 0,0 1 0,0 0 0,0-1 0,3 4 0,23 33 0,-24-32 0,0 1 0,0-1 0,0-1 0,1 1 0,10 9 0,-13-14 0,0 0 0,0 1 0,0-1 0,0 0 0,1 0 0,-1 0 0,0-1 0,1 1 0,-1 0 0,0-1 0,1 0 0,-1 1 0,1-1 0,-1 0 0,0 0 0,1 0 0,-1-1 0,1 1 0,-1-1 0,0 1 0,1-1 0,2-1 0,-2 0 0,1 0 0,0 0 0,0 0 0,-1-1 0,1 1 0,-1-1 0,0 0 0,0 0 0,0-1 0,0 1 0,0 0 0,-1-1 0,4-6 0,-5 9 0,0-1 0,-1 1 0,1 0 0,0 0 0,-1-1 0,1 1 0,-1 0 0,1-1 0,-1 1 0,0-1 0,1 1 0,-1-1 0,0 1 0,0 0 0,0-1 0,0 1 0,0-1 0,0 1 0,-1-1 0,1 1 0,0-1 0,-1 1 0,1 0 0,-1-1 0,0 1 0,1 0 0,-1 0 0,0-1 0,0 1 0,0 0 0,0 0 0,0 0 0,0 0 0,0 0 0,0 0 0,0 0 0,0 0 0,-1 1 0,1-1 0,0 0 0,0 1 0,-2-2 0,1 2 0,-1-1 0,1 1 0,0-1 0,0 1 0,0-1 0,0 1 0,0 0 0,0 0 0,0 0 0,-1 0 0,1 1 0,0-1 0,0 0 0,0 1 0,0 0 0,0-1 0,0 1 0,-3 2 0,1-1 0,1 0 0,0 1 0,-1 0 0,1 0 0,1 0 0,-1 0 0,0 0 0,1 0 0,-3 5 0,0 1 0,1-1 0,0 1 0,0 0 0,1 0 0,0 0 0,1 0 0,-3 17 0,5-23 0,0-1 0,0 1 0,0-1 0,0 1 0,1-1 0,-1 0 0,1 1 0,-1-1 0,1 1 0,0-1 0,0 0 0,0 1 0,0-1 0,0 0 0,1 0 0,-1 0 0,1 0 0,-1 0 0,1 0 0,0 0 0,0-1 0,0 1 0,0-1 0,0 1 0,0-1 0,0 0 0,0 1 0,0-1 0,1 0 0,-1-1 0,1 1 0,-1 0 0,0-1 0,1 1 0,-1-1 0,1 0 0,-1 0 0,4 0 0,0 0 0,0 1 0,0-2 0,0 1 0,0-1 0,-1 0 0,1 0 0,0 0 0,0-1 0,-1 0 0,1 0 0,-1 0 0,0-1 0,1 0 0,-1 0 0,7-6 0,-9 6-170,0 0-1,0-1 0,-1 1 1,1-1-1,-1 0 0,0 0 1,2-6-1,2-8-6655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12.1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24575,'0'847'0,"0"-834"30,-1-1 0,0 0 0,-4 16 0,4-23-154,0-1 0,0 1 1,-1-1-1,0 0 0,0 0 0,0 0 1,0 0-1,0 0 0,-1 0 0,0 0 1,-6 6-1,-6 1-6702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15.3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552 2 24575,'-33'0'0,"5"-1"0,-1 1 0,-39 7 0,59-5 0,-1 0 0,1 0 0,0 1 0,1 0 0,-1 1 0,0 0 0,1 1 0,0-1 0,0 1 0,0 1 0,-9 8 0,-12 12 0,16-15 0,1-1 0,0 2 0,1 0 0,1 0 0,-13 19 0,-118 231 0,135-247 0,0 0 0,1 0 0,1 0 0,1 1 0,0 0 0,-1 24 0,6 101 0,1-57 0,-4-71 0,2 0 0,0-1 0,0 1 0,7 24 0,-5-30 0,-1 0 0,1 0 0,1 0 0,0-1 0,0 1 0,0-1 0,0 0 0,1 0 0,9 9 0,-3-4 0,1-1 0,0 0 0,1-1 0,0 0 0,1-1 0,0-1 0,0 0 0,1 0 0,18 4 0,-9-4 0,0-2 0,0-1 0,1-1 0,-1-1 0,29-1 0,-46-1 0,13 0 0,0-1 0,33-5 0,-46 4 0,0 0 0,0 0 0,0-1 0,0 0 0,-1 0 0,1-1 0,-1 1 0,1-2 0,-1 1 0,9-9 0,-9 8 0,0-1 0,-1 0 0,1-1 0,-1 0 0,0 1 0,-1-1 0,0-1 0,0 1 0,0-1 0,4-14 0,-5 7 0,0 0 0,-1-1 0,0 1 0,-2-31 0,0 24 0,-1 0 0,-1 0 0,-8-36 0,8 51 0,0 0 0,-1 1 0,0-1 0,0 1 0,0 0 0,0 0 0,-1 0 0,0 0 0,-1 0 0,1 1 0,-1 0 0,0 0 0,0 0 0,-1 1 0,-8-7 0,2 3 0,-1 0 0,1 1 0,-1 1 0,0 0 0,-1 0 0,-21-5 0,-75-15 0,69 15 0,35 8 0,-1 1 0,0 0 0,0 0 0,0 0 0,0 1 0,-1 0 0,1 1 0,0 0 0,0 0 0,-11 1 0,17-1 0,0 0 0,1 0 0,-1 1 0,0-1 0,1 0 0,-1 0 0,0 1 0,1-1 0,-1 0 0,0 0 0,1 1 0,-1-1 0,1 1 0,-1-1 0,1 1 0,-1-1 0,1 1 0,-1-1 0,1 1 0,-1-1 0,1 1 0,0-1 0,-1 1 0,1 0 0,0-1 0,0 1 0,-1 0 0,1-1 0,0 2 0,0 0 0,0 0 0,0-1 0,1 1 0,-1 0 0,1-1 0,-1 1 0,1-1 0,0 1 0,0-1 0,-1 1 0,1-1 0,2 2 0,37 39 0,-35-38 0,176 151 0,-134-111 0,-35-31 0,1-1 0,0 0 0,16 10 0,-16-13 0,0 1 0,17 18 0,-23-20 0,1 0 0,0-1 0,0 0 0,1-1 0,0 0 0,0 0 0,12 5 0,-20-10 3,0-1 1,0 1-1,0-1 0,0 0 0,0 1 0,1-1 0,-1 0 0,0 0 1,0 0-1,0 0 0,1 0 0,-1 0 0,0 0 0,0 0 1,1 0-1,-1 0 0,0-1 0,0 1 0,0-1 0,0 1 0,0-1 1,0 1-1,0-1 0,1 1 0,-2-1 0,1 0 0,0 0 0,0 0 1,0 1-1,0-1 0,0 0 0,-1 0 0,1 0 0,0 0 1,-1 0-1,1 0 0,0-2 0,1-2-215,0-1 0,-1 1 0,1-1-1,-1 0 1,0 1 0,0-9 0,0-9-6614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17.4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32 24575,'3'0'0,"0"1"0,0-1 0,0 1 0,0 0 0,0 0 0,-1 0 0,1 0 0,0 1 0,0-1 0,-1 1 0,1 0 0,-1 0 0,1 0 0,-1 0 0,0 0 0,0 0 0,0 1 0,0-1 0,0 1 0,0-1 0,-1 1 0,1 0 0,-1-1 0,0 1 0,0 0 0,0 0 0,1 3 0,3 13 0,0-1 0,-1 1 0,2 22 0,-5-31 0,5 16 0,0 0 0,2 0 0,1-1 0,18 35 0,-27-59 0,4 6 0,-1-1 0,1 1 0,1-1 0,-1 0 0,1 0 0,0 0 0,0 0 0,1-1 0,7 6 0,-12-10 0,1 0 0,-1 0 0,1 0 0,-1 0 0,1 0 0,0 0 0,-1 0 0,1-1 0,0 1 0,0-1 0,-1 1 0,1-1 0,0 0 0,0 1 0,0-1 0,-1 0 0,1 0 0,0-1 0,0 1 0,0 0 0,0 0 0,-1-1 0,1 1 0,0-1 0,0 0 0,-1 0 0,1 1 0,-1-1 0,1 0 0,0 0 0,-1 0 0,0-1 0,1 1 0,-1 0 0,0 0 0,1-1 0,-1 1 0,0-1 0,0 1 0,0-1 0,0 1 0,-1-1 0,2-2 0,2-5 0,-1 0 0,0-1 0,0 1 0,-1-1 0,2-18 0,3-13 0,-2 12 0,4-54 0,-11 143 0,0-32 0,1-1 0,1 1 0,2 0 0,5 33 0,-6-57 0,1 1 0,-1 0 0,1 0 0,0-1 0,1 1 0,-1-1 0,1 0 0,-1 1 0,1-1 0,1-1 0,-1 1 0,1 0 0,-1-1 0,1 1 0,4 2 0,-6-5 0,0 0 0,0 0 0,0 0 0,0 0 0,0 0 0,1-1 0,-1 1 0,0-1 0,0 1 0,0-1 0,1 0 0,-1 0 0,0 0 0,1 0 0,-1 0 0,0 0 0,0-1 0,1 1 0,-1-1 0,0 0 0,0 1 0,0-1 0,0 0 0,0 0 0,0 0 0,0-1 0,0 1 0,0 0 0,-1-1 0,1 1 0,0-1 0,-1 0 0,1 1 0,1-4 0,6-10 0,0 0 0,-1 0 0,-1-1 0,0 0 0,-2 0 0,0 0 0,0-1 0,2-19 0,-4 20 0,-1 17 0,-1 0 0,0 0 0,0 0 0,1 0 0,-1 0 0,0 0 0,0 0 0,0 0 0,0 1 0,0-1 0,-1 0 0,1 1 0,0-1 0,-1 1 0,2 2 0,6 8 0,-7-10 0,0 0 0,1-1 0,-1 1 0,1 0 0,-1-1 0,1 1 0,0-1 0,0 1 0,-1-1 0,1 0 0,0 0 0,0 0 0,0 0 0,1 0 0,-1-1 0,0 1 0,0 0 0,0-1 0,1 0 0,-1 1 0,0-1 0,0 0 0,1 0 0,-1 0 0,0-1 0,0 1 0,1-1 0,-1 1 0,0-1 0,0 1 0,0-1 0,0 0 0,0 0 0,0 0 0,0-1 0,0 1 0,0 0 0,0-1 0,2-2 0,3-2 0,-1 0 0,0 0 0,-1-1 0,1 1 0,-1-1 0,0-1 0,-1 1 0,0-1 0,4-11 0,-5 11 0,3-5 0,-1-1 0,-1 0 0,-1 0 0,0 0 0,1-16 0,-4 27 0,1 0 0,-1 0 0,-1 0 0,1-1 0,0 1 0,-1 0 0,0 0 0,1 0 0,-1 0 0,0 0 0,-1 0 0,1 1 0,-1-1 0,1 0 0,-1 1 0,0-1 0,0 0 0,0 1 0,0 0 0,0 0 0,0 0 0,-1 0 0,1 0 0,-1 0 0,1 0 0,-1 1 0,0-1 0,0 1 0,-4-2 0,0 1 0,0 0 0,0 0 0,0 0 0,0 1 0,0 0 0,0 1 0,0 0 0,-1 0 0,1 0 0,0 1 0,0 0 0,0 0 0,0 1 0,0-1 0,0 2 0,-6 2 0,8-3 0,1 1 0,-1 0 0,1 0 0,0 0 0,0 0 0,0 0 0,0 1 0,0 0 0,1 0 0,0 0 0,-1 0 0,2 0 0,-1 1 0,0-1 0,1 1 0,0 0 0,0 0 0,0 0 0,1 0 0,0 0 0,0 0 0,-1 8 0,0 31 0,1 1 0,6 57 0,-3-93 0,0-1 0,1 1 0,0-1 0,0 0 0,0 0 0,1 0 0,1 0 0,-1-1 0,1 1 0,0-1 0,1-1 0,0 1 0,0-1 0,0 1 0,1-2 0,-1 1 0,2-1 0,-1 0 0,0-1 0,1 1 0,0-1 0,0-1 0,0 0 0,1 0 0,-1-1 0,10 2 0,7-1 0,1-1 0,0-2 0,-1-1 0,38-5 0,-47 3 0,0-1 0,0 0 0,-1-1 0,0-1 0,0 0 0,0-1 0,-1-1 0,17-11 0,-24 13 0,-1 0 0,0 0 0,0-1 0,0 0 0,-1 0 0,0 0 0,8-15 0,-6 8 0,-1 0 0,0 0 0,6-24 0,-30 105 0,17-57 0,-1 2 0,-5-21 0,2-3 0,1-1 0,0 0 0,1 0 0,0 0 0,1 0 0,-1-17 0,4-86 0,0 60 0,-1 50 0,0 0 0,1-1 0,-1 1 0,1 0 0,0 0 0,1 0 0,-1 0 0,1 0 0,1 0 0,3-7 0,-4 10 0,0 0 0,0 0 0,0 1 0,1-1 0,-1 1 0,1 0 0,0 0 0,0 0 0,0 0 0,0 0 0,0 0 0,0 1 0,0-1 0,0 1 0,1 0 0,-1 0 0,0 1 0,1-1 0,-1 0 0,4 1 0,0-1 0,1 0 0,-1 1 0,0 0 0,0 0 0,0 1 0,0 0 0,13 3 0,-17-3 0,-1 0 0,1 1 0,-1-1 0,0 0 0,1 1 0,-1-1 0,0 1 0,0 0 0,0 0 0,0 0 0,0 0 0,0 0 0,-1 0 0,1 0 0,0 1 0,-1-1 0,0 0 0,0 1 0,0 0 0,0-1 0,0 1 0,0-1 0,0 5 0,2 16 0,-1 0 0,-1 0 0,-4 38 0,2-39 0,0 0 0,1 0 0,1 0 0,5 24 0,-4-39 0,-1 0 0,2 0 0,-1 0 0,1-1 0,0 1 0,0-1 0,1 1 0,0-1 0,0 0 0,0-1 0,1 1 0,0-1 0,0 0 0,0 0 0,1 0 0,10 6 0,-7-5 0,1-1 0,-1 0 0,1-1 0,0 0 0,0-1 0,0 0 0,0 0 0,1-1 0,-1 0 0,1-1 0,18 0 0,-24-1 0,-1-1 0,1 1 0,-1-1 0,1 0 0,-1 0 0,0 0 0,1 0 0,-1-1 0,0 0 0,0 0 0,0 0 0,0 0 0,-1 0 0,1-1 0,0 0 0,-1 0 0,0 0 0,0 0 0,0 0 0,0-1 0,0 0 0,-1 1 0,1-1 0,-1 0 0,0 0 0,0 0 0,-1 0 0,1 0 0,-1-1 0,1-5 0,45-160 0,-47 169 0,0 0 0,1 0 0,-1 0 0,0-1 0,1 1 0,-1 0 0,1 0 0,-1 0 0,1 0 0,0 0 0,-1 0 0,1 0 0,0 1 0,0-1 0,-1 0 0,1 0 0,0 0 0,1 0 0,-1 1 0,0 0 0,-1 0 0,1 0 0,-1 0 0,1 0 0,-1 1 0,1-1 0,-1 0 0,1 0 0,-1 1 0,0-1 0,1 0 0,-1 0 0,1 1 0,-1-1 0,0 1 0,1-1 0,-1 0 0,0 1 0,1-1 0,-1 1 0,0-1 0,1 1 0,-1-1 0,0 1 0,0 0 0,3 4 0,-1 1 0,0 0 0,0 0 0,-1 0 0,1 7 0,2 251 0,-6-139 0,2 340 0,-2-441 0,-1 1 0,-1-1 0,-2 0 0,0 0 0,-1-1 0,-1 0 0,-14 26 0,17-39 0,-2 1 0,1-2 0,-1 1 0,-1-1 0,1 0 0,-2 0 0,1-1 0,-1 0 0,0-1 0,-1 0 0,0 0 0,0-1 0,-17 7 0,20-9 0,0-1 0,-1-1 0,1 1 0,-1-1 0,0-1 0,0 0 0,0 0 0,1 0 0,-14-1 0,17-1 0,-1 1 0,0-1 0,0 0 0,0-1 0,1 1 0,-1-1 0,1 0 0,-1 0 0,1 0 0,0-1 0,0 1 0,0-1 0,0 0 0,0 0 0,1-1 0,-5-4 0,1-3 0,1 0 0,1 0 0,0-1 0,0 0 0,1 0 0,0 0 0,1 0 0,-2-20 0,3 19 0,-3-15 0,1 0 0,2-1 0,1 0 0,1 1 0,1-1 0,7-37 0,-5 57 0,-1-1 0,1 1 0,1 0 0,0 0 0,0 1 0,0-1 0,1 1 0,1 0 0,7-10 0,7-4 0,38-33 0,-16 17 0,-36 33 0,0 1 0,0-1 0,1 1 0,0 0 0,-1 1 0,15-6 0,26-13 0,35-25 0,-22 15 0,-4 2 0,-40 23 0,0-1 0,0-1 0,-1 0 0,21-17 0,-24 11-1365,-2 1-5461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32.8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24575,'1095'0'0,"-1089"-1"0,1 1 0,-1 0 0,0 1 0,0-1 0,1 1 0,-1 1 0,0-1 0,0 1 0,0 0 0,0 0 0,6 4 0,-11-6 0,-1 0 0,0 1 0,0-1 0,0 0 0,0 0 0,0 0 0,0 0 0,0 1 0,0-1 0,0 0 0,0 0 0,0 0 0,0 1 0,0-1 0,0 0 0,0 0 0,0 0 0,0 1 0,0-1 0,0 0 0,0 0 0,0 0 0,0 1 0,0-1 0,0 0 0,0 0 0,-1 0 0,1 0 0,0 1 0,0-1 0,0 0 0,0 0 0,0 0 0,-1 0 0,1 0 0,0 1 0,0-1 0,0 0 0,0 0 0,-1 0 0,1 0 0,0 0 0,0 0 0,0 0 0,-1 0 0,1 0 0,0 0 0,0 0 0,0 0 0,-1 0 0,1 0 0,0 0 0,0 0 0,0 0 0,-1 0 0,1 0 0,-17 4 0,14-4 0,-37 8-43,-56 9-1279,71-15-5504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33.0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24575,'15'1'0,"-1"1"0,1 0 0,0 2 0,-1 0 0,1 0 0,-1 1 0,-1 1 0,16 8 0,-10-5 0,0-1 0,1 0 0,26 6 0,46 9 0,-62-14 0,-1-1 0,2-2 0,59 5 0,-55-10 0,-22 1 0,1-1 0,0-1 0,0 0 0,0-1 0,0-1 0,26-6 0,-23-2-1365,-6-3-5461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33.2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256 5 24575,'61'-2'0,"-36"0"0,0 2 0,0 0 0,0 2 0,27 5 0,-36-2 0,-1 0 0,-1 2 0,1 0 0,-1 0 0,21 17 0,-6-6 0,-14-8 0,-1 1 0,0 1 0,-1 0 0,0 1 0,-1 0 0,-1 1 0,0 0 0,-1 1 0,0 0 0,-1 1 0,10 25 0,-15-34 0,-1 1 0,0 0 0,-1 0 0,1 0 0,-2 0 0,1 0 0,-1 0 0,0 1 0,-1-1 0,0 1 0,0-1 0,-1 0 0,0 0 0,-1 1 0,0-1 0,0 0 0,0 0 0,-1 0 0,0-1 0,-1 1 0,0-1 0,0 1 0,0-1 0,-1 0 0,0-1 0,-9 9 0,-8 5-7,0-1-1,-2-1 0,-50 29 1,-85 33-666,102-54 323,-56 34 72,52-28 278,42-21 0,-36 16 0,38-20-228,0 0-1,1 2 0,0 0 1,-20 15-1,22-14-5488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33.6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0 24575,'0'767'0,"0"-751"0,-1 1 0,0-1 0,-7 25 0,8-37 0,-1 0 0,0 0 0,0-1 0,0 1 0,-1-1 0,1 1 0,-1-1 0,0 1 0,0-1 0,0 0 0,0 0 0,0 0 0,-1 0 0,0 0 0,1-1 0,-1 1 0,0-1 0,0 0 0,-1 1 0,-5 2 0,7-5 5,1 1 1,-1-1-1,0 0 0,0 0 0,1 1 0,-1-1 0,0 0 0,0-1 1,0 1-1,1 0 0,-1 0 0,0-1 0,1 1 0,-1-1 0,0 0 1,1 1-1,-1-1 0,0 0 0,1 0 0,-1 0 0,1 0 1,-2-2-1,-1 0-191,1 0 1,0-1-1,1 1 1,-1-1-1,0 1 1,1-1-1,-3-6 1,-4-12-6641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33.9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1 193 24575,'-1'-4'0,"1"-1"0,0 1 0,0 0 0,1 0 0,-1 0 0,1-1 0,0 1 0,0 0 0,0 0 0,1 0 0,0 0 0,-1 0 0,1 1 0,1-1 0,-1 0 0,0 1 0,1 0 0,0-1 0,0 1 0,0 0 0,0 0 0,0 1 0,0-1 0,1 1 0,6-4 0,5-4 0,0 1 0,0 1 0,1 1 0,0 0 0,1 1 0,-1 0 0,1 2 0,0 0 0,1 1 0,-1 0 0,24 1 0,-17 0 0,0 0 0,26-7 0,-25 4 0,44-3 0,-43 8-1365,-3 0-5461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34.1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24575,'75'-1'0,"-34"-1"0,1 2 0,0 2 0,60 10 0,-36-2 0,0-3 0,0-3 0,102-6 0,-42-1 0,-100 3-1365,-3 0-5461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34.3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24575,'0'6'0,"0"-1"0,0 1 0,1 0 0,-1 0 0,2-1 0,-1 1 0,0-1 0,1 1 0,0-1 0,0 1 0,4 5 0,-3-8 0,-1 0 0,1 0 0,-1 0 0,1-1 0,0 1 0,0-1 0,0 0 0,0 1 0,0-1 0,1-1 0,-1 1 0,0 0 0,1-1 0,0 0 0,-1 0 0,1 0 0,0 0 0,4 0 0,45 7 0,88 10 0,225-16 66,-187-3-1497,-156 1-5395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35.1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0 213 24575,'88'1'0,"99"-3"0,-175 0 0,0 0 0,0-1 0,0-1 0,0 0 0,-1 0 0,1-1 0,20-12 0,-12 4 0,0-1 0,-1 0 0,20-20 0,-32 27 0,-1-1 0,-1 0 0,1 0 0,-1 0 0,-1 0 0,6-14 0,3-5 0,-8 70 0,-7 236 0,3-278 0,-1 0 0,0 0 0,0 0 0,0 0 0,0 0 0,1 0 0,-1 0 0,-1 0 0,1 0 0,0 0 0,0 0 0,0 0 0,0 0 0,-1 0 0,1 0 0,0 0 0,-1 0 0,1-1 0,-1 1 0,1 0 0,-1 0 0,0 0 0,1-1 0,-1 1 0,0 0 0,1 0 0,-2 0 0,1-2 0,0 1 0,0-1 0,0 0 0,0 0 0,0 1 0,0-1 0,1 0 0,-1 0 0,0 0 0,0 0 0,1 0 0,-1 0 0,1 0 0,-1-1 0,1 1 0,-1 0 0,1 0 0,0 0 0,0 0 0,0-1 0,-1 1 0,1-1 0,-2-12 0,0 0 0,1 0 0,1 0 0,0-1 0,1 1 0,0 0 0,1 0 0,1 0 0,5-15 0,-6 20 0,2-1 0,-1 0 0,2 1 0,-1 0 0,1 0 0,0 0 0,1 1 0,0 0 0,1 0 0,-1 0 0,1 1 0,1 0 0,11-9 0,-15 13 0,-1 1 0,0 0 0,1 0 0,-1 1 0,1-1 0,-1 1 0,1 0 0,0 0 0,-1 0 0,1 0 0,0 0 0,0 1 0,0 0 0,0 0 0,-1 0 0,1 0 0,7 2 0,-5 0 0,-1 0 0,0 0 0,1 1 0,-1-1 0,0 1 0,0 0 0,-1 1 0,1-1 0,-1 1 0,8 7 0,2 6 0,-1 1 0,0 0 0,-2 1 0,0 0 0,9 22 0,-11-26-98,7 18 317,-15-31-293,-1-1-1,1 1 1,-1-1 0,0 1-1,1-1 1,-1 1 0,0-1 0,0 1-1,0-1 1,0 1 0,0-1-1,0 1 1,0-1 0,-1 1-1,1-1 1,-1 0 0,1 1 0,-1-1-1,0 2 1,-3 1-6752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35.4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226 1 24575,'-14'0'0,"0"-1"0,1 2 0,0-1 0,-19 5 0,27-4 0,0 1 0,0-1 0,0 1 0,1 0 0,-1 1 0,1-1 0,-1 1 0,1 0 0,0 0 0,0 1 0,0-1 0,-4 5 0,-2 3 0,0 0 0,1 1 0,-13 21 0,18-26 0,1 1 0,0-1 0,0 0 0,1 1 0,0 0 0,0 0 0,1-1 0,-1 15 0,1 0 0,-1-7 0,1 0 0,0 1 0,2-1 0,0 0 0,0 0 0,1 0 0,5 16 0,-5-27 0,0 0 0,1 0 0,-1 0 0,1 0 0,0-1 0,0 1 0,0-1 0,0 0 0,0 0 0,1 0 0,0 0 0,-1-1 0,1 1 0,0-1 0,0 0 0,1 0 0,-1-1 0,0 1 0,0-1 0,1 0 0,8 1 0,9 1 0,-1-2 0,1 0 0,31-4 0,-14 1 0,10 2 0,-28 1 0,0-1 0,0-1 0,0 0 0,0-2 0,0 0 0,0-2 0,-1 0 0,27-11 0,-3 0-1365,-25 11-5461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35.8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169 1 24575,'-10'0'0,"1"0"0,-1 0 0,1 1 0,-1 0 0,1 1 0,-1 0 0,-13 6 0,18-6 0,1 0 0,0 1 0,0 0 0,0 0 0,0 0 0,1 0 0,-1 0 0,1 1 0,0 0 0,0-1 0,0 1 0,0 1 0,1-1 0,-1 0 0,1 0 0,-3 9 0,1 2 0,-1 0 0,2 0 0,0 0 0,1 0 0,0 1 0,2-1 0,-1 1 0,2-1 0,0 0 0,1 1 0,0-1 0,8 22 0,-8-30 0,1-1 0,0 0 0,1-1 0,-1 1 0,1-1 0,0 1 0,1-1 0,-1 0 0,1-1 0,0 1 0,0-1 0,1 0 0,-1 0 0,1-1 0,0 1 0,0-1 0,0-1 0,11 4 0,0 0 0,0-2 0,1 0 0,0-1 0,0 0 0,30-1 0,-29-2 0,0 0 0,0-1 0,-1-1 0,1-1 0,-1-1 0,22-7 0,-36 10 0,0 0 0,-1-1 0,1 0 0,0 0 0,0 0 0,-1 0 0,1 0 0,-1-1 0,0 0 0,0 0 0,0 0 0,0 0 0,0 0 0,0 0 0,-1-1 0,0 1 0,0-1 0,0 0 0,0 0 0,0 1 0,-1-1 0,0 0 0,0 0 0,0-1 0,0 1 0,0 0 0,-1 0 0,0 0 0,0-1 0,0 1 0,0 0 0,-1 0 0,-1-6 0,-1-1 0,0 1 0,-1 0 0,0 0 0,-1 0 0,0 1 0,0-1 0,-1 1 0,0 1 0,-1-1 0,0 1 0,0 0 0,-1 0 0,0 1 0,0 0 0,0 0 0,-18-9 0,-6-9 67,28 21-246,0 0 0,0 0 0,-1 1 0,1 0 0,-1 0 0,0 0 0,-10-4 0,-3 1-6647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36.1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2 24575,'-70'-1'0,"-78"2"0,142 0 0,0 0 0,0 0 0,1 0 0,-1 1 0,1 0 0,-1 0 0,1 0 0,0 1 0,-1-1 0,1 1 0,1 1 0,-1-1 0,0 1 0,1-1 0,0 1 0,0 1 0,0-1 0,0 0 0,1 1 0,-1 0 0,1 0 0,0 0 0,1 0 0,-4 10 0,0 1 0,1 1 0,1-1 0,1 1 0,0 0 0,1 0 0,1 0 0,1 20 0,0-29 0,0 4 0,1 0 0,0 0 0,0 0 0,5 17 0,-5-26 0,0 0 0,0 0 0,0 0 0,1-1 0,-1 1 0,1 0 0,-1-1 0,1 1 0,0-1 0,0 0 0,0 0 0,0 1 0,1-1 0,-1 0 0,0-1 0,1 1 0,0 0 0,-1-1 0,1 0 0,0 1 0,0-1 0,5 1 0,-1 0 0,1 0 0,-1-1 0,1 0 0,0-1 0,-1 1 0,1-1 0,-1-1 0,1 0 0,0 0 0,-1 0 0,1-1 0,-1 0 0,0 0 0,0-1 0,0 0 0,0 0 0,0-1 0,0 0 0,-1 0 0,9-8 0,0-2 0,-1 0 0,0-2 0,-1 0 0,-1 0 0,0-1 0,13-27 0,-10 18-104,-8 16-54,-1 0 0,0-1 1,-1 1-1,0-1 1,-1 0-1,0-1 1,3-15-1,-5 6-6668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36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 24575,'0'30'0,"-1"1"0,-1 0 0,-12 51 0,7-40 0,2 0 0,2 1 0,2-1 0,4 46 0,-1 2 0,-4-11 0,5 87 0,-3-160 0,1 0 0,0 0 0,0 0 0,1 0 0,0 0 0,0-1 0,0 1 0,1 0 0,-1-1 0,2 0 0,-1 0 0,0 0 0,1 0 0,0 0 0,0 0 0,0-1 0,1 0 0,0 0 0,-1 0 0,2-1 0,8 6 0,-4-5 0,-1 0 0,2 0 0,-1-1 0,0 0 0,1-1 0,-1 0 0,1-1 0,-1 0 0,1-1 0,0 0 0,16-2 0,-20 0 0,0 1 0,0-1 0,0 0 0,0-1 0,-1 0 0,1 0 0,0 0 0,-1-1 0,0 0 0,11-9 0,2-4 0,29-33 0,-39 40 0,-4 4 0,-1 0 0,0 0 0,-1 0 0,1-1 0,-1 1 0,0-1 0,-1 0 0,1 0 0,-1 0 0,-1-1 0,0 1 0,1-11 0,-1 9 0,-1 0 0,0-1 0,0 1 0,-1 0 0,0 0 0,-1-1 0,0 1 0,0 0 0,-6-12 0,6 18 0,0-1 0,0 1 0,0 0 0,-1 0 0,1 1 0,-1-1 0,0 0 0,0 1 0,0 0 0,0-1 0,0 1 0,0 1 0,-1-1 0,1 0 0,-1 1 0,1-1 0,-1 1 0,0 0 0,1 0 0,-1 1 0,0-1 0,0 1 0,1 0 0,-1 0 0,0 0 0,0 0 0,0 1 0,1-1 0,-6 3 0,4-3 0,-1 2 0,0-1 0,0 1 0,1 0 0,-1 0 0,1 1 0,0-1 0,-1 1 0,1 0 0,0 1 0,1-1 0,-1 1 0,1 0 0,-1 0 0,1 0 0,1 1 0,-1 0 0,-3 6 0,3-3 0,1 1 0,0 0 0,1-1 0,0 2 0,1-1 0,0 0 0,0 0 0,1 0 0,0 0 0,0 0 0,1 1 0,1-1 0,-1 0 0,1 0 0,1 0 0,0-1 0,0 1 0,1-1 0,0 1 0,0-1 0,1 0 0,0-1 0,0 1 0,1-1 0,12 13 0,-11-13 0,0-1 0,1 1 0,0-2 0,0 1 0,0-1 0,16 8 0,-20-11 0,0-1 0,0 0 0,0 0 0,0 0 0,1 0 0,-1-1 0,0 0 0,0 0 0,0 0 0,0 0 0,1 0 0,-1-1 0,0 0 0,0 0 0,0 0 0,0 0 0,0-1 0,5-2 0,-2 1 0,-1 0 0,0 0 0,0-1 0,0 0 0,0 0 0,0 0 0,-1-1 0,0 0 0,0 0 0,0 0 0,-1 0 0,1-1 0,-1 0 0,0 0 0,-1 0 0,0 0 0,5-12 0,-6 13 0,0-1 0,0-1 0,1 1 0,0 0 0,0 0 0,0 0 0,6-7 0,-8 12 0,0 0 0,0 0 0,0 0 0,0 1 0,0-1 0,1 0 0,-1 0 0,0 0 0,0 1 0,1-1 0,-1 1 0,1-1 0,-1 1 0,0 0 0,1-1 0,-1 1 0,1 0 0,-1 0 0,1 0 0,-1 0 0,1 0 0,-1 0 0,0 1 0,1-1 0,-1 0 0,1 1 0,-1-1 0,0 1 0,1-1 0,-1 1 0,0 0 0,0 0 0,1-1 0,1 3 0,5 4 0,1 0 0,-1 0 0,0 1 0,-1 0 0,0 1 0,11 16 0,7 9 0,-24-34 0,-1 1 0,0 0 0,0-1 0,1 1 0,-1-1 0,0 1 0,1-1 0,-1 1 0,1-1 0,-1 1 0,1-1 0,-1 0 0,1 1 0,-1-1 0,1 1 0,-1-1 0,1 0 0,-1 0 0,1 1 0,0-1 0,-1 0 0,1 0 0,1 0 0,-4-13 0,-13-24 0,-43-61 0,53 90 0,1 1 0,1 0 0,0-1 0,0 0 0,0 0 0,1 0 0,0 0 0,1 0 0,-1-1 0,2 1 0,-1 0 0,1-1 0,0 1 0,3-14 0,-2 17 0,0 0 0,1 0 0,-1 0 0,1 0 0,1 0 0,-1 0 0,0 1 0,1-1 0,0 1 0,0-1 0,1 1 0,-1 0 0,1 0 0,0 1 0,0-1 0,0 1 0,0 0 0,1 0 0,-1 0 0,1 0 0,0 1 0,-1 0 0,11-3 0,13-4 0,2 2 0,-1 1 0,1 1 0,0 1 0,35 1 0,99 4-1365,-141-1-5461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51.6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24575,'3'2'0,"0"-1"0,0 1 0,0 0 0,-1 0 0,1 0 0,-1 0 0,1 0 0,-1 0 0,0 1 0,0-1 0,0 1 0,0 0 0,0 0 0,2 5 0,4 3 0,6 6 0,0-2 0,18 17 0,-15-17 0,26 32 0,14 19 0,-37-45 0,-1 2 0,-1 0 0,20 34 0,-32-47-341,-1 0 0,2 0-1,8 11 1,-3-10-6485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51.9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0 24575,'0'10'0,"-1"1"0,0-1 0,-1 0 0,0 0 0,0 0 0,-1 0 0,-7 14 0,-2 2 0,-22 32 0,17-29 0,-43 87 0,41-75 0,16-31 0,-1 0 0,-1-1 0,-7 13 0,0-3-4,2 0 0,-14 34 0,8-17-1349,8-20-5473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52.3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0 345 24575,'12'-1'0,"-1"-1"0,0 0 0,1 0 0,-1-1 0,0-1 0,17-7 0,-13 4 0,1 2 0,20-6 0,-13 7 0,1-1 0,-1-1 0,0-2 0,-1 0 0,0-1 0,0-1 0,-1-1 0,0-1 0,-1-1 0,29-24 0,-45 32 0,0 0 0,0 0 0,-1-1 0,1 1 0,-2-1 0,1 1 0,0-1 0,-1 0 0,0 0 0,-1 0 0,1 0 0,0-9 0,-1 11 0,-1-1 0,1 1 0,-1-1 0,0 1 0,0-1 0,0 1 0,0 0 0,-1-1 0,0 1 0,0-1 0,0 1 0,0 0 0,-1 0 0,0 0 0,0 0 0,0 0 0,-5-7 0,7 10 0,-1 1 0,1-1 0,-1 1 0,0-1 0,1 1 0,-1-1 0,0 1 0,1-1 0,-1 1 0,0-1 0,0 1 0,1 0 0,-1 0 0,0-1 0,0 1 0,0 0 0,0 0 0,1 0 0,-1 0 0,0 0 0,0 0 0,0 0 0,0 0 0,1 0 0,-1 0 0,0 0 0,-1 1 0,0 0 0,0 0 0,0 0 0,1 1 0,-1-1 0,1 1 0,-1-1 0,1 1 0,-1-1 0,1 1 0,-2 3 0,-2 4 0,0-1 0,1 2 0,-5 13 0,2-5 0,1 2 0,1-1 0,0 0 0,2 1 0,0 0 0,1 0 0,2 36 0,0-52 0,1 1 0,0-1 0,1 0 0,-1 0 0,1 0 0,0-1 0,0 1 0,0 0 0,0-1 0,0 1 0,1-1 0,0 0 0,0 0 0,0 0 0,0 0 0,0 0 0,0 0 0,1-1 0,-1 0 0,1 0 0,0 0 0,0 0 0,-1 0 0,6 0 0,-4 0 0,0 0 0,0-1 0,0 0 0,0 0 0,0 0 0,0-1 0,0 1 0,0-1 0,0 0 0,0-1 0,0 1 0,0-1 0,1 0 0,-1-1 0,-1 1 0,1-1 0,0 0 0,0 0 0,6-4 0,37-31-1365,-36 25-5461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52.7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1 24575,'-4'0'0,"0"0"0,0 0 0,-1 0 0,1 1 0,0-1 0,0 1 0,0 0 0,0 0 0,0 1 0,0-1 0,0 1 0,0 0 0,0 0 0,1 0 0,-1 0 0,1 1 0,-1-1 0,1 1 0,0 0 0,0 0 0,0 0 0,1 0 0,-1 1 0,1-1 0,0 1 0,-1 0 0,2 0 0,-1-1 0,0 1 0,1 0 0,0 0 0,-1 5 0,-2 8 0,1 1 0,0-1 0,2 1 0,0 0 0,1 0 0,1 0 0,0 0 0,8 30 0,-7-41 0,0 0 0,1-1 0,0 1 0,0-1 0,1 0 0,-1 0 0,1-1 0,1 1 0,-1-1 0,1 1 0,0-2 0,0 1 0,0 0 0,1-1 0,0 0 0,0 0 0,9 4 0,4 1 0,1-2 0,0 0 0,1-1 0,29 5 0,-2-1 0,-25-4 0,1-2 0,44 4 0,-48-8 0,0 0 0,0-1 0,32-6 0,-43 4 0,-1 1 0,1-1 0,-1 0 0,0-1 0,0 1 0,0-2 0,0 1 0,-1-1 0,0 0 0,11-10 0,-6 2-273,1 0 0,-1-1 0,-1-1 0,15-25 0,-17 24-6553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52.9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 24575,'-1'17'0,"-1"-1"0,0 1 0,-6 20 0,3-17 0,-3 37 0,5-10 0,3 0 0,2 0 0,14 87 0,13 57 0,-17-138 0,-5-23 0,6 50 0,-13-78 5,0 0 0,1 0 0,-2 0-1,1 0 1,0 0 0,0 0 0,0-1 0,-1 1-1,1 0 1,-1 0 0,0 0 0,0 0 0,1 0-1,-1-1 1,0 1 0,0 0 0,-1-1-1,1 1 1,0 0 0,0-1 0,-1 0 0,1 1-1,-1-1 1,-2 2 0,0-1-154,-1 0 1,1 0-1,-1-1 1,1 1-1,-1-1 1,1 0-1,-1 0 1,0-1-1,-5 1 1,-12-1-6678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53.8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86 24575,'6'-4'0,"0"0"0,0 1 0,1 0 0,-1 0 0,1 0 0,0 1 0,0 0 0,0 0 0,0 0 0,12 0 0,19-6 0,-7 1 0,0 2 0,0 1 0,0 1 0,0 2 0,43 4 0,-16-2 0,-57-1 0,0-1 0,0 1 0,1 0 0,-1 0 0,0 0 0,0 0 0,0 0 0,1 0 0,-1 1 0,0-1 0,0 0 0,0 1 0,1-1 0,-1 0 0,0 1 0,0-1 0,0 1 0,0 0 0,0-1 0,0 1 0,0 0 0,0 0 0,0 0 0,-1 0 0,1-1 0,0 1 0,0 0 0,-1 0 0,1 0 0,0 1 0,-1-1 0,1 0 0,-1 0 0,0 0 0,1 0 0,-1 0 0,0 1 0,0-1 0,0 2 0,0 5 0,-2-1 0,1 0 0,-1 0 0,0 0 0,-6 13 0,-2 10 0,5-4 0,1 1 0,2 0 0,1-1 0,1 1 0,3 28 0,-2-52 0,-1 0 0,1 0 0,0 0 0,0-1 0,0 1 0,0 0 0,0-1 0,1 1 0,-1 0 0,1-1 0,0 0 0,0 1 0,0-1 0,0 0 0,0 0 0,0 0 0,1 0 0,-1 0 0,1-1 0,-1 1 0,1-1 0,-1 0 0,1 1 0,0-1 0,0-1 0,5 2 0,-5-1 0,0 0 0,-1-1 0,1 0 0,0 1 0,-1-1 0,1 0 0,0-1 0,0 1 0,-1 0 0,1-1 0,0 1 0,-1-1 0,1 0 0,-1 0 0,1 0 0,-1 0 0,1-1 0,-1 1 0,0-1 0,0 1 0,0-1 0,0 0 0,0 1 0,0-1 0,0 0 0,0-1 0,-1 1 0,1 0 0,1-4 0,0-2 0,0-1 0,0 1 0,-1-1 0,-1 0 0,0 0 0,0 1 0,0-11 0,-6-63 0,4 77 0,0-1 0,-1 0 0,1 1 0,-1-1 0,0 1 0,-1 0 0,1 0 0,-1-1 0,0 2 0,0-1 0,-1 0 0,1 1 0,-1-1 0,0 1 0,-1 0 0,1 0 0,0 1 0,-1-1 0,0 1 0,0 0 0,0 0 0,0 1 0,0-1 0,-1 1 0,1 0 0,-1 1 0,0-1 0,1 1 0,-11 0 0,221 5 0,-203-3 0,1-1 0,0 0 0,-1 1 0,1 0 0,-1-1 0,1 1 0,-1 0 0,1 0 0,-1 1 0,0-1 0,1 0 0,-1 1 0,0 0 0,0-1 0,0 1 0,0 0 0,0 0 0,-1 0 0,1 0 0,2 5 0,1 1 0,-1 1 0,-1 0 0,0 1 0,4 13 0,6 21 0,6 11 0,-16-43 0,1 0 0,0 0 0,1-1 0,0 1 0,9 12 0,-14-24 0,0 1 0,0-1 0,1 1 0,-1-1 0,0 1 0,1 0 0,-1-1 0,1 1 0,-1-1 0,1 0 0,-1 1 0,1-1 0,-1 1 0,1-1 0,-1 0 0,1 1 0,-1-1 0,1 0 0,0 0 0,-1 1 0,1-1 0,-1 0 0,1 0 0,0 0 0,5-11 0,-8-24 0,-4 5 0,-6-58 0,11 74 0,0 0 0,2 0 0,0 1 0,0-1 0,1 0 0,7-22 0,-7 31 0,0 1 0,0-1 0,0 0 0,1 1 0,0 0 0,0-1 0,0 1 0,1 0 0,-1 1 0,1-1 0,0 0 0,0 1 0,0 0 0,0 0 0,1 0 0,-1 1 0,1 0 0,0-1 0,0 2 0,0-1 0,5-1 0,4 0 0,-1 0 0,1 1 0,-1 1 0,1 0 0,0 1 0,24 3 0,-34-2-59,0 0 0,1 0-1,-1 0 1,0 1-1,0-1 1,0 1 0,-1 0-1,1 0 1,0 1 0,-1-1-1,1 1 1,-1 0 0,0-1-1,0 2 1,0-1-1,0 0 1,-1 0 0,1 1-1,-1 0 1,0-1 0,0 1-1,2 5 1,2 9-6767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56.9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62 24575,'9'-1'0,"0"0"0,0 0 0,-1-1 0,17-5 0,24-5 0,234 7 0,-157 7 0,416-2-2193,-379 14 2193,-14 0 0,458-13-520,-290-3 325,-294 1 261,0-2 0,-1 0-1,1-2 1,-1 0 0,25-10 0,-42 13-224,0 0 0,0 0 0,-1 0 1,1-1-1,6-4 0,1-4-4573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57.1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 0 24575,'1'1'0,"-1"0"0,0 0 0,0 0 0,1-1 0,-1 1 0,0 0 0,1 0 0,-1-1 0,1 1 0,-1 0 0,1 0 0,-1-1 0,1 1 0,-1-1 0,1 1 0,0-1 0,-1 1 0,1-1 0,0 1 0,-1-1 0,1 1 0,1 0 0,23 8 0,-13-4 0,29 16 0,71 49 0,-79-47 0,79 62 0,-107-80 0,0 0 0,0 1 0,0-1 0,-1 1 0,0 0 0,0 0 0,-1 0 0,1 1 0,-1-1 0,-1 1 0,4 11 0,-2-5 0,-1-1 0,-1 1 0,0-1 0,-1 1 0,0 22 0,-2-31 0,1 0 0,-1 0 0,0 0 0,0 0 0,-1-1 0,1 1 0,-1 0 0,0 0 0,0-1 0,0 1 0,-1-1 0,1 0 0,-1 0 0,0 0 0,0 0 0,0 0 0,0 0 0,-6 3 0,-8 5 0,0-2 0,-33 15 0,16-9 0,12-5 0,-1-1 0,-47 11 0,-16 5 0,17-2 37,41-14-738,-51 22 0,64-23-6125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58.1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78 167 24575,'1'1'0,"1"-1"0,-1 1 0,0-1 0,0 1 0,0 0 0,1-1 0,-1 1 0,0 0 0,0 0 0,0-1 0,0 1 0,-1 0 0,1 0 0,0 0 0,0 0 0,0 1 0,-1-1 0,1 0 0,-1 0 0,2 2 0,11 28 0,-12-27 0,5 15 0,-2 0 0,0 0 0,-1 1 0,0-1 0,-2 28 0,0-19 0,8 49 0,0-14 0,-4 2 0,-3 112 0,-3-112 0,0-80 0,-1 0 0,-1 0 0,0-1 0,-1 2 0,-9-25 0,6 21 0,1 0 0,1-1 0,-3-23 0,4-22 0,3 39 0,-7-48 0,0 18 0,2 0 0,4-109 0,2 110 0,0 48 0,0 0 0,1 0 0,-1 0 0,1 1 0,1-1 0,-1 0 0,1 1 0,0-1 0,0 1 0,0-1 0,1 1 0,0 0 0,0 0 0,0 0 0,1 1 0,0-1 0,-1 1 0,2 0 0,-1 0 0,0 0 0,1 0 0,0 1 0,0 0 0,0 0 0,0 0 0,0 1 0,0-1 0,1 1 0,-1 1 0,1-1 0,0 1 0,0 0 0,-1 0 0,12 0 0,-9 0 0,0 1 0,0 0 0,-1 1 0,1-1 0,0 1 0,-1 1 0,1-1 0,-1 2 0,10 3 0,-13-4 0,-1 0 0,1 0 0,-1 0 0,0 1 0,0-1 0,0 1 0,0 0 0,0 0 0,-1 0 0,1 0 0,-1 1 0,0-1 0,0 1 0,0-1 0,0 1 0,-1 0 0,0-1 0,1 1 0,0 7 0,-1-6 0,0 1 0,0-1 0,0 0 0,0 0 0,-1 1 0,0-1 0,0 0 0,-1 1 0,0-1 0,0 0 0,0 0 0,0 1 0,-1-1 0,-3 7 0,2-7 0,-1 1 0,0-1 0,0 0 0,0-1 0,-1 1 0,0-1 0,1 0 0,-2 0 0,1 0 0,0-1 0,-10 5 0,-18 8 0,-51 17 0,55-23 0,5-2 0,11-5 0,0 2 0,1 0 0,-1 0 0,-11 7 0,22-10 0,-1-1 0,1 0 0,0 1 0,0-1 0,0 1 0,1-1 0,-1 1 0,0 0 0,0 0 0,1 0 0,0 0 0,-1 0 0,1 0 0,0 0 0,0 1 0,0-1 0,0 0 0,0 1 0,0-1 0,1 1 0,0-1 0,-1 0 0,1 1 0,0-1 0,0 1 0,0-1 0,0 1 0,1 2 0,0-2 0,0-1 0,0 1 0,0 0 0,0-1 0,0 1 0,1-1 0,-1 1 0,1-1 0,0 0 0,-1 0 0,1 1 0,0-1 0,0-1 0,1 1 0,-1 0 0,0 0 0,1-1 0,-1 1 0,1-1 0,-1 0 0,1 0 0,0 0 0,4 1 0,8 2 0,-1-2 0,1 1 0,23-1 0,9 3 0,24 15 0,-50-13 0,0-1 0,36 5 0,-27-6 0,-1 1 0,0 2 0,-1 1 0,0 0 0,37 20 0,-51-24 0,0 0 0,1-1 0,26 3 0,-27-5 0,0 1 0,0 0 0,-1 1 0,23 9 0,-23-7 0,1 1 0,-2 1 0,1 0 0,-1 0 0,18 17 0,-26-22 0,-1 1 0,0 0 0,1 0 0,-1 1 0,-1-1 0,1 0 0,-1 1 0,1 0 0,-1 0 0,-1-1 0,1 1 0,-1 0 0,0 0 0,0 1 0,0-1 0,-1 0 0,1 0 0,-1 0 0,-1 10 0,0-10 0,0 0 0,0 0 0,-1 0 0,1 0 0,-1 0 0,0 0 0,0 0 0,-1-1 0,1 1 0,-1-1 0,0 0 0,-1 0 0,1 0 0,-7 6 0,3-4 0,0-1 0,0 0 0,-1 0 0,0-1 0,0 0 0,0 0 0,-17 5 0,-1-3 0,0-1 0,0-1 0,-1-1 0,-47-1 0,56-1-119,5-1 170,1 0-1,-1 0 1,1-1-1,-14-3 1,24 4-95,0-1 0,1 1 0,-1 0-1,0-1 1,0 0 0,1 1 0,-1-1 0,0 0 0,1 0 0,-1 0 0,0 0 0,1 0 0,-1 0 0,1 0 0,0-1-1,-1 1 1,1-1 0,0 1 0,0-1 0,0 1 0,0-1 0,0 1 0,0-1 0,1 0 0,-1 0 0,0 1 0,1-1-1,-1 0 1,1 0 0,0 0 0,0 1 0,0-1 0,0-4 0,3-8-6782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58.9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7 24575,'0'6'0,"-1"0"0,0 0 0,-1 0 0,1-1 0,-5 11 0,-5 18 0,5 29 0,2 0 0,6 87 0,0-39 0,-1-97 0,-1 0 0,-1 0 0,0 0 0,-1-1 0,0 1 0,-1 0 0,-5 14 0,3-24 0,2-13 0,-1-17 0,4 21 0,-12-59 0,7 38 0,0-1 0,0-29 0,4 11 0,4-211 0,-3 254 0,0-1 0,1 1 0,-1-1 0,1 0 0,0 1 0,0 0 0,0-1 0,0 1 0,0-1 0,0 1 0,1 0 0,-1 0 0,1 0 0,-1 0 0,1 0 0,0 0 0,0 0 0,0 0 0,0 1 0,0-1 0,0 1 0,1 0 0,-1-1 0,0 1 0,1 0 0,-1 0 0,1 1 0,-1-1 0,4 0 0,8-1 0,-1 0 0,1 1 0,0 1 0,20 2 0,-13-1 0,-14 0 0,-1-1 0,1 1 0,0 0 0,-1 0 0,1 1 0,-1 0 0,1 0 0,-1 0 0,0 1 0,0 0 0,0 0 0,0 1 0,8 6 0,-6-2 0,-1-1 0,0 2 0,0-1 0,0 1 0,-1 0 0,0 1 0,6 15 0,-7-16 0,0 0 0,1-1 0,0 0 0,0 0 0,1 0 0,-1-1 0,10 8 0,-10-9 0,2 1 0,-4-2 0,0-1 0,1 1 0,-1-1 0,1-1 0,9 6 0,-13-8 0,0-1 0,-1 1 0,1-1 0,0 0 0,0 1 0,0-1 0,0 0 0,0 0 0,0 0 0,0 0 0,0 0 0,0 0 0,0 0 0,0 0 0,0 0 0,0 0 0,0-1 0,0 1 0,0 0 0,-1-1 0,1 1 0,0 0 0,0-1 0,0 1 0,0-1 0,-1 0 0,1 1 0,0-1 0,0 0 0,-1 1 0,1-1 0,-1 0 0,1 0 0,0 1 0,-1-1 0,0 0 0,1 0 0,-1 0 0,1 0 0,-1 0 0,0 0 0,0 0 0,1-1 0,11-36 0,10-55 0,0 4 0,-11 64 0,-3 21 0,-1 16 0,2 27 0,-7-25 0,1 0 0,0-1 0,8 18 0,0-2 0,-1 1 0,-2 1 0,6 42 0,14 48 0,-23-103-273,-2-1 0,1 1 0,-2 0 0,0 20 0,-1-26-6553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59.3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 24575,'79'-1'0,"89"3"0,-163-1 0,0-1 0,1 1 0,-1 1 0,0-1 0,0 1 0,0 0 0,0 0 0,0 0 0,0 1 0,-1 0 0,1-1 0,-1 2 0,0-1 0,0 0 0,0 1 0,0 0 0,-1 0 0,1 0 0,-1 0 0,4 8 0,-5-9 0,0 1 0,-1-1 0,1 1 0,-1 0 0,0-1 0,0 1 0,-1 0 0,1 0 0,-1 0 0,0 0 0,0 0 0,0 0 0,0 0 0,0 0 0,-1-1 0,0 1 0,0 0 0,0 0 0,0 0 0,-1-1 0,0 1 0,1-1 0,-1 1 0,0-1 0,-1 0 0,1 0 0,-1 0 0,-3 4 0,-18 15 0,0-2 0,-43 28 0,-15 12 0,18-18 0,49-33 0,0 1 0,-21 16 0,36-26 0,-1 0 0,1 1 0,-1-1 0,1 1 0,0-1 0,-1 0 0,1 1 0,0-1 0,-1 1 0,1-1 0,0 1 0,-1-1 0,1 1 0,0-1 0,0 1 0,0-1 0,0 1 0,-1-1 0,1 1 0,0-1 0,0 1 0,0-1 0,0 1 0,0-1 0,0 1 0,0-1 0,0 1 0,1 0 0,-1-1 0,0 1 0,0-1 0,1 1 0,16 13 0,28 2 0,20-3 0,0-3 0,0-2 0,121-3 0,-141-3 0,-32-1 0,1 0 0,0-1 0,-1-1 0,1 0 0,-1 0 0,1-1 0,-1-1 0,13-5 0,-23 7-68,-1 0 0,1-1-1,-1 1 1,0-1 0,1 0 0,-1 0-1,0 0 1,0 0 0,0 0 0,-1 0-1,1 0 1,0-1 0,-1 1 0,0-1-1,1 1 1,-1-1 0,0 1 0,0-1-1,0-3 1,4-13-6758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59.6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24575,'5'0'0,"6"0"0,6 0 0,4 0 0,4 0 0,2 0 0,1 0 0,0 0 0,1 0 0,-1 0 0,-4 0-8191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6:59.9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461 0 24575,'-3'3'0,"0"1"0,1-1 0,0 1 0,0 0 0,0 0 0,0 0 0,0 0 0,1 0 0,0 0 0,-1 0 0,0 9 0,-2 50 0,4-48 0,-1 8 0,2 0 0,0 0 0,7 31 0,-6-43 0,1-1 0,0 1 0,1-1 0,0 0 0,0 0 0,1 0 0,1-1 0,-1 0 0,11 12 0,-10-13 0,1 1 0,1-2 0,0 1 0,0-1 0,0 0 0,1 0 0,0-1 0,0 0 0,1-1 0,-1 0 0,1-1 0,0 1 0,1-2 0,-1 0 0,1 0 0,-1-1 0,1 0 0,0-1 0,0 0 0,16-1 0,-4 1 0,0 2 0,40 8 0,-6 0 0,-49-10 0,1 1 0,0-1 0,-1 2 0,1-1 0,-1 1 0,0 1 0,0-1 0,0 1 0,0 1 0,8 6 0,-13-8 0,1 0 0,-1 0 0,0 1 0,0 0 0,0-1 0,0 1 0,-1 0 0,0 0 0,0 0 0,0 1 0,0-1 0,-1 0 0,1 1 0,-1-1 0,0 1 0,0 0 0,-1-1 0,0 1 0,1 0 0,-2 8 0,0-10 0,1 0 0,-1 0 0,0 0 0,0 0 0,0 0 0,0 0 0,0 0 0,-1 0 0,1 0 0,-1 0 0,0-1 0,0 1 0,0-1 0,0 1 0,0-1 0,-1 0 0,1 0 0,-1 0 0,1 0 0,-1 0 0,0 0 0,0-1 0,1 0 0,-7 3 0,-7 1 0,0 0 0,-1-1 0,-27 3 0,13-1 0,-27 4 0,-108 4 0,-62-15 0,87-1 0,115 2 0,0 1 0,1 2 0,-45 9 0,-2-2-1365,50-8-5461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04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1 24575,'0'951'0,"-1"-960"0,0-1 0,-1 1 0,-5-18 0,-3-15 0,2-43 0,7-147 0,4 103 0,-4 73 0,-1 26 0,2-1 0,1 0 0,2 1 0,0-1 0,10-33 0,-12 60 0,1 0 0,0 1 0,0-1 0,0 1 0,1-1 0,-1 1 0,1 0 0,0-1 0,0 1 0,0 1 0,0-1 0,0 0 0,1 1 0,-1 0 0,1 0 0,-1 0 0,1 0 0,0 0 0,0 1 0,0-1 0,0 1 0,0 0 0,0 1 0,0-1 0,9 0 0,-7 1 0,0 0 0,1 0 0,-1 0 0,0 1 0,1-1 0,-1 2 0,0-1 0,0 1 0,0 0 0,0 0 0,0 0 0,0 1 0,-1 0 0,1 0 0,-1 0 0,9 8 0,6 9 0,-2 1 0,0 1 0,-1 1 0,-1 0 0,-1 1 0,-1 1 0,-1 0 0,-2 1 0,0 0 0,-2 1 0,-1 0 0,-1 0 0,-1 1 0,-1 0 0,-2 0 0,0 39 0,-3-55 0,0 0 0,-1 0 0,-1 0 0,0 0 0,0 0 0,-1-1 0,-5 13 0,6-18 0,-1 0 0,0-1 0,-1 0 0,1 1 0,-1-1 0,0 0 0,0-1 0,-1 1 0,0-1 0,1 0 0,-1 0 0,-1 0 0,1-1 0,0 0 0,-8 4 0,-49 28 0,48-25 0,-2-1 0,1-1 0,-1 0 0,-22 7 0,-22 5 0,40-12 0,-1-1 0,0-1 0,0-1 0,0 0 0,-1-2 0,1 0 0,-39-1 0,57-2 0,1-1 0,0 1 0,0 0 0,-1 0 0,1-1 0,0 0 0,0 1 0,-1-1 0,1 0 0,0 0 0,0 0 0,0 0 0,0 0 0,0-1 0,1 1 0,-1-1 0,0 1 0,1-1 0,-1 0 0,1 1 0,-1-1 0,1 0 0,0 0 0,-1 0 0,1 0 0,0 0 0,1 0 0,-1 0 0,0-1 0,0 1 0,1 0 0,0 0 0,-1-4 0,1 2 0,0 1 0,1-1 0,-1 1 0,1 0 0,0-1 0,0 1 0,0-1 0,0 1 0,0 0 0,1 0 0,0 0 0,-1 0 0,1 0 0,0 0 0,1 0 0,-1 0 0,0 1 0,1-1 0,-1 1 0,1 0 0,5-3 0,3-2 0,0 1 0,1 1 0,0-1 0,0 2 0,1 0 0,-1 0 0,25-2 0,0 2 0,55 3 0,-80 2 0,8-2 0,0-1 0,0-1 0,20-5 0,-17 4 0,45-5 0,-33 6 0,-1-1 0,59-16 0,-60 11 0,0 2 0,67-5 0,-91 12 0,0-1 0,0 0 0,-1 0 0,1-1 0,0 0 0,-1-1 0,0 0 0,0 0 0,1-1 0,-2 0 0,1-1 0,0 1 0,-1-1 0,7-7 0,-11 9 0,1 0 0,-1 0 0,0-1 0,0 1 0,-1-1 0,1 0 0,-1 0 0,0 0 0,0 0 0,0 0 0,0-1 0,-1 1 0,0 0 0,0-1 0,0 1 0,0-1 0,-1 0 0,0 1 0,0-1 0,0 1 0,0-1 0,-1 1 0,1-1 0,-1 1 0,-1-1 0,1 1 0,0-1 0,-4-5 0,3 6 0,0 1 0,-1 0 0,1 0 0,-1 0 0,1 0 0,-1 0 0,0 1 0,0-1 0,0 1 0,-1 0 0,1 0 0,-1 0 0,1 0 0,-1 1 0,1-1 0,-1 1 0,0 0 0,0 0 0,1 0 0,-9 0 0,9 0 0,0 1 0,0 0 0,0 0 0,0 0 0,0 0 0,-1 0 0,1 0 0,0 1 0,0 0 0,0 0 0,0-1 0,0 2 0,1-1 0,-1 0 0,0 0 0,0 1 0,1 0 0,-1-1 0,1 1 0,-1 0 0,1 0 0,0 1 0,0-1 0,0 0 0,0 1 0,-2 4 0,0 2 0,1 0 0,1 1 0,0-1 0,0 1 0,1-1 0,0 1 0,1 15 0,7 70 0,-7-93 0,2 9 0,0-1 0,0 0 0,1 0 0,0-1 0,1 1 0,0-1 0,1 1 0,0-1 0,0-1 0,1 1 0,0-1 0,14 15 0,-10-13 0,0-1 0,0 0 0,1-1 0,0 0 0,0-1 0,1-1 0,0 1 0,1-2 0,17 7 0,-25-11 0,8 4 0,-1-2 0,1 1 0,-1-2 0,1 0 0,21 1 0,-30-3 0,-1 0 0,0-1 0,1 1 0,-1-1 0,1 0 0,-1 0 0,0 0 0,0 0 0,1 0 0,-1-1 0,0 0 0,0 0 0,0 0 0,-1 0 0,1 0 0,0 0 0,-1-1 0,1 1 0,-1-1 0,0 1 0,0-1 0,0 0 0,0 0 0,-1 0 0,1 0 0,1-6 0,2-5 0,-1 0 0,-1 0 0,2-17 0,-5 22 0,1 0 0,1 0 0,0 0 0,0 0 0,1 1 0,0-1 0,0 0 0,1 1 0,0 0 0,9-14 0,-12 22 0,-1 0 0,0 0 0,1-1 0,-1 1 0,0 0 0,1 0 0,-1 0 0,1 0 0,-1 0 0,0 1 0,1-1 0,-1 0 0,0 0 0,1 0 0,-1 0 0,0 0 0,1 0 0,-1 1 0,0-1 0,1 0 0,-1 0 0,0 0 0,1 1 0,-1-1 0,0 0 0,0 1 0,1-1 0,-1 0 0,0 0 0,0 1 0,0-1 0,1 0 0,-1 1 0,0-1 0,0 1 0,0-1 0,0 0 0,0 1 0,0-1 0,0 0 0,0 1 0,0-1 0,0 0 0,0 1 0,0-1 0,0 1 0,0-1 0,0 1 0,1 2 0,-1-9 0,1-1 0,-1 1 0,1-1 0,1 1 0,-1-1 0,1 1 0,0-1 0,0 1 0,1 0 0,0 0 0,0 0 0,1 1 0,-1-1 0,1 1 0,0-1 0,1 1 0,-1 0 0,1 1 0,0-1 0,0 1 0,10-6 0,-5 3 0,0 1 0,1 0 0,0 1 0,0 0 0,1 1 0,0 0 0,-1 1 0,1 0 0,0 1 0,19-1 0,-22 2 0,0 1 0,0 0 0,0 1 0,0 0 0,0 1 0,0-1 0,0 2 0,16 5 0,-21-6 0,1 1 0,-1-1 0,0 1 0,0 0 0,-1 0 0,1 1 0,-1-1 0,1 1 0,-1-1 0,0 1 0,0 0 0,-1 0 0,1 1 0,-1-1 0,0 0 0,0 1 0,0 0 0,1 6 0,1 9 0,0-4 0,-3-32 0,7-37 0,-5 41 0,-1 0 0,0-1 0,-1 1 0,0-24 0,-1 33 0,0 1 0,-1 0 0,1 0 0,0-1 0,-1 1 0,0 0 0,0 0 0,0 0 0,0 0 0,0 0 0,0 0 0,0 0 0,0 0 0,-1 0 0,1 0 0,-1 1 0,1-1 0,-1 0 0,0 1 0,0 0 0,0-1 0,0 1 0,0 0 0,0 0 0,0 0 0,0 0 0,0 0 0,0 1 0,-1-1 0,1 1 0,-3-1 0,1 0 0,0 1 0,1-1 0,-1 1 0,0 0 0,1 0 0,-1 0 0,0 1 0,1-1 0,-1 1 0,1 0 0,-1 0 0,1 0 0,-1 0 0,1 1 0,0-1 0,-1 1 0,1 0 0,0 0 0,0 0 0,0 0 0,1 1 0,-1-1 0,0 1 0,1 0 0,0 0 0,0 0 0,0 0 0,0 0 0,0 0 0,0 0 0,1 1 0,-1-1 0,1 0 0,0 1 0,0 0 0,1-1 0,-1 1 0,1-1 0,-1 1 0,1 0 0,0-1 0,1 1 0,-1 0 0,1-1 0,-1 1 0,1-1 0,0 1 0,0-1 0,1 1 0,-1-1 0,1 1 0,0-1 0,-1 0 0,1 0 0,1 0 0,-1 0 0,0-1 0,1 1 0,4 3 0,8 7 0,1-1 0,1-1 0,0 0 0,20 8 0,-16-8 0,0 1 0,22 16 0,-33-21 0,-1-1 0,1-1 0,21 9 0,-23-12 0,-1 1 0,0 0 0,0 1 0,0-1 0,-1 1 0,1 1 0,-1-1 0,0 1 0,0 0 0,5 6 0,-11-10 0,1-1 0,-1 1 0,1 0 0,-1-1 0,0 1 0,1-1 0,-1 1 0,0 0 0,0-1 0,0 1 0,1 0 0,-1-1 0,0 1 0,0 0 0,0-1 0,0 1 0,0 0 0,0-1 0,0 1 0,0 0 0,0-1 0,-1 1 0,1 0 0,0-1 0,0 1 0,-1 0 0,-15 14 0,-35 6 0,38-17 0,25-2 0,0 0 0,1-1 0,13-1 0,-13-2 0,-1-1 0,1 0 0,-1-1 0,0 0 0,0-1 0,0 0 0,0-1 0,-1 0 0,0-1 0,0 0 0,-1-1 0,0 0 0,14-15 0,-18 17 0,-1 1 0,1-2 0,-2 1 0,1 0 0,-1-1 0,0 0 0,0 0 0,-1 0 0,0 0 0,0-1 0,0 1 0,-1-1 0,-1 0 0,1 1 0,-1-1 0,0 0 0,-1 0 0,0 0 0,0 0 0,-1 0 0,0 0 0,0 0 0,-3-8 0,3 13 0,-1 0 0,1-1 0,-1 1 0,0 0 0,0 0 0,0 0 0,0 0 0,0 0 0,-1 1 0,1-1 0,-1 1 0,0 0 0,0-1 0,0 1 0,0 0 0,0 1 0,0-1 0,0 0 0,-1 1 0,-5-2 0,6 2 0,1 1 0,-1-1 0,0 1 0,1 0 0,-1 0 0,0-1 0,0 2 0,1-1 0,-1 0 0,0 1 0,1-1 0,-1 1 0,0 0 0,1 0 0,-1 0 0,1 0 0,-1 0 0,1 0 0,0 1 0,-1-1 0,1 1 0,0 0 0,0 0 0,0 0 0,0 0 0,0 0 0,-1 3 0,-1 1 0,0 1 0,0 0 0,1 0 0,0 1 0,0-1 0,0 0 0,1 1 0,1 0 0,-1 0 0,1-1 0,0 1 0,1 0 0,0 0 0,0 0 0,3 13 0,-2-15 0,1-1 0,-1 1 0,1 0 0,0-1 0,1 1 0,-1-1 0,1 0 0,0 0 0,1 0 0,-1 0 0,1-1 0,0 1 0,0-1 0,0 0 0,1 0 0,-1-1 0,1 1 0,0-1 0,0 0 0,0 0 0,10 4 0,3-3 0,0 0 0,0-1 0,1-1 0,-1-1 0,0 0 0,1-1 0,33-6 0,-44 5-80,0-1 0,-1 0-1,0 0 1,1 0 0,-1-1-1,0-1 1,-1 1 0,1-1-1,0 0 1,-1-1 0,0 1 0,0-1-1,0 0 1,-1-1 0,0 0-1,8-10 1,-3 3-6746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05.6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345 31 24575,'-1'-1'0,"1"0"0,-1-1 0,1 1 0,-1 0 0,1 0 0,-1 0 0,0 0 0,0 0 0,1 0 0,-1 0 0,0 0 0,0 0 0,0 0 0,0 0 0,0 1 0,0-1 0,-1 0 0,1 1 0,0-1 0,0 1 0,0-1 0,-1 1 0,1 0 0,0-1 0,0 1 0,-1 0 0,-1 0 0,-42-5 0,40 4 0,-14 0 0,1-1 0,-1 1 0,-27 2 0,43-1 0,0 0 0,0 0 0,1 1 0,-1-1 0,0 1 0,0 0 0,1-1 0,-1 1 0,0 0 0,1 1 0,-1-1 0,1 0 0,-1 1 0,1-1 0,0 1 0,-1 0 0,1 0 0,0 0 0,0 0 0,1 0 0,-1 0 0,0 1 0,-2 3 0,4-4 0,-1 0 0,1 0 0,-1 1 0,1-1 0,0 0 0,0 0 0,0 1 0,0-1 0,0 0 0,1 1 0,-1-1 0,1 0 0,-1 0 0,1 0 0,0 1 0,0-1 0,0 0 0,0 0 0,0 0 0,0 0 0,1 0 0,-1-1 0,1 1 0,1 2 0,7 5 0,-1-1 0,1 1 0,15 8 0,2 3 0,38 26 0,-47-35 0,-1 1 0,30 26 0,-41-32 0,-2-2 0,0-1 0,0 1 0,-1 0 0,1 1 0,4 6 0,-8-10 0,0 0 0,1-1 0,-1 1 0,0 0 0,1 0 0,-1 0 0,0 0 0,0 0 0,0 0 0,0-1 0,0 1 0,0 0 0,0 0 0,0 0 0,0 0 0,0 0 0,0 0 0,0 0 0,-1-1 0,1 1 0,0 0 0,-1 0 0,1 0 0,-1-1 0,1 1 0,-1 0 0,1 0 0,-1-1 0,0 1 0,1 0 0,-1-1 0,0 1 0,1-1 0,-1 1 0,0-1 0,0 1 0,1-1 0,-1 1 0,-2-1 0,-11 6 0,-1-1 0,1 0 0,-1-1 0,0-1 0,-1 0 0,1-1 0,-18 0 0,10-1 0,-1 2 0,-23 6 0,22-4 0,0-1 0,0 0 0,-35-1 0,125-3 0,-20 2 0,1-3 0,89-12 0,-99 7 0,0 2 0,51 0 0,-1 0 0,-74 3 0,0-1 0,1 0 0,-1-1 0,-1 0 0,1-1 0,0 0 0,-1-1 0,0-1 0,0 1 0,-1-2 0,1 1 0,-1-2 0,11-9 0,-20 15 0,1 0 0,0 0 0,-1 0 0,1 0 0,-1 0 0,0 0 0,0-1 0,0 1 0,0 0 0,0-1 0,0 1 0,-1-1 0,1 1 0,-1-1 0,1 1 0,-1-1 0,0 1 0,0-1 0,-1-3 0,0 2 0,0 0 0,0 1 0,-1-1 0,1 0 0,-1 1 0,0 0 0,0-1 0,0 1 0,-1 0 0,1 0 0,-5-4 0,-4-2 0,0 0 0,0 1 0,0 0 0,-1 1 0,0 1 0,-15-7 0,14 8 0,-1 1 0,0 1 0,0 0 0,0 0 0,0 2 0,0-1 0,0 2 0,-1 0 0,1 1 0,0 0 0,0 1 0,0 1 0,-22 6 0,32-7 0,1 1 0,0-1 0,0 0 0,0 1 0,0 0 0,0 0 0,0-1 0,1 2 0,0-1 0,-1 0 0,1 0 0,0 1 0,1-1 0,-1 1 0,0 0 0,1-1 0,0 1 0,0 0 0,0 0 0,1 0 0,-1 0 0,1 0 0,0 0 0,0 0 0,0 0 0,1 6 0,0-2 0,0 1 0,0-1 0,1 0 0,0 1 0,1-1 0,0 0 0,0 0 0,0 0 0,1-1 0,0 1 0,8 9 0,-7-12 0,1 1 0,0-1 0,0 0 0,0-1 0,0 1 0,1-1 0,0-1 0,0 1 0,0-1 0,0 0 0,0-1 0,1 0 0,-1 0 0,10 1 0,11 0 0,1-1 0,43-2 0,-41-1 0,-19 1 0,1-1 0,-1 0 0,1 0 0,-1-1 0,0-1 0,0 0 0,0-1 0,0 0 0,-1-1 0,1 0 0,-1 0 0,-1-2 0,1 1 0,-1-1 0,16-14 0,-13 8-1365,0 3-5461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06.4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3 24575,'-6'0'0,"1"0"0,-1 1 0,1-1 0,-1 1 0,1 0 0,0 0 0,-1 1 0,1 0 0,0 0 0,0 0 0,0 1 0,0-1 0,-5 4 0,4-1 0,1 1 0,-1-1 0,1 1 0,0 0 0,0 1 0,0-1 0,1 1 0,-5 11 0,3-7 0,0 1 0,1 0 0,1 0 0,0 0 0,-3 22 0,6-29 0,0 0 0,1 0 0,0 1 0,0-1 0,0 0 0,1 0 0,0 1 0,0-1 0,0 0 0,1 0 0,-1 0 0,1 0 0,0-1 0,1 1 0,-1 0 0,6 6 0,-5-8 0,0 0 0,0 0 0,0-1 0,0 1 0,0-1 0,1 0 0,-1 0 0,1 0 0,-1-1 0,1 1 0,0-1 0,-1 0 0,1 0 0,0 0 0,0 0 0,5 0 0,9 0 0,1 0 0,22-3 0,-18 1 0,-17 1 0,0-1 0,1 1 0,-1-1 0,0 0 0,1-1 0,-1 1 0,0-1 0,0 0 0,0-1 0,6-3 0,-9 4 0,0 0 0,0-1 0,0 1 0,-1-1 0,1 0 0,0 0 0,-1 0 0,0 0 0,0 0 0,0-1 0,0 1 0,0-1 0,-1 1 0,1-1 0,-1 0 0,0 1 0,1-6 0,1-8 0,-3 22 0,-3 23 0,3-21 0,0 0 0,1 0 0,-1-1 0,1 1 0,1 0 0,2 7 0,-4-13 0,0 0 0,0 0 0,0 0 0,1-1 0,-1 1 0,0 0 0,1 0 0,-1 0 0,1 0 0,-1 0 0,1-1 0,-1 1 0,1 0 0,0-1 0,-1 1 0,1 0 0,0-1 0,-1 1 0,1-1 0,0 1 0,0-1 0,0 1 0,0-1 0,-1 1 0,1-1 0,0 0 0,0 0 0,0 1 0,0-1 0,0 0 0,0 0 0,0 0 0,0 0 0,0 0 0,0 0 0,0 0 0,0-1 0,-1 1 0,1 0 0,0 0 0,0-1 0,0 1 0,0 0 0,0-1 0,-1 1 0,1-1 0,0 1 0,0-1 0,-1 0 0,1 1 0,0-1 0,-1 0 0,1 1 0,0-1 0,0-1 0,2-2 0,-1 0 0,1 0 0,0 0 0,-1 0 0,0 0 0,0-1 0,0 1 0,0-6 0,13-25 0,-14 33 0,0 1 0,0 0 0,-1 0 0,1-1 0,0 1 0,0 0 0,0 0 0,0 0 0,0 0 0,1 0 0,-1 0 0,0 1 0,0-1 0,1 0 0,-1 0 0,0 1 0,1-1 0,-1 1 0,2-1 0,-2 1 0,0 0 0,0 0 0,0 0 0,-1 1 0,1-1 0,0 0 0,0 1 0,0-1 0,-1 0 0,1 1 0,0-1 0,-1 1 0,1-1 0,0 1 0,-1-1 0,1 1 0,0-1 0,-1 1 0,1 0 0,-1-1 0,1 1 0,-1 0 0,0-1 0,1 1 0,-1 0 0,0 0 0,1 0 0,9 29 0,-7-18 0,16 60 0,-17-60 0,0-133 0,-2 114 0,-1-9 0,2-1 0,0 1 0,4-26 0,-4 37 0,1 0 0,-1 1 0,1-1 0,0 1 0,0-1 0,0 1 0,1 0 0,-1 0 0,1 0 0,0 0 0,0 0 0,0 0 0,1 1 0,0 0 0,-1 0 0,8-5 0,2 0 0,1 0 0,0 1 0,1 1 0,-1 0 0,1 1 0,1 1 0,-1 0 0,0 1 0,1 0 0,0 2 0,0 0 0,20 1 0,74 2-1365,-87-2-5461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06.6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 3 24575,'-31'-2'0,"18"1"0,1 1 0,-1 0 0,1 1 0,-21 3 0,31-3 0,-1-1 0,0 1 0,1 0 0,-1 0 0,1 0 0,-1 0 0,1 1 0,-1-1 0,1 1 0,0 0 0,-1-1 0,1 1 0,0 0 0,0 0 0,1 0 0,-1 1 0,0-1 0,1 0 0,-1 1 0,1-1 0,0 1 0,0-1 0,0 1 0,0 0 0,-1 3 0,0 4 0,0 0 0,1 0 0,0 0 0,0 0 0,1 0 0,1 0 0,-1 0 0,2 0 0,-1 0 0,1-1 0,1 1 0,3 9 0,-3-14 0,-1 0 0,1 0 0,0 0 0,0 0 0,0 0 0,1-1 0,0 0 0,0 0 0,0 0 0,0 0 0,1-1 0,-1 1 0,1-1 0,0 0 0,0 0 0,0-1 0,0 0 0,0 0 0,1 0 0,-1 0 0,1-1 0,7 1 0,34 3 0,0-3 0,0-2 0,56-6 0,-95 5 0,0 0 0,1 0 0,-1-1 0,0 0 0,0 0 0,0-1 0,0 0 0,-1-1 0,12-6 0,-16 8 0,1-1 0,0 0 0,-1 0 0,0 0 0,0-1 0,0 1 0,0-1 0,0 0 0,-1 1 0,0-1 0,0 0 0,0-1 0,0 1 0,0 0 0,-1-1 0,0 1 0,0 0 0,1-9 0,-1-67-1365,-2 56-5461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07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0 24575,'-1'77'0,"-1"-42"0,1-1 0,2 0 0,1 0 0,2 0 0,10 46 0,12-7 0,-18-53 0,0 0 0,-2 0 0,0 1 0,-2 0 0,0-1 0,1 30 0,9 96 0,-8-95 0,1 53 0,-7-90 0,-1-38 0,2-40 0,-1 59 0,1 0 0,-1 1 0,1-1 0,0 0 0,1 0 0,-1 1 0,1-1 0,0 1 0,0-1 0,0 1 0,1 0 0,0 0 0,0 0 0,0 0 0,0 1 0,0-1 0,7-5 0,-3 4 0,0 1 0,0 0 0,1 1 0,-1-1 0,1 1 0,-1 1 0,1 0 0,0 0 0,16-2 0,-16 3 0,-1 0 0,1 1 0,0-1 0,0 2 0,0-1 0,-1 1 0,1 0 0,0 1 0,-1 0 0,15 5 0,-17-5 0,-1 1 0,0-1 0,0 1 0,0 0 0,0 0 0,0 1 0,-1-1 0,0 1 0,1 0 0,-1-1 0,0 2 0,-1-1 0,1 0 0,-1 0 0,0 1 0,0-1 0,0 1 0,1 7 0,4 23-63,-7-30-9,0 0-1,1 0 1,0-1 0,0 1-1,0 0 1,0 0 0,1-1-1,-1 1 1,1-1 0,1 0-1,-1 1 1,0-1 0,1 0-1,0 0 1,0 0 0,0-1-1,6 6 1,6-1-6754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07.3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141 1 24575,'-4'0'0,"0"1"0,1-1 0,-1 1 0,0 0 0,1 0 0,-1 1 0,1-1 0,-1 1 0,1 0 0,0 0 0,0 0 0,0 0 0,0 0 0,0 1 0,0-1 0,0 1 0,-3 5 0,-5 6 0,1 0 0,-12 23 0,18-29 0,-1 2 0,0 1 0,1 0 0,0 0 0,1 0 0,0 0 0,1 0 0,0 0 0,0 14 0,3 99 0,2-57 0,-3-49 0,1 0 0,0-1 0,2 1 0,0 0 0,0-1 0,2 0 0,0 0 0,1 0 0,1-1 0,1 0 0,0 0 0,16 23 0,20 32-85,-30-47 151,1 0 1,29 35 0,-38-52-181,0-1 0,0 0 0,0 0 0,1-1 1,0 0-1,0 0 0,1-1 0,-1 0 0,1 0 0,0-1 1,0 0-1,16 4 0,-1-3-6712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07.5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24575,'5'0'0,"0"1"0,1 0 0,-1 0 0,0 0 0,0 1 0,0 0 0,0 0 0,0 0 0,-1 0 0,1 1 0,-1 0 0,1 0 0,4 4 0,9 9 0,27 31 0,-13-14 0,63 65 68,36 34-1501,-115-120-5393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08.0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30 24575,'1'49'0,"1"-26"0,-2 0 0,-1 0 0,-1 0 0,-9 45 0,8-60 0,1 1 0,0 0 0,0 0 0,1 0 0,0 0 0,0 12 0,2-19 0,-1 0 0,0 0 0,1 0 0,0 1 0,-1-1 0,1 0 0,0 0 0,0 0 0,0 0 0,0 0 0,0-1 0,1 1 0,-1 0 0,1 0 0,-1-1 0,1 1 0,-1-1 0,1 1 0,0-1 0,0 0 0,0 0 0,-1 0 0,1 0 0,0 0 0,1 0 0,-1 0 0,0-1 0,0 1 0,0-1 0,0 1 0,3-1 0,3 1 0,0 0 0,0-1 0,0 0 0,0 0 0,0-1 0,0 0 0,0 0 0,0-1 0,-1 0 0,1 0 0,0-1 0,-1 0 0,0-1 0,14-8 0,-10 5 0,1-1 0,-2-1 0,1 0 0,-2-1 0,1 0 0,-1 0 0,-1-1 0,9-13 0,-13 17 0,0 0 0,-1-1 0,0 1 0,-1-1 0,0 1 0,0-1 0,0 0 0,-1 0 0,0 0 0,0 0 0,-1 0 0,0 0 0,-1 0 0,0 0 0,-2-9 0,2 12 0,0 1 0,0-1 0,-1 0 0,1 0 0,-1 1 0,0-1 0,-1 1 0,1-1 0,-1 1 0,0 0 0,0 0 0,0 0 0,0 0 0,-1 1 0,1-1 0,-1 1 0,0 0 0,0 0 0,0 1 0,-1-1 0,1 1 0,-1 0 0,1 0 0,-10-3 0,8 4 0,1 0 0,0 0 0,-1 0 0,1 1 0,-1 0 0,1 0 0,-1 0 0,1 1 0,0 0 0,-8 2 0,10-2 0,1 0 0,-1 0 0,1 0 0,0 1 0,-1-1 0,1 1 0,0 0 0,0-1 0,0 1 0,0 0 0,1 0 0,-1 1 0,0-1 0,1 0 0,0 0 0,-1 1 0,1-1 0,0 1 0,0-1 0,0 1 0,1-1 0,-1 1 0,0 2 0,-2 9 0,1 0 0,1 0 0,0 0 0,1 0 0,0 0 0,4 24 0,-3-33 0,0 1 0,0-1 0,1 0 0,-1 0 0,1 1 0,1-2 0,-1 1 0,1 0 0,0 0 0,0-1 0,0 1 0,0-1 0,1 0 0,0 0 0,0 0 0,0-1 0,0 1 0,0-1 0,9 5 0,3-2 0,-1 0 0,1 0 0,0-2 0,1 0 0,-1 0 0,30 1 0,104-6 0,-64-1 0,-5 2-1365,-58 0-5461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08.3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169 2 24575,'-23'-1'0,"12"0"0,0 1 0,0 1 0,-15 2 0,23-3 0,0 1 0,0 0 0,0 0 0,0 0 0,0 0 0,0 1 0,0-1 0,0 1 0,1 0 0,-1 0 0,0 0 0,1 0 0,0 0 0,-1 0 0,-2 6 0,-1 0 0,2 0 0,-1 0 0,1 1 0,0-1 0,1 1 0,0 0 0,0 1 0,1-1 0,0 0 0,1 1 0,-1 10 0,2-14 0,0-1 0,0 1 0,0-1 0,1 1 0,0-1 0,0 0 0,0 1 0,1-1 0,0 0 0,0 0 0,0 0 0,0 0 0,1 0 0,0 0 0,0-1 0,0 1 0,1-1 0,0 0 0,-1 0 0,8 5 0,-1-3 0,0 0 0,0 0 0,1-1 0,0-1 0,0 1 0,0-2 0,1 0 0,-1 0 0,1-1 0,15 1 0,18-1 0,63-5 0,-29 0 0,-70 3 0,11 1 0,1-2 0,-1-1 0,22-3 0,-36 3 0,0 0 0,1 0 0,-1 0 0,0 0 0,0-1 0,-1 0 0,1 0 0,-1-1 0,1 0 0,-1 0 0,0 0 0,0 0 0,7-9 0,20-19-1365,-16 21-5461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08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0 24575,'-2'79'0,"4"88"0,0-155 0,1 0 0,0 0 0,0 0 0,1 0 0,8 14 0,-7-14 0,0 0 0,-1 0 0,0 0 0,3 21 0,-2-6 0,2 1 0,0-1 0,19 43 0,-13-37 0,13 54 0,-1-10 0,-17-54 0,0-1 0,4 25 0,-11-40 0,0 0 0,0 0 0,-1-1 0,0 1 0,0 0 0,0 0 0,-1-1 0,0 1 0,-1 0 0,1-1 0,-5 11 0,3-12 7,1-1 0,-1 0-1,0 0 1,-1 0 0,1 0-1,-1 0 1,0-1-1,1 0 1,-1 1 0,-1-1-1,1-1 1,0 1 0,-1-1-1,0 0 1,1 0 0,-1 0-1,-7 2 1,4-2-142,0 0 0,0 0 0,0-1 0,0 0 0,-1-1 0,1 1 0,0-2 0,0 1 0,0-1 0,-9-2 0,-1-3-6691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09.2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0 139 24575,'30'-2'0,"0"-1"0,34-8 0,-43 7 0,0 0 0,0 1 0,1 1 0,-1 1 0,41 3 0,-62-2 0,1 1 0,-1-1 0,1 0 0,-1 0 0,1 0 0,-1 0 0,1 1 0,-1-1 0,1 0 0,-1 0 0,0 1 0,1-1 0,-1 0 0,1 1 0,-1-1 0,0 0 0,1 1 0,-1-1 0,0 1 0,0-1 0,1 1 0,-1-1 0,0 0 0,0 1 0,0-1 0,1 1 0,-1-1 0,0 1 0,0-1 0,0 1 0,0-1 0,0 1 0,0-1 0,0 1 0,0-1 0,0 1 0,0-1 0,0 1 0,-1-1 0,1 1 0,-10 26 0,4-12 0,0 12 0,2-1 0,1 2 0,0-1 0,2 0 0,6 54 0,-5-77 0,1 0 0,-1 0 0,1 0 0,0 0 0,0 0 0,1 0 0,-1 0 0,1 0 0,0-1 0,0 1 0,0 0 0,1-1 0,-1 0 0,1 0 0,-1 0 0,1 0 0,0 0 0,6 4 0,-5-5 0,-1 0 0,0-1 0,1 1 0,-1-1 0,1 0 0,-1 0 0,1 0 0,0-1 0,-1 1 0,1-1 0,0 0 0,-1 0 0,1 0 0,0-1 0,-1 1 0,1-1 0,-1 0 0,1 0 0,0 0 0,-1 0 0,5-3 0,-5 3 0,0-1 0,0 0 0,-1 0 0,1 0 0,0 0 0,-1-1 0,1 1 0,-1-1 0,0 0 0,0 1 0,0-1 0,0 0 0,0 0 0,0 0 0,-1-1 0,0 1 0,0 0 0,0 0 0,0-1 0,0 1 0,0-1 0,-1 1 0,0-1 0,0 1 0,0-1 0,0 1 0,0-1 0,-1 1 0,0-4 0,0 1 0,0 1 0,0 0 0,-1 0 0,0 0 0,0 0 0,0 0 0,0 0 0,-1 0 0,0 1 0,0-1 0,0 1 0,0 0 0,-1 0 0,1 0 0,-1 0 0,0 1 0,-1-1 0,-5-3 0,-17-7 0,1-1 0,0-1 0,-24-20 0,50 36 0,0 0 0,0-1 0,0 1 0,0 0 0,0 0 0,0 0 0,0 0 0,0-1 0,0 1 0,0 0 0,0 0 0,0 0 0,0-1 0,0 1 0,0 0 0,0 0 0,0 0 0,0-1 0,0 1 0,0 0 0,0 0 0,0 0 0,0-1 0,0 1 0,0 0 0,0 0 0,1 0 0,-1 0 0,0-1 0,0 1 0,0 0 0,0 0 0,0 0 0,1 0 0,-1 0 0,0 0 0,0-1 0,0 1 0,0 0 0,1 0 0,-1 0 0,0 0 0,0 0 0,0 0 0,1 0 0,-1 0 0,0 0 0,0 0 0,0 0 0,1 0 0,-1 0 0,0 0 0,0 0 0,0 0 0,1 0 0,-1 0 0,0 0 0,0 0 0,0 0 0,0 1 0,1-1 0,-1 0 0,16-1 0,5 0 0,205 5 0,-221-3 0,0 0 0,0 0 0,0 0 0,0 1 0,-1-1 0,1 1 0,0 0 0,-1 1 0,0-1 0,1 1 0,-1 0 0,0 0 0,0 0 0,0 1 0,5 6 0,2 4 0,0 1 0,17 32 0,-7-12 0,-8-12 0,-15-22 0,-10-13 0,4 3 0,0 0 0,1-1 0,1 0 0,-1 0 0,1-1 0,1 0 0,-8-21 0,11 24 0,-1-1 0,2 1 0,-1 0 0,1 0 0,0-1 0,0 1 0,1-1 0,0 1 0,1-1 0,0 1 0,0-1 0,3-8 0,-1 11 0,1 0 0,-1 0 0,1 0 0,0 0 0,0 1 0,0 0 0,1-1 0,0 2 0,0-1 0,0 0 0,0 1 0,9-5 0,7-4 0,0 1 0,25-11 0,-36 19-195,1 1 0,-1 0 0,1 1 0,0 0 0,-1 0 0,17 1 0,-4 0-6631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09.8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329 1 24575,'2'5'0,"0"1"0,0 0 0,0-1 0,1 0 0,0 1 0,0-1 0,7 9 0,22 18 0,6 6 0,-25-22 0,2-1 0,0 0 0,1 0 0,21 14 0,25 23 0,29 34 0,-72-67 0,-2 1 0,23 35 0,-22-29 0,28 31 0,-36-46 0,-1 1 0,0 1 0,-1 0 0,0 0 0,-1 0 0,0 1 0,7 22 0,-2 3 0,10 63 0,-18-83 0,-1-1 0,-1 1 0,-1 1 0,-1 24 0,-1-39 0,1 1 0,-1-1 0,0 1 0,0-1 0,-1 0 0,0 1 0,0-1 0,0 0 0,0 0 0,-1 0 0,0 0 0,0-1 0,0 1 0,-1-1 0,0 0 0,1 0 0,-1 0 0,-1 0 0,-4 3 0,-29 15 0,-74 32 0,77-39 0,20-9 0,-1-1 0,-1 0 0,-21 2 0,20-3 0,0 0 0,-26 9 0,17-3 0,-1-2 0,-48 8 0,44-10 0,-58 18 0,45-9 0,-70 15 0,94-25-455,0 0 0,-29 13 0,31-9-6371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13.5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24575,'0'0'-8191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13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24575,'5'0'0,"1"0"-8191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14.6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 33 24575,'-1'9'0,"1"-6"0,0-1 0,-1 1 0,1-1 0,0 1 0,0 0 0,1-1 0,-1 1 0,0-1 0,1 1 0,-1-1 0,1 1 0,0-1 0,0 1 0,0-1 0,0 0 0,1 1 0,1 2 0,-2-5 0,-1 0 0,0 0 0,1 0 0,-1 0 0,0 0 0,1 0 0,-1 0 0,0 0 0,1 0 0,-1 0 0,0 0 0,1 0 0,-1 0 0,0 0 0,1 0 0,-1-1 0,0 1 0,1 0 0,-1 0 0,0 0 0,1-1 0,-1 1 0,0 0 0,0 0 0,1-1 0,-1 1 0,0 0 0,0 0 0,0-1 0,0 1 0,1 0 0,-1-1 0,0 1 0,0 0 0,0-1 0,0 1 0,0 0 0,0-1 0,0 1 0,0 0 0,0-1 0,0 1 0,0 0 0,0-1 0,3-17 0,-3 16 0,0 0 0,0 0 0,0 0 0,0 0 0,-1 0 0,1 0 0,-1 0 0,1 0 0,-1 0 0,0 0 0,0 0 0,0 0 0,0 1 0,0-1 0,0 0 0,0 1 0,-1-1 0,1 1 0,-3-3 0,0 1 0,0 1 0,1 0 0,-1 0 0,0 0 0,0 0 0,0 1 0,0-1 0,-9-1 0,-1 1 0,-1 1 0,1 0 0,-1 1 0,-23 2 0,9 6 0,21-1 0,8-6 0,0-1 0,0 1 0,1-1 0,-1 1 0,0-1 0,0 1 0,1-1 0,-1 0 0,0 1 0,1-1 0,-1 0 0,1 1 0,-1-1 0,0 0 0,1 0 0,-1 1 0,1-1 0,-1 0 0,1 0 0,-1 0 0,0 1 0,1-1 0,-1 0 0,1 0 0,-1 0 0,1 0 0,3 1-151,-1 0-1,1-1 0,-1 0 0,1 1 1,-1-1-1,1 0 0,-1 0 1,6-2-1,9-2-6674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15.1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0 24575,'1'1'0,"0"-1"0,0 0 0,0 0 0,0 1 0,0-1 0,0 1 0,0-1 0,0 1 0,-1-1 0,1 1 0,0 0 0,0-1 0,-1 1 0,1 0 0,0-1 0,-1 1 0,1 0 0,-1 0 0,1 0 0,-1 0 0,1 0 0,-1-1 0,1 1 0,-1 0 0,0 0 0,1 2 0,4 29 0,-4-29 0,1 15 0,1-1 0,9 27 0,-11-39 0,0-1 0,1 1 0,0-1 0,0 1 0,0-1 0,0 0 0,1 0 0,0 0 0,0 0 0,0 0 0,0-1 0,0 1 0,1-1 0,4 4 0,-7-7 0,-1 0 0,1 1 0,-1-1 0,0 0 0,1 0 0,-1 0 0,1 1 0,-1-1 0,1 0 0,-1 0 0,1 0 0,-1 0 0,1 0 0,-1 0 0,1 0 0,-1 0 0,1 0 0,-1 0 0,1 0 0,-1 0 0,1 0 0,-1-1 0,0 1 0,1 0 0,-1 0 0,1 0 0,-1-1 0,1 1 0,-1 0 0,0 0 0,1-1 0,-1 1 0,0 0 0,1-1 0,-1 1 0,0-1 0,1 1 0,-1 0 0,0-1 0,0 1 0,1-1 0,-1 1 0,0-1 0,0 1 0,0 0 0,0-1 0,0 1 0,0-1 0,1 1 0,-1-1 0,0 1 0,0-1 0,-1 1 0,1-2 0,-3-27 0,1 26 0,1 0 0,-1 0 0,-1 0 0,1 0 0,0 0 0,-1 0 0,1 1 0,-1-1 0,0 1 0,0 0 0,0-1 0,0 1 0,0 1 0,0-1 0,-1 0 0,1 1 0,0 0 0,-1-1 0,0 2 0,-4-2 0,1 0 0,0 1 0,0 0 0,-1 1 0,1-1 0,0 1 0,0 1 0,-1-1 0,1 1 0,-9 3 0,16-5-1,-1 1-1,1 0 0,-1 0 1,1 0-1,0 0 0,-1 0 1,1 0-1,0 0 0,-1 0 1,1 1-1,-1-1 1,1 0-1,0 0 0,-1 0 1,1 0-1,0 0 0,-1 1 1,1-1-1,0 0 0,-1 0 1,1 0-1,0 1 1,-1-1-1,1 0 0,0 1 1,0-1-1,0 0 0,-1 1 1,1-1-1,0 0 0,0 1 1,0-1-1,0 0 0,-1 1 1,1-1-1,0 0 1,0 1-1,0-1 0,0 1 1,0-1-1,0 0 0,0 1 1,0-1-1,0 0 0,0 1 1,0-1-1,0 1 1,1-1-1,20 14 202,32 3-1685,-28-11-5341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43.6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0 24575,'0'22'0,"1"16"0,-2 0 0,-2 0 0,-11 56 0,10-70 0,1-1 0,1 1 0,2 28 0,0-30 0,-1-1 0,0 1 0,-9 42 0,4-38 0,2-1 0,1 1 0,1 48 0,-1 3 0,-9-9 0,7-51 0,-3 37 0,6 15 0,-4-96 0,-15-34 0,12 37 0,-48-127-1365,50 129-5461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43.9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0 137 24575,'1'-2'0,"0"0"0,0 0 0,0 1 0,0-1 0,0 0 0,0 1 0,0-1 0,0 1 0,1-1 0,-1 1 0,0 0 0,1 0 0,-1 0 0,1-1 0,0 1 0,-1 1 0,4-3 0,31-13 0,25-4 0,118-22 0,-130 37 0,0 2 0,64 6 0,59-4 0,-37-23-1365,-111 22-5461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44.1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24575,'1'2'0,"-1"0"0,0 0 0,1 0 0,-1 0 0,1 0 0,0-1 0,0 1 0,-1 0 0,1 0 0,0 0 0,1-1 0,-1 1 0,0 0 0,0-1 0,1 1 0,-1-1 0,1 0 0,-1 1 0,1-1 0,0 0 0,-1 0 0,1 0 0,0 0 0,0 0 0,0 0 0,3 0 0,6 3 0,1-1 0,-1 0 0,16 1 0,-17-3 0,293 53 0,-191-30-1365,-91-22-5461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44.3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24575,'1'5'0,"0"0"0,0 0 0,1 0 0,-1 0 0,1 0 0,0 0 0,1 0 0,-1-1 0,1 1 0,0-1 0,0 0 0,0 1 0,0-1 0,1-1 0,0 1 0,-1 0 0,1-1 0,1 0 0,-1 0 0,0 0 0,10 4 0,-1 0 0,0-1 0,0-1 0,0 1 0,1-2 0,0 0 0,28 4 0,214-5 0,-131-5 0,-56 3 0,80-3 0,-105-9-1365,-27 5-5461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44.6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24575,'2'4'0,"-1"0"0,1 0 0,0 0 0,0 0 0,1 0 0,-1-1 0,1 1 0,0-1 0,0 1 0,0-1 0,0 0 0,5 3 0,2 3 0,76 91 0,8 9 0,-40-54 0,-27-25 0,1-2 0,2-1 0,43 31 0,-56-45-103,22 12 329,-38-24-285,0 0-1,1-1 1,-1 1-1,1 0 1,-1-1-1,1 0 1,-1 1-1,0-1 1,1 0-1,0 0 1,-1 0-1,1 0 0,-1 0 1,1 0-1,-1 0 1,1 0-1,-1-1 1,1 1-1,-1-1 1,0 1-1,1-1 1,-1 1-1,1-1 1,1-1-1,6-8-6766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44.7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533 1 24575,'-50'-1'0,"-61"3"0,102 0 0,1 0 0,-1 1 0,1 0 0,0 0 0,0 1 0,1 0 0,-1 1 0,1 0 0,0 0 0,-11 9 0,-26 17 0,34-26 0,-8 5 0,-1 1 0,2 1 0,-23 17 0,6-2 0,24-19 0,0 0 0,1 0 0,-13 13 0,12-10-103,7-7-23,-1-1-1,1 1 1,0 0 0,0 0 0,0 0 0,1 0 0,-1 0-1,1 0 1,-3 9 0,4-2-6700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45.0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269 1 24575,'0'740'0,"0"-727"0,0 1 0,-1-1 0,-1 0 0,0 1 0,-1-1 0,-9 24 0,9-31 0,1 0 0,-1 0 0,-1 0 0,1 0 0,-1-1 0,0 1 0,-1-1 0,1 0 0,-1 0 0,0 0 0,0-1 0,0 0 0,-1 0 0,0 0 0,-8 4 0,-1-1-170,0 0-1,-1-1 0,1-1 1,-1 0-1,0-1 0,0-1 1,-22 2-1,15-4-6655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45.6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1 303 24575,'0'-1'0,"0"0"0,1 0 0,-1 0 0,1 0 0,-1 0 0,1 0 0,-1 0 0,1 0 0,0 0 0,-1 0 0,1 1 0,0-1 0,0 0 0,-1 0 0,1 1 0,0-1 0,0 0 0,0 1 0,0-1 0,0 1 0,0-1 0,0 1 0,0-1 0,0 1 0,1 0 0,-1 0 0,2-1 0,38-5 0,-28 5 0,6-3 0,1-1 0,28-12 0,-34 11 0,1 0 0,1 2 0,-1 0 0,1 0 0,17-1 0,182 4 0,-101 3 0,-99-1 0,1 0 0,-1 1 0,0 1 0,-1 0 0,28 10 0,68 36 0,-108-48 0,0 0 0,0 0 0,0 1 0,0-1 0,0 1 0,0-1 0,0 1 0,-1 0 0,1 0 0,-1 0 0,1-1 0,-1 2 0,0-1 0,0 0 0,1 0 0,-2 0 0,1 0 0,1 3 0,-2-4 0,0 0 0,0 0 0,0-1 0,0 1 0,0 0 0,0 0 0,0-1 0,0 1 0,0 0 0,0-1 0,-1 1 0,1 0 0,0 0 0,0-1 0,-1 1 0,1 0 0,-1-1 0,1 1 0,0-1 0,-1 1 0,1 0 0,-2 0 0,1 0 0,-1 0 0,1-1 0,0 1 0,-1 0 0,1-1 0,-1 1 0,0-1 0,1 0 0,-1 1 0,1-1 0,-1 0 0,0 0 0,1 0 0,-1 0 0,-1-1 0,-7 0 0,0-1 0,1-1 0,-1 0 0,1 0 0,-1-1 0,1 0 0,0 0 0,1-1 0,-10-7 0,-31-15 0,41 22 0,0 0 0,0 0 0,0 0 0,1-1 0,0-1 0,0 1 0,0-1 0,1 0 0,0-1 0,-8-13 0,-3-8 0,-22-50 0,38 77 0,0-1 0,-1 1 0,1-1 0,0 1 0,1-1 0,-1 0 0,0 1 0,1-1 0,0 0 0,-1 1 0,1-1 0,0 0 0,1 0 0,-1 1 0,0-1 0,1 0 0,-1 0 0,1 1 0,2-5 0,-2 5 0,1-1 0,0 1 0,0 0 0,0 0 0,0 0 0,0 0 0,0 0 0,1 1 0,-1-1 0,1 1 0,-1-1 0,1 1 0,-1 0 0,1 0 0,5-1 0,9-1 0,1 0 0,0 1 0,0 1 0,32 2 0,-36 0 0,37 0 0,93 17 0,-99-12 0,1-2 0,77-3 0,-93-1 0,-29 0 0,0 0 0,0 0 0,0 0 0,0 0 0,0 1 0,0-1 0,0-1 0,0 1 0,0 0 0,0 0 0,0 0 0,0 0 0,0-1 0,0 1 0,0 0 0,0-1 0,0 1 0,0-1 0,0 1 0,-1-1 0,1 0 0,0 1 0,0-1 0,0 0 0,0-1 0,-1 1 0,-1 0 0,1 0 0,-1 0 0,0 0 0,0 1 0,0-1 0,1 0 0,-1 0 0,0 1 0,0-1 0,0 0 0,0 1 0,0-1 0,0 1 0,0 0 0,0-1 0,-1 1 0,1 0 0,0-1 0,0 1 0,0 0 0,0 0 0,-1 0 0,-12-3-170,0 1-1,0 0 0,0 1 1,0 1-1,0 0 0,0 1 1,-19 4-1,14 1-6655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46.0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440 1 24575,'-70'-1'0,"-78"3"0,136 0 0,1 0 0,0 0 0,0 1 0,0 1 0,1 0 0,-1 1 0,1 0 0,0 0 0,0 1 0,1 0 0,-1 1 0,2 0 0,-1 0 0,1 1 0,-8 9 0,10-11 0,1 1 0,-1 0 0,1 0 0,1 0 0,-1 1 0,1-1 0,1 1 0,-1 0 0,2 0 0,-1 1 0,1-1 0,0 0 0,0 1 0,1 0 0,0-1 0,1 1 0,0-1 0,0 1 0,1 0 0,2 10 0,-2-16 0,0 1 0,1-1 0,-1 1 0,1-1 0,0 0 0,-1 0 0,1 0 0,1 0 0,-1 0 0,0 0 0,1-1 0,-1 1 0,1-1 0,0 0 0,0 1 0,0-1 0,0 0 0,0-1 0,0 1 0,1-1 0,-1 1 0,0-1 0,1 0 0,-1 0 0,7 0 0,8 2 0,1-2 0,-1 0 0,37-4 0,-20 1 0,-24 1 0,0 0 0,-1-1 0,1 0 0,-1-1 0,0 0 0,1 0 0,-1-1 0,-1-1 0,1 1 0,-1-2 0,1 1 0,-1-1 0,-1-1 0,1 1 0,-1-2 0,-1 1 0,1-1 0,-1 0 0,0 0 0,-1-1 0,0 0 0,7-15 0,-6 9 0,-1 1 0,0-2 0,-1 1 0,-1 0 0,0-1 0,1-19 0,-6 47 0,1 0 0,0 1 0,1-1 0,0 0 0,1 0 0,4 16 0,-5-24 0,0 0 0,0 1 0,1-1 0,0 0 0,0 0 0,0 0 0,0 0 0,1 0 0,-1-1 0,1 1 0,0-1 0,0 0 0,0 0 0,1 0 0,-1 0 0,1 0 0,0-1 0,-1 1 0,1-1 0,0 0 0,0 0 0,1-1 0,5 3 0,18-1 0,-1 0 0,1-1 0,0-2 0,32-3 0,13-1 0,-54 4-120,-4 1-87,0-1-1,0-1 1,1-1-1,-1 0 0,15-4 1,-12 0-6619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46.3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281 4 24575,'-61'-2'0,"36"1"0,0 0 0,0 2 0,0 0 0,-27 6 0,48-6 0,1 0 0,0 0 0,0 0 0,0 0 0,0 1 0,0-1 0,0 1 0,0 0 0,0 0 0,1 0 0,-1 0 0,1 0 0,-1 1 0,1-1 0,0 1 0,0-1 0,-3 6 0,2-3 0,1 1 0,0 0 0,0-1 0,0 1 0,1 0 0,0 0 0,0 0 0,0 0 0,1 7 0,0 6 0,2 0 0,0 0 0,1 0 0,1 0 0,9 24 0,-10-36 0,0 1 0,1-1 0,0 0 0,1 0 0,0-1 0,0 1 0,0-1 0,1 0 0,-1 0 0,1-1 0,1 0 0,-1 0 0,1 0 0,0-1 0,9 5 0,-3-3 0,0 0 0,1-1 0,-1 0 0,1-1 0,0 0 0,0-2 0,26 3 0,-27-4 0,0-1 0,1 0 0,-1-1 0,0-1 0,-1 0 0,23-7 0,-30 7 0,1 0 0,-1-1 0,1 0 0,-1 0 0,0 0 0,0 0 0,0-1 0,0 0 0,-1 0 0,1 0 0,-1-1 0,0 1 0,0-1 0,-1 0 0,0 0 0,5-9 0,14-30-1365,-12 26-5461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46.5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 1 24575,'0'439'0,"1"-416"0,2 1 0,7 33 0,3 30 0,-10-58 0,7 33 0,-6-48 0,0 1 0,-2 0 0,0 0 0,-1 0 0,0 0 0,-1 0 0,-1 0 0,0 0 0,-5 22 0,3-27 0,0 1 0,0-1 0,-1 0 0,0 0 0,0 0 0,-8 12 0,10-19 0,-1 0 0,1 0 0,-1-1 0,0 1 0,0 0 0,0-1 0,0 0 0,0 0 0,0 0 0,-1 0 0,1 0 0,-1-1 0,1 1 0,-1-1 0,0 0 0,1 0 0,-1 0 0,-6 0 0,-42 1-1365,28-3-5461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46.7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84 24575,'15'-1'0,"0"-1"0,-1-1 0,1 0 0,-1-1 0,25-10 0,-19 7 0,39-9 0,-1 5 0,-14 3 0,-1 1 0,60-1 0,143 9-1365,-223-1-5461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47.2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24575,'2'1'0,"0"0"0,0-1 0,-1 1 0,1 0 0,-1 0 0,1 0 0,-1 1 0,1-1 0,-1 0 0,1 1 0,-1-1 0,0 1 0,0-1 0,0 1 0,0-1 0,0 1 0,1 3 0,15 31 0,-13-21 0,-1-1 0,0 1 0,1 20 0,6 31 0,-3-35 0,1 0 0,2-1 0,1-1 0,1 1 0,27 44 0,-19-43 0,-12-16 0,1-1 0,18 20 0,-24-30 0,1 0 0,0 0 0,0-1 0,0 0 0,0 0 0,1 0 0,-1 0 0,1-1 0,0 0 0,0 0 0,0 0 0,8 2 0,-12-4 0,1 0 0,-1 0 0,1 0 0,-1 0 0,1 0 0,-1 0 0,1 0 0,-1 0 0,1-1 0,-1 1 0,1-1 0,-1 1 0,1-1 0,-1 1 0,0-1 0,1 0 0,-1 0 0,0 1 0,1-1 0,-1 0 0,0 0 0,0-1 0,0 1 0,0 0 0,0 0 0,0 0 0,0-1 0,-1 1 0,1 0 0,0-1 0,-1 1 0,2-3 0,1-7 0,0 0 0,0 0 0,2-19 0,-1 5 0,3-29 0,-7 45 0,0 1 0,1-1 0,0 1 0,1-1 0,0 1 0,0 0 0,0 0 0,1 0 0,7-14 0,-9 21 0,-1 1 0,0 0 0,0 0 0,1 0 0,-1 0 0,0 0 0,0 0 0,1 0 0,-1 0 0,0 0 0,0 0 0,1 0 0,-1 0 0,0 0 0,0 1 0,1-1 0,-1 0 0,0 0 0,0 0 0,1 0 0,-1 0 0,0 0 0,0 1 0,0-1 0,1 0 0,-1 0 0,0 0 0,0 0 0,0 1 0,0-1 0,0 0 0,1 0 0,-1 1 0,0-1 0,0 0 0,0 0 0,0 0 0,0 1 0,0-1 0,0 0 0,0 0 0,0 1 0,0-1 0,0 0 0,0 1 0,6 16 0,-5-15 0,10 32 0,31 84 0,-37-107 0,1 0 0,0 0 0,0-1 0,1 0 0,0 0 0,1 0 0,16 15 0,-21-22 0,1 0 0,-1 0 0,1 0 0,0-1 0,-1 0 0,1 0 0,0 0 0,0 0 0,1-1 0,-1 1 0,0-1 0,0 0 0,1 0 0,-1-1 0,1 1 0,-1-1 0,0 0 0,1 0 0,-1-1 0,1 1 0,-1-1 0,0 0 0,8-3 0,-6 2 0,0-1 0,-1-1 0,1 1 0,-1-1 0,0 1 0,0-1 0,-1-1 0,1 1 0,-1-1 0,0 0 0,0 0 0,0 0 0,-1 0 0,0-1 0,0 1 0,2-7 0,75-141 0,-58 115 0,-8 12-227,2 0-1,0 1 1,2 0-1,1 2 1,42-42-1,-43 51-6598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47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55 24575,'0'0'0,"0"-1"0,0 1 0,0-1 0,0 0 0,0 1 0,0-1 0,0 1 0,0-1 0,0 0 0,-1 1 0,1-1 0,0 1 0,0-1 0,0 1 0,-1-1 0,1 1 0,0-1 0,-1 0 0,1 1 0,0 0 0,-1-1 0,1 1 0,-1-1 0,1 1 0,-1 0 0,1-1 0,-1 1 0,1 0 0,-1-1 0,1 1 0,-1 0 0,1 0 0,-1-1 0,1 1 0,-1 0 0,0 0 0,1 0 0,-1 0 0,1 0 0,-1 0 0,0 0 0,1 0 0,-1 0 0,1 0 0,-1 0 0,0 0 0,1 1 0,-1-1 0,1 0 0,-2 1 0,1-1 0,-1 1 0,0 0 0,1-1 0,-1 1 0,0 0 0,1 0 0,-1 0 0,1 1 0,-1-1 0,1 0 0,0 1 0,-1-1 0,1 0 0,0 1 0,0-1 0,-1 3 0,-2 12 0,1 0 0,0 0 0,1 0 0,1 0 0,0 0 0,1 1 0,3 15 0,-2 8 0,-1-36 0,0 0 0,0 0 0,1 1 0,-1-1 0,1 0 0,0 0 0,0 0 0,0 0 0,0 0 0,1 0 0,0 0 0,0-1 0,0 1 0,3 3 0,-3-4 0,1-1 0,0 1 0,0-1 0,0 0 0,0-1 0,0 1 0,1 0 0,-1-1 0,0 0 0,1 1 0,-1-2 0,1 1 0,0 0 0,-1-1 0,1 1 0,6-1 0,-3 0 0,0 1 0,1-1 0,-1-1 0,0 0 0,0 0 0,1 0 0,-1-1 0,0 0 0,0 0 0,10-5 0,-14 5 0,1 0 0,-1-1 0,1 1 0,-1-1 0,0 0 0,0 0 0,0 0 0,0 0 0,-1-1 0,1 1 0,-1-1 0,0 0 0,0 1 0,0-1 0,-1 0 0,1 0 0,-1 0 0,0 0 0,1-8 0,-1 7 0,0-1 0,-1 1 0,0-1 0,1 1 0,-2-1 0,1 1 0,-1-1 0,0 1 0,0 0 0,0-1 0,-1 1 0,0 0 0,0 0 0,0 0 0,-4-6 0,1 4 0,1 1 0,-1 1 0,-1-1 0,1 1 0,-1 0 0,0 0 0,0 0 0,0 1 0,-1 0 0,-12-6 0,1 2 0,-36-13 0,48 20 0,1-1 0,-1 1 0,0 0 0,1 0 0,-1 1 0,0-1 0,0 2 0,1-1 0,-1 0 0,0 1 0,-7 2 0,12-3 0,-1 0 0,1 1 0,0 0 0,-1-1 0,1 1 0,0 0 0,-1-1 0,1 1 0,0 0 0,0 0 0,0 0 0,0 0 0,-2 2 0,3-2 0,0-1 0,-1 1 0,1-1 0,0 1 0,0-1 0,0 1 0,0-1 0,-1 1 0,1 0 0,0-1 0,0 1 0,0-1 0,0 1 0,0-1 0,1 1 0,-1 0 0,0-1 0,0 1 0,0-1 0,0 1 0,1-1 0,-1 1 0,1 0 0,0 1 0,1 0 0,-1 0 0,1-1 0,0 1 0,0-1 0,0 1 0,0-1 0,0 0 0,0 0 0,0 0 0,0 0 0,0 0 0,1 0 0,-1 0 0,3 0 0,13 1 0,1-1 0,-1 0 0,1-2 0,-1 0 0,1 0 0,-1-2 0,25-7 0,-26 6 0,0 0 0,0 1 0,0 1 0,0 0 0,1 1 0,-1 1 0,0 1 0,31 5 0,-43-4 0,-1-1 0,0 0 0,-1 1 0,1 0 0,0 0 0,0 0 0,-1 0 0,1 1 0,-1-1 0,0 1 0,0 0 0,0 0 0,0 0 0,0 0 0,-1 1 0,1-1 0,2 7 0,1 3 0,-1-1 0,0 2 0,-1-1 0,2 15 0,-3-15 0,0-1 0,0 1 0,2-1 0,7 17 0,-11-28 0,-1 1 0,1-1 0,0 0 0,0 1 0,0-1 0,1 0 0,-1 1 0,0-1 0,0 0 0,1 0 0,-1 0 0,1 0 0,-1 0 0,1-1 0,-1 1 0,1 0 0,-1-1 0,3 1 0,-3-1 0,-1 0 0,1 0 0,-1 0 0,1 0 0,-1 0 0,1 0 0,-1 0 0,0 0 0,1 0 0,-1 0 0,1 0 0,-1-1 0,1 1 0,-1 0 0,1 0 0,-1 0 0,0-1 0,1 1 0,-1 0 0,0-1 0,1 1 0,-1 0 0,0-1 0,1 0 0,2-19 0,-10-27 0,-3-45 0,9 84 0,1-1 0,1 0 0,0 0 0,0 0 0,0 0 0,1 1 0,6-17 0,-6 21 0,1 0 0,0 1 0,-1-1 0,2 1 0,-1-1 0,0 1 0,0 0 0,1 0 0,0 1 0,-1-1 0,1 1 0,0 0 0,0 0 0,1 0 0,-1 0 0,9-1 0,3-2 0,0 1 0,1 1 0,21-1 0,116 3 17,-91 2-1399,-39-1-5444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48.1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355 150 24575,'-14'-1'0,"1"0"0,0-1 0,-22-7 0,-24-2 0,48 9 0,-9 0 0,0 0 0,0 2 0,1 0 0,-33 4 0,49-3 0,-1-1 0,0 1 0,1 0 0,-1 0 0,1 0 0,-1 0 0,1 1 0,-1 0 0,1-1 0,0 1 0,0 0 0,0 1 0,0-1 0,0 0 0,0 1 0,1 0 0,-1 0 0,1 0 0,0 0 0,0 0 0,0 0 0,0 0 0,0 0 0,1 1 0,-1-1 0,1 1 0,0 0 0,0-1 0,0 1 0,1 0 0,-1 4 0,1-2 0,0 0 0,0 0 0,1 0 0,0 0 0,0 0 0,0 0 0,1 0 0,0 0 0,0 0 0,1-1 0,-1 1 0,1-1 0,0 1 0,1-1 0,-1 0 0,1 0 0,6 5 0,-8-7 0,1 0 0,1-1 0,-1 1 0,0-1 0,1 0 0,-1 0 0,1 0 0,0 0 0,-1-1 0,1 1 0,0-1 0,0 0 0,0 0 0,0 0 0,0-1 0,0 1 0,0-1 0,0 0 0,0 0 0,0-1 0,1 1 0,-1-1 0,0 0 0,0 0 0,-1 0 0,7-3 0,-6 1 0,0 0 0,0 0 0,0 0 0,0 0 0,-1 0 0,0-1 0,0 1 0,0-1 0,0 0 0,0 0 0,-1 0 0,0-1 0,0 1 0,0-1 0,0 1 0,1-7 0,2-5 0,-1 0 0,-1 0 0,2-25 0,-5-19 32,-1 44-311,1 1-1,0-1 1,1 1-1,4-20 1,1 17-6547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48.4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24575,'0'385'0,"1"-362"0,2 0 0,9 41 0,-1-11 0,-4-23 0,0-1 0,2 0 0,2-1 0,19 38 0,-24-48 0,0-1 0,-1 0 0,-1 1 0,3 20 0,1 9 0,-3-17-306,-2-1 0,-1 1-1,-1 32 1,-1-60 166,-1 22-6686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49.4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49.5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24575,'0'4'0,"0"7"0,0 5 0,0 6 0,0-2-8191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50.6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24575,'0'520'0,"1"-493"0,2 0 0,6 31 0,-3-28 0,2 47 0,7 104-327,-1 34-727,-12-167 516,9 50 1,2 26-293,-13 74 191,-1-96-290,13 119 1,2-40 659,-10 227 0,-6-209 786,2 1069 1387,-1-1232-1526,-12 59 0,7-56-47,-1 42 1,8 15-332,0-58 0,-1-1 0,-1 0 0,-10 57 0,1-31 467,3 0 0,3 1 1,6 95-1,0-44 11,-2-44-345,0-783-1829,-1 676 1205,-9-46 0,10 81 391,-6-42-5313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52.1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24575,'1067'0'0,"-1063"-1"0,0 1 0,0 0 0,0 1 0,-1-1 0,1 1 0,0-1 0,0 1 0,0 0 0,-1 1 0,1-1 0,0 1 0,-1-1 0,1 1 0,5 5 0,-6-5 0,-1 1 0,0 0 0,0 0 0,0 0 0,0 1 0,0-1 0,-1 0 0,1 1 0,-1-1 0,0 1 0,0-1 0,0 1 0,-1 0 0,1-1 0,-1 1 0,0 4 0,-3 160 0,0-108 0,5 72 0,11-48 0,-8-55 0,4 49 0,-8-39 12,-1-7-174,1 0 0,2 0 0,8 35-1,-6-36 163,-1 1 0,-1 0 0,-3 51 0,-1-48 0,2-1 0,8 60 0,2-15 0,-4-1 0,-6 156 0,-3-103 0,2 2109 637,-2-2220-637,0 1 0,-8 35 0,5-33 0,1-1 0,-1 26 0,4 292 0,3-160 0,-1-160 0,1 1 0,8 36 0,-5-35 0,-1 0 0,1 26 0,-4-28 0,-3 178 0,2-195 0,-1 0 0,1 0 0,-1-1 0,0 1 0,0 0 0,0-1 0,0 1 0,0-1 0,-1 1 0,1-1 0,-1 0 0,1 1 0,-1-1 0,0 0 0,0 0 0,0 0 0,0 0 0,0-1 0,0 1 0,-1-1 0,1 1 0,0-1 0,-1 0 0,0 0 0,1 0 0,-1 0 0,1 0 0,-1 0 0,0-1 0,-3 1 0,-11 1 0,1-1 0,-1 0 0,1-2 0,-19-2 0,6 1 0,-63 2 0,-37-3 0,110 0 0,-1-1 0,1 0 0,-28-12 0,30 10 0,-1 0 0,1 2 0,-1 0 0,-25-3 0,17 5 0,1-1 0,0-1 0,0-2 0,-41-14 0,39 14-49,-1 0-1,1 2 1,-1 0-1,0 2 1,0 2 0,-31 2-1,14-1-969,21-1-5807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52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44 24575,'18'0'0,"40"1"0,1-3 0,81-14 0,-75 8 0,-1 3 0,126 5 0,-71 3 0,-73-3-104,-16 1-211,0-1-1,0-1 1,51-10 0,-57 5-6511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53.6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31 24575,'17'-1'0,"-1"0"0,0-2 0,23-6 0,-21 5 0,1 0 0,20-1 0,312 2 64,-182 5-1493,-146-2-5397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54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0 270 24575,'1'-2'0,"-1"1"0,1-1 0,0 0 0,0 0 0,0 1 0,0-1 0,1 1 0,-1-1 0,0 1 0,1 0 0,-1-1 0,0 1 0,1 0 0,0 0 0,-1 0 0,1 0 0,3-1 0,31-15 0,-17 12 0,0 2 0,0-1 0,0 2 0,0 1 0,33 1 0,-28 1 0,1-2 0,46-6 0,71-15 0,-55 10 0,50-16 0,-108 23 0,-1 1 0,46-1 0,-50 5 0,0-2 0,-1 0 0,1-1 0,39-12 0,-26 3 0,-13 5 0,1-2 0,-1 0 0,26-15 0,-30 13-455,0 2 0,34-11 0,-36 14-6371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55.0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0 144 24575,'1'-1'0,"-1"0"0,0 0 0,1 0 0,-1 0 0,1 0 0,-1 0 0,1 0 0,-1 1 0,1-1 0,-1 0 0,1 0 0,0 0 0,0 1 0,-1-1 0,1 0 0,0 1 0,0-1 0,0 1 0,0-1 0,0 1 0,0-1 0,0 1 0,0-1 0,0 1 0,1 0 0,35-9 0,-20 5 0,15-5 0,1 1 0,49-4 0,-1 0 0,-54 8 0,40-1 0,-45 5 0,0-2 0,0 0 0,26-7 0,-11 2 0,-1 2 0,1 1 0,1 1 0,70 6 0,55-3 0,-95-13 0,-51 9 0,0 0 0,20-1 0,81-2-1365,-106 7-5461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55.5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24575,'903'0'-1365,"-880"0"-5461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55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24575,'31'2'0,"-1"1"0,1 2 0,45 12 0,-38-8 0,57 7 0,-11-1 0,-59-10 0,0-1 0,32 2 0,479-5-618,-253-3-682,-259 2-4973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59.2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1234 113 24575,'0'-4'0,"-1"0"0,1 0 0,0-1 0,-1 1 0,0 0 0,0 0 0,0 0 0,-1 0 0,1 0 0,-1 0 0,0 1 0,0-1 0,0 1 0,-1-1 0,1 1 0,-1 0 0,0-1 0,0 1 0,0 1 0,0-1 0,0 0 0,-1 1 0,1 0 0,-6-3 0,-1 0 0,1 2 0,-1-1 0,0 1 0,0 1 0,-1-1 0,1 2 0,0-1 0,-18 1 0,-303 5 0,304-2 0,-1 2 0,1 1 0,0 1 0,0 1 0,-44 18 0,22-7 0,31-13 0,0 2 0,1 0 0,0 1 0,0 0 0,0 1 0,2 1 0,-21 17 0,6-2 0,-17 18 0,-3 9 0,36-40 0,1 1 0,0 1 0,1 0 0,1 0 0,0 2 0,-11 21 0,-7 21 0,-23 55 0,47-98 0,0 1 0,1 0 0,1-1 0,0 1 0,-1 31 0,4-39 0,0 0 0,0 1 0,0-1 0,1 0 0,0 0 0,1 1 0,0-1 0,0 0 0,1 0 0,0-1 0,0 1 0,1 0 0,0-1 0,0 0 0,1 0 0,-1 0 0,2-1 0,-1 1 0,1-1 0,0 0 0,11 8 0,94 65 0,-97-72 0,1-1 0,-1 0 0,1-1 0,1 0 0,20 2 0,-21-4 0,15 3 0,0-3 0,0 0 0,1-2 0,56-5 0,-82 3 0,-1-1 0,0 1 0,0-1 0,1 1 0,-1-1 0,0 0 0,-1-1 0,1 1 0,0-1 0,-1 1 0,1-1 0,-1 0 0,0-1 0,0 1 0,0 0 0,0-1 0,-1 0 0,1 1 0,-1-1 0,0 0 0,2-6 0,2-5 0,0 0 0,-1 0 0,0-1 0,3-26 0,-3-7 0,-2-1 0,-6-59 0,1 20 0,2 83 0,0 0 0,0 0 0,-1 0 0,0 0 0,0 0 0,0 0 0,-1 1 0,0-1 0,0 0 0,0 1 0,-1-1 0,-5-7 0,6 10 0,0 1 0,0 0 0,-1 0 0,1 0 0,-1 0 0,1 0 0,-1 0 0,0 1 0,1-1 0,-1 1 0,0 0 0,0 0 0,0 0 0,0 0 0,0 0 0,0 1 0,0-1 0,-1 1 0,1 0 0,0 0 0,0 0 0,0 0 0,0 1 0,0-1 0,-5 3 0,4-3-47,1 1 0,-1 1 0,1-1 0,0 0 0,0 1 0,-1 0 0,1-1 0,0 1 0,1 1-1,-1-1 1,0 0 0,1 1 0,-1-1 0,1 1 0,0 0 0,-1-1 0,1 1 0,1 0 0,-1 1 0,0-1 0,1 0 0,0 0-1,-1 1 1,1-1 0,1 1 0,-1-1 0,0 1 0,1 5 0,-3 13-6779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7:59.5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24575,'24'27'0,"-19"-20"0,0-1 0,0 0 0,1 0 0,12 10 0,-16-15 0,38 28 0,2-2 0,58 28 0,-86-47 0,1 0 0,24 19 0,-28-18 0,1-1 0,1 0 0,24 12 0,92 43 0,10 4 0,-135-67 36,-9-7-494,3 5-485,-5-8-5883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01.3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6 24575,'-1'70'0,"3"78"0,-3-146 0,1 0 0,1 0 0,-1 0 0,0 0 0,0 0 0,1 0 0,-1 0 0,1 0 0,0-1 0,0 1 0,-1 0 0,1 0 0,0-1 0,0 1 0,1-1 0,-1 1 0,0 0 0,0-1 0,1 0 0,-1 1 0,1-1 0,-1 0 0,3 1 0,-2-1 0,-1-1 0,1 0 0,-1 0 0,1 0 0,-1 0 0,1-1 0,-1 1 0,1 0 0,-1-1 0,1 1 0,-1-1 0,1 1 0,-1-1 0,0 0 0,1 1 0,-1-1 0,0 0 0,0 0 0,0 0 0,1 0 0,-1 0 0,0 0 0,0-1 0,0 1 0,-1 0 0,1 0 0,0-1 0,0 1 0,-1 0 0,1-2 0,7-11 0,-1 0 0,-1 0 0,0-1 0,-1 0 0,0 0 0,-1 0 0,-1 0 0,-1-1 0,0 1 0,-1-1 0,-1-17 0,-1 68 0,1-15 0,0 0 0,4 33 0,-3-46 0,0 0 0,1 0 0,0 0 0,0 0 0,1 0 0,0-1 0,0 1 0,1-1 0,0 0 0,0 0 0,9 11 0,-5-9 0,1-1 0,0 1 0,0-1 0,1-1 0,0 0 0,0 0 0,14 5 0,-18-8 0,0-1 0,0 0 0,0 0 0,0 0 0,0-1 0,0 0 0,1 0 0,-1-1 0,0 0 0,1 0 0,-1 0 0,0-1 0,0 0 0,12-3 0,-15 3 0,-1 0 0,0 0 0,0-1 0,0 1 0,0-1 0,0 1 0,0-1 0,-1 0 0,1 1 0,0-1 0,-1 0 0,1 0 0,-1 0 0,2-4 0,13-36 0,-2 4 0,7 5 0,-16 27 0,-1 0 0,0 0 0,0 0 0,-1-1 0,0 0 0,0 1 0,0-1 0,-1 0 0,2-11 0,-3 11 0,0 0 0,-1 0 0,0-1 0,0 1 0,-1 0 0,0 0 0,0 0 0,-3-11 0,3 16 0,0 0 0,1 0 0,-1 1 0,0-1 0,0 1 0,0-1 0,0 1 0,0-1 0,0 1 0,0-1 0,-1 1 0,1 0 0,0 0 0,-1 0 0,1 0 0,-1 0 0,1 0 0,-1 0 0,0 0 0,1 1 0,-1-1 0,0 0 0,0 1 0,1 0 0,-1-1 0,0 1 0,0 0 0,0 0 0,1 0 0,-1 0 0,0 0 0,0 0 0,0 1 0,1-1 0,-1 0 0,0 1 0,0 0 0,1-1 0,-3 2 0,1 0 0,0 0 0,0-1 0,0 1 0,0 0 0,1 1 0,-1-1 0,1 0 0,0 1 0,-1-1 0,1 1 0,0 0 0,0 0 0,1 0 0,-1 0 0,1 0 0,-1 0 0,1 0 0,0 1 0,0-1 0,0 0 0,1 1 0,-1 5 0,-1 11 0,1 0 0,2 34 0,0-32 0,-1-12 0,0 2 0,1 0 0,0 0 0,0-1 0,5 18 0,-5-26 0,0 0 0,0 0 0,0 0 0,0-1 0,1 1 0,-1-1 0,1 1 0,0-1 0,0 1 0,0-1 0,0 0 0,0 0 0,0 0 0,0 0 0,1 0 0,-1-1 0,1 1 0,0 0 0,-1-1 0,1 0 0,0 0 0,5 2 0,-3-2 0,0 0 0,0 0 0,0 0 0,0-1 0,1 1 0,-1-1 0,0-1 0,0 1 0,0-1 0,0 1 0,0-2 0,0 1 0,0 0 0,0-1 0,5-2 0,-4 0 0,0 0 0,0-1 0,0 0 0,0 0 0,-1 0 0,1 0 0,-1-1 0,-1 0 0,7-10 0,68-123 0,-71 131 0,-2 12 0,-1 24 0,-5-1 0,0-25 0,-1-13 0,0 5 0,1 0 0,0 0 0,0 0 0,1 0 0,-1 0 0,1 0 0,1 0 0,-1 0 0,1 1 0,0-1 0,0 0 0,1 1 0,-1-1 0,1 1 0,1 0 0,-1 0 0,1 0 0,0 0 0,0 1 0,0-1 0,0 1 0,1 0 0,0 1 0,0-1 0,0 1 0,0 0 0,8-4 0,-1 2 0,1 1 0,-1 0 0,1 1 0,-1 1 0,1 0 0,19-1 0,-3 2 0,52 6 0,-79-4 0,0-1 0,0 0 0,0 1 0,0-1 0,0 1 0,-1 0 0,1 0 0,0 0 0,0 0 0,0 0 0,-1 0 0,1 0 0,-1 0 0,1 1 0,-1-1 0,1 1 0,-1-1 0,0 1 0,0-1 0,0 1 0,0 0 0,0 0 0,0-1 0,0 1 0,0 0 0,-1 0 0,1 0 0,-1 0 0,0 0 0,1 0 0,-1 0 0,0 2 0,0 10 0,0 0 0,-1 0 0,-4 26 0,0-6 0,4-28 0,0 0 0,1 0 0,0 0 0,0 0 0,1 0 0,-1 0 0,1 0 0,1 0 0,-1-1 0,1 1 0,0 0 0,5 9 0,-7-15 0,0 1 0,0-1 0,1 1 0,-1-1 0,0 0 0,0 1 0,1-1 0,-1 0 0,0 1 0,1-1 0,-1 0 0,1 1 0,-1-1 0,0 0 0,1 0 0,-1 0 0,1 1 0,-1-1 0,1 0 0,-1 0 0,1 0 0,-1 0 0,1 0 0,-1 0 0,1 0 0,-1 0 0,1 0 0,-1 0 0,0 0 0,1 0 0,-1 0 0,1 0 0,-1 0 0,1-1 0,10-15 0,-1-24 0,-7 19 0,0 1 0,1 0 0,11-28 0,-9 89 0,18 77 0,-12-72 0,-7-32 0,-1 1 0,3 22 0,-3-13 0,1-1 0,1 0 0,1 0 0,13 26 0,-12-29 0,0 0 0,-1 1 0,-2-1 0,0 1 0,4 33 0,7 71 0,-5-59 0,0 3 0,-5-30 0,4 72 0,-10-107 0,1 17 0,-1 1 0,-1-1 0,-1 1 0,-9 36 0,9-52 0,1-1 0,-1 0 0,0 0 0,-1 0 0,1 0 0,-1 0 0,0 0 0,0-1 0,-1 1 0,0-1 0,1 0 0,-1 0 0,0 0 0,-1-1 0,1 1 0,-1-1 0,1 0 0,-1 0 0,0-1 0,0 0 0,-1 1 0,1-2 0,-10 4 0,-12-2 0,0 0 0,0-1 0,0-2 0,-36-4 0,-11 1 0,52 3 0,1 0 0,-1-2 0,-36-7 0,52 7 0,-1 0 0,1 0 0,-1-1 0,1 0 0,0 0 0,0 0 0,0-1 0,1 0 0,-1 0 0,1 0 0,0-1 0,0 1 0,1-2 0,-1 1 0,-6-11 0,-2-4 0,2-1 0,0 0 0,1-1 0,2-1 0,0 1 0,-9-46 0,15 56 0,0-1 0,1 0 0,0 0 0,1 0 0,0 0 0,1 0 0,1 0 0,0 1 0,0-1 0,2 0 0,-1 1 0,2 0 0,-1 0 0,10-15 0,-3 10 0,1 0 0,1 1 0,23-22 0,-32 34 0,4-5 0,90-87 0,-81 82 0,-1 1 0,2 1 0,0 0 0,27-12 0,46-28 0,-23 11 0,-54 34 0,0-1 0,0-1 0,-1 0 0,-1 0 0,1-2 0,-1 1 0,-1-2 0,11-12 0,-2 3 0,-13 16 0,-1-1 0,0 1 0,-1-2 0,1 1 0,7-12 0,-13 17 0,1 0 0,-1-1 0,1 1 0,-1 0 0,0 0 0,1 0 0,-1 0 0,0-1 0,0 1 0,0 0 0,0 0 0,0 0 0,0-1 0,0 1 0,0 0 0,0 0 0,-1 0 0,1-2 0,-1 2 0,0-1 0,0 0 0,0 1 0,-1 0 0,1-1 0,0 1 0,-1 0 0,1 0 0,0 0 0,-1-1 0,1 1 0,-1 1 0,0-1 0,1 0 0,-4-1 0,-15-4-1365,-1 3-5461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03.5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24575,'0'4'0,"0"2"-8191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03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24575,'0'0'-8191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06.3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24575,'4'1'0,"0"1"0,0 0 0,0 0 0,0 0 0,0 1 0,0-1 0,-1 1 0,0 0 0,1 0 0,-1 0 0,0 0 0,4 7 0,6 3 0,21 18 0,50 34 0,-66-52 0,0 1 0,-1 1 0,-1 0 0,0 1 0,-1 1 0,21 29 0,-34-42-195,1-1 0,-1 1 0,1-1 0,0 1 0,0-1 0,6 4 0,5 3-6631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06.6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1 24575,'-1'15'0,"0"0"0,0 1 0,-1-1 0,-1 0 0,-1 0 0,0 0 0,-1-1 0,-9 20 0,-13 31 0,15-31 0,-23 41 0,18-38-1365,11-19-5461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06.9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0 249 24575,'70'1'0,"78"-3"0,-134 0 0,0 0 0,-1-1 0,1-1 0,-1 0 0,0-1 0,0 0 0,-1-1 0,1-1 0,-1 1 0,-1-2 0,1 0 0,-1 0 0,-1-1 0,13-13 0,-21 18 0,1 0 0,0 0 0,-1 0 0,1 0 0,-1-1 0,0 1 0,-1-1 0,1 1 0,-1-1 0,0 0 0,0 1 0,0-1 0,-1 0 0,1 0 0,-1 0 0,-1 0 0,1 1 0,-1-1 0,-1-6 0,1 8 0,0 0 0,0 0 0,0 0 0,-1 0 0,0 0 0,1 1 0,-1-1 0,0 1 0,0-1 0,0 1 0,-1 0 0,1 0 0,0 0 0,-1 0 0,1 0 0,-1 0 0,0 1 0,0-1 0,0 1 0,1 0 0,-1 0 0,0 0 0,-1 0 0,1 0 0,0 1 0,0-1 0,0 1 0,0 0 0,-6 0 0,5 1 0,-1 0 0,1 0 0,0 1 0,-1-1 0,1 1 0,0 0 0,0 0 0,0 0 0,0 0 0,1 1 0,-1 0 0,1 0 0,-1 0 0,1 0 0,0 0 0,0 1 0,0-1 0,1 1 0,-1 0 0,1 0 0,-4 7 0,1 1 0,-1-1 0,1 1 0,1 0 0,0 0 0,1 1 0,-3 20 0,5-20 17,0-1 0,1 1 1,0 0-1,1 0 0,1-1 0,5 25 0,-6-32-82,1-1 1,-1 0-1,1 0 1,0 0-1,0 0 1,1 0-1,-1 0 0,1 0 1,0-1-1,0 0 1,0 1-1,0-1 1,0 0-1,1 0 0,-1-1 1,1 1-1,0-1 1,0 0-1,0 0 1,0 0-1,0 0 1,9 2-1,6-1-6761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07.2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 22 24575,'0'-1'0,"-1"0"0,1-1 0,-1 1 0,1 0 0,-1 0 0,0 0 0,1 0 0,-1 0 0,0 0 0,0 0 0,0 0 0,0 0 0,0 0 0,0 0 0,0 1 0,0-1 0,0 0 0,0 1 0,0-1 0,0 1 0,-1-1 0,1 1 0,0-1 0,0 1 0,0 0 0,-1 0 0,1 0 0,0 0 0,-3 0 0,-38-1 0,36 3 0,1-1 0,0 1 0,0 0 0,0 0 0,1 1 0,-1-1 0,1 1 0,-1 0 0,1 0 0,0 1 0,0-1 0,0 1 0,0 0 0,1 0 0,0 0 0,0 1 0,0-1 0,0 1 0,1-1 0,-1 1 0,-2 10 0,3-9 0,0-1 0,0 1 0,1 0 0,0 0 0,0 0 0,1 0 0,-1 0 0,1 0 0,1 0 0,-1-1 0,1 1 0,0 0 0,0 0 0,1 0 0,0-1 0,0 1 0,0 0 0,0-1 0,6 9 0,-5-11 0,1 1 0,-1-1 0,1 0 0,0 0 0,-1 0 0,1 0 0,0-1 0,1 1 0,-1-1 0,0 0 0,1 0 0,-1-1 0,1 1 0,0-1 0,-1 0 0,1-1 0,5 1 0,13 1 0,0-2 0,32-3 0,-20 1 0,-9 1 0,0-1 0,-1-2 0,29-6 0,-43 7 0,-1 0 0,0-1 0,1 0 0,-1 0 0,-1-1 0,1-1 0,-1 1 0,1-2 0,14-13 0,13-8 49,-31 25-206,-1 0 0,0-1 0,1 0-1,-2 0 1,1 0 0,0-1 0,-1 0 0,7-8 0,-3-3-6669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07.5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0 24575,'-1'97'0,"3"109"0,2-181 0,1 1 0,2-1 0,0-1 0,19 43 0,-10-26 0,-15-40 4,0 1 1,-1 0-1,1-1 0,0 1 0,-1 0 0,1 0 0,-1-1 0,0 1 0,1 0 1,-1 0-1,0 0 0,0-1 0,0 1 0,-1 0 0,1 0 0,0 0 0,-1-1 1,1 1-1,-1 0 0,1 0 0,-1-1 0,0 1 0,0 0 0,0-1 0,0 1 1,0-1-1,0 1 0,-2 1 0,0-1-128,-1 0 0,1 0 1,-1 0-1,0-1 0,1 1 0,-1-1 1,0 0-1,0 0 0,0 0 0,0-1 1,-8 1-1,-11 0-6702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08.3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84 24575,'16'-1'0,"0"-1"0,0-1 0,0 0 0,0-1 0,24-10 0,-22 7 0,1 1 0,1 1 0,22-3 0,6 4 0,1 2 0,73 7 0,-119-5 0,0 1 0,-1 0 0,1-1 0,0 1 0,-1 0 0,1 0 0,-1 0 0,1 0 0,-1 1 0,1-1 0,-1 1 0,0 0 0,0-1 0,1 1 0,-1 0 0,-1 0 0,1 0 0,0 1 0,0-1 0,-1 0 0,1 1 0,-1-1 0,0 1 0,0-1 0,0 1 0,0-1 0,0 1 0,-1 0 0,1 0 0,-1 2 0,2 12 0,0-1 0,-2 1 0,0-1 0,-3 19 0,1-5 0,1-21 0,2 98 0,0-96 0,0-1 0,1 1 0,0-1 0,0 1 0,1-1 0,1 0 0,9 18 0,-13-28 0,0 1 0,0-1 0,1 1 0,-1-1 0,0 1 0,0-1 0,1 1 0,-1-1 0,0 1 0,1-1 0,-1 1 0,1-1 0,-1 0 0,0 1 0,1-1 0,-1 0 0,1 1 0,-1-1 0,1 0 0,0 1 0,-1-1 0,1 0 0,-1 0 0,1 0 0,-1 0 0,1 0 0,-1 1 0,1-1 0,0 0 0,-1 0 0,1-1 0,-1 1 0,2 0 0,-1-1 0,0 1 0,1-1 0,-1 0 0,0 0 0,0 0 0,0 0 0,0 0 0,0-1 0,0 1 0,0 0 0,0 0 0,0-3 0,16-40 0,-15 35 0,-1 0 0,0 0 0,0-1 0,-1 1 0,-1 0 0,1 0 0,-1 0 0,-1 0 0,0 0 0,0 0 0,-1 0 0,0 1 0,0-1 0,-1 1 0,0 0 0,-1 0 0,-9-14 0,13 22 0,1 0 0,-1-1 0,1 1 0,-1-1 0,1 1 0,0 0 0,-1-1 0,1 1 0,0-1 0,-1 1 0,1-1 0,0 1 0,0-1 0,0 1 0,-1-1 0,1 0 0,0 1 0,0-1 0,0 1 0,0-1 0,0 1 0,0-1 0,0 0 0,0 1 0,0-1 0,0 1 0,0-1 0,1 1 0,-1-1 0,0 1 0,0-1 0,0 0 0,1 1 0,-1-1 0,0 1 0,1 0 0,-1-1 0,0 1 0,1-1 0,-1 1 0,1-1 0,-1 1 0,1 0 0,-1-1 0,1 1 0,-1 0 0,1 0 0,-1-1 0,1 1 0,-1 0 0,1 0 0,-1 0 0,1 0 0,-1-1 0,1 1 0,0 0 0,-1 0 0,1 0 0,50-3 0,-22 2 0,76-35 0,-102 36 0,0-1 0,1 1 0,-1 0 0,0 0 0,0 0 0,1 0 0,-1 0 0,0 1 0,0 0 0,0-1 0,0 1 0,0 0 0,0 1 0,0-1 0,0 0 0,0 1 0,0 0 0,0 0 0,-1 0 0,1 0 0,-1 0 0,0 0 0,3 3 0,4 6 0,0 1 0,-1 1 0,14 25 0,4 6 0,-26-44 0,0 1 0,1 0 0,-1 0 0,1 0 0,-1-1 0,1 1 0,-1 0 0,1-1 0,0 1 0,-1 0 0,1-1 0,0 1 0,-1-1 0,1 1 0,0-1 0,0 1 0,0-1 0,-1 0 0,1 1 0,0-1 0,0 0 0,0 0 0,0 0 0,0 0 0,-1 1 0,3-1 0,-3-1 0,1 0 0,0 1 0,0-1 0,0 0 0,-1 0 0,1 0 0,0 0 0,-1 1 0,1-1 0,-1 0 0,1 0 0,-1 0 0,1 0 0,-1 0 0,0 0 0,0 0 0,1 0 0,-1-2 0,4-54 0,-4 55 0,-1-39 0,-1-34 0,3 70 0,-1 0 0,1 1 0,-1-1 0,1 1 0,1-1 0,-1 1 0,1-1 0,0 1 0,0 0 0,0-1 0,0 1 0,5-5 0,-2 5 0,1 0 0,-1 1 0,1-1 0,0 1 0,0 1 0,1-1 0,-1 1 0,0 0 0,1 1 0,-1-1 0,1 1 0,8 0 0,9-3 0,5-1-682,53-3-1,-58 7-6143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09.1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1680 24575,'31'0'0,"58"-7"0,-76 4 0,1 0 0,-1 0 0,0-2 0,-1 1 0,1-2 0,21-12 0,11-6 0,86-33 0,-84 38 0,85-45 0,-104 48 0,51-19 0,-14 7 0,97-43 0,-23 16-123,60-33-493,-15 18-671,150-66 615,-252 103 596,-7 7 76,38-17 0,81-37 0,-135 57 0,116-55 0,13-5 0,-154 71-105,-5 2 297,-1-1 0,0-2 0,38-22 0,-27 11 153,58-25 0,-50 26-347,49-19-116,-55 24 27,0-1 0,56-35 0,-68 36 218,40-19-1,-43 24-17,0-1 1,38-27 0,-54 33-103,104-74 644,-95 70-536,0 0 0,1 2 0,1 0-1,25-7 1,-24 8-1480,-5 1-5461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09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0 713 24575,'358'0'0,"-336"-2"0,0 0 0,36-8 0,-32 4 0,37-2 0,47-6-337,-71 7 219,62-1-1,0 3-205,-1-5 0,0-4 0,141-38 0,-186 42 324,87-7 0,-116 15 0,18-4-95,0-2 1,45-15-1,44-8-94,74-12 189,-158 31 0,-14 6-193,40-3 0,-48 7 53,0-1 0,0-1 1,30-10-1,-21 2 140,-8 2 0,1 1 0,0 1 0,0 1 0,50-4 0,-34 7 0,0-2 0,86-25 0,-90 20 0,1 1 0,0 2 0,66-4 0,-87 11 211,1-2 0,-1-1 0,0 0 0,30-11-1,-31 8-1,1 1 0,1 1 0,-1 1 0,30-2 0,-28 4-118,-1-1 0,1-1 0,-1-1 0,0-1 1,34-14-1,-34 11 12,0 1-1,1 1 1,0 1 0,47-5 0,-39 8-80,0-1 0,50-15 1,-47 10 5,57-7 0,72-13-29,-114 18 0,89-7 0,-134 19-27,-8 2 92,-11 3-1468,-2 0-5423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10.6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24575,'142'-3'0,"156"6"0,-184 10 0,62 2 0,878-12-6272,-1-5 6005,71 0 3323,-1076 1-2623,-24-1 159,-1 2 0,1 1 1,-1 1-1,43 8 0,91 24-503,-127-29-89,-23-4 0,0 0 0,0 1 0,0-1 0,0 1 0,-1 0 0,11 5 0,-17-7 0,0 0 0,0 0 0,0 0 0,1 1 0,-1-1 0,0 0 0,0 0 0,0 0 0,1 0 0,-1 0 0,0 0 0,0 0 0,0 0 0,0 0 0,1 1 0,-1-1 0,0 0 0,0 0 0,0 0 0,0 0 0,0 0 0,0 1 0,1-1 0,-1 0 0,0 0 0,0 0 0,0 1 0,0-1 0,0 0 0,0 0 0,0 0 0,0 1 0,0-1 0,0 0 0,0 0 0,0 0 0,0 1 0,0-1 0,0 0 0,0 0 0,0 0 0,0 1 0,0-1 0,0 0 0,0 0 0,-1 1 0,-10 3 0,-18 0 0,-84-3-1365,88-1-5461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11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24575,'9'0'0,"19"-1"0,0 1 0,0 1 0,0 2 0,0 1 0,0 1 0,40 12 0,-21 1 0,69 16 0,17 5 0,-73-20 0,148 60 0,55 21-1105,-233-89 360,50 12 0,-47-14 658,41 16 1,134 50-645,-137-51 594,-3-3-232,-33-11-23,0 2 0,37 18-1,-37-15 385,46 15-1,19 7 10,30 11-1,-11-5 0,89 39 0,-74-34 0,-20-8 0,-45-15 0,89 18 0,-73-21 0,-2-2 0,84 27 0,-127-35-66,73 13-1,-67-16 851,51 16 1,-77-20-785,0 0 0,1-2 0,-1 0 0,1-2 0,24 0 0,20 1 0,3 10 275,2 1 590,7-10 1270,-32-2-1891,78 12-1,-79-5-243,-168-33 0,102 20-276,-1-1-1,-39-16 1,54 19-260,-14-5-6290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12.6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24575,'12'1'0,"0"0"0,0 0 0,0 1 0,-1 0 0,1 1 0,-1 1 0,1 0 0,-1 0 0,12 8 0,7 5 0,50 40 0,-52-38 0,38 20 0,-39-25 0,47 36 0,-56-38 0,0 0 0,24 12 0,27 17 0,122 101-825,-86-83 825,-10-5 0,99 58-1189,-68-41 107,-7-2 1082,129 71 19,-59-37-233,-31-16-55,23 13 286,-59-32 368,-36-22-160,-35-16-108,-3-1 177,52 22-1,-56-29 217,60 38 0,-2 0 85,32 16-241,41 20-94,-154-84-260,1 1 0,35 30 0,-14-10 0,-34-27 0,-1 0 0,1-1 0,0 0 0,1 0 0,-1-1 0,1 0 0,19 4 0,5 2 0,52 23 0,-26-9 0,-23-8 0,38 22 0,-45-22 0,86 50 0,-69-37 0,-35-20 0,0-2 0,1 1 0,16 6 0,-1-4 0,-16-7 0,-1 1 0,1 1 0,-1-1 0,0 2 0,0 0 0,0 0 0,-1 1 0,12 9 0,-80-48-1365,43 20-5461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13.5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24575,'124'-2'0,"136"4"0,-176 11 0,-55-7 0,49 2 0,9-1-41,99 19-1,-74-9-977,-69-10 1019,181 18 0,83 13-1489,-205-22 1208,101 13 281,-162-23 27,54 14-1,-60-11-18,1-1 0,50 4 0,-43-8-53,0 3 1,55 14-1,-10-1 44,-42-8 1,-31-7 0,1-1 0,19 2 0,-13-3 173,0 2 1,0 1 0,-1 0 0,32 15-1,-29-12 58,0 0 0,47 11 0,-48-15-231,1 1 0,28 12 0,1 0 0,20-2 0,-51-12 0,-1 1 0,29 9 0,-24-4 38,-5 0 105,0-2-1,0-1 1,1-1-1,0 0 1,1-2-1,33 3 0,-32-6-74,0 2 0,-1 1-1,1 1 1,24 8 0,34 8-73,-1-15 5,-68-6 0,0 0 0,0 1 0,0 1 0,1 0 0,-1 0 0,-1 2 0,1-1 0,16 8 0,-1 2 0,2-2 0,-1-1 0,40 9 0,-36-11 0,48 20-1365,-57-18-5461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17.9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513 0 24575,'-2'1'0,"-1"0"0,0-1 0,1 1 0,0 0 0,-1 1 0,1-1 0,-1 0 0,1 1 0,0-1 0,0 1 0,0 0 0,-2 2 0,-23 25 0,-15 29 0,-54 98 0,72-103 0,17-35 0,-1-1 0,-14 23 0,15-28 0,1 0 0,0 0 0,0 1 0,2 0 0,-1 0 0,2 0 0,0 1 0,0-1 0,0 19 0,1 17 0,5 63 0,0-27 0,-2-101 0,2 1 0,0 0 0,0-1 0,10-22 0,30-72 0,-4 23 0,-32 73 0,0 0 0,1 0 0,1 1 0,0 0 0,0 0 0,2 1 0,12-12 0,-6 6 0,25-34 0,-26 33 0,-16 19 0,0 0 0,0 0 0,0 0 0,1 0 0,-1 0 0,0 0 0,0-1 0,0 1 0,1 0 0,-1 0 0,0 0 0,0 0 0,1 0 0,-1 0 0,0 0 0,0 0 0,0 0 0,1 0 0,-1 0 0,0 0 0,0 0 0,1 0 0,-1 0 0,0 0 0,0 0 0,0 0 0,1 0 0,-1 1 0,0-1 0,0 0 0,0 0 0,1 0 0,-1 0 0,0 0 0,0 0 0,0 1 0,0-1 0,1 0 0,-1 0 0,0 0 0,0 1 0,0-1 0,1 5 0,0-1 0,0 1 0,0 0 0,-1 0 0,1 0 0,-2 7 0,1 18 0,0 3 0,0-1 0,3 0 0,8 50 0,-9-75 0,0 0 0,-1 0 0,0 0 0,-1 0 0,0 0 0,0 0 0,0 0 0,-2 10 0,1-14 0,0 0 0,0-1 0,0 1 0,0-1 0,0 1 0,0-1 0,-1 0 0,1 1 0,-1-1 0,1 0 0,-1 0 0,0 0 0,0 0 0,0 0 0,0 0 0,0-1 0,-1 1 0,1-1 0,0 0 0,-1 1 0,1-1 0,-1 0 0,0 0 0,-3 0 0,-17 3 0,0-1 0,1-1 0,-1-2 0,-43-3 0,5 0 0,48 2 0,0-1 0,1 0 0,-1-1 0,1-1 0,0 0 0,0 0 0,0-2 0,0 1 0,1-1 0,-19-13 0,8 5 0,17 11 0,0 0 0,0 0 0,1-1 0,0 0 0,-1 0 0,1 0 0,1-1 0,-1 1 0,1-1 0,-1 0 0,1 0 0,1 0 0,-1 0 0,1 0 0,0-1 0,-3-10 0,4 13 0,1 0 0,0 0 0,0 0 0,0 0 0,0 0 0,0 0 0,0 0 0,1 0 0,-1 0 0,1 0 0,0 0 0,0 0 0,0 0 0,1 0 0,-1 1 0,0-1 0,1 1 0,0-1 0,0 1 0,0-1 0,0 1 0,0 0 0,0 0 0,0 0 0,1 0 0,-1 0 0,1 1 0,-1-1 0,1 1 0,0-1 0,-1 1 0,1 0 0,5-1 0,17-6 0,1 0 0,1 2 0,0 1 0,-1 1 0,56-1 0,-55 3 0,0-1 0,0-1 0,51-14 0,-48 9 0,0 3 0,52-6 0,-15 1 0,-55 8 0,1 0 0,-1 1 0,1 1 0,21 0 0,-30 1 0,1 1 0,0 0 0,-1 0 0,1 0 0,-1 1 0,1 0 0,-1 0 0,1 0 0,-1 0 0,0 0 0,0 1 0,0 0 0,-1 0 0,1 0 0,-1 0 0,6 6 0,2 6 0,0 1 0,-1 0 0,-1 0 0,0 1 0,10 27 0,-3-7 0,-16-36 0,0-1 0,0 1 0,0-1 0,0 0 0,0 1 0,0-1 0,0 1 0,1-1 0,-1 0 0,0 1 0,0-1 0,0 0 0,1 1 0,-1-1 0,0 0 0,1 1 0,-1-1 0,0 0 0,0 1 0,1-1 0,-1 0 0,1 0 0,-1 0 0,0 1 0,1-1 0,-1 0 0,0 0 0,1 0 0,-1 0 0,1 0 0,-1 1 0,1-1 0,-1 0 0,0 0 0,1 0 0,-1 0 0,1-1 0,10-14 0,3-35 0,-12 44 0,0-2 0,1 0 0,0 0 0,0 1 0,1-1 0,0 1 0,1 0 0,-1 0 0,1 1 0,1-1 0,-1 1 0,1 0 0,0 0 0,0 1 0,1 0 0,0 0 0,7-4 0,6-2 0,0 1 0,0 1 0,1 1 0,36-10 0,-40 14 0,6-3 0,0 1 0,0 2 0,0 0 0,27-1 0,76 6 0,-136-1 0,0 1 0,1 0 0,-1 1 0,1 0 0,-1 0 0,1 1 0,0 0 0,0 0 0,0 1 0,0 0 0,1 1 0,-1 0 0,1 0 0,-8 8 0,9-7 0,1 0 0,0 1 0,0 0 0,1 0 0,0 0 0,0 1 0,0-1 0,1 1 0,0 0 0,1 1 0,0-1 0,0 0 0,1 1 0,0 0 0,0 0 0,1 0 0,0-1 0,1 1 0,-1 0 0,2 0 0,2 16 0,-3-22 0,1-1 0,-1 1 0,1-1 0,-1 1 0,1-1 0,0 1 0,0-1 0,0 1 0,1-1 0,-1 0 0,0 1 0,1-1 0,0 0 0,-1 0 0,1 0 0,0-1 0,0 1 0,3 2 0,-1-2 0,0 1 0,1-1 0,-1 0 0,1 0 0,0 0 0,0-1 0,0 0 0,9 2 0,6-2 0,1-1 0,-1 0 0,33-6 0,-52 6 0,5-1 0,-1 0 0,1 0 0,-1 0 0,1-1 0,-1 0 0,1 0 0,-1 0 0,0-1 0,0 1 0,0-1 0,0-1 0,-1 1 0,1-1 0,-1 0 0,0 1 0,0-2 0,0 1 0,-1 0 0,1-1 0,3-8 0,0-1 0,-1-1 0,0-1 0,-1 1 0,-1-1 0,4-31 0,16-57 0,-22 200 0,-2 404 0,-1-480 0,0-1 0,-2 1 0,0-1 0,-6 23 0,6-33 0,0 0 0,0 1 0,-1-1 0,0-1 0,0 1 0,-1 0 0,0-1 0,-1 0 0,0 0 0,-9 9 0,4-10 0,-1 0 0,0 0 0,-1-1 0,1-1 0,-1 0 0,0 0 0,-19 3 0,4 0 0,4-2 0,0-1 0,-1-1 0,1-1 0,-1-1 0,0-2 0,-44-3 0,64 2 0,0-1 0,0 1 0,0-1 0,1 0 0,-1 0 0,1 0 0,-1 0 0,1-1 0,0 0 0,0 0 0,0 0 0,0 0 0,1-1 0,-1 1 0,1-1 0,0 0 0,0 0 0,0 0 0,0-1 0,1 1 0,0 0 0,0-1 0,-2-7 0,1 4 0,0-1 0,0 0 0,1-1 0,0 1 0,1 0 0,0 0 0,1-1 0,0 1 0,0-1 0,1 1 0,3-16 0,-2 19 0,1 0 0,0-1 0,0 1 0,1 1 0,-1-1 0,1 0 0,1 1 0,-1 0 0,1 0 0,-1 0 0,2 1 0,-1-1 0,0 1 0,12-6 0,9-4 0,0 1 0,30-11 0,-53 23 0,27-12 0,-1-2 0,43-28 0,-12 11-31,-49 27-90,0 0-1,0 0 1,-1-1 0,0-1 0,0 0-1,0 0 1,-1 0 0,0-2-1,-1 1 1,12-15 0,-11 9-6705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18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24575,'2'0'0,"-1"1"0,0-1 0,0 1 0,0-1 0,1 1 0,-1 0 0,0-1 0,0 1 0,0 0 0,0 0 0,0 0 0,-1 0 0,1 0 0,0 0 0,0 0 0,0 0 0,-1 0 0,1 0 0,-1 1 0,1-1 0,-1 0 0,1 0 0,-1 0 0,0 1 0,0-1 0,1 0 0,-1 3 0,5 41 0,-5-40 0,1 151 0,-1-159 0,0-7 0,1 0 0,0 1 0,0-1 0,4-14 0,-4 20 0,0 1 0,0 0 0,0 0 0,1 0 0,-1 0 0,1 0 0,0 0 0,0 0 0,0 0 0,0 1 0,1-1 0,-1 1 0,0 0 0,1-1 0,0 1 0,0 0 0,-1 0 0,1 1 0,0-1 0,6-1 0,-3 1 0,0 0 0,0 0 0,0 1 0,0 0 0,0 0 0,0 1 0,1 0 0,-1 0 0,0 0 0,0 1 0,0 0 0,11 3 0,-12-3 0,-1 1 0,1 1 0,-1-1 0,0 0 0,0 1 0,0 0 0,0 0 0,0 0 0,0 1 0,-1-1 0,1 1 0,-1 0 0,0 0 0,-1 0 0,1 0 0,2 6 0,6 10 0,-1 0 0,-1 1 0,-1 0 0,-1 1 0,-1 0 0,4 26 0,-11-61 0,0 0 0,1 0 0,0 0 0,1 0 0,0 0 0,1 0 0,6-21 0,-6 29 0,0 1 0,-1-1 0,2 0 0,-1 1 0,0-1 0,1 1 0,0 0 0,0 0 0,0 0 0,0 0 0,1 0 0,0 1 0,-1 0 0,1-1 0,1 1 0,-1 1 0,0-1 0,1 1 0,-1-1 0,1 1 0,0 1 0,-1-1 0,1 1 0,10-2 0,-3 1 0,0 1 0,0 0 0,-1 1 0,16 1 0,-24 0 0,1-1 0,-1 1 0,0 0 0,1 0 0,-1 0 0,0 0 0,1 0 0,-1 1 0,0-1 0,0 1 0,0 0 0,0 0 0,-1 0 0,1 1 0,-1-1 0,1 1 0,-1-1 0,3 5 0,13 21-455,-1 0 0,24 60 0,-35-71-6371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19.1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35 24575,'0'303'0,"-1"-360"0,-1 31 0,2 0 0,0 0 0,2 0 0,1 0 0,6-26 0,19-31-1365,-21 67-5461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19.4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 24575,'0'-5'0,"0"-1"-8191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20.0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9 24575,'1'51'0,"1"-32"0,-1 0 0,-1-1 0,-1 1 0,-1 0 0,-4 20 0,6-39 0,0 1 0,0-1 0,0 1 0,0 0 0,0-1 0,-1 1 0,1-1 0,0 1 0,0-1 0,0 1 0,-1-1 0,1 1 0,0 0 0,0-1 0,-1 1 0,1-1 0,-1 0 0,1 1 0,0-1 0,-1 1 0,1-1 0,-1 1 0,1-1 0,-1 0 0,1 0 0,-1 1 0,0-1 0,-6-13 0,1-26 0,5 26 0,1 0 0,0 1 0,0-1 0,5-21 0,-5 31 0,1 0 0,0 0 0,0 0 0,0 0 0,0 0 0,1 0 0,-1 0 0,1 0 0,-1 1 0,1-1 0,0 1 0,0-1 0,1 1 0,-1-1 0,0 1 0,1 0 0,-1 0 0,1 0 0,0 1 0,0-1 0,-1 1 0,1-1 0,0 1 0,4-1 0,10-1 0,1 0 0,-1 1 0,1 1 0,0 1 0,0 0 0,0 1 0,-1 1 0,26 7 0,-40-9 5,0 1 1,1 0-1,-1 0 0,0 1 0,0-1 0,-1 1 1,1-1-1,0 1 0,0 0 0,-1 0 1,1 0-1,-1 0 0,0 1 0,0-1 0,1 1 1,-2-1-1,1 1 0,0 0 0,0 0 0,-1 0 1,0 0-1,2 3 0,-1 4-253,0 0 1,0 1-1,-1-1 1,0 0-1,-2 18 1,1-4-6579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20.7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467 1 24575,'-5'2'0,"-1"0"0,1 1 0,0 0 0,0 0 0,0 0 0,1 1 0,-1-1 0,1 1 0,-8 9 0,5-6 0,-53 66 0,42-54 0,2 1 0,0 0 0,1 2 0,-22 41 0,16-26 0,3-2 0,2 1 0,1 1 0,-14 53 0,-11 30 0,31-96 15,2 2 0,2-1-1,-6 47 1,7-41-253,-1 0 0,-10 32 0,2-10 238,2-1 0,2 1 0,2 1 0,3-1 0,3 76 0,0-24 245,3 91 165,1-176-410,1-1 0,1 1 0,1-1 0,9 20 0,1 7 0,-5-15 0,2 0 0,1-1 0,18 29 0,1-15 0,-24-33 0,-1 0 0,13 21 0,3 15 0,2-1 0,1-2 0,55 67 0,-59-77-33,4 7 153,-25-39-201,-1-1 0,1 1 1,0 0-1,-1-1 0,1 1 1,0-1-1,0 0 0,0 0 1,0 0-1,0 0 0,0 0 1,0 0-1,0 0 1,0-1-1,1 1 0,-1-1 1,3 1-1,7-2-6745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21.5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24575,'1'10'0,"0"0"0,0-1 0,1 1 0,0 0 0,0-1 0,1 0 0,0 1 0,1-1 0,5 9 0,7 10 0,28 37 0,-27-44 0,-2 2 0,19 37 0,-21-35 0,19 29 0,7 13 0,0-4 0,-17-29 0,-5-8 0,-9-15 0,0 1 0,-1 0 0,7 17 0,-10-19 0,1 0 0,1 0 0,0-1 0,11 14 0,13 21 0,-3-1 0,-16-27 0,-1 1 0,8 19 0,-11-22 0,0-1 0,1 0 0,12 15 0,-12-17 0,0 1 0,0 0 0,10 22 0,54 120 0,-21-51 0,-45-87 0,-1 0 0,0 1 0,3 24 0,-4-23 0,0 1 0,9 24 0,0-11 0,-2 0 0,-2 1 0,-1 0 0,7 61 0,-11-70 0,1 1 0,1-1 0,9 24 0,7 24 0,-15-49 0,0-1 0,18 34 0,-17-41 0,-1 0 0,-1 0 0,0 1 0,-1-1 0,-1 1 0,-1 0 0,2 18 0,8 70 0,-6-67 0,0 41 0,-7-72 0,0-1 0,0 1 0,0-1 0,-1 1 0,0-1 0,0 0 0,0 1 0,-1-1 0,0 0 0,0 0 0,-4 9 0,0-7 0,1 0 0,-1 0 0,0-1 0,0 1 0,-1-2 0,-11 9 0,13-10-67,-4 3-51,1 0 0,-1 0 0,0-1 0,0-1 0,0 0 0,-1 0 0,0 0 0,0-2 0,0 1 0,-15 2 0,4-3-6708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38.9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40 24575,'519'0'0,"-498"-1"-227,1-1-1,-1-1 1,0-1-1,1-1 1,32-13-1,-37 11-6598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39.3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24575,'1039'0'-1365,"-1015"0"-5461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40.4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24575,'411'0'0,"-378"2"0,61 11 0,-58-7 0,46 2 0,-51-7 0,-1 1 0,57 11 0,-61-8 0,0-2 0,43 1 0,-41-4 0,-1 2 0,31 6 0,-18-1-455,-1-2 0,73 0 0,-88-5-6371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40.8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0 24575,'-1'20'0,"1"0"0,0 0 0,2 0 0,1 0 0,0 0 0,1-1 0,1 1 0,14 32 0,-10-28 0,-1 1 0,-1-1 0,4 27 0,12 41 0,-14-63 0,5 42 0,-3-13 0,-5-23 0,-2 1 0,-2 0 0,-3 60 0,0-36 0,0-51 0,0 0 0,0 0 0,-1 0 0,0-1 0,0 1 0,-1 0 0,-1-1 0,1 0 0,-1 0 0,0 0 0,-1 0 0,0-1 0,0 1 0,-1-1 0,0-1 0,0 1 0,0-1 0,-1 0 0,0 0 0,0-1 0,-10 5 0,12-7-227,0 0-1,0-1 1,0 0-1,0 0 1,-8 2-1,-6 0-6598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41.3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1 427 24575,'17'-1'0,"-1"0"0,1-2 0,20-5 0,-17 3 0,37-3 0,-31 6 0,-14 3 0,0-2 0,0 0 0,1 0 0,-1-1 0,0-1 0,0 0 0,-1-1 0,21-8 0,-25 8 0,-1 1 0,0-1 0,0-1 0,0 1 0,0-1 0,-1 0 0,0 0 0,0 0 0,0-1 0,-1 0 0,6-8 0,-1-4 0,-1 1 0,-1-1 0,5-19 0,-6 19 0,2-7 0,-1-1 0,0 0 0,-2-1 0,-2 1 0,2-42 0,-7 906 0,-4-790 120,5-46-137,1 0 0,-1-1 1,1 1-1,-1 0 0,0-1 0,0 1 1,0-1-1,0 1 0,0-1 0,0 1 1,-2 1-1,3-3-23,-1 0 0,1 1 0,-1-1-1,1 0 1,-1 1 0,0-1 0,1 0 0,-1 0 0,0 0 0,1 0 0,-1 0-1,1 0 1,-1 0 0,0 0 0,1 0 0,-1 0 0,0 0 0,1 0 0,-1 0-1,0 0 1,1-1 0,-1 1 0,1 0 0,-1 0 0,1-1 0,-1 1 0,0 0-1,1-1 1,-1 1 0,1-1 0,-1 0 0,-8-7-6786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41.9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118 0 24575,'-2'97'0,"4"108"0,-2-203 0,0 0 0,1 0 0,-1 0 0,0 0 0,1 0 0,-1 0 0,1 0 0,-1 0 0,1 0 0,0-1 0,0 1 0,0 0 0,0 0 0,0-1 0,0 1 0,0-1 0,1 1 0,-1-1 0,0 1 0,1-1 0,0 0 0,-1 0 0,1 0 0,2 1 0,-2-1 0,-1-1 0,1 0 0,0 0 0,0 0 0,-1 0 0,1 0 0,0 0 0,0-1 0,-1 1 0,1 0 0,0-1 0,-1 1 0,1-1 0,-1 0 0,1 0 0,0 0 0,-1 1 0,0-1 0,1-1 0,-1 1 0,0 0 0,1 0 0,-1 0 0,0-1 0,0 1 0,0-1 0,1-1 0,12-17 0,0 0 0,-2-2 0,0 1 0,8-25 0,26-45 0,-40 76 0,9-26 0,-14 39 0,0-1 0,0 1 0,0 0 0,0 0 0,0 0 0,1 0 0,-1 1 0,1-1 0,-1 0 0,1 0 0,0 1 0,3-3 0,-4 4 0,-1 0 0,1 0 0,0 0 0,-1 0 0,1 1 0,0-1 0,-1 0 0,1 1 0,0-1 0,-1 0 0,1 1 0,-1-1 0,1 1 0,0-1 0,-1 1 0,1-1 0,-1 1 0,0-1 0,1 1 0,-1 0 0,1-1 0,-1 1 0,0 0 0,1-1 0,-1 1 0,0 0 0,0-1 0,0 1 0,1 0 0,-1-1 0,0 1 0,0 0 0,0 0 0,0-1 0,0 1 0,-1 1 0,5 32 0,-4-33 0,2 62 0,-1-18 0,12 74 0,-9-82 0,0 0 0,-3 50 0,-1-53 0,1 1 0,10 64 0,23 48 0,-29-113 0,0 0 0,-2 0 0,-2 1 0,-6 63 0,4-88 0,-1 0 0,0 0 0,-1 0 0,0 0 0,0 0 0,-1-1 0,0 1 0,-1-1 0,0 0 0,-1 0 0,0-1 0,0 1 0,-1-1 0,0-1 0,0 1 0,0-1 0,-1-1 0,-1 1 0,-15 9 0,-24 14 0,37-22 0,1-1 0,0-1 0,-1 1 0,-1-2 0,1 1 0,-1-2 0,1 0 0,-1 0 0,-20 3 0,22-6 0,1 0 0,-1 0 0,1-1 0,-1-1 0,1 0 0,-15-3 0,21 4 0,0-1 0,0 0 0,0 0 0,0-1 0,0 1 0,0 0 0,1-1 0,-1 0 0,1 0 0,-1 0 0,1 0 0,0 0 0,-1 0 0,1 0 0,0-1 0,1 1 0,-1-1 0,0 0 0,1 1 0,-1-1 0,1 0 0,0 0 0,-2-5 0,1-4 0,-1 1 0,1-1 0,1 0 0,0 1 0,1-1 0,0 0 0,1 0 0,0 0 0,1 1 0,0-1 0,1 1 0,0-1 0,0 1 0,2 0 0,-1 0 0,2 1 0,-1-1 0,1 1 0,1 0 0,0 1 0,0-1 0,1 1 0,10-9 0,211-195 0,-203 194 0,-21 16 0,-1-1 0,1 1 0,-1-1 0,0 1 0,7-9 0,8-11 0,-1-1 0,-1-1 0,-2-1 0,0 0 0,-2-1 0,11-30 0,11-32 0,-25 71 0,-2-2 0,-1 1 0,0-1 0,-1 0 0,5-35 0,-10 28-1365,0 4-5461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42.5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 24575,'0'466'0,"-2"-439"0,0 0 0,-8 32 0,4-29 0,-2 45 0,10 59 0,-4 60 0,2-189 0,-1 0 0,1-1 0,-1 1 0,0 0 0,0-1 0,-1 1 0,1-1 0,-1 0 0,0 0 0,-3 6 0,5-10 0,0-1 0,0 1 0,0 0 0,0 0 0,0 0 0,0 0 0,0 0 0,0-1 0,0 1 0,0 0 0,1 0 0,-1 0 0,0-1 0,0 1 0,0 0 0,0 0 0,0 0 0,0 0 0,0-1 0,-1 1 0,1 0 0,0 0 0,0 0 0,0 0 0,0-1 0,0 1 0,0 0 0,0 0 0,0 0 0,0 0 0,0-1 0,0 1 0,-1 0 0,1 0 0,0 0 0,0 0 0,0 0 0,0 0 0,0 0 0,-1-1 0,1 1 0,0 0 0,0 0 0,0 0 0,0 0 0,-1 0 0,1 0 0,0 0 0,0 0 0,0 0 0,-1 0 0,1 0 0,0 0 0,0 0 0,0 0 0,0 0 0,-1 0 0,1 0 0,0 0 0,0 0 0,0 0 0,0 0 0,-1 1 0,1-1 0,0 0 0,0 0 0,0 0 0,0 0 0,-1 0 0,2-15 0,2 5 0,1 0 0,0 1 0,0 0 0,1 0 0,0 0 0,1 0 0,0 1 0,0 0 0,1 0 0,12-11 0,-4 6 0,0 0 0,1 1 0,0 1 0,30-15 0,-36 22 0,0 0 0,0 1 0,0 0 0,1 1 0,-1 0 0,1 0 0,12 0 0,80 4 0,-45 1 0,-57-3 0,18 0 0,-1 0 0,1 2 0,35 6 0,-48-6 0,1 0 0,-2 1 0,1-1 0,0 1 0,0 0 0,-1 0 0,0 1 0,1 0 0,-1 0 0,-1 0 0,1 0 0,-1 1 0,1 0 0,-1 0 0,5 8 0,-8-11 0,0 0 0,1 0 0,-1 0 0,0 0 0,0 0 0,0 0 0,0 1 0,-1-1 0,1 0 0,-1 1 0,1-1 0,-1 0 0,0 1 0,0-1 0,0 1 0,0 2 0,-1-4 0,1 1 0,-1 0 0,0 0 0,0-1 0,0 1 0,1 0 0,-2-1 0,1 1 0,0-1 0,0 1 0,0-1 0,-1 0 0,1 0 0,-1 1 0,1-1 0,-3 1 0,-6 3 0,1-1 0,-2 0 0,1 0 0,0-1 0,-19 3 0,9-2 0,-3 2 0,0-1 0,0-2 0,0 0 0,-1-1 0,-33-2 0,54-1 11,0 1 0,0 0 0,0-1 0,0 0 0,0 0 0,1 0-1,-1 0 1,0 0 0,0-1 0,-2-1 0,4 2-56,0 1 0,0-1 0,1 0 0,-1 1 0,0-1 0,1 0 0,-1 0 0,0 1 0,1-1 0,-1 0 0,1 0 0,0 0 0,-1 0 0,1 0 0,0 0 0,-1 0 0,1 0 0,0 0 0,0 0 0,0 0 0,0 0 0,0 0 0,0 0 0,0 0 0,0 0 0,0 1 0,1-1 0,-1 0 0,0 0 0,0 0 0,1 0 0,0-2 0,8-11-6781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42.9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1 315 24575,'0'9'0,"1"0"0,1 0 0,0 0 0,5 15 0,5 26 0,-8 21 0,-6-109 0,1 10 0,3-45 0,-1 65 0,0 0 0,0-1 0,1 1 0,1 0 0,-1 0 0,1 0 0,1 0 0,-1 0 0,9-12 0,-1 2 0,-1 0 0,14-35 0,-15 32 0,0 1 0,19-31 0,-24 46 0,0-1 0,0 1 0,1 0 0,-1 1 0,1-1 0,0 1 0,0 0 0,1 0 0,-1 0 0,1 1 0,-1 0 0,1 0 0,7-3 0,3 0-110,24-7 347,-39 12-316,1 1 1,0 0-1,-1-1 1,1 1-1,0 0 1,0 0-1,-1 0 1,1 0-1,0 0 1,-1 0-1,1 1 1,0-1-1,0 0 1,-1 1-1,1 0 1,0-1-1,-1 1 1,3 1-1,4 7-6747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43.1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24575,'1'7'0,"0"0"0,0-1 0,1 1 0,0-1 0,0 0 0,0 1 0,1-1 0,6 11 0,9 23 0,6 27 0,-13-36 0,-1-1 0,8 40 0,-17-66-85,0-1 0,-1 0-1,1 0 1,-1 0 0,0 0-1,0 0 1,0 1 0,0-1-1,-1 0 1,1 0 0,-1 0-1,0 0 1,0 0 0,0 0-1,-2 4 1,-2-1-6741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43.5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24575,'2'0'0,"-1"0"0,1 0 0,0 1 0,-1-1 0,1 1 0,-1-1 0,1 1 0,-1 0 0,1 0 0,-1-1 0,1 1 0,-1 0 0,1 0 0,-1 0 0,0 1 0,0-1 0,0 0 0,0 0 0,0 1 0,0-1 0,2 3 0,15 36 0,-10-20 0,3-1 0,0 1 0,2-1 0,0-1 0,17 18 0,-6-11 0,0-2 0,49 38 0,-63-54 0,0-1 0,0 0 0,0-1 0,1 0 0,0 0 0,0-1 0,0 0 0,0-1 0,1-1 0,-1 0 0,21 2 0,-29-4 0,-1 0 0,1-1 0,-1 1 0,0 0 0,0-1 0,1 1 0,-1-1 0,0 0 0,0 1 0,1-1 0,-1 0 0,0-1 0,0 1 0,0 0 0,0 0 0,-1-1 0,1 1 0,0-1 0,-1 0 0,1 1 0,-1-1 0,1 0 0,-1 0 0,0 0 0,1 0 0,-1 0 0,0 0 0,-1-1 0,1 1 0,0 0 0,-1 0 0,1-1 0,0-3 0,-1 3 0,0 0 0,0 0 0,0-1 0,0 1 0,0 0 0,-1 0 0,1 0 0,-1-1 0,0 1 0,0 0 0,0 0 0,-1 0 0,1 0 0,-1 0 0,1 1 0,-1-1 0,0 0 0,0 1 0,0-1 0,0 1 0,-1 0 0,1 0 0,0 0 0,-5-3 0,-5-1 0,0-1 0,-1 2 0,0 0 0,0 0 0,-1 1 0,-26-4 0,36 7 0,0 1 0,-1-1 0,1 1 0,-1 0 0,1 0 0,-1 0 0,1 1 0,0-1 0,-1 1 0,1 0 0,0 1 0,-1-1 0,1 1 0,0 0 0,0 0 0,0 0 0,1 0 0,-1 1 0,0-1 0,1 1 0,0 0 0,-1 0 0,1 0 0,0 1 0,-3 4 0,-1 4 0,1 0 0,0 1 0,1-1 0,-7 25 0,12-34 0,-1-1 0,1 1 0,-1 0 0,1 0 0,0 0 0,0-1 0,0 1 0,0 0 0,1 0 0,-1 0 0,1-1 0,-1 1 0,3 3 0,-2-4 0,-1-1 0,2 0 0,-1 0 0,0 0 0,0 1 0,0-1 0,0 0 0,1 0 0,-1-1 0,0 1 0,1 0 0,-1 0 0,1-1 0,-1 1 0,1-1 0,-1 1 0,1-1 0,-1 1 0,1-1 0,0 0 0,-1 0 0,1 0 0,-1 0 0,1 0 0,2-1 0,-1 1-114,0 0 1,-1-1-1,1 1 0,0-1 0,0 0 1,-1 0-1,1 0 0,0 0 0,-1 0 1,1-1-1,2-1 0,8-8-6712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43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24575,'0'766'0,"1"-751"0,1-1 0,0 1 0,1-1 0,0 0 0,11 28 0,5 18 0,-18-42-1365,-2-4-5461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45.2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24575,'0'4'0,"0"3"-8191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45.8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1 151 24575,'0'5'0,"5"6"0,6 1 0,1-6 0,-1-9 0,-3-8 0,-3-7 0,-1-5 0,-3-4 0,0-1 0,-6 3 0,-2 2 0,6 5 0,1 10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46.1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24575,'5'0'0,"1"0"-8191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46.4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24575,'0'0'-8191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52.3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0 24575,'1'65'0,"0"-26"0,-1 1 0,-2-1 0,-9 53 0,-23 83 0,7-12 0,22-130-185,1 0-1,2 0 1,3 48-1,-1-64-437,0-5-6203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53.1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81 142 24575,'1'-3'0,"0"0"0,-1 0 0,1 0 0,1 1 0,-1-1 0,0 0 0,1 1 0,-1-1 0,1 1 0,-1-1 0,1 1 0,0 0 0,0 0 0,3-3 0,33-26 0,-23 20 0,0 1 0,0 0 0,1 1 0,27-10 0,-39 17 0,1 0 0,-1 1 0,0-1 0,1 1 0,-1 0 0,1 1 0,-1-1 0,1 1 0,0 0 0,-1 0 0,1 0 0,-1 1 0,1 0 0,-1 0 0,1 0 0,-1 0 0,0 0 0,1 1 0,-1 0 0,0 0 0,0 0 0,0 1 0,-1-1 0,5 4 0,-5-2 0,0 0 0,0 1 0,0-1 0,0 1 0,-1 0 0,0 0 0,0-1 0,0 1 0,-1 0 0,0 1 0,0-1 0,0 0 0,0 0 0,-1 9 0,0 8 0,0 0 0,-5 22 0,5-39 0,-1-1 0,0 1 0,0-1 0,-1 1 0,1-1 0,-1 0 0,0 0 0,0 0 0,-1 0 0,1 0 0,-1 0 0,0-1 0,0 1 0,-6 4 0,-2 1 0,0 0 0,-1-1 0,-17 9 0,-16 10 0,31-19 0,-1 0 0,0-1 0,0 0 0,-1-2 0,0 1 0,-28 4 0,21-5 0,1 2 0,-28 11 0,49-18 0,1 0 0,-1 0 0,1 0 0,0 0 0,-1 0 0,1 1 0,-1-1 0,1 0 0,0 0 0,-1 1 0,1-1 0,0 0 0,-1 1 0,1-1 0,0 0 0,-1 1 0,1-1 0,0 0 0,0 1 0,0-1 0,-1 0 0,1 1 0,0-1 0,0 1 0,0-1 0,0 1 0,0-1 0,0 0 0,0 1 0,0-1 0,0 1 0,0-1 0,0 1 0,0 0 0,12 14 0,31 13 0,-36-24 0,229 156 0,-217-146 0,10 17 0,-6-6 0,3 1 0,-2 1 0,0 1 0,26 42 0,-32-45 0,-6-6-1365,-1-3-5461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53.4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139 0 24575,'0'32'0,"-1"0"0,-2 0 0,-9 46 0,-28 130 0,37-185 0,-2 1 0,-1-1 0,0-1 0,-2 1 0,-1-1 0,0 0 0,-21 33 0,27-54 0,1-8 0,1-9 0,0 8 0,4-175 0,8 138-1365,-5 27-5461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53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319 1 24575,'1'0'0,"1"1"0,-1 0 0,0-1 0,1 1 0,-1 0 0,0 0 0,0 0 0,0 0 0,0 0 0,0 0 0,0 0 0,0 0 0,0 0 0,0 0 0,0 1 0,-1-1 0,1 0 0,0 1 0,-1-1 0,1 0 0,-1 1 0,0-1 0,1 1 0,-1-1 0,0 1 0,0-1 0,0 2 0,4 43 0,-5-40 0,1 1 0,-1-1 0,-1 0 0,1 0 0,-1 0 0,0 0 0,-1 0 0,1 0 0,-1 0 0,0-1 0,-1 1 0,1-1 0,-1 0 0,0 0 0,0 0 0,-10 7 0,-4 4 0,-2-2 0,0 0 0,-25 12 0,9-5 0,30-18 0,-2 1 0,1-1 0,0-1 0,-1 1 0,1-1 0,-1-1 0,-14 2 0,13-2 0,-1 1 0,1 0 0,-18 6 0,25-8 0,1 1 0,0-1 0,-1 1 0,1-1 0,0 1 0,0 0 0,0-1 0,0 1 0,-1 0 0,1 0 0,0 0 0,0 0 0,1 0 0,-1 0 0,0 0 0,0 0 0,0 0 0,1 0 0,-1 1 0,0-1 0,1 0 0,-1 0 0,1 1 0,0-1 0,-1 0 0,1 1 0,0 0 0,0 1 0,1 0 0,-1 0 0,1-1 0,0 1 0,0 0 0,0-1 0,0 1 0,0-1 0,1 1 0,-1-1 0,1 1 0,2 2 0,6 5 0,-1 0 0,1 0 0,1-1 0,15 10 0,85 49 0,31 21 0,-124-77 0,37 18 0,-38-21 0,0 0 0,29 21 0,-26-17 0,-1 0 0,42 19 0,-41-23 0,36 15 0,-37-17 0,-1 1 0,34 21 0,-46-26 0,-1 1 0,1-1 0,0 0 0,0 0 0,0-1 0,7 2 0,-12-4 0,0 1 0,0-1 0,0 0 0,0 0 0,0 0 0,0 0 0,0 0 0,0 0 0,0 0 0,0 0 0,0 0 0,0-1 0,0 1 0,0 0 0,0-1 0,0 1 0,0-1 0,0 1 0,0-1 0,0 0 0,0 0 0,0 0 0,-1 0 0,1 0 0,-1 0 0,1-1 0,-1 1 0,1 0 0,-1 0 0,0 0 0,0 0 0,1-1 0,-1 1 0,0 0 0,0 0 0,0-1 0,0 1 0,0 0 0,-1 0 0,1-2 0,-8-38-1365,5 21-5461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54.3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0 24575,'2'0'0,"-1"1"0,0-1 0,0 1 0,0 0 0,1-1 0,-1 1 0,0 0 0,0-1 0,0 1 0,0 0 0,0 0 0,-1 0 0,1 0 0,0 0 0,0 0 0,-1 0 0,1 0 0,0 0 0,-1 1 0,1-1 0,-1 0 0,1 0 0,-1 1 0,0-1 0,0 0 0,1 0 0,-1 3 0,5 40 0,-5-38 0,2 184 0,-3-102 0,-4-35 0,5-51 0,-1 0 0,1 0 0,0-1 0,-1 1 0,1 0 0,-1 0 0,1 0 0,-1 0 0,0 0 0,0-1 0,0 1 0,0 0 0,0-1 0,0 1 0,-1-1 0,1 1 0,0-1 0,-1 0 0,1 1 0,-1-1 0,1 0 0,-1 0 0,-3 2 0,4-4 0,0 1 0,0 0 0,0 0 0,0 0 0,1-1 0,-1 1 0,0-1 0,0 1 0,0-1 0,1 1 0,-1-1 0,0 1 0,0-1 0,1 1 0,-1-1 0,1 0 0,-1 1 0,0-1 0,1 0 0,-1 0 0,1 0 0,0 1 0,-1-1 0,1 0 0,0 0 0,-1 0 0,1 0 0,0 0 0,0 0 0,0 1 0,0-3 0,-5-33 0,5 33 0,-1-21 0,0-1 0,2 0 0,1 1 0,1-1 0,9-35 0,-3 14-1365,-7 25-5461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54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24575,'4'0'0,"7"0"0,6 0 0,0-4 0,2-2 0,2 0 0,2 1 0,2 2 0,-3-4 0,-1 0 0,-4 1-8191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55.1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0 24575,'-1'5'0,"-1"1"0,1-1 0,-1-1 0,0 1 0,-4 7 0,-2 8 0,1 0 0,1-2 0,1-1 0,0 1 0,1-1 0,-2 28 0,-7 59 0,7-70 0,-2 48 0,10 71 0,-4 75 0,2-226-52,0 0-1,0 0 1,0 0-1,-1 0 1,1 0-1,0 0 1,-1 0-1,0 0 1,1 0-1,-1 0 1,0 0-1,0-1 1,0 1-1,0 0 1,0-1-1,0 1 1,0 0-1,-1-1 1,1 0-1,-1 1 1,1-1-1,-1 0 0,1 1 1,-1-1-1,-3 1 1,-5-1-6774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55.6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24575,'0'-1'0,"0"0"0,1 0 0,-1 0 0,1 0 0,-1 0 0,1 0 0,-1 0 0,1 0 0,0 0 0,-1 0 0,1 1 0,0-1 0,0 0 0,0 0 0,-1 1 0,1-1 0,0 0 0,0 1 0,0-1 0,0 1 0,0-1 0,0 1 0,0 0 0,1-1 0,-1 1 0,0 0 0,2-1 0,39-5 0,-30 5 0,45-10 0,-33 5 0,1 2 0,38-3 0,236 8 0,-295-1-95,-2 0-3,0 0 1,-1 0-1,1 0 0,0 0 1,0 0-1,0 1 0,-1-1 0,1 0 1,0 1-1,0 0 0,-1-1 1,3 2-1,2 4-6728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8:55.9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24575,'0'1'0,"0"0"0,1 0 0,-1 0 0,0 0 0,1 0 0,-1-1 0,1 1 0,-1 0 0,1 0 0,-1 0 0,1 0 0,0-1 0,-1 1 0,1 0 0,0-1 0,0 1 0,-1-1 0,1 1 0,0 0 0,0-1 0,0 0 0,0 1 0,0-1 0,0 0 0,0 1 0,2-1 0,29 6 0,-29-6 0,77 6 0,105-7 0,-66-1 0,-93 2-1365,-2 0-5461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9:08.1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0 24575,'-4'1'0,"0"-1"0,0 1 0,1 0 0,-1 0 0,0 0 0,0 0 0,1 0 0,-1 1 0,1 0 0,-1 0 0,1 0 0,0 0 0,0 0 0,0 1 0,0-1 0,0 1 0,0 0 0,1 0 0,0 0 0,-1 0 0,1 0 0,-3 7 0,-4 7 0,1 1 0,1 0 0,-7 25 0,8-25 0,-24 58 0,19-53 0,2 1 0,-12 46 0,-7 90 0,23-137-1365,-1-6-5461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9:08.7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173 0 24575,'10'0'0,"-1"0"0,1 1 0,0-1 0,0 2 0,-1-1 0,1 2 0,9 2 0,-16-3 0,0-1 0,0 1 0,0 0 0,0 0 0,0 1 0,0-1 0,0 1 0,-1-1 0,1 1 0,-1 0 0,1 0 0,-1 0 0,0 0 0,0 0 0,-1 0 0,1 1 0,-1-1 0,0 0 0,1 1 0,-2-1 0,2 7 0,-1-5 0,0-1 0,-1 1 0,1-1 0,-1 1 0,0-1 0,-1 1 0,1-1 0,-1 1 0,0-1 0,0 1 0,0-1 0,-1 0 0,1 1 0,-1-1 0,0 0 0,0 0 0,-1 0 0,1-1 0,-1 1 0,0 0 0,-6 5 0,-5 3 0,0 0 0,-1-1 0,-1-1 0,-19 11 0,-25 16 0,-49 44-1365,95-71-5461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9:10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24575,'0'0'-8191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9:10.2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24575,'0'0'-8191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9:12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32 24575,'2'115'0,"-5"126"0,-20-128 0,22-102 0,-1 0 0,1 0 0,-2 0 0,0-1 0,0 1 0,-1-1 0,-9 20 0,13-30 0,0 1 0,0-1 0,-1 0 0,1 1 0,0-1 0,0 1 0,-1-1 0,1 1 0,0-1 0,-1 0 0,1 1 0,0-1 0,-1 0 0,1 1 0,-1-1 0,1 0 0,0 1 0,-1-1 0,1 0 0,-1 0 0,1 0 0,-1 1 0,1-1 0,-1 0 0,1 0 0,-1 0 0,1 0 0,-1 0 0,1 0 0,-1 0 0,1 0 0,-2 0 0,-6-15 0,2-26 0,5-161 0,3 95 0,-1 86 0,2 1 0,0 0 0,8-28 0,-4 18 0,-5 24 0,0 0 0,0-1 0,1 1 0,-1 0 0,2 0 0,-1 1 0,1-1 0,-1 1 0,1-1 0,1 1 0,-1 0 0,1 1 0,0-1 0,6-4 0,-7 7 0,-1-1 0,1 1 0,0-1 0,0 1 0,0 0 0,1 1 0,-1-1 0,0 1 0,1 0 0,-1 0 0,1 0 0,-1 0 0,1 1 0,-1 0 0,1 0 0,-1 0 0,1 1 0,-1-1 0,1 1 0,-1 0 0,6 2 0,-7-1 0,0-1 0,-1 1 0,1 1 0,0-1 0,-1 0 0,1 1 0,-1-1 0,1 1 0,-1 0 0,0-1 0,0 1 0,-1 0 0,1 1 0,-1-1 0,1 0 0,-1 0 0,0 0 0,0 1 0,0-1 0,-1 1 0,1-1 0,-1 1 0,0-1 0,0 1 0,0 4 0,-1 6 0,0 1 0,0-1 0,-1 0 0,-8 27 0,8-36 0,0 0 0,-1 1 0,0-1 0,0 0 0,0-1 0,0 1 0,0 0 0,-1-1 0,0 0 0,0 0 0,0 0 0,-7 5 0,-17 17 0,28-26 0,-1 1 0,1-1 0,-1 1 0,1-1 0,0 1 0,-1-1 0,1 1 0,0-1 0,0 1 0,-1 0 0,1-1 0,0 1 0,0 0 0,0-1 0,0 1 0,0 0 0,0-1 0,0 1 0,0 0 0,0-1 0,0 1 0,0 0 0,0-1 0,0 1 0,1-1 0,-1 1 0,0 0 0,0-1 0,1 1 0,-1-1 0,0 1 0,1 0 0,-1-1 0,1 1 0,-1-1 0,1 0 0,-1 1 0,1-1 0,-1 1 0,1-1 0,-1 0 0,1 1 0,0-1 0,-1 0 0,1 1 0,-1-1 0,1 0 0,0 0 0,-1 0 0,2 0 0,43 14 0,-33-11 0,47 14 0,64 9 0,-93-20 0,-2 2 0,1 0 0,-1 2 0,40 20 0,-42-20 0,-16-7 0,-1 1 0,1 0 0,-1 0 0,1 1 0,11 8 0,-19-12 0,-1 0 0,0 1 0,1-1 0,-1 0 0,0 0 0,0 1 0,0-1 0,0 0 0,0 1 0,0-1 0,-1 1 0,1 0 0,0-1 0,-1 1 0,1-1 0,-1 1 0,0 0 0,1-1 0,-1 1 0,0 0 0,0 0 0,0-1 0,0 1 0,0 0 0,-1-1 0,1 1 0,0 0 0,-1-1 0,1 1 0,-1 0 0,0-1 0,0 1 0,1-1 0,-1 1 0,0-1 0,0 0 0,0 1 0,0-1 0,-2 2 0,-1 1 0,0 0 0,0 0 0,0 0 0,-1-1 0,1 1 0,-1-1 0,0 0 0,1-1 0,-2 1 0,1-1 0,0 0 0,-7 2 0,-9 1 0,1-1 0,-22 2 0,-8 1 0,-6 0 0,0-2 0,-99-3 0,92-3 0,58 1 0,0 0 0,0 0 0,0-1 0,0 1 0,0-1 0,0 0 0,0-1 0,1 1 0,-1-1 0,-5-3 0,8 4 0,1 0 0,0 0 0,-1 0 0,1-1 0,0 1 0,-1 0 0,1-1 0,0 1 0,0-1 0,0 1 0,0-1 0,1 0 0,-1 1 0,0-1 0,1 0 0,-1 1 0,1-1 0,-1 0 0,1 0 0,0 1 0,0-1 0,0 0 0,0 0 0,0 0 0,0 0 0,1 1 0,-1-1 0,0 0 0,1 0 0,-1 1 0,1-1 0,1-1 0,-1-1-91,1-1 0,0 1 0,1 1 0,-1-1 0,1 0 0,-1 1 0,1-1 0,0 1 0,0 0 0,1 0 0,-1 0 0,1 0 0,-1 0 0,5-1 0,13-7-6735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9:13.3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 1 24575,'2'114'0,"-5"128"0,1-229 0,0 1 0,-1-1 0,-1 0 0,0 0 0,-1-1 0,-1 1 0,1-1 0,-12 16 0,14-27 0,1-8 0,0-9 0,1-13 0,0 2 0,0 1 0,2-1 0,8-51 0,-4 63 0,0 1 0,2 0 0,0 1 0,0-1 0,1 1 0,1 1 0,13-15 0,13-21 0,-32 42 0,30-39 0,-31 43 0,-1 1 0,1-1 0,-1 0 0,1 1 0,0-1 0,0 1 0,-1 0 0,1 0 0,0-1 0,0 1 0,0 1 0,0-1 0,1 0 0,-1 0 0,0 1 0,0-1 0,0 1 0,1 0 0,-1-1 0,3 1 0,-3 1 0,0 0 0,1 0 0,-1 1 0,0-1 0,0 0 0,-1 1 0,1-1 0,0 1 0,0 0 0,-1 0 0,1-1 0,-1 1 0,1 0 0,-1 0 0,0 0 0,0 1 0,1 2 0,15 40 0,-13-30 0,-2-5 0,0-1 0,0 1 0,1-1 0,1 0 0,0 0 0,0 0 0,0 0 0,1-1 0,11 14 0,-5-9 0,-7-7 0,0-2 0,1 1 0,-1 0 0,1-1 0,9 7 0,-13-11 0,0 1 0,0-1 0,0 1 0,0-1 0,0 0 0,0 1 0,0-1 0,0 0 0,0 0 0,0 0 0,0 0 0,0 0 0,0 0 0,0 0 0,0 0 0,0 0 0,0 0 0,0-1 0,0 1 0,0 0 0,0-1 0,0 1 0,0-1 0,0 1 0,0-1 0,0 1 0,-1-1 0,1 0 0,0 1 0,0-1 0,-1 0 0,1 0 0,0 1 0,-1-1 0,1 0 0,-1 0 0,1 0 0,-1 0 0,1 0 0,-1 0 0,0 0 0,1-1 0,5-13 0,0-1 0,5-28 0,6-14 0,-14 48 0,3-7 0,1 1 0,0 0 0,11-19 0,-18 35 0,0-1 0,0 1 0,0 0 0,1 0 0,-1 0 0,0-1 0,0 1 0,0 0 0,0 0 0,0 0 0,0-1 0,1 1 0,-1 0 0,0 0 0,0 0 0,0-1 0,0 1 0,1 0 0,-1 0 0,0 0 0,0 0 0,1 0 0,-1 0 0,0 0 0,0 0 0,0-1 0,1 1 0,-1 0 0,0 0 0,0 0 0,1 0 0,-1 0 0,0 0 0,0 0 0,1 0 0,-1 0 0,0 0 0,0 1 0,1-1 0,-1 0 0,4 11 0,-2 18 0,-2-29 0,-2 326 0,2-320 51,0-11-1467,0-5-5410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9:13.8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59 24575,'5'-1'0,"1"-1"0,-1 1 0,0-1 0,-1 0 0,9-4 0,6-2 0,-5 4 0,14-6 0,53-9 0,-72 17 0,-1 1 0,1 1 0,-1-1 0,1 1 0,-1 1 0,1 0 0,-1 0 0,0 0 0,1 1 0,-1 1 0,9 3 0,-13-4 0,0 1 0,0 0 0,-1 0 0,1 0 0,-1 0 0,0 1 0,0-1 0,0 1 0,0 0 0,-1 0 0,1 0 0,-1 0 0,0 0 0,0 0 0,-1 1 0,2 6 0,2 5 0,-1 0 0,-1 1 0,1 21 0,-3-24 0,-1-1 0,0 1 0,-1-1 0,0 1 0,-1-1 0,0 1 0,-6 13 0,6-21 0,0 0 0,-1 0 0,0 0 0,0 0 0,0 0 0,-1-1 0,0 0 0,0 0 0,0 0 0,-1 0 0,0 0 0,0-1 0,0 0 0,0 0 0,-1 0 0,-7 3 0,-151 59 0,90-38 0,63-23 0,-1-1 0,1-1 0,0 0 0,-1 0 0,0-1 0,0-1 0,1 0 0,-1 0 0,0-1 0,0-1 0,-19-2 0,30 2 0,0 1 0,0 0 0,0 0 0,0-1 0,0 1 0,0-1 0,0 1 0,1-1 0,-1 1 0,0-1 0,0 1 0,0-1 0,1 0 0,-1 1 0,0-1 0,0 0 0,1 0 0,-2-1 0,2 1 0,0 1 0,0-1 0,0 0 0,0 1 0,0-1 0,0 0 0,0 1 0,0-1 0,0 1 0,0-1 0,1 0 0,-1 1 0,0-1 0,0 1 0,1-1 0,-1 1 0,0-1 0,1 1 0,-1-1 0,0 1 0,1-1 0,0 0 0,1-1 0,1 0 0,-1 0 0,1 0 0,-1 0 0,1 0 0,0 0 0,0 1 0,0 0 0,5-2 0,21-2 0,1 1 0,-1 1 0,1 2 0,54 4 0,-9 0 0,-39-3 0,80 4 0,-100-2 0,-1 0 0,0 2 0,0 0 0,0 0 0,22 11 0,-23-10 0,0 0 0,1-2 0,-1 1 0,1-2 0,0 0 0,0-1 0,20 0 0,-12 0 0,43 6 0,-49-4 0,-4 1 0,0-2 0,0 0 0,0 0 0,25-1 0,-35-1 0,-1 0 0,1-1 0,0 1 0,-1 0 0,0-1 0,1 0 0,-1 0 0,1 0 0,-1 0 0,0 0 0,1 0 0,-1 0 0,0-1 0,0 1 0,0-1 0,0 0 0,0 1 0,-1-1 0,1 0 0,-1 0 0,1 0 0,-1 0 0,1-1 0,-1 1 0,0 0 0,0-1 0,0 1 0,0 0 0,-1-1 0,1 1 0,0-4 0,1-12-124,-1-1-1,0 1 0,-3-20 1,1 23-743,0-9-5959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9:14.0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31 24575,'0'-1'0,"0"0"0,1 0 0,-1 0 0,0 0 0,1 0 0,-1 0 0,1 0 0,-1 0 0,1 1 0,-1-1 0,1 0 0,0 0 0,-1 1 0,1-1 0,0 0 0,0 1 0,0-1 0,-1 1 0,1-1 0,0 1 0,0-1 0,0 1 0,0-1 0,0 1 0,0 0 0,2-1 0,29-4 0,-29 4 0,77-4 0,105 5 0,-66 3 0,-38-3-1365,-57 0-5461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9:14.4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1 24575,'0'35'0,"-1"-12"0,1 1 0,6 40 0,-4-56 0,0 0 0,0 0 0,1 0 0,0-1 0,0 1 0,0-1 0,1 0 0,1 0 0,-1 0 0,1-1 0,10 12 0,8 6 0,-18-17 0,1 0 0,0-1 0,0 0 0,1-1 0,-1 1 0,1-1 0,14 8 0,-8-6 0,-2 0 0,1 1 0,-1 0 0,0 1 0,-1 1 0,0 0 0,0 0 0,-1 0 0,8 13 0,21 23 0,-35-44 0,-1 0 0,0 0 0,0 1 0,0-1 0,0 1 0,-1 0 0,1-1 0,-1 1 0,1 0 0,-1 0 0,0 0 0,0 0 0,0 0 0,-1 0 0,1 0 0,-1 0 0,1 0 0,-1 0 0,0 0 0,0 0 0,-1 1 0,1-1 0,-1 0 0,1 0 0,-3 5 0,1-4 0,0-1 0,0 0 0,-1 1 0,0-1 0,1 0 0,-1 0 0,0-1 0,0 1 0,0-1 0,-1 1 0,1-1 0,0 0 0,-1 0 0,0-1 0,1 1 0,-1-1 0,0 1 0,0-1 0,-8 1 0,-27 2 0,-1-1 0,-1-2 0,-46-4 0,-7 0 0,-69 3-1365,140 0-5461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9:15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1 138 24575,'88'2'0,"98"-4"0,-101-11 0,-56 7 0,48-2 0,201 9-1155,69-2-460,-227-13 1615,17 1 0,-105 11-71,228-14-2210,-67 8 1887,-55 5-155,-18-10 366,50-1 1152,-157 14-913,59-1 447,114-14 1,-116 8 615,2 2 1,77 6 0,-53 0-1745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9:17.1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193 0 24575,'0'29'0,"-2"0"0,0 0 0,-2 0 0,-1 0 0,-2-1 0,0 0 0,-22 51 0,20-55 0,-11 52 0,13-47 0,-12 33 0,7-29 0,2 0 0,1 0 0,1 1 0,2 0 0,-4 67 0,11-95 0,-1 1 0,-1 0 0,1 0 0,-1 0 0,0 0 0,0 0 0,-1-1 0,0 1 0,0 0 0,-4 6 0,2-13 0,1-8 0,0-9 0,2-61-1365,1 53-5461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9:18.9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0 24575,'16'0'0,"0"0"0,0 1 0,0 1 0,1 1 0,18 5 0,-28-6 0,0 1 0,-1 0 0,0 0 0,1 0 0,-1 1 0,-1 0 0,1 0 0,0 1 0,-1 0 0,0 0 0,0 0 0,-1 0 0,1 1 0,5 9 0,1 3 0,-2-5 0,0 1 0,-1 0 0,-1 0 0,0 1 0,-1 0 0,5 18 0,13 37 0,-18-56 0,-1 0 0,0 0 0,-1 1 0,4 20 0,-6-20 0,-1 1 0,0 0 0,-1-1 0,0 1 0,-5 24 0,3-33 0,0 0 0,0 0 0,-1-1 0,1 1 0,-1-1 0,-1 1 0,0-1 0,1 0 0,-2 0 0,1-1 0,-1 1 0,0-1 0,0 0 0,-8 6 0,-15 9 0,-40 22 0,-1-1 0,51-30 0,0-1 0,-30 11 0,-17 8 0,43-20 0,0-1 0,0-1 0,-1-1 0,0-1 0,0 0 0,-38 0 0,43-3 0,-53 2 0,67-4 0,0 0 0,0 0 0,1-1 0,-1 1 0,0-1 0,0 0 0,1 0 0,-1 0 0,0-1 0,1 1 0,0-1 0,-1 0 0,1 0 0,-5-3 0,8 4 0,-1 1 0,1-1 0,-1 1 0,1-1 0,-1 0 0,1 1 0,0-1 0,0 0 0,-1 1 0,1-1 0,0 0 0,0 0 0,-1 1 0,1-1 0,0 0 0,0 0 0,0 1 0,0-1 0,0 0 0,0 0 0,0 1 0,1-1 0,-1 0 0,0 0 0,0 1 0,1-2 0,15-19 0,26-11 0,-9 15 0,60-23 0,-24 11 0,-54 24 0,1 1 0,-1 0 0,1 1 0,0 0 0,0 2 0,0 0 0,24 1 0,-17 0 0,1-1 0,34-5 0,22-14 0,31-5 0,-92 21 0,-1-1 0,-1 0 0,1-2 0,31-16 0,26-10 0,-68 30 0,1 0 0,-1 0 0,1-1 0,-1 0 0,0 0 0,-1-1 0,1 0 0,-1 0 0,0-1 0,0 0 0,5-6 0,-8 8 0,0 1 0,-1-1 0,0 1 0,0-1 0,0 0 0,0 0 0,-1 0 0,0 0 0,1 0 0,-1 0 0,-1 0 0,1-1 0,-1 1 0,1 0 0,-1 0 0,0-1 0,-1 1 0,1 0 0,-1 0 0,0-1 0,0 1 0,-3-7 0,3 9 0,0-1 0,0 1 0,0 0 0,0 0 0,0 0 0,0 0 0,-1 0 0,1 1 0,-1-1 0,0 0 0,0 1 0,1-1 0,-1 1 0,0-1 0,0 1 0,0 0 0,0 0 0,-1 0 0,1 0 0,0 0 0,0 0 0,-1 1 0,1-1 0,0 1 0,-1 0 0,1-1 0,0 1 0,-1 0 0,1 0 0,0 1 0,-1-1 0,1 0 0,0 1 0,-1 0 0,-2 0 0,0 1 0,0 0 0,0 0 0,0 0 0,1 1 0,-1 0 0,0-1 0,1 2 0,0-1 0,0 0 0,0 1 0,0 0 0,0 0 0,1 0 0,-5 7 0,3 0 0,1 0 0,0 1 0,0-1 0,1 1 0,1 0 0,0-1 0,0 1 0,1 18 0,1-14 0,0 1 0,2-1 0,0-1 0,0 1 0,10 29 0,-8-35 0,1 1 0,0-1 0,1 1 0,1-2 0,-1 1 0,1-1 0,1 0 0,14 14 0,-15-17 0,-1 0 0,1 0 0,0-1 0,1 0 0,-1-1 0,1 0 0,0 0 0,0 0 0,0-1 0,1 0 0,-1-1 0,10 2 0,-16-4 0,1 0 0,-1 0 0,1 0 0,-1 0 0,1-1 0,0 1 0,-1-1 0,0 0 0,1 0 0,-1 0 0,1 0 0,-1 0 0,0 0 0,0 0 0,0-1 0,1 1 0,-2-1 0,1 0 0,0 0 0,0 0 0,0 1 0,-1-1 0,1-1 0,1-3 0,4-6 0,-1 0 0,0 0 0,6-21 0,-5 13 0,-2 2 0,0 0 0,4-29 0,-7 34 0,0 0 0,1 0 0,0 1 0,1-1 0,0 1 0,11-22 0,-14 33 0,-1 0 0,0 1 0,0-1 0,0 1 0,1-1 0,-1 1 0,0-1 0,0 1 0,1 0 0,-1-1 0,0 1 0,1-1 0,-1 1 0,1 0 0,-1-1 0,0 1 0,1 0 0,-1-1 0,1 1 0,-1 0 0,1 0 0,-1-1 0,1 1 0,-1 0 0,1 0 0,0 0 0,0 0 0,5 12 0,-4 25 0,-6-9 0,4-26 0,0-1 0,0 0 0,-1 1 0,1-1 0,0 0 0,-1 0 0,1 1 0,-1-1 0,1 0 0,-1 0 0,0 0 0,1 1 0,-1-1 0,0 0 0,0 0 0,0 0 0,0 0 0,-1 1 0,2-2 0,-1 0 0,1 0 0,0 0 0,0 0 0,0 0 0,-1 0 0,1 0 0,0 0 0,0 0 0,0-1 0,-1 1 0,1 0 0,0 0 0,0 0 0,0 0 0,-1 0 0,1 0 0,0 0 0,0 0 0,0-1 0,0 1 0,-1 0 0,1 0 0,0 0 0,0 0 0,0 0 0,0-1 0,0 1 0,0 0 0,0 0 0,0 0 0,-1-1 0,1 1 0,0 0 0,0 0 0,0 0 0,0-1 0,0 1 0,0 0 0,0 0 0,0 0 0,0-1 0,0 1 0,0 0 0,0 0 0,0 0 0,0-1 0,1 1 0,-1 0 0,0 0 0,0 0 0,0 0 0,0-1 0,0 1 0,0 0 0,0 0 0,1 0 0,-1 0 0,0-1 0,0 1 0,0 0 0,0 0 0,1 0 0,6-14 0,2 3 0,1 0 0,0 1 0,1 0 0,0 0 0,0 1 0,1 1 0,0 0 0,0 1 0,1 0 0,15-6 0,-10 6 0,1 2 0,0 0 0,0 1 0,0 0 0,0 2 0,1 0 0,20 2 0,2-2 0,-28 1 0,-1 1 0,1 0 0,0 0 0,-1 1 0,1 1 0,21 5 0,-32-5 0,-1-1 0,1 1 0,-1 0 0,1 0 0,-1 0 0,1 0 0,-1 0 0,0 1 0,0-1 0,0 1 0,-1-1 0,1 1 0,0 0 0,-1-1 0,0 1 0,0 0 0,0 0 0,0 0 0,0 0 0,0 0 0,-1 0 0,1 0 0,-1 0 0,0 1 0,0-1 0,0 0 0,-1 4 0,0 5 0,-1 0 0,0-1 0,0 1 0,-1 0 0,-8 20 0,8-28 0,1 0 0,-1 0 0,0 0 0,0-1 0,0 1 0,0-1 0,-1 1 0,1-1 0,-1 0 0,0 0 0,0-1 0,-7 4 0,4-2 0,0-1 0,0 0 0,-1 0 0,1 0 0,-1-1 0,-14 2 0,22-4 0,0 0 0,-1 0 0,1 0 0,0 0 0,0 0 0,0 0 0,-1 0 0,1 0 0,0 0 0,0 0 0,-1 0 0,1 0 0,0 0 0,0 0 0,0 0 0,-1 0 0,1 0 0,0 0 0,0 0 0,-1 0 0,1 0 0,0 0 0,0 0 0,0-1 0,0 1 0,-1 0 0,1 0 0,0 0 0,0 0 0,0-1 0,0 1 0,-1 0 0,1 0 0,0 0 0,0-1 0,0 1 0,0 0 0,0 0 0,0 0 0,0-1 0,0 1 0,0 0 0,5-12 0,13-10 0,29-30 0,-30 31 0,1 1 0,29-25 0,-36 36 0,0-1 0,-1 0 0,13-18 0,-18 22 0,-1 0 0,0 0 0,-1 0 0,1 0 0,-1-1 0,0 1 0,-1-1 0,4-12 0,-6 17 0,0 1 0,0-1 0,0 0 0,0 1 0,0-1 0,0 1 0,0-1 0,-1 0 0,1 1 0,-1-1 0,1 1 0,-1-1 0,1 1 0,-1-1 0,0 1 0,0 0 0,0-1 0,0 1 0,0 0 0,0 0 0,-1-2 0,1 3 0,0 0 0,1-1 0,-1 1 0,0 0 0,1 0 0,-1-1 0,0 1 0,0 0 0,1 0 0,-1 0 0,0 0 0,0 0 0,1 0 0,-1 0 0,0 0 0,0 0 0,1 0 0,-1 0 0,0 1 0,0-1 0,1 0 0,-1 0 0,0 1 0,1-1 0,-1 1 0,1-1 0,-1 0 0,0 1 0,1-1 0,-1 1 0,1 0 0,-1-1 0,1 1 0,-1-1 0,1 1 0,0 0 0,-1-1 0,1 1 0,0 0 0,-1-1 0,1 1 0,0 0 0,0 0 0,0-1 0,-1 2 0,-1 3 0,1 0 0,-1 0 0,1 0 0,0 0 0,0 0 0,1 1 0,0-1 0,-1 0 0,2 0 0,-1 0 0,1 1 0,-1-1 0,1 0 0,1 0 0,-1 0 0,1 0 0,0 0 0,0 0 0,0-1 0,1 1 0,0-1 0,5 8 0,5 4 0,2 0 0,-1-1 0,2-1 0,21 16 0,-3-7 0,-27-19 0,0 0 0,0 1 0,-1-1 0,1 1 0,-1 0 0,0 1 0,-1-1 0,1 1 0,-1 1 0,0-1 0,6 11 0,-11-16 0,0 0 0,1 0 0,-1 0 0,0 1 0,0-1 0,0 0 0,0 0 0,0 1 0,0-1 0,0 0 0,0 0 0,0 1 0,-1-1 0,1 0 0,0 0 0,-1 0 0,1 0 0,-1 1 0,0-1 0,1 0 0,-1 0 0,0 0 0,1 0 0,-1 0 0,0-1 0,0 1 0,0 0 0,0 0 0,0 0 0,0-1 0,0 1 0,0 0 0,0-1 0,0 1 0,0-1 0,-1 0 0,1 1 0,0-1 0,0 0 0,-2 1 0,-7 1 0,1 0 0,-1-1 0,-16 1 0,24-2 0,-7-2 0,13-4 0,15-4 0,224-69 0,-199 61 0,0-2 0,55-35 0,-94 52 0,1-1 0,-1 0 0,-1 0 0,1 0 0,-1 0 0,1-1 0,-1 0 0,0 0 0,4-7 0,-7 10 0,-1 1 0,1 0 0,0-1 0,-1 1 0,1-1 0,-1 1 0,1-1 0,-1 1 0,1-1 0,-1 1 0,0-1 0,0 1 0,0-1 0,0 1 0,0-1 0,0 0 0,-1 1 0,1-1 0,0 1 0,-1-1 0,1 1 0,-1-1 0,1 1 0,-1 0 0,0-1 0,0 1 0,0 0 0,1-1 0,-1 1 0,0 0 0,-1 0 0,1 0 0,0 0 0,0 0 0,0 0 0,-1 0 0,1 0 0,0 1 0,-1-1 0,1 0 0,-1 1 0,-2-1 0,-6-3 0,-1 1 0,1 1 0,-1 0 0,0 0 0,0 1 0,-18 0 0,-67 8 0,94-7 0,-1 1 0,0-1 0,1 1 0,-1 0 0,1-1 0,-1 1 0,1 1 0,-1-1 0,1 0 0,0 0 0,-1 1 0,1 0 0,0-1 0,0 1 0,0 0 0,0 0 0,-2 3 0,1-1 0,1 0 0,0 0 0,0 1 0,0-1 0,0 1 0,1-1 0,-1 1 0,1-1 0,0 7 0,0 2 0,0-1 0,1 1 0,1-1 0,0 0 0,0 1 0,7 23 0,-6-33 0,-1 1 0,1 0 0,-1-1 0,1 1 0,0-1 0,0 1 0,1-1 0,-1 0 0,1 0 0,0 0 0,-1 0 0,1-1 0,1 1 0,-1-1 0,0 1 0,0-1 0,1 0 0,0-1 0,-1 1 0,1-1 0,0 1 0,-1-1 0,1 0 0,0 0 0,4 0 0,13 1 0,-1-1 0,0 0 0,39-5 0,-13 1 0,21 3 0,-42 2 0,1-2 0,-1-1 0,0-1 0,43-9 0,24-16-1365,-70 20-5461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9:20.5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226 4 24575,'-43'-1'0,"29"0"0,0 0 0,-1 1 0,1 0 0,0 1 0,0 1 0,0 0 0,-23 8 0,34-8 0,0 0 0,0 0 0,0 0 0,0 1 0,0-1 0,0 1 0,0 0 0,1 0 0,0 0 0,0 0 0,-1 1 0,2-1 0,-1 0 0,0 1 0,1 0 0,0-1 0,-1 1 0,1 0 0,1-1 0,-1 1 0,1 0 0,-1 7 0,0 8 0,1 1 0,1-1 0,3 22 0,-3-34 0,1 1 0,0 0 0,1-1 0,-1 1 0,2-1 0,-1 0 0,1 0 0,0 0 0,0 0 0,1-1 0,5 7 0,10 9 0,39 32 0,-9-8 0,-49-45 0,4 4 0,0 0 0,0 1 0,0-1 0,-1 1 0,5 8 0,-9-13 0,1 0 0,-1 0 0,1 0 0,-1 0 0,1 0 0,-1 0 0,0 1 0,0-1 0,1 0 0,-1 0 0,0 0 0,0 0 0,0 0 0,0 1 0,-1-1 0,1 0 0,0 0 0,0 0 0,-1 0 0,1 0 0,0 0 0,-1 0 0,1 0 0,-1 0 0,1 0 0,-1 0 0,0 0 0,0 0 0,1 0 0,-1 0 0,0-1 0,0 1 0,0 0 0,0 0 0,0-1 0,0 1 0,0-1 0,0 1 0,0-1 0,0 1 0,0-1 0,-2 1 0,1 0 0,0 0 0,0 0 0,-1 0 0,1-1 0,0 1 0,-1 0 0,1-1 0,-1 0 0,1 1 0,-1-1 0,1 0 0,0 0 0,-1-1 0,1 1 0,-1 0 0,-3-2 0,6 2 0,0-1 0,0 1 0,0-1 0,-1 1 0,1-1 0,0 1 0,0-1 0,0 1 0,0-1 0,1 1 0,-1-1 0,0 1 0,0-1 0,0 1 0,0-1 0,0 1 0,1-1 0,-1 1 0,0-1 0,0 1 0,1 0 0,-1-1 0,0 1 0,1-1 0,-1 1 0,0 0 0,1-1 0,-1 1 0,1 0 0,-1 0 0,0-1 0,1 1 0,0 0 0,19-16 0,-15 13 0,5-6 0,1 1 0,1 0 0,-1 0 0,1 1 0,0 1 0,1 0 0,0 1 0,0 0 0,0 1 0,22-5 0,-16 7 0,-1-2 0,1 0 0,-1-1 0,0-1 0,29-13 0,-36 14 0,0-1 0,0-1 0,0 1 0,-1-2 0,0 1 0,-1-1 0,0-1 0,0 0 0,13-16 0,-21 23 0,1 1 0,-1-1 0,0 0 0,1 0 0,-1 0 0,0 0 0,0 0 0,0 0 0,-1 0 0,1 0 0,0 0 0,-1 0 0,1 0 0,-1-1 0,0 1 0,0 0 0,0 0 0,0-1 0,0 1 0,0 0 0,-1 0 0,1-1 0,-1 1 0,1 0 0,-1 0 0,0 0 0,0 0 0,0 0 0,-1-2 0,-1 1 0,0 0 0,0 1 0,0 0 0,-1-1 0,1 1 0,0 1 0,-1-1 0,1 0 0,-1 1 0,0-1 0,0 1 0,1 0 0,-1 1 0,0-1 0,0 1 0,-4-1 0,1 1 0,-1 1 0,1-1 0,0 1 0,0 0 0,0 1 0,0 0 0,0 0 0,1 0 0,-1 1 0,0 0 0,1 0 0,0 1 0,0 0 0,0 0 0,0 0 0,1 1 0,-1 0 0,1 0 0,0 0 0,1 1 0,-1-1 0,1 1 0,0 0 0,1 0 0,-1 1 0,1-1 0,1 1 0,-1 0 0,1-1 0,-2 14 0,3-17 0,1 1 0,1 0 0,-1 0 0,0-1 0,1 1 0,0 0 0,0-1 0,0 1 0,0-1 0,1 1 0,-1-1 0,1 1 0,0-1 0,0 0 0,0 0 0,0 0 0,1 0 0,-1 0 0,1 0 0,-1-1 0,1 1 0,0-1 0,0 0 0,1 0 0,-1 0 0,7 3 0,0 0 0,1-1 0,0 0 0,0 0 0,0-1 0,0 0 0,0-1 0,18 1 0,41-1 0,82-7 0,-103-2 0,-1-1 0,73-23 0,-10-5 0,-99 34 0,-2-2 0,1 1 0,0-1 0,-1-1 0,1 0 0,-1-1 0,11-7 0,-18 11 0,-1 0 0,1 0 0,0 0 0,-1 0 0,1-1 0,-1 1 0,0-1 0,0 1 0,0-1 0,0 0 0,0 0 0,-1 0 0,1 0 0,-1 0 0,0 0 0,0 0 0,0-1 0,0 1 0,0 0 0,-1 0 0,1-1 0,-1 1 0,0-1 0,0 1 0,-1 0 0,1-1 0,0 1 0,-2-4 0,1 5 0,-1-1 0,1 1 0,-1-1 0,1 1 0,-1 0 0,0 0 0,0 0 0,0 0 0,0 0 0,0 0 0,0 0 0,-1 1 0,1-1 0,-1 1 0,1 0 0,-1 0 0,1 0 0,-1 0 0,0 0 0,0 0 0,1 1 0,-1-1 0,-5 0 0,-10 0 0,1 0 0,-31 3 0,30-1 0,-149 3 0,163-3 0,0-1 0,0 1 0,0 0 0,0 1 0,0-1 0,1 1 0,-1 0 0,1 0 0,-1 0 0,1 0 0,0 0 0,0 1 0,0 0 0,0-1 0,0 1 0,0 0 0,1 0 0,0 1 0,-1-1 0,1 1 0,0-1 0,-2 7 0,2-5 0,0 1 0,0-1 0,1 0 0,-1 1 0,1 0 0,0-1 0,1 1 0,0-1 0,-1 1 0,2 0 0,-1-1 0,1 1 0,0 0 0,0-1 0,3 9 0,-2-11 0,-1 0 0,1 0 0,1-1 0,-1 1 0,0 0 0,1-1 0,-1 1 0,1-1 0,0 0 0,0 0 0,0 0 0,0-1 0,0 1 0,0 0 0,0-1 0,1 0 0,-1 0 0,0 0 0,1 0 0,-1-1 0,1 1 0,-1-1 0,1 0 0,-1 0 0,5 0 0,6-1 0,0 0 0,0 0 0,-1-1 0,1-1 0,14-4 0,-15 2 0,0-1 0,-1-1 0,1 0 0,-1 0 0,14-12 0,35-20 0,-33 22 0,-23 13 0,0 0 0,1 1 0,0-1 0,0 1 0,7-2 0,-13 5 0,1 0 0,-1 0 0,1 0 0,0 0 0,-1 0 0,1 1 0,-1-1 0,1 0 0,-1 0 0,1 1 0,-1-1 0,1 0 0,-1 1 0,1-1 0,-1 0 0,1 1 0,-1-1 0,1 1 0,-1-1 0,0 1 0,1-1 0,-1 1 0,0-1 0,1 1 0,-1-1 0,0 1 0,0-1 0,1 1 0,-1-1 0,0 1 0,0 0 0,0-1 0,0 1 0,0-1 0,0 1 0,0 0 0,0-1 0,0 2 0,1 29 0,-1-27 0,0 10 0,3 52 0,-3-62 0,1 0 0,-1 0 0,1 0 0,0 0 0,1-1 0,-1 1 0,1 0 0,-1-1 0,1 1 0,0-1 0,1 0 0,-1 1 0,6 4 0,-8-7 0,1-1 0,0 1 0,-1-1 0,1 1 0,0-1 0,0 0 0,-1 1 0,1-1 0,0 0 0,0 0 0,0 0 0,-1 1 0,1-1 0,0 0 0,0 0 0,0 0 0,0 0 0,0 0 0,-1-1 0,1 1 0,0 0 0,0 0 0,0 0 0,-1-1 0,1 1 0,0 0 0,0-1 0,-1 1 0,1-1 0,0 1 0,-1-1 0,1 1 0,0-1 0,-1 1 0,1-1 0,-1 0 0,1 1 0,-1-1 0,1 0 0,-1 0 0,1 1 0,-1-1 0,0 0 0,1-1 0,13-36 0,-9 3 0,-5 28 0,1 1 0,0-1 0,0 0 0,0 1 0,1-1 0,0 0 0,0 1 0,0 0 0,1-1 0,5-6 0,-8 12 0,0 1 0,0-1 0,1 1 0,-1-1 0,0 1 0,0-1 0,1 1 0,-1-1 0,0 1 0,1 0 0,-1-1 0,0 1 0,1 0 0,-1-1 0,1 1 0,-1 0 0,1-1 0,-1 1 0,1 0 0,-1 0 0,0 0 0,1 0 0,0-1 0,-1 1 0,1 0 0,-1 0 0,1 0 0,-1 0 0,1 0 0,-1 0 0,1 0 0,-1 0 0,1 0 0,-1 0 0,1 1 0,-1-1 0,1 0 0,-1 0 0,1 0 0,-1 1 0,1-1 0,-1 0 0,0 0 0,1 1 0,-1-1 0,1 1 0,-1-1 0,0 0 0,1 1 0,-1-1 0,0 1 0,1-1 0,-1 0 0,0 1 0,0-1 0,0 1 0,1-1 0,-1 1 0,0-1 0,0 1 0,0-1 0,0 1 0,0 0 0,9 41 0,-9-37 0,3 13 0,1 0 0,0-1 0,2 0 0,0 0 0,0 0 0,12 19 0,-18-36 0,0 0 0,0 0 0,0 0 0,0 0 0,0 0 0,0 1 0,1-1 0,-1 0 0,0 0 0,0 0 0,0 0 0,0 0 0,0 0 0,0 0 0,0 0 0,0 0 0,0 0 0,0 0 0,0 0 0,1 0 0,-1 0 0,0 0 0,0 0 0,0 0 0,0 0 0,0 0 0,0 0 0,0 0 0,0 0 0,0 0 0,1 0 0,-1 0 0,0 0 0,0 0 0,0 0 0,0 0 0,0 0 0,0 0 0,0 0 0,0-1 0,0 1 0,0 0 0,0 0 0,0 0 0,0 0 0,0 0 0,1 0 0,-1 0 0,0 0 0,0 0 0,0 0 0,0 0 0,0 0 0,0-1 0,0 1 0,0 0 0,0 0 0,0 0 0,0 0 0,0 0 0,0 0 0,0 0 0,0 0 0,0 0 0,0-1 0,0 1 0,0 0 0,0 0 0,2-13 0,0-15 0,-4-50 0,3-71 0,0 142 0,0 0 0,0 0 0,0 1 0,1-1 0,0 0 0,1 1 0,0-1 0,0 1 0,0 0 0,0 0 0,1 0 0,0 0 0,1 1 0,-1-1 0,1 1 0,0 0 0,0 1 0,0-1 0,10-5 0,-5 4 0,1 0 0,1 1 0,-1 1 0,1-1 0,0 2 0,0-1 0,0 2 0,1 0 0,-1 0 0,14 0 0,-18 2-195,1 1 0,-1-1 0,1 1 0,0 0 0,-1 1 0,12 4 0,-2 0-6631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09:21.3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197 756 24575,'-11'0'0,"0"0"0,-1 1 0,1 0 0,0 0 0,-13 5 0,18-4 0,1 0 0,0 0 0,0 1 0,0 0 0,0 0 0,1 0 0,-1 0 0,1 1 0,0 0 0,0 0 0,0 0 0,-4 6 0,1 0 0,0 0 0,1 0 0,0 0 0,1 1 0,0 0 0,-4 14 0,7-18 0,1-1 0,-1 0 0,1 0 0,1 1 0,-1-1 0,1 0 0,0 1 0,0-1 0,1 0 0,-1 1 0,2-1 0,-1 0 0,3 8 0,-2-11 0,-1 0 0,1-1 0,0 1 0,0-1 0,0 0 0,0 0 0,0 0 0,0 0 0,0 0 0,1 0 0,-1 0 0,1-1 0,-1 1 0,1-1 0,0 0 0,0 0 0,-1 0 0,1 0 0,0 0 0,0 0 0,0-1 0,4 1 0,9 0 0,0 0 0,31-3 0,-26 1 0,4 0 0,-15 2 0,0-1 0,0-1 0,-1 1 0,1-1 0,0-1 0,-1 0 0,1 0 0,-1-1 0,0-1 0,16-6 0,2-8 0,0 0 0,32-31 0,-48 38 0,0-1 0,0 0 0,-1 0 0,-1-1 0,0-1 0,12-26 0,-20 38 0,49-115 0,-45 100 0,0 0 0,-1-1 0,-1 1 0,-1-1 0,1-21 0,-6-426 0,3 455 0,-1-1 0,-1 1 0,0-1 0,-5-15 0,7 24 0,-1 0 0,0 0 0,0 0 0,0 0 0,0 0 0,0 0 0,0 0 0,0 0 0,-1 0 0,1 1 0,-1-1 0,-2-2 0,3 4 0,0-1 0,0 1 0,0 0 0,0-1 0,0 1 0,0 0 0,0 0 0,0 0 0,0 0 0,0 0 0,0 0 0,0 0 0,0 0 0,0 0 0,0 0 0,0 1 0,0-1 0,0 0 0,0 1 0,0-1 0,0 1 0,0-1 0,0 1 0,1-1 0,-1 1 0,0 0 0,0-1 0,1 1 0,-2 1 0,-3 4 0,0 0 0,0 0 0,1 0 0,0 0 0,0 1 0,0 0 0,1 0 0,0 0 0,1 0 0,-1 0 0,1 1 0,1-1 0,-2 11 0,0 13 0,0 57 0,3-85 0,3 380 0,-2-355 0,2 0 0,13 51 0,-10-50 0,-3-13 0,2 1 0,0-2 0,0 1 0,1 0 0,1-1 0,14 22 0,-20-36 0,-1-1 0,1 1 0,-1-1 0,1 0 0,0 1 0,-1-1 0,1 1 0,0-1 0,0 0 0,-1 0 0,1 1 0,0-1 0,0 0 0,-1 0 0,1 0 0,0 0 0,0 0 0,-1 0 0,1 0 0,0 0 0,0 0 0,-1 0 0,1 0 0,0-1 0,1 1 0,24-10 0,-9 3 0,11 1 0,1 2 0,0 1 0,0 2 0,0 0 0,42 6 0,-55-2 0,1 1 0,-1 1 0,0 0 0,-1 1 0,1 1 0,23 14 0,0 0 0,-28-16 0,1 1 0,0-1 0,0-1 0,25 6 0,-33-9 0,-1-1 0,1 0 0,0 0 0,0 0 0,-1 0 0,1 0 0,0-1 0,0 0 0,-1 0 0,1 0 0,-1 0 0,1 0 0,-1-1 0,1 0 0,-1 1 0,0-1 0,0 0 0,0-1 0,0 1 0,0 0 0,5-6 0,3-7 0,0 1 0,0-1 0,-1-1 0,-1 0 0,-1 0 0,7-17 0,-8 19-341,0 0 0,1 1-1,13-17 1,-8 13-6485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0:27.5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0 762 24575,'61'1'0,"-37"1"0,1-1 0,-1-2 0,0 0 0,32-7 0,-46 5 0,-1-1 0,0-1 0,0 0 0,0 0 0,0-1 0,-1 0 0,0 0 0,0-1 0,-1 0 0,1-1 0,5-8 0,6-4 0,-7 6 0,-1-1 0,-1 0 0,0-1 0,-2 0 0,9-19 0,-7 15 0,-3 2 0,-1 0 0,-1 0 0,-1-1 0,0 1 0,1-22 0,2-5 0,3-28 0,6-30 0,-11 73 0,-2-1 0,0 0 0,-3-45 0,-3 70 0,-2 12 0,-5 13 0,5 7 0,1-1 0,1 0 0,1 1 0,2 30 0,0-23 0,-7 59 0,-2-29 0,4 0 0,2 74 0,2-117 0,-1 1 0,-9 37 0,6-36 0,2 1 0,-2 23 0,3-1-341,3-1 0,2 1-1,12 67 1,-10-89-6485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0:27.8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0 166 24575,'1'0'0,"21"1"0,0-1 0,0-1 0,0-1 0,0-1 0,0 0 0,0-2 0,21-8 0,-21 6 0,1 1 0,-1 1 0,1 1 0,0 1 0,24 0 0,-12 1 0,39-8 0,-8-5 0,86-15 0,-86 20-141,-26 3-109,72-3 1,-100 10 249,93 0 0,107-15 0,-94 5-354,183 7 0,-147 5 200,36-2-450,-167 0-5481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0:28.6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0 24575,'1'14'0,"0"-1"0,1 0 0,7 22 0,3 24 0,0 49 0,-3-33 0,0 75 0,-10 259 0,2-397 0,0-1 0,1 0 0,5 19 0,4 21 0,-11-49 0,0 0 0,0 0 0,0-1 0,0 1 0,0 0 0,0 0 0,-1 0 0,1 0 0,0 0 0,-1-1 0,0 1 0,0 2 0,0-3 0,1-1 0,-1 1 0,1-1 0,-1 1 0,1-1 0,-1 1 0,1-1 0,-1 1 0,1-1 0,-1 1 0,1-1 0,-1 0 0,0 1 0,1-1 0,-1 0 0,0 0 0,1 1 0,-1-1 0,0 0 0,1 0 0,-1 0 0,-1 0 0,0 0 0,0-1 0,0 1 0,0-1 0,0 0 0,0 1 0,0-1 0,0 0 0,0 0 0,0 0 0,1-1 0,-1 1 0,0 0 0,1-1 0,-1 1 0,1-1 0,-1 1 0,1-1 0,0 0 0,-2-3 0,-2-4 0,1 0 0,1 0 0,0-1 0,0 0 0,1 0 0,0 0 0,-1-13 0,-6-26 0,5 35 0,1 0 0,1 0 0,0 0 0,1 0 0,0 0 0,1 0 0,3-23 0,-3 32 0,1 0 0,1 0 0,-1 0 0,1 0 0,0 1 0,0-1 0,0 1 0,1-1 0,-1 1 0,1-1 0,0 1 0,1 0 0,-1 1 0,1-1 0,-1 0 0,1 1 0,0 0 0,0 0 0,1 0 0,-1 1 0,1-1 0,-1 1 0,10-3 0,75-28 0,65-21 0,-97 35 0,-38 11 0,0 2 0,1 0 0,30-5 0,-19 7 0,49-12 0,-69 13 0,-1-1 0,1 0 0,-1 0 0,0-1 0,0 0 0,-1 0 0,0-1 0,10-8 0,-16 7 0,-12 6 0,-15 6 0,-50 24 0,33-14 0,-65 36 0,17-9 0,68-34 0,0 2 0,1 0 0,0 1 0,-32 24 0,49-33 0,0 1 0,-1 0 0,2 0 0,-1 1 0,0-1 0,1 1 0,-1-1 0,1 1 0,0 0 0,1 0 0,-1 0 0,0 0 0,1 0 0,0 0 0,0 0 0,0 0 0,1 0 0,-1 1 0,1-1 0,1 7 0,-1-7 0,1-1 0,0 1 0,0-1 0,0 1 0,0-1 0,0 0 0,1 1 0,0-1 0,0 0 0,0 0 0,0 0 0,0 0 0,0-1 0,1 1 0,-1-1 0,1 1 0,0-1 0,0 0 0,0 0 0,0 0 0,0 0 0,0 0 0,0-1 0,7 2 0,20 7 0,-16-6 0,0 0 0,-1 1 0,1 0 0,-1 1 0,-1 1 0,15 9 0,-18-10 0,0-1 0,0 0 0,0-1 0,1 0 0,-1-1 0,1 0 0,0 0 0,19 2 0,-15-3 0,0 1 0,0 0 0,-1 1 0,14 6 0,-11-3 0,0-2 0,0 0 0,1-1 0,0-1 0,0-1 0,0 0 0,31-1 0,-21 0 0,0 0 0,28 6 0,-19 0-455,1-2 0,53 0 0,-66-4-6371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0:29.0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24575,'5'0'0,"5"0"0,7 0 0,4 0 0,4 0 0,2 0 0,1 0 0,1 0 0,-1 0 0,0 0 0,0 0 0,0 0 0,0 0 0,-1 0 0,1 0 0,-1 0 0,-5 0-8191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0:29.3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24575,'1'3'0,"0"1"0,0-1 0,0 0 0,0 1 0,0-1 0,1 0 0,1 4 0,8 20 0,-5 19 0,-2 0 0,-2 0 0,-5 51 0,1-5 0,2-11-1365,0-58-5461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0:30.5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58 24575,'7'10'0,"-1"1"0,1 0 0,-2 0 0,1 0 0,-2 1 0,1 0 0,3 18 0,-7-25 0,8 26 0,-1 1 0,-2 0 0,-1 0 0,-2 1 0,-1 40 0,-3-162 0,2-87 0,-1 171 0,1-1 0,0 0 0,0 0 0,1 0 0,0 1 0,0-1 0,0 1 0,0-1 0,1 1 0,0 0 0,0 0 0,1 0 0,-1 0 0,1 1 0,0-1 0,0 1 0,0 0 0,1 0 0,0 1 0,5-4 0,-1 2 0,1 0 0,-1 1 0,1 0 0,0 1 0,0 0 0,0 1 0,1 0 0,-1 1 0,0 0 0,16 0 0,-2 2 0,-1 1 0,1 1 0,0 2 0,39 11 0,-130-11 0,62-5 0,-1 0 0,1 1 0,-1 0 0,1 0 0,-1 1 0,1 0 0,0 0 0,-1 0 0,1 0 0,0 1 0,1 0 0,-1 0 0,0 0 0,1 0 0,0 1 0,-5 4 0,5-3 0,1 0 0,-1 0 0,1 1 0,0 0 0,1-1 0,-1 1 0,1 0 0,0 0 0,1 0 0,-1 0 0,1 0 0,0 1 0,1 11 0,-1-17 0,1 12 0,-1 0 0,2 0 0,0 0 0,0 0 0,5 19 0,-5-29 0,0-1 0,0 0 0,-1 1 0,1-1 0,1 0 0,-1 0 0,0 0 0,0 0 0,1 0 0,-1 0 0,1 0 0,0 0 0,0-1 0,-1 1 0,1-1 0,0 1 0,0-1 0,0 0 0,1 0 0,-1 0 0,0 0 0,0 0 0,1 0 0,-1 0 0,0-1 0,1 1 0,-1-1 0,1 0 0,-1 0 0,0 0 0,1 0 0,-1 0 0,1 0 0,-1-1 0,0 1 0,1-1 0,2-1 0,-1 2 0,0-1 0,0-1 0,-1 1 0,1-1 0,-1 1 0,1-1 0,-1 0 0,1 0 0,-1-1 0,0 1 0,0-1 0,0 1 0,4-6 0,-2 0 0,1-1 0,-1 1 0,7-18 0,-8 17 0,1-1 0,0 1 0,0 0 0,9-10 0,-13 17 0,0 1 0,0 0 0,0-1 0,0 1 0,1 0 0,-1 0 0,0 0 0,1 0 0,-1 0 0,1 0 0,-1 0 0,1 1 0,2-2 0,-4 2 0,1 0 0,0 0 0,0 0 0,-1 0 0,1 0 0,0 0 0,0 0 0,-1 1 0,1-1 0,0 0 0,0 0 0,-1 1 0,1-1 0,0 0 0,-1 1 0,1-1 0,0 0 0,-1 1 0,1-1 0,-1 1 0,2 0 0,1 4 0,0-1 0,0 1 0,0 0 0,0 1 0,-1-1 0,3 8 0,9 17 0,-14-29 0,1 1 0,0-1 0,0 1 0,0-1 0,0 1 0,1-1 0,-1 0 0,0 0 0,1 1 0,-1-1 0,0 0 0,1 0 0,-1 0 0,1 0 0,0-1 0,-1 1 0,3 0 0,-3-1 0,1 0 0,-1-1 0,0 1 0,0-1 0,0 0 0,0 1 0,0-1 0,0 0 0,1 0 0,-2 1 0,1-1 0,0 0 0,0 0 0,0 0 0,0 0 0,-1 0 0,1-1 0,0 1 0,-1 0 0,1 0 0,-1 0 0,1-1 0,-1 1 0,0 0 0,1-2 0,16-49 0,-9 28 0,15-34 0,-23 57 0,0 1 0,0-1 0,1 1 0,-1-1 0,0 0 0,0 1 0,1-1 0,-1 1 0,1-1 0,-1 1 0,0-1 0,1 1 0,-1-1 0,1 1 0,-1-1 0,1 1 0,0 0 0,-1-1 0,1 1 0,-1 0 0,1-1 0,0 1 0,6 9 0,0 30 0,-7-33 0,24 126 0,-21-251 0,-2 115 0,0-1 0,-1 0 0,1 1 0,1 0 0,-1-1 0,1 1 0,0 0 0,0 0 0,0-1 0,0 2 0,1-1 0,0 0 0,0 0 0,0 1 0,0 0 0,0-1 0,1 1 0,-1 0 0,5-2 0,-5 3 0,-1 1 0,1-1 0,0 1 0,0 0 0,0 0 0,0 0 0,0 0 0,0 0 0,0 1 0,0 0 0,0-1 0,0 1 0,0 0 0,0 0 0,0 1 0,1-1 0,-1 1 0,0-1 0,0 1 0,0 0 0,-1 0 0,1 0 0,0 1 0,0-1 0,0 1 0,-1 0 0,1-1 0,-1 1 0,4 4 0,-3-3 0,0 0 0,-1 1 0,1 0 0,-1-1 0,0 1 0,0 0 0,0 0 0,0 0 0,-1 1 0,1-1 0,-1 0 0,0 1 0,0 7 0,1 5 0,-2 0 0,-1 19 0,0-28-1365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0:31.1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141 0 24575,'0'768'0,"0"-788"0,-1-1 0,2 1 0,0-1 0,5-22 0,-5 35 0,2 1 0,-1-1 0,1 1 0,0 0 0,0-1 0,1 2 0,0-1 0,0 0 0,1 1 0,0 0 0,10-11 0,4-1 0,2 0 0,0 1 0,1 1 0,0 1 0,27-13 0,-1-1 0,-76 43 0,-7 10 0,-1-2 0,-1-1 0,-41 17 0,32-22 0,30-12 0,-1 2 0,1 0 0,0 1 0,-24 14 0,37-19 0,1-1 0,-1 1 0,1 0 0,-1 0 0,1 0 0,0 0 0,0 0 0,0 1 0,0-1 0,0 1 0,1-1 0,-1 1 0,1 0 0,0-1 0,0 1 0,-1 0 0,2 0 0,-1 0 0,0 0 0,1 0 0,-1 0 0,1 0 0,0 0 0,0 0 0,0 0 0,0 0 0,1 0 0,-1 0 0,1 0 0,0 0 0,1 5 0,0-5 0,-1 1 0,1-1 0,0 1 0,0-1 0,0 0 0,0 1 0,1-1 0,-1 0 0,1-1 0,0 1 0,0 0 0,0-1 0,0 0 0,0 1 0,1-1 0,-1 0 0,0-1 0,1 1 0,0-1 0,6 2 0,4 1 0,1-2 0,1 0 0,-1-1 0,17 0 0,28 2 0,115 14 0,-101-12 0,17 7 0,-53-5 0,44 0 0,41-9 0,60 4 0,-181-2 0,1 0 0,-1 1 0,1-1 0,-1 1 0,0-1 0,1 1 0,-1 0 0,0 0 0,1 0 0,-1 0 0,0 0 0,2 2 0,-3-2 0,0-1 0,-1 1 0,1 0 0,-1-1 0,1 1 0,-1 0 0,1 0 0,-1-1 0,1 1 0,-1 0 0,0 0 0,1 0 0,-1-1 0,0 1 0,0 0 0,0 0 0,0 0 0,0 0 0,0 0 0,0 0 0,0-1 0,0 1 0,0 1 0,-1 1 0,0-1 0,0 1 0,-1-1 0,1 0 0,-1 1 0,1-1 0,-1 0 0,0 0 0,0 0 0,0 0 0,0 0 0,0 0 0,0-1 0,-1 1 0,1-1 0,-1 0 0,1 1 0,-1-1 0,-4 1 0,-15 4-1365,0-1-5461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0:41.8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29 24575,'1641'0'-1100,"-1620"-1"1087,0-2 0,37-8 0,20-2 1152,-74 13-1173,-7 0 101,-10 0-759,10 0-14,-14 0-6120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0:42.7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24575,'8'5'0,"-1"0"0,1 0 0,0 0 0,0-1 0,1 0 0,11 4 0,20 9 0,-27-11 0,0-1 0,0 0 0,0-1 0,19 4 0,-17-5 0,0 1 0,-1 0 0,19 9 0,-6-1 0,47 13 0,13 6 0,-55-19 0,1-1 0,46 9 0,4 1 0,-43-7 0,-28-9 0,0-1 0,1 0 0,23 4 0,-6-3 0,-1 1 0,1 2 0,-1 1 0,-1 1 0,33 16 0,-46-20 0,0-1 0,0-1 0,0 0 0,25 2 0,-22-4 0,-1 1 0,0 0 0,25 10 0,8 1 0,-38-12 0,-1 1 0,0 1 0,15 6 0,-24-9 0,0 0 0,0 0 0,-1 0 0,1 0 0,0 0 0,-1 0 0,1 0 0,-1 1 0,1-1 0,-1 1 0,0-1 0,0 1 0,1-1 0,-1 1 0,0 0 0,0 0 0,-1 0 0,1-1 0,0 1 0,-1 0 0,1 0 0,0 2 0,-1-1 0,0 1 0,-1-1 0,1 0 0,-1 0 0,1 0 0,-1 0 0,0 0 0,0 0 0,0 0 0,-1 0 0,1-1 0,-4 6 0,-1 0 0,0 0 0,0-1 0,-1 0 0,0 0 0,-1 0 0,1-1 0,-1 0 0,-10 6 0,-2-3 0,-1-1 0,0-1 0,-1 0 0,1-2 0,-33 4 0,24-4 0,0 1 0,-32 12 0,37-9 0,6-1 0,0-1 0,-1-1 0,0-1 0,-32 4 0,9-2 0,0 1 0,0 2 0,-66 25 0,23-7 0,-39 17 0,103-38 0,-38 16 0,52-19 0,0 0 0,1 0 0,0 0 0,-1 1 0,2 0 0,-1 1 0,-11 11 0,17-16 0,1 0 0,-1-1 0,1 1 0,-1 0 0,1-1 0,-1 1 0,1 0 0,-1 0 0,1-1 0,0 1 0,0 0 0,-1 0 0,1 0 0,0 0 0,0-1 0,0 1 0,0 0 0,0 0 0,0 0 0,0 0 0,0 0 0,0-1 0,0 1 0,0 0 0,1 0 0,-1 0 0,0-1 0,1 1 0,0 1 0,0 0 0,1 0 0,-1-1 0,1 1 0,0 0 0,0-1 0,0 0 0,0 1 0,0-1 0,0 0 0,4 2 0,4 1 0,0-1 0,1 0 0,17 3 0,31 0 0,0-3 0,75-6 0,-22 1 0,-48 1 0,-25-1 0,0 2 0,-1 2 0,55 9 0,-54-4-113,0-3 0,1-1 0,44-2 0,42 2-106,-41 10 219,-56-8 0,48 4 0,-38-9-3,-7 0-12,0 2-1,0 1 1,35 7 0,-41-5 151,1-1 0,-1-2 0,35-1 0,-210-2-1310,124 1-5652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0:45.8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316 18 24575,'0'493'0,"-1"-471"0,-1 0 0,-2-1 0,-6 23 0,-1 10 0,-6 21 0,16-68 0,-2 0 0,1 0 0,-1-1 0,0 1 0,0-1 0,0 0 0,-1 0 0,-6 8 0,9-14 0,1 1 0,0-1 0,-1 1 0,1-1 0,0 1 0,-1-1 0,1 0 0,-1 1 0,1-1 0,-1 0 0,1 1 0,-1-1 0,1 0 0,-1 1 0,0-1 0,1 0 0,-1 0 0,1 0 0,-1 0 0,0 0 0,1 0 0,-1 0 0,1 0 0,-1 0 0,0 0 0,1 0 0,-1 0 0,1 0 0,-1 0 0,0-1 0,0 1 0,0-1 0,0 0 0,0 0 0,1 0 0,-1 0 0,0 0 0,1 0 0,-1 0 0,0 0 0,1 0 0,-1 0 0,1 0 0,-1-3 0,-5-38 0,4-268 0,5 147 0,-4 130 0,0 18 0,0 0 0,2 1 0,0-1 0,3-17 0,-3 28 0,0 1 0,0-1 0,0 0 0,0 1 0,1 0 0,0-1 0,-1 1 0,1 0 0,1 0 0,-1 0 0,0 0 0,1 0 0,-1 0 0,1 1 0,0-1 0,0 1 0,0 0 0,0 0 0,0 0 0,1 0 0,3-1 0,52-22 0,-37 14 0,1 1 0,0 1 0,0 2 0,1 0 0,46-6 0,-29 4 0,-34 7 0,0 0 0,-1 0 0,1 1 0,0 0 0,0 0 0,0 0 0,0 1 0,8 1 0,-13 0 0,0 0 0,0 0 0,0 0 0,-1 0 0,1 0 0,0 1 0,-1-1 0,1 0 0,-1 1 0,0-1 0,1 1 0,-1 0 0,0-1 0,0 1 0,0 0 0,0 0 0,0 0 0,0-1 0,-1 1 0,1 0 0,-1 0 0,1 0 0,-1 0 0,0 0 0,0 3 0,2 9 0,-2 0 0,-1 22 0,1-22 0,0 21 0,1-20 0,-1 1 0,-1 0 0,-6 31 0,7-43 0,-1-1 0,-1 1 0,1 0 0,0-1 0,-1 1 0,0-1 0,0 1 0,0-1 0,0 0 0,-1 1 0,1-1 0,-1-1 0,0 1 0,1 0 0,-1-1 0,-1 1 0,1-1 0,0 0 0,0 0 0,-8 3 0,-27 8 0,-54 12 0,-11 2 0,84-21 0,0-1 0,0-2 0,-1 0 0,-28 1 0,-82-6 0,47-1 0,68 3 0,23 0 0,40 0 0,-14 0 0,-12 3 0,0 0 0,1 1 0,-1 2 0,-1 0 0,1 1 0,-1 1 0,27 14 0,-13-6 0,20 16 0,-8-4 0,-21-16 0,0 1 0,-1 1 0,-1 1 0,45 37 0,-58-43 0,0 0 0,1-1 0,0-1 0,20 10 0,-18-10 0,-1 0 0,0 1 0,0 0 0,11 11 0,59 53 0,-37-22 0,-43-47 0,0 1 0,-1-1 0,1 1 0,-1 0 0,0 0 0,0 0 0,0 0 0,-1 0 0,1 0 0,-1 0 0,0 0 0,1 7 0,-2-11-1,0 1-1,0-1 1,0 0 0,0 0-1,0 0 1,0 0-1,0 1 1,0-1-1,0 0 1,0 0 0,0 0-1,0 1 1,0-1-1,0 0 1,0 0-1,0 0 1,0 0 0,0 1-1,0-1 1,0 0-1,0 0 1,0 0-1,-1 0 1,1 1 0,0-1-1,0 0 1,0 0-1,0 0 1,0 0-1,0 0 1,0 1 0,-1-1-1,1 0 1,0 0-1,0 0 1,0 0-1,0 0 1,-1 0 0,1 0-1,0 0 1,0 0-1,0 0 1,0 0-1,-1 1 1,1-1 0,0 0-1,0 0 1,0 0-1,-1 0 1,1-1-1,0 1 1,0 0 0,-11-9 189,-6-18-1666,11 9-5348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0:46.6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24575,'1'4'0,"-1"-1"0,1 1 0,0-1 0,0 1 0,1-1 0,-1 0 0,3 4 0,6 20 0,-4 23 0,-2 2 0,-5 97 0,-2-47 0,2-33 0,3 80 0,-1-139 0,1 1 0,0-1 0,0 0 0,1 0 0,7 16 0,-7-25 0,-1-7 0,0-10 0,15-148 0,-6 78 0,-7 65 0,1 1 0,1-1 0,0 1 0,2 1 0,1-1 0,0 1 0,1 0 0,21-28 0,-13 21 0,-7 9 0,0 2 0,1-1 0,0 1 0,18-15 0,-27 27 0,0 0 0,0 0 0,1 1 0,-1 0 0,1-1 0,-1 2 0,1-1 0,0 0 0,0 1 0,0-1 0,0 1 0,0 0 0,0 0 0,0 1 0,0-1 0,0 1 0,0 0 0,0 0 0,1 0 0,-1 1 0,0-1 0,0 1 0,0 0 0,0 0 0,5 3 0,-6-2 0,1 0 0,-1 1 0,0 0 0,0 0 0,0 0 0,0 0 0,0 0 0,-1 1 0,1-1 0,-1 1 0,0 0 0,0-1 0,0 1 0,-1 0 0,1 0 0,-1 0 0,0 1 0,0-1 0,-1 0 0,1 0 0,-1 0 0,0 7 0,1-5 0,-1 1 0,0-1 0,-1 1 0,1-1 0,-1 1 0,0-1 0,-1 1 0,1-1 0,-1 0 0,-1 0 0,1 0 0,-1 0 0,0 0 0,-5 6 0,4-8 0,-1-1 0,0 1 0,1-1 0,-1-1 0,0 1 0,0-1 0,0 0 0,-1 0 0,1 0 0,-1 0 0,-8 0 0,5 0 0,1 0 0,-1 1 0,1-1 0,-9 6 0,6-3 0,1-1 0,-1 0 0,-19 4 0,23-6 0,-1-1 0,0 2 0,1-1 0,0 1 0,-1 0 0,1 0 0,0 1 0,-9 6 0,16-9 0,-1-1 0,1 0 0,0 0 0,-1 1 0,1-1 0,-1 0 0,1 1 0,0-1 0,-1 1 0,1-1 0,0 0 0,-1 1 0,1-1 0,0 1 0,0-1 0,-1 1 0,1-1 0,0 1 0,0-1 0,0 1 0,0-1 0,0 1 0,-1-1 0,1 1 0,0-1 0,0 1 0,0-1 0,1 1 0,-1-1 0,0 1 0,0-1 0,0 1 0,0-1 0,0 1 0,1-1 0,-1 1 0,0-1 0,0 1 0,1-1 0,-1 1 0,0-1 0,1 0 0,-1 1 0,0-1 0,1 0 0,-1 1 0,1-1 0,-1 0 0,0 1 0,1-1 0,-1 0 0,1 0 0,0 1 0,34 10 0,-25-8 0,28 10 0,0 2 0,-1 2 0,42 25 0,13 28 0,-46-39 0,-1 2 0,-1 2 0,61 64 0,-92-84 0,-9-10 0,0 0 0,-1-1 0,1 0 0,1 0 0,-1 0 0,10 6 0,-8-10-1365,-1-5-5461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0:46.9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24575,'-1'70'0,"3"78"0,11-81 0,-8-50 0,-2 0 0,3 21 0,-4 189 94,-4-104-1553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0:47.4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83 24575,'60'-3'0,"70"-12"0,-46 4 0,-13-1 0,-42 7 0,36-3 0,-64 8 0,6 0 0,0 0 0,0-1 0,0 0 0,0 0 0,-1 0 0,1-1 0,0 0 0,0 0 0,10-6 0,-16 4-28,-9 1 97,-9 1-1475,-1 0-5420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0:47.7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58 24575,'38'-2'0,"0"-2"0,-1-1 0,42-12 0,-43 8 0,2 1 0,-1 3 0,44-2 0,246 9-1365,-304-2-5461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0:48.2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30 24575,'0'-1'0,"1"0"0,-1 0 0,1 0 0,-1-1 0,1 1 0,0 0 0,-1 0 0,1 0 0,0 0 0,0 0 0,0 0 0,0 0 0,0 1 0,0-1 0,0 0 0,0 0 0,0 1 0,0-1 0,0 1 0,1-1 0,-1 1 0,0-1 0,0 1 0,1 0 0,-1-1 0,0 1 0,3 0 0,40-5 0,-39 5 0,366-3 0,-190 5 0,-133 5 120,-46-7-137,-1 1 0,1-1 1,0 1-1,-1 0 0,1 0 0,-1-1 1,1 1-1,-1 0 0,1 0 0,-1 0 1,2 3-1,-2-4-24,-1 1-1,0-1 1,1 1-1,-1 0 1,0-1-1,0 1 1,1-1 0,-1 1-1,0 0 1,0-1-1,0 1 1,0 0 0,0 0-1,0-1 1,0 1-1,0 0 1,0-1-1,0 1 1,-1 0 0,1-1-1,0 1 1,0-1-1,-1 1 1,1 0 0,0-1-1,-1 1 1,1-1-1,0 1 1,-1-1-1,0 2 1,-8 6-6785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0:48.5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24575,'3'0'0,"1"1"0,-1 0 0,0 0 0,1 0 0,-1 1 0,0-1 0,4 2 0,20 8 0,8-7 0,0-1 0,65-3 0,-67-2 0,0 2 0,0 2 0,52 8 0,-35-3-146,0-1 0,1-2 0,78-6 1,53 4 117,-115 8-1235,-37-4-5054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0:50.2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58 24575,'88'1'0,"99"-3"0,-77-15 0,-56 7 0,6-2 0,-39 6 0,0 2 0,40-3 0,-34 7-1365,-4 0-5461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0:50.5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 24575,'69'-1'0,"79"3"0,-81 11 0,-50-8 0,0-2 0,22 3 0,165-4 54,-109-4-1473,-72 2-5407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0:50.7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1701 1 24575,'0'4'0,"1"0"0,0 0 0,0 0 0,0 0 0,0 0 0,1 0 0,-1 0 0,1 0 0,0-1 0,0 1 0,5 4 0,30 37 0,-32-40 0,13 14 0,11 12 0,-1 0 0,23 37 0,-43-55 0,0-1 0,-1 2 0,-1-1 0,-1 0 0,1 1 0,-2 0 0,0 1 0,-1-1 0,3 24 0,-5-26 0,0-1 0,-1 1 0,-1 0 0,1 0 0,-2-1 0,0 1 0,0-1 0,-5 14 0,3-16 0,0-1 0,0 0 0,-1 0 0,0 0 0,0 0 0,-1-1 0,0 0 0,0 0 0,-1-1 0,-14 12 0,-20 11-351,-2-1 0,-55 26-1,59-33 276,-6 4-298,-1-2 0,-1-2-1,-81 25 1,-93 30-1847,153-49 863,-118 30 0,-223 49-206,204-49 1005,-28-8-11,180-41 2636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31.3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800 105 24575,'0'-4'0,"0"0"0,0 0 0,-1 0 0,0 0 0,1 0 0,-1 0 0,-1 0 0,1 0 0,-1 0 0,1 1 0,-1-1 0,0 0 0,0 1 0,-1 0 0,1-1 0,-1 1 0,0 0 0,1 0 0,-1 1 0,-1-1 0,1 0 0,0 1 0,0 0 0,-1 0 0,0 0 0,1 0 0,-1 1 0,0-1 0,0 1 0,0 0 0,-6-1 0,-12-2 0,0 1 0,-1 1 0,1 2 0,-34 1 0,32 0 0,-39-1 0,41-2 0,0 2 0,0 1 0,-44 6 0,43 1 0,0 0 0,1 2 0,0 0 0,0 2 0,1 0 0,1 2 0,-36 29 0,36-26 0,-32 34 0,47-45 0,0 0 0,0 0 0,1 1 0,-1 0 0,1-1 0,1 1 0,0 1 0,0-1 0,0 0 0,-2 12 0,-4 32 0,3-16 0,1 0 0,-1 42 0,5-45 0,0-18 0,1 1 0,0-1 0,0 0 0,2 1 0,0-1 0,0 0 0,2 0 0,8 25 0,5-5 0,1-1 0,2-1 0,1-1 0,1-1 0,2-1 0,28 28 0,-9-16 0,61 45 0,-66-56 0,-21-17 0,0 0 0,1 0 0,30 14 0,-11-9 0,-13-6 0,0-1 0,38 12 0,-56-21 0,1 0 0,0-1 0,0 0 0,0 0 0,0-1 0,1 0 0,-1 0 0,0 0 0,0-1 0,0 0 0,0 0 0,0-1 0,0 0 0,6-3 0,-8 3 0,-1-1 0,0 0 0,0 0 0,0 0 0,-1 0 0,1 0 0,-1-1 0,0 0 0,0 0 0,0 0 0,0 0 0,-1 0 0,1 0 0,-1-1 0,2-4 0,3-12 0,0 1 0,3-25 0,-4 22 0,3-17 0,-2 0 0,-1-1 0,-3 1 0,0-44 0,-3 63 0,1-26 0,-1 44 0,0 1 0,-1-1 0,1 1 0,0-1 0,-1 1 0,1-1 0,-1 1 0,0 0 0,0-1 0,0 1 0,0 0 0,-1 0 0,-1-3 0,2 5 0,1-1 0,-1 1 0,1 0 0,-1 0 0,0 0 0,1 0 0,-1 0 0,1 0 0,-1 0 0,0 0 0,1 1 0,-1-1 0,1 0 0,-1 0 0,1 0 0,-1 1 0,1-1 0,-1 0 0,1 0 0,-1 1 0,1-1 0,-1 1 0,1-1 0,-1 0 0,1 1 0,-1-1 0,1 1 0,0-1 0,-1 2 0,-15 17 0,13-16 0,-3 6 0,1 1 0,0 0 0,0 0 0,0 1 0,2-1 0,-1 1 0,1 0 0,-2 17 0,-13 37 0,3-23 0,-15 69 0,30-109 5,-1 0 0,0 1 0,1-1 0,-1 0 0,0 0 0,0 0 0,0 1 0,0-1 0,-1 0 0,1 0 0,0-1 0,-1 1 0,1 0 0,-1 0 0,0-1 0,0 1 0,1-1 0,-1 1 0,0-1 0,0 0 0,-1 0 0,1 0 0,-4 2 0,2-3-104,1 1 0,-1 0 0,0-1 0,0 0 0,1 0 0,-1 0 0,0 0 0,0-1 0,1 1 0,-1-1 0,0 0 0,1 0 0,-1 0 0,-3-3 0,-15-7-6727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31.5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51 24575,'0'-2'0,"0"1"0,1 0 0,-1 0 0,1 0 0,-1 0 0,1 0 0,0 0 0,-1 0 0,1 0 0,0 0 0,0 1 0,0-1 0,0 0 0,0 0 0,0 1 0,0-1 0,0 1 0,0-1 0,0 0 0,0 1 0,0 0 0,0-1 0,0 1 0,0 0 0,0 0 0,1-1 0,1 1 0,38-4 0,-37 3 0,79-11 0,-59 7 0,47-3 0,352 8-1365,-401 0-5461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33.3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1 253 24575,'88'2'0,"98"-4"0,-183 1 0,0 1 0,-1-1 0,1 1 0,0-1 0,-1 0 0,1 0 0,0 0 0,-1 0 0,1-1 0,-1 1 0,0-1 0,1 1 0,-1-1 0,0 0 0,0 0 0,0 0 0,2-3 0,0 0 0,-1 0 0,0 0 0,0-1 0,-1 1 0,0-1 0,0 1 0,3-12 0,-2 0 0,-1 1 0,-1-1 0,0 0 0,-1 0 0,-2-16 0,1 30 0,1 0 0,-1 0 0,0 1 0,0-1 0,0 1 0,0-1 0,0 1 0,-1-1 0,1 1 0,-1 0 0,1-1 0,-1 1 0,0 0 0,0 0 0,0 0 0,0 0 0,0 1 0,-1-1 0,1 1 0,0-1 0,-1 1 0,1 0 0,-1 0 0,0 0 0,1 0 0,-5-1 0,4 2 0,1-1 0,-1 1 0,1-1 0,-1 1 0,1 0 0,-1 0 0,1 0 0,0 0 0,-1 1 0,1-1 0,-1 1 0,1-1 0,-1 1 0,1 0 0,0 0 0,0 0 0,-1 0 0,1 0 0,0 1 0,0-1 0,0 1 0,0-1 0,0 1 0,1 0 0,-1 0 0,0 0 0,1 0 0,0 0 0,-3 4 0,1 1 0,1 1 0,-1-1 0,1 1 0,1 0 0,0-1 0,0 1 0,0 10 0,4 60 0,0-29 0,-2-38 0,1-1 0,-1 1 0,2 0 0,-1-1 0,2 0 0,-1 1 0,1-1 0,1-1 0,0 1 0,0-1 0,13 17 0,-5-10 0,0 0 0,1-1 0,1 0 0,0-2 0,24 17 0,-33-26 0,-1 0 0,1-1 0,1 0 0,-1 0 0,0 0 0,1-1 0,-1 0 0,1 0 0,0 0 0,-1-1 0,1 0 0,0-1 0,0 1 0,0-1 0,9-1 0,-11 0 0,-1 0 0,1 0 0,-1-1 0,1 1 0,-1-1 0,1 0 0,-1 0 0,0-1 0,0 1 0,0-1 0,0 0 0,-1 0 0,1 0 0,-1-1 0,1 1 0,-1-1 0,0 1 0,-1-1 0,1 0 0,-1 0 0,0-1 0,3-6 0,3-7 0,-1 0 0,-1-1 0,0 0 0,-2 0 0,0 0 0,1-24 0,-3 22 0,1 1 0,1 0 0,13-40 0,-9 36 0,7-44 0,-17 91 0,3 39 0,0-43 0,0-1 0,-1 1 0,-1-1 0,0 1 0,-2-1 0,0 1 0,-6 17 0,8-35 0,1 1 0,-1-1 0,1 1 0,-1-1 0,1 0 0,-1 1 0,0-1 0,0 0 0,0 1 0,0-1 0,0 0 0,0 0 0,0 0 0,-2 1 0,3-2 0,0 0 0,-1 0 0,1 0 0,-1 0 0,1 0 0,0 0 0,-1 0 0,1 0 0,0 0 0,-1 0 0,1 0 0,-1 0 0,1 0 0,0 0 0,-1-1 0,1 1 0,0 0 0,-1 0 0,1 0 0,0-1 0,-1 1 0,1 0 0,0-1 0,0 1 0,-1 0 0,1 0 0,0-1 0,0 1 0,0 0 0,-1-1 0,1 1 0,0-1 0,-2-4 0,0 0 0,0 0 0,1 0 0,0 0 0,0 0 0,-1-9 0,2 14 0,-1-14 0,1 0 0,0 0 0,3-21 0,-2 30 0,0 1 0,0-1 0,1 0 0,0 1 0,-1-1 0,2 1 0,-1 0 0,0 0 0,1 0 0,0 0 0,0 0 0,0 0 0,7-6 0,13-12 0,-20 18 0,0 1 0,0 0 0,0 0 0,0 0 0,1 0 0,-1 0 0,1 0 0,0 1 0,0 0 0,0 0 0,0 0 0,0 0 0,1 1 0,-1-1 0,6 0 0,-2 0 0,0 1 0,0 1 0,0-1 0,-1 1 0,1 1 0,0-1 0,0 1 0,-1 1 0,16 4 0,-19-5 0,-1 1 0,0 0 0,1 0 0,-1 0 0,0 0 0,0 0 0,0 1 0,0-1 0,-1 1 0,1 0 0,-1 0 0,0 0 0,1 0 0,-1 0 0,-1 0 0,1 1 0,0-1 0,-1 1 0,0-1 0,0 1 0,0 0 0,1 6 0,2 26 0,-1 0 0,-3 1 0,-3 39 0,0 12 0,3-79 0,2 20 0,-2-29 0,0 0 0,0 0 0,0 0 0,0 0 0,0 0 0,0 1 0,0-1 0,0 0 0,0 0 0,0 0 0,0 0 0,0 0 0,0 0 0,0 0 0,0 0 0,1 0 0,-1 0 0,0 1 0,0-1 0,0 0 0,0 0 0,0 0 0,0 0 0,0 0 0,0 0 0,0 0 0,1 0 0,-1 0 0,0 0 0,0 0 0,0 0 0,0 0 0,0 0 0,0 0 0,0 0 0,1 0 0,-1 0 0,0 0 0,0 0 0,0 0 0,0 0 0,0 0 0,0 0 0,0 0 0,0-1 0,1 1 0,-1 0 0,0 0 0,0 0 0,0 0 0,0 0 0,0 0 0,0 0 0,0 0 0,0 0 0,0 0 0,0-1 0,0 1 0,10-17 0,54-101 0,-56 100 0,-1 0 0,-1-1 0,0 1 0,-1-1 0,-1-1 0,-1 1 0,1-29 0,-4 40 0,1-1 0,-1 0 0,0 0 0,-1 1 0,0-1 0,0 0 0,-5-13 0,5 19 0,0 0 0,0 1 0,0 0 0,-1-1 0,1 1 0,-1 0 0,1-1 0,-1 1 0,0 0 0,0 0 0,0 0 0,0 1 0,0-1 0,0 0 0,-1 1 0,1 0 0,-1-1 0,1 1 0,-1 0 0,1 0 0,-1 0 0,0 1 0,1-1 0,-1 1 0,0-1 0,1 1 0,-1 0 0,-3 0 0,4 0 0,0 0 0,0 0 0,0 0 0,0 1 0,0-1 0,0 1 0,0-1 0,0 1 0,1 0 0,-1-1 0,0 1 0,0 0 0,0 0 0,1 0 0,-1 1 0,0-1 0,1 0 0,0 1 0,-1-1 0,1 1 0,-2 2 0,0 0 0,1-1 0,0 1 0,1 1 0,-1-1 0,1 0 0,0 0 0,0 1 0,0-1 0,-1 8 0,2-3 0,0 0 0,0 0 0,0 0 0,1 0 0,1 0 0,0 0 0,0-1 0,0 1 0,6 12 0,-4-13 0,0-1 0,1 0 0,0 0 0,0 0 0,0-1 0,1 1 0,0-1 0,0-1 0,1 1 0,0-1 0,-1 0 0,2 0 0,-1-1 0,1 0 0,-1-1 0,1 1 0,0-1 0,0-1 0,11 3 0,52 6 0,-44-6 0,48 3 0,-50-6 0,-13-1 0,0-1 0,0 0 0,-1 0 0,20-4 0,-28 3 0,-1 1 0,0-1 0,1 0 0,-1 0 0,1 0 0,-1 0 0,0 0 0,0 0 0,0-1 0,0 1 0,0-1 0,0 1 0,0-1 0,0 0 0,0 0 0,-1 0 0,1 0 0,-1 0 0,1 0 0,-1 0 0,0-1 0,0 1 0,0 0 0,0-1 0,0 1 0,0-5 0,1-7 0,-1-1 0,0 1 0,-1-1 0,-3-15 0,4 54 0,-1-1 0,-2 1 0,0-1 0,-8 33 0,6-46 0,0-9 0,-1-19 0,2-30 0,4 35 0,0-1 0,1 0 0,1 1 0,0-1 0,0 1 0,1 0 0,1 0 0,1 0 0,-1 0 0,10-13 0,-11 19 0,0 1 0,0-1 0,1 1 0,0 0 0,0 0 0,1 0 0,-1 1 0,1 0 0,0 0 0,1 0 0,-1 1 0,1 0 0,0 0 0,0 1 0,0 0 0,0 0 0,1 0 0,-1 1 0,11-2 0,-12 5 0,1-1 0,-1 1 0,0-1 0,1 2 0,-1-1 0,0 1 0,0 0 0,0 0 0,0 1 0,0-1 0,-1 1 0,1 1 0,-1-1 0,0 1 0,1 0 0,-2 0 0,6 5 0,-3-2 0,0-1 0,1-1 0,0 1 0,0-1 0,0-1 0,13 6 0,-2-3 0,1-1 0,-1 0 0,1-2 0,1 0 0,-1-1 0,0-1 0,34-2 0,-51 0 0,-1 0 0,0 0 0,1-1 0,-1 1 0,0-1 0,0 0 0,0 0 0,1 0 0,-1 0 0,0 0 0,3-2 0,-4 2 0,0 1 0,-1-1 0,1 0 0,0 0 0,-1 1 0,1-1 0,-1 0 0,1 0 0,-1 0 0,1 0 0,-1 1 0,0-1 0,1 0 0,-1 0 0,0 0 0,0 0 0,0 0 0,0 0 0,0 0 0,0-1 0,0-1 0,-1 1 0,0-1 0,0 1 0,0-1 0,0 1 0,0-1 0,-1 1 0,1 0 0,-1 0 0,1 0 0,-1-1 0,0 2 0,0-1 0,0 0 0,0 0 0,0 1 0,0-1 0,-4-2 0,-11-5 0,0 0 0,0 1 0,-1 1 0,0 0 0,-34-6 0,45 11 0,-1 0 0,1 1 0,-1 0 0,0 1 0,1 0 0,-1 0 0,0 1 0,1-1 0,-1 2 0,1-1 0,-1 1 0,1 0 0,0 1 0,0-1 0,0 1 0,0 1 0,-9 5 0,11-4 0,2-1 0,-1 0 0,0 1 0,1 0 0,0-1 0,0 1 0,0 1 0,0-1 0,1 0 0,0 1 0,-3 10 0,3-5 0,-1 0 0,2 1 0,-1-1 0,1 0 0,1 14 0,0-23 0,0-1 0,0 1 0,1 0 0,-1 0 0,0 0 0,1 0 0,-1 0 0,1-1 0,-1 1 0,1 0 0,0 0 0,0-1 0,0 1 0,0-1 0,0 1 0,0-1 0,3 3 0,-3-3 0,0 0 0,1-1 0,-1 1 0,0 0 0,1-1 0,-1 0 0,0 1 0,1-1 0,-1 0 0,1 0 0,-1 0 0,1 0 0,-1 0 0,0 0 0,1 0 0,-1 0 0,1 0 0,1-1 0,8-3 0,-1-1 0,0 0 0,0 0 0,19-13 0,-7 3 0,-16 12 0,0 0 0,-1 0 0,1 0 0,-1 0 0,1 1 0,0 0 0,11-3 0,-15 5 0,0 0 0,0 0 0,0 0 0,0 0 0,0 1 0,-1-1 0,1 1 0,0-1 0,0 1 0,0-1 0,0 1 0,-1 0 0,1 0 0,0 0 0,-1 0 0,1 0 0,-1 1 0,1-1 0,-1 0 0,1 1 0,-1-1 0,0 1 0,0-1 0,0 1 0,0-1 0,2 4 0,10 22 0,-11-21 0,1 0 0,-1 0 0,1-1 0,1 1 0,-1-1 0,1 0 0,-1 0 0,2 0 0,7 7 0,-12-12 0,0 0 0,1 0 0,-1 0 0,1 0 0,-1 0 0,0 0 0,1-1 0,-1 1 0,0 0 0,1 0 0,-1 0 0,1 0 0,-1-1 0,0 1 0,0 0 0,1 0 0,-1-1 0,0 1 0,1 0 0,-1 0 0,0-1 0,0 1 0,0 0 0,1-1 0,-1 1 0,0 0 0,0-1 0,0 1 0,0-1 0,1 1 0,-1 0 0,0-1 0,0 1 0,0 0 0,0-1 0,0 0 0,5-22 0,-3 15 0,12-37 0,-4 16 0,10-57 0,-15 62-1365,1 3-5461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33.5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194 1 24575,'0'400'0,"-1"-379"0,-2 0 0,-8 39 0,1-13 0,-15 78 0,21-107 0,0 0 0,-1 0 0,-1-1 0,0 0 0,-2 0 0,0 0 0,-1-1 0,-11 16 0,16-27-124,0-1 0,1 1 0,-2-1 0,1 0 0,0-1 0,-1 1-1,0-1 1,1 0 0,-1 0 0,-6 3 0,-9 1-6702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33.6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61 24575,'4'0'0,"6"0"0,5 0 0,5 0 0,-2-5 0,1 0 0,1-1 0,2 2 0,1 1 0,-4-3 0,0-1 0,1 2 0,1 0 0,1 3 0,-3-4 0,-5-1-8191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33.8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24575,'0'5'0,"0"4"0,0 7 0,0 3 0,4 0 0,2 0 0,-1 1 0,0 2 0,-2 0 0,3-2 0,1-1 0,3 0 0,0 2 0,-1 1 0,1-2 0,-1-2 0,-1-7 0,-3-6-8191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34.0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24575,'0'0'-8191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34.2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24575,'5'4'0,"0"0"0,1-1 0,-1 1 0,1-1 0,-1 0 0,8 2 0,23 13 0,142 109 0,-163-114-341,-1 0 0,0 0-1,15 19 1,-20-19-6485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34.9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76 0 24575,'-13'34'0,"6"-16"0,-4 14 0,-9 58 0,10-49 0,6-30 0,1 0 0,1 0 0,0 1 0,0-1 0,1 16 0,1-24 0,0-1 0,0 0 0,1 0 0,-1 1 0,1-1 0,-1 0 0,1 0 0,0 0 0,0 0 0,0 1 0,0-2 0,0 1 0,1 0 0,-1 0 0,1 0 0,-1 0 0,1-1 0,-1 1 0,1-1 0,0 1 0,0-1 0,0 0 0,0 0 0,0 0 0,0 0 0,0 0 0,0 0 0,0 0 0,0-1 0,1 1 0,3 0 0,4 0 0,0 1 0,-1-1 0,1-1 0,0 0 0,0 0 0,0-1 0,-1-1 0,1 1 0,0-1 0,17-7 0,-23 7 0,1 0 0,0 0 0,-1-1 0,1 0 0,-1 1 0,0-2 0,0 1 0,0 0 0,0-1 0,-1 0 0,1 0 0,-1 0 0,0 0 0,0 0 0,-1-1 0,1 1 0,-1-1 0,0 1 0,0-1 0,-1 0 0,1 0 0,0-7 0,0 0 0,0 0 0,-1 0 0,-1 0 0,0 0 0,-1 0 0,-2-14 0,3 24 0,-1 0 0,1-1 0,-1 1 0,1 0 0,-1-1 0,0 1 0,0 0 0,0 0 0,0 0 0,0 0 0,0 0 0,-1 0 0,1 0 0,-1 0 0,1 1 0,-1-1 0,0 1 0,1-1 0,-1 1 0,0-1 0,0 1 0,0 0 0,0 0 0,-1 0 0,1 0 0,0 0 0,0 1 0,0-1 0,-1 1 0,1-1 0,0 1 0,-1 0 0,1 0 0,0 0 0,-1 0 0,1 0 0,0 1 0,-4 0 0,4-1 0,-1 1 0,0 0 0,0 0 0,1 0 0,-1 0 0,1 0 0,-1 0 0,1 1 0,-1-1 0,1 1 0,0 0 0,0 0 0,0 0 0,0 0 0,0 0 0,-3 4 0,3-1 0,-1-1 0,0 1 0,1 1 0,0-1 0,0 0 0,1 0 0,0 1 0,-1 6 0,0 0 0,1 1 0,1 0 0,0 0 0,1 0 0,1 0 0,5 23 0,-7-33 0,1 0 0,0 0 0,0-1 0,0 1 0,1 0 0,-1-1 0,1 1 0,0-1 0,-1 1 0,1-1 0,0 0 0,0 1 0,0-1 0,1 0 0,-1-1 0,0 1 0,1 0 0,-1-1 0,1 1 0,5 1 0,1 0 0,1-1 0,0 0 0,-1 0 0,20 0 0,22 4 0,-8 1-37,0-2-1,1-2 1,67-4-1,-42-1-1177,-47 2-5611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35.6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233 1 24575,'0'425'0,"-1"-408"0,-1-1 0,-1 1 0,0-1 0,-1 0 0,-7 16 0,-9 47 0,7-15 0,7-36 0,-5 56 0,9-59 0,-1 1 0,-1-1 0,-1-1 0,-1 1 0,-1-1 0,-1 0 0,-17 33 0,24-54-49,-1 0 1,1 0-1,-1 0 0,0 0 0,0 0 1,-1-1-1,1 1 0,0-1 0,-1 0 1,0 1-1,1-1 0,-1 0 0,0-1 1,0 1-1,0 0 0,0-1 0,0 0 1,-1 0-1,1 0 0,0 0 0,-1 0 1,1 0-1,0-1 0,-1 0 0,1 0 0,-1 0 1,-5-1-1,-6-3-6777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36.6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24575,'524'0'0,"-518"0"0,-1 0 0,1 0 0,0 1 0,0 0 0,-1 0 0,1 0 0,-1 1 0,1-1 0,-1 2 0,1-1 0,-1 0 0,0 1 0,0 0 0,0 0 0,7 7 0,-7-5 0,0 1 0,-1 0 0,1 0 0,-1 0 0,0 0 0,-1 1 0,0-1 0,0 1 0,0 0 0,-1 0 0,3 14 0,0 7 0,-1 0 0,-2 1 0,-1 0 0,-1-1 0,-5 31 0,5-57 0,0-1 0,0 1 0,0-1 0,0 1 0,0-1 0,0 1 0,-1 0 0,1-1 0,-1 1 0,1-1 0,-1 0 0,0 1 0,1-1 0,-1 1 0,0-1 0,0 0 0,0 0 0,0 1 0,0-1 0,0 0 0,-1 0 0,1 0 0,0 0 0,0 0 0,-1-1 0,-1 2 0,2-2 0,0 0 0,0 0 0,1 0 0,-1 0 0,0 0 0,1 0 0,-1 0 0,0 0 0,1-1 0,-1 1 0,0 0 0,1-1 0,-1 1 0,1 0 0,-1-1 0,0 1 0,1 0 0,-1-1 0,1 1 0,-1-1 0,0 0 0,0-1 0,-1 0 0,1 0 0,0 0 0,0-1 0,0 1 0,0 0 0,1 0 0,-1 0 0,0-4 0,-1-4 0,1 1 0,0 0 0,1 0 0,0-1 0,0 1 0,1 0 0,0 0 0,0 0 0,1 0 0,1 0 0,-1 0 0,2 0 0,-1 1 0,1-1 0,0 1 0,1 0 0,0 0 0,0 0 0,0 1 0,1 0 0,1 0 0,-1 0 0,1 1 0,0 0 0,0 0 0,1 1 0,0 0 0,0 0 0,0 1 0,0 0 0,1 0 0,-1 1 0,1 0 0,14-2 0,-14 3 0,-1 1 0,1 0 0,0 1 0,0 0 0,0 0 0,0 0 0,0 2 0,0-1 0,-1 1 0,1 0 0,0 1 0,-1 0 0,0 0 0,1 1 0,-1 0 0,-1 0 0,1 1 0,-1 0 0,9 7 0,-11-8 0,0-1 0,0 0 0,0 0 0,0 0 0,1-1 0,-1 0 0,1 0 0,0 0 0,0-1 0,0 0 0,8 1 0,8-1 0,37-2 0,-52 1 0,-15 0 0,2 0 0,1 0 0,-1 0 0,1 0 0,-1 1 0,1 0 0,0 0 0,-1 0 0,1 1 0,0 0 0,0 0 0,0 0 0,0 0 0,0 1 0,1 0 0,-1 0 0,-6 5 0,7-2 0,-1 0 0,1 0 0,0 0 0,0 1 0,1-1 0,0 1 0,0 0 0,1 0 0,-1 0 0,2 0 0,-1 0 0,1 0 0,0 1 0,0-1 0,1 1 0,0-1 0,0 0 0,1 1 0,0-1 0,0 0 0,3 8 0,-3-13 0,-1 0 0,1 0 0,0-1 0,-1 1 0,1-1 0,0 1 0,0-1 0,0 1 0,0-1 0,0 1 0,1-1 0,-1 0 0,0 0 0,1 1 0,-1-1 0,1 0 0,-1 0 0,1 0 0,-1-1 0,1 1 0,0 0 0,-1-1 0,1 1 0,0-1 0,-1 1 0,1-1 0,0 0 0,0 0 0,0 0 0,-1 0 0,1 0 0,0 0 0,0 0 0,2-1 0,0 0 0,-1-1 0,1 1 0,-1-1 0,1 0 0,-1 0 0,0 0 0,0-1 0,0 1 0,0-1 0,0 1 0,-1-1 0,1 0 0,-1 0 0,4-7 0,-5 9 0,3-7 0,1 0 0,-1 1 0,1 0 0,0 0 0,1 0 0,8-7 0,-13 13 0,0 0 0,1 0 0,-1 0 0,0 1 0,0-1 0,1 0 0,-1 1 0,1-1 0,-1 1 0,0-1 0,1 1 0,-1 0 0,1 0 0,-1 0 0,1-1 0,-1 1 0,1 1 0,1-1 0,-1 1 0,0-1 0,0 1 0,0 0 0,1 1 0,-1-1 0,0 0 0,0 1 0,-1-1 0,1 1 0,0-1 0,0 1 0,-1 0 0,1 0 0,2 3 0,0 3 0,1 0 0,-1 0 0,0 0 0,2 9 0,-4-10 0,1-1 0,-1 0 0,1 0 0,0 0 0,0 0 0,1-1 0,-1 1 0,1-1 0,6 6 0,-10-11 0,1 1 0,-1-1 0,1 0 0,-1 1 0,1-1 0,-1 1 0,1-1 0,0 0 0,-1 1 0,1-1 0,0 0 0,-1 0 0,1 0 0,0 0 0,-1 1 0,1-1 0,0 0 0,-1 0 0,1 0 0,0 0 0,-1-1 0,1 1 0,0 0 0,-1 0 0,1 0 0,0 0 0,-1-1 0,1 1 0,0-1 0,17-18 0,8-36 0,-24 49 0,4-14-97,-1 0 0,-1 0 0,-1 0-1,-1-1 1,-1 1 0,0-1 0,-3-20-1,2 24-489,-1-4-6239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36.9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227 25 24575,'-28'-10'0,"3"1"0,15 7 0,0 0 0,0 1 0,0 0 0,0 1 0,0 0 0,-14 2 0,21-1 0,-1 0 0,1 0 0,0 0 0,0 0 0,-1 0 0,1 1 0,0-1 0,0 1 0,0 0 0,0 0 0,1 0 0,-1 0 0,1 0 0,-1 1 0,1-1 0,0 1 0,0 0 0,0-1 0,0 1 0,0 0 0,0 0 0,0 4 0,-4 7 0,1 1 0,0 0 0,2 0 0,0 0 0,0 1 0,1-1 0,1 1 0,1 0 0,1 19 0,0-32-105,-1-1 0,0 1 0,1 0 0,0 0 0,0-1 0,0 1 0,0 0 0,0-1 0,0 1 0,1-1 0,-1 0 0,2 3 0,9 6-6721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37.2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130 0 24575,'-1'1'0,"0"-1"0,0 0 0,0 1 0,1-1 0,-1 1 0,0-1 0,0 1 0,0-1 0,0 1 0,0-1 0,1 1 0,-1 0 0,0 0 0,0-1 0,1 1 0,-1 0 0,1 0 0,-1 0 0,1 0 0,-1 0 0,1-1 0,-1 1 0,1 0 0,0 0 0,0 0 0,-1 0 0,1 2 0,-5 35 0,3-27 0,-3 14 0,-14 38 0,13-45 0,0 0 0,1 1 0,1 0 0,-2 22 0,5 13 0,0-27 0,0 0 0,-10 51 0,6-51 0,-3 45 0,6-43 0,-8 41 0,5-49-170,2 0-1,0 0 0,1 1 1,1-1-1,1 0 0,1 1 1,7 38-1,-3-43-6655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37.4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24575,'5'0'0,"0"4"0,0 6 0,0 5 0,2 4 0,0 4 0,4-3 0,-1 0 0,3-3 0,-1-1 0,-3 1 0,-3 2 0,-2 3 0,-2 0 0,3-2 0,0-5-8191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37.5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24575,'0'4'0,"0"6"0,0 1-8191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37.7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94 1 24575,'1'0'0,"1"1"0,0 0 0,-1 0 0,1-1 0,-1 1 0,1 0 0,-1 0 0,0 1 0,1-1 0,-1 0 0,0 0 0,0 1 0,0-1 0,0 0 0,0 1 0,0-1 0,1 4 0,14 28 0,-12-19 0,-2-1 0,1 1 0,-1-1 0,-1 1 0,-1 15 0,0-12 0,1-1 0,1 0 0,4 21 0,1 2 0,-2 1 0,-1 0 0,-2 0 0,-4 55 0,0-14 0,2-75 7,0 0 0,-1 0 0,0 1 0,0-1 0,0 0 1,-1 0-1,0 0 0,0 0 0,0-1 0,-1 1 0,0 0 0,0-1 0,0 0 0,-1 0 0,0 0 0,-8 9 0,3-7-172,0 0 0,0 0 0,0-1 0,-1 0 0,0-1 0,0 0 0,-1 0 0,-15 4 0,4-2-6661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37.9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98 24575,'8'-1'0,"-1"0"0,0 0 0,0-1 0,-1 0 0,1 0 0,0-1 0,-1 0 0,10-5 0,-8 3 0,1 1 0,1 0 0,15-4 0,2 3 0,38-1 0,-39 5 0,43-9 0,-44 6 0,-1 1 0,36 0 0,-34 2 0,0 0 0,27-6 0,-3-3-1365,-29 7-5461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38.1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0 24575,'0'4'0,"0"6"0,0 5 0,0 5 0,0 3 0,-5 1 0,0 2 0,-1 0 0,2-1 0,1-3-8191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38.6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24575,'0'4'0,"0"6"0,0 6 0,4 3 0,2 4 0,-1-3-8191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39.9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180 6 24575,'-10'0'0,"1"0"0,-1 1 0,1 0 0,-1 1 0,1 0 0,-1 0 0,1 1 0,0 0 0,0 1 0,-11 6 0,15-7 0,1 0 0,-1 0 0,1 1 0,0-1 0,0 1 0,0 0 0,1 0 0,0 0 0,-1 1 0,1-1 0,1 1 0,-1 0 0,1 0 0,0 0 0,0 0 0,0 0 0,1 0 0,-1 1 0,0 9 0,0 4 0,0 0 0,2-1 0,0 1 0,3 28 0,-2-44 0,-1 1 0,1 0 0,0 0 0,0-1 0,0 1 0,1-1 0,-1 1 0,1-1 0,0 1 0,0-1 0,0 0 0,0 0 0,0 0 0,1 0 0,-1 0 0,1-1 0,0 1 0,0-1 0,0 0 0,0 1 0,1-1 0,-1-1 0,0 1 0,1 0 0,-1-1 0,1 0 0,0 0 0,5 1 0,21 1 0,1-1 0,-1-2 0,57-7 0,-80 6 0,0-1 0,0 0 0,0 0 0,-1 0 0,1-1 0,-1 0 0,1-1 0,-1 0 0,0 1 0,0-2 0,0 1 0,-1-1 0,0 0 0,0 0 0,6-7 0,-6 5 0,1 0 0,-1 0 0,-1-1 0,1 0 0,-1 1 0,-1-1 0,0-1 0,0 1 0,0 0 0,-1-1 0,0 1 0,0-10 0,-1 9 0,-1 0 0,0 0 0,-2-18 0,1 24 0,1 1 0,-1-1 0,0 1 0,0 0 0,0-1 0,0 1 0,0 0 0,0 0 0,-1-1 0,1 1 0,-1 0 0,1 0 0,-1 1 0,0-1 0,0 0 0,0 0 0,0 1 0,-3-2 0,4 2 0,0 1 0,0 0 0,0 0 0,1-1 0,-1 1 0,0-1 0,0 1 0,0-1 0,1 1 0,-1-1 0,0 1 0,1-1 0,-1 0 0,0 1 0,1-1 0,-1 0 0,1 0 0,-1 1 0,1-1 0,-1 0 0,1 0 0,0 0 0,-1 0 0,1 1 0,-1-3 0,2 2 0,0 0 0,0 1 0,-1-1 0,1 0 0,0 0 0,0 1 0,0-1 0,0 1 0,0-1 0,0 1 0,0-1 0,0 1 0,0 0 0,0-1 0,0 1 0,0 0 0,0 0 0,1 0 0,63-4 0,-60 4 0,17-1 0,0-1 0,27-7 0,-26 5 0,42-4 0,-58 8 0,1 0 0,0 0 0,-1 1 0,1-1 0,0 2 0,-1-1 0,1 1 0,-1 0 0,0 1 0,14 6 0,-17-6 0,0 0 0,0 0 0,0 0 0,-1 0 0,0 1 0,1 0 0,-1-1 0,-1 1 0,1 0 0,0 1 0,-1-1 0,0 0 0,0 1 0,0-1 0,-1 1 0,1-1 0,-1 1 0,1 8 0,2 28 0,-4-39 0,0 0 0,0 0 0,0 0 0,0 0 0,-1 1 0,1-1 0,0 0 0,-1 0 0,0 0 0,1 0 0,-1 0 0,0 0 0,0 0 0,0 0 0,-3 3 0,4-5 0,0 0 0,-1 0 0,1 0 0,0 0 0,-1 0 0,1 0 0,0 0 0,0 0 0,-1 0 0,1 0 0,0 0 0,-1 0 0,1 0 0,0 0 0,-1 0 0,1 0 0,0 0 0,0 0 0,-1 0 0,1 0 0,0-1 0,-1 1 0,1 0 0,0 0 0,0 0 0,-1 0 0,1-1 0,0 1 0,0 0 0,0 0 0,-1-1 0,1 1 0,0 0 0,0 0 0,0-1 0,0 1 0,-1 0 0,1 0 0,0-1 0,0 1 0,0 0 0,0-1 0,0 1 0,0 0 0,0-1 0,0 1 0,0 0 0,0-1 0,-4-17 0,3 11 0,0 0 0,0 0 0,1 0 0,0 0 0,0 0 0,1-1 0,0 1 0,0 0 0,5-13 0,-5 17 0,0 0 0,1 1 0,0-1 0,-1 0 0,1 0 0,0 1 0,0-1 0,1 1 0,-1 0 0,0-1 0,1 1 0,-1 0 0,1 0 0,0 1 0,0-1 0,0 1 0,0-1 0,0 1 0,0 0 0,0 0 0,0 0 0,0 0 0,7 0 0,-1 0 0,0 0 0,0 0 0,0 1 0,1 1 0,-1-1 0,17 5 0,-22-4 0,0 0 0,0 1 0,0-1 0,0 1 0,0 0 0,0 1 0,-1-1 0,1 1 0,-1-1 0,0 1 0,1 0 0,-1 0 0,-1 1 0,1-1 0,0 0 0,3 7 0,14 31 0,-17-32 0,1 0 0,1 0 0,0 0 0,8 11 0,-10-17 0,-1 0 0,1-1 0,-1 1 0,1-1 0,0 0 0,0 0 0,0 0 0,0 0 0,0-1 0,1 1 0,-1-1 0,0 0 0,1 0 0,-1 0 0,1 0 0,4 0 0,-4-1 0,0 0 0,0 0 0,0 0 0,0 0 0,0-1 0,0 0 0,0 0 0,0 0 0,0 0 0,-1-1 0,1 1 0,0-1 0,-1 0 0,1 0 0,-1 0 0,0 0 0,0-1 0,0 0 0,0 1 0,0-1 0,0 0 0,-1 0 0,1-1 0,-1 1 0,0 0 0,0-1 0,0 1 0,1-6 0,-1 5 0,-1 0 0,1 0 0,-1-1 0,0 1 0,0-1 0,0 1 0,-1 0 0,1-1 0,-1 0 0,-1 1 0,1-1 0,0 1 0,-1-1 0,0 1 0,0 0 0,0-1 0,-1 1 0,1 0 0,-1 0 0,0 0 0,-1 0 0,1 0 0,0 0 0,-1 0 0,-3-3 0,1 3 0,0 1 0,1 0 0,-1 0 0,-1 0 0,1 1 0,0-1 0,0 1 0,-1 1 0,0-1 0,1 1 0,-1 0 0,0 0 0,-9 0 0,-7 0 0,1 2 0,-28 3 0,46-4 0,0 1 0,0 0 0,0 0 0,1 0 0,-1 0 0,0 0 0,0 1 0,1-1 0,-1 1 0,1-1 0,0 1 0,-1 0 0,1 0 0,0 0 0,0 0 0,0 1 0,0-1 0,1 1 0,-1-1 0,1 1 0,-1-1 0,1 1 0,0 0 0,0 0 0,0 0 0,0-1 0,1 1 0,-1 0 0,1 0 0,-1 0 0,1 0 0,1 4 0,-2-4 0,1 1 0,0-1 0,1 0 0,-1 0 0,1 1 0,-1-1 0,1 0 0,0 0 0,0 0 0,0 0 0,1 0 0,-1 0 0,1 0 0,0 0 0,-1-1 0,1 1 0,0-1 0,1 1 0,-1-1 0,0 0 0,1 1 0,-1-1 0,1-1 0,0 1 0,0 0 0,-1-1 0,1 1 0,0-1 0,5 2 0,2-1 12,0 0 0,-1-1 0,1-1 0,0 1 0,0-1 0,-1-1 0,1 0 0,0 0 0,11-4 0,-17 4-71,0 0-1,-1-1 1,1 1-1,0-1 1,-1 0 0,1 0-1,-1 0 1,0-1-1,0 1 1,1-1 0,-2 0-1,1 0 1,0 0-1,-1 0 1,1 0 0,-1 0-1,0-1 1,0 1-1,0-1 1,-1 0 0,1 1-1,-1-1 1,0 0-1,1-6 1,1-9-6767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40.2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24575,'0'674'0,"1"-654"0,1 0 0,9 37 0,0-4 0,11 70-1365,-20-102-5461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49.0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205 0 24575,'0'737'0,"0"-736"0,0 0 0,1 0 0,-1 0 0,0 0 0,0 0 0,0 0 0,0 0 0,0 0 0,-1 0 0,1 0 0,0 0 0,0 0 0,-1 0 0,1 0 0,0 0 0,-1 0 0,1-1 0,-1 1 0,1 0 0,-1 0 0,-1 1 0,2-2 0,-1 0 0,0-1 0,1 1 0,-1 0 0,0 0 0,1 0 0,-1-1 0,0 1 0,1 0 0,-1-1 0,1 1 0,-1 0 0,1-1 0,-1 1 0,1-1 0,-1 1 0,1-1 0,-1 1 0,1-1 0,-1 1 0,0-2 0,-22-40 0,10 6 0,4 6 0,-2 0 0,-1 0 0,-2 1 0,-1 1 0,-27-40 0,37 61 14,0-1 0,0 1 0,1-1-1,-4-10 1,-4-7-1448,4 10-5392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49.2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58 24575,'25'-2'0,"0"-1"0,0-1 0,42-13 0,-46 12 0,18-4 0,0 2 0,78-3 0,82 11 0,-72 1 0,-117-2-273,0 1 0,1 0 0,-1 1 0,19 5 0,-11-1-6553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50.4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24575,'1'5'0,"0"0"0,1 0 0,-1 0 0,1 0 0,1-1 0,-1 1 0,0-1 0,6 7 0,5 11 0,-7-6 0,-1 1 0,0-1 0,-2 1 0,0 0 0,1 20 0,7 30 0,-5-25 0,-2 1 0,-1-1 0,-5 65 0,0-34 0,1-121 0,0 15 0,1-1 0,6-41 0,-5 65 0,1 0 0,0 0 0,1 0 0,0 0 0,1 1 0,0-1 0,0 1 0,1 0 0,0 0 0,1 0 0,-1 1 0,11-10 0,10-11 0,-9 11 0,31-27 0,-40 39 0,5-4 0,0 0 0,22-12 0,-33 20 0,1 1 0,-1 0 0,0-1 0,1 1 0,-1 0 0,1 0 0,0 1 0,-1-1 0,1 1 0,0-1 0,-1 1 0,1 0 0,0 0 0,-1 0 0,1 0 0,0 0 0,-1 0 0,1 1 0,0 0 0,-1-1 0,1 1 0,3 2 0,45 37 0,-34-25 0,1-1 0,32 19 0,-45-30 0,0-1 0,0 1 0,0-1 0,0 0 0,1-1 0,-1 1 0,0-1 0,1 0 0,-1 0 0,1-1 0,-1 0 0,0 0 0,1 0 0,-1 0 0,11-3 0,-12 1 0,-1 1 0,0-1 0,0 1 0,0-1 0,0 0 0,0 0 0,0 0 0,0-1 0,-1 1 0,1 0 0,-1-1 0,0 0 0,0 0 0,0 0 0,0 0 0,3-5 0,-5 7 0,1-1 0,0 1 0,-1-1 0,1 1 0,-1-1 0,1 1 0,-1-1 0,0 1 0,0-1 0,0 1 0,0-1 0,0 0 0,0 1 0,0-1 0,0 1 0,0-1 0,-1 1 0,1-1 0,-1 1 0,1-1 0,-1 1 0,1-1 0,-1 1 0,0 0 0,0-1 0,0 1 0,0 0 0,0 0 0,0 0 0,0-1 0,0 1 0,0 0 0,-1 1 0,1-1 0,0 0 0,-1 0 0,1 0 0,-3 0 0,2 0 0,0 0 0,0 0 0,0 1 0,0-1 0,0 1 0,0 0 0,0-1 0,0 1 0,0 0 0,-1 0 0,1 0 0,0 0 0,0 1 0,0-1 0,0 1 0,0-1 0,0 1 0,0 0 0,0 0 0,0 0 0,0 0 0,0 0 0,0 0 0,0 0 0,1 1 0,-1-1 0,0 0 0,1 1 0,-1 0 0,1-1 0,0 1 0,-2 2 0,-4 7 0,1 0 0,0 1 0,1 0 0,-6 18 0,-1 0 0,6-15 0,1 0 0,0 1 0,2 0 0,-1 0 0,2 0 0,0 0 0,1 1 0,1-1 0,3 32 0,-3-45 0,0 0 0,1 0 0,0-1 0,-1 1 0,1 0 0,0 0 0,0-1 0,1 1 0,-1-1 0,0 1 0,1-1 0,0 0 0,-1 1 0,1-1 0,0 0 0,0 0 0,0 0 0,1-1 0,-1 1 0,0 0 0,1-1 0,-1 1 0,1-1 0,-1 0 0,1 0 0,0 0 0,-1 0 0,1 0 0,0-1 0,0 1 0,-1-1 0,1 0 0,4 0 0,-1 0 0,0 0 0,0 0 0,1-1 0,-1 0 0,0 0 0,0-1 0,0 1 0,0-1 0,0-1 0,0 1 0,0-1 0,-1 0 0,1 0 0,5-5 0,2-5 0,0 0 0,19-28 0,-24 30 0,1-1 0,0 1 0,1 0 0,0 1 0,18-13 0,-28 22 0,1 1 0,-1-1 0,1 1 0,-1 0 0,1-1 0,0 1 0,-1 0 0,1-1 0,0 1 0,-1 0 0,1 0 0,0 0 0,-1 0 0,1 0 0,0 0 0,-1 0 0,1 0 0,0 0 0,-1 0 0,1 0 0,0 0 0,-1 0 0,1 0 0,0 1 0,-1-1 0,1 0 0,0 0 0,-1 1 0,1-1 0,-1 1 0,1-1 0,0 0 0,-1 1 0,1-1 0,-1 1 0,0-1 0,1 1 0,0 1 0,14 31 0,-3-5 0,-11-27 0,-1-1 0,1 1 0,0-1 0,-1 1 0,1-1 0,-1 0 0,1 1 0,0-1 0,-1 0 0,1 1 0,0-1 0,0 0 0,-1 0 0,1 1 0,0-1 0,0 0 0,-1 0 0,1 0 0,0 0 0,0 0 0,-1 0 0,1 0 0,0-1 0,0 1 0,-1 0 0,1 0 0,0 0 0,-1-1 0,1 1 0,0 0 0,-1-1 0,1 1 0,0-1 0,-1 1 0,1-1 0,-1 1 0,1-1 0,-1 1 0,1-1 0,-1 0 0,1 1 0,0-2 0,21-36 0,-14 23 0,-1 2 0,-1 1 0,0-1 0,7-23 0,-11 27 0,1-1 0,0 1 0,0 0 0,1 1 0,1-1 0,-1 1 0,1 0 0,1 0 0,8-11 0,-13 19 0,-1-1 0,1 1 0,-1-1 0,1 1 0,-1-1 0,1 1 0,-1 0 0,1-1 0,-1 1 0,1 0 0,-1-1 0,1 1 0,0 0 0,-1 0 0,1-1 0,0 1 0,-1 0 0,1 0 0,-1 0 0,1 0 0,0 0 0,-1 0 0,1 0 0,0 0 0,-1 0 0,1 0 0,0 1 0,0-1 0,0 1 0,0 0 0,0-1 0,0 1 0,-1 0 0,1 0 0,0 0 0,-1 0 0,1 0 0,0 0 0,-1 0 0,1 0 0,-1 0 0,0 1 0,1 0 0,5 41 0,-6-43 0,0 20 0,-2 1 0,0-1 0,-1 0 0,-1 0 0,-1 0 0,-13 34 0,-3 13 0,25-77 0,0 0 0,1 0 0,0 1 0,0-1 0,1 1 0,0 1 0,1-1 0,9-9 0,-11 12 0,1 0 0,0 1 0,0 0 0,0 0 0,1 0 0,0 0 0,0 1 0,0 0 0,0 1 0,1 0 0,-1 0 0,1 0 0,12-1 0,32 0 0,78 6 0,-39 0 0,-77-1 0,0 1 0,0 0 0,-1 0 0,1 2 0,0 0 0,-1 0 0,0 1 0,0 1 0,-1 0 0,1 1 0,21 15 0,-32-20 3,1 0 1,0 0-1,-1 0 0,0 0 0,1 0 1,-1 0-1,0 1 0,0-1 0,0 1 1,0-1-1,-1 1 0,1 0 0,-1 0 1,0 0-1,0 0 0,0 0 0,0 0 1,0 0-1,0 0 0,-1 0 0,0 0 0,1 0 1,-1 1-1,0-1 0,-1 0 0,1 0 1,-1 0-1,1 0 0,-1 0 0,0 0 1,0 0-1,0 0 0,0 0 0,-1 0 1,1 0-1,-4 4 0,1-1-102,0 0 0,-1-1 0,0 1 0,0-1 0,-1 0 0,1 0 0,-1 0 0,0-1 0,0 0 0,-1 0 0,1 0 0,-1-1 0,0 0 0,-12 3 0,-1-2-6727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50.8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1 24575,'-1'0'0,"-1"0"0,0 0 0,0 0 0,1 0 0,-1 0 0,0 0 0,0 0 0,1 1 0,-1-1 0,0 1 0,1-1 0,-1 1 0,0 0 0,1 0 0,-1-1 0,1 1 0,-1 0 0,1 0 0,0 1 0,-1-1 0,1 0 0,0 0 0,0 1 0,0-1 0,0 1 0,0-1 0,0 1 0,0-1 0,0 1 0,1-1 0,-1 1 0,1 0 0,-1-1 0,1 1 0,-1 0 0,1 0 0,0-1 0,0 1 0,0 0 0,0 0 0,1 1 0,-1 2 0,1-1 0,0 1 0,0-1 0,0 1 0,1-1 0,-1 0 0,1 0 0,0 0 0,0 0 0,1 0 0,-1 0 0,1-1 0,0 1 0,0-1 0,5 5 0,8 3 0,0-1 0,1-1 0,23 10 0,-22-11 0,-4-2 0,1-1 0,21 4 0,-21-5 0,-1 0 0,25 10 0,109 49 0,-92-36 0,-52-25 0,1 1 0,-1 0 0,0 0 0,1 0 0,-1 0 0,-1 1 0,1 0 0,0 0 0,3 5 0,-6-8 0,-1 0 0,1-1 0,-1 1 0,0 0 0,1 0 0,-1-1 0,0 1 0,0 0 0,1 0 0,-1 0 0,0-1 0,0 1 0,0 0 0,0 0 0,0 0 0,0-1 0,0 1 0,0 0 0,-1 0 0,1 0 0,0-1 0,0 1 0,-1 0 0,1 0 0,0 0 0,-1-1 0,1 1 0,-2 1 0,1-1 0,-1 1 0,0-1 0,0 0 0,1 0 0,-1 0 0,0 0 0,0 0 0,0 0 0,-1 0 0,-3 0 0,-6 2 0,0-2 0,-25 1 0,35-1 0,-74-3 0,51 1 0,0 0 0,0 2 0,0 1 0,0 0 0,-38 10 0,49-9 120,14-3-144,0 0-1,0 0 1,0 0 0,0 0-1,0 0 1,0-1 0,1 1-1,-1 0 1,0 0 0,0 0-1,0 0 1,-1 0 0,1 0-1,0-1 1,0 1-1,0 0 1,0 0 0,0 0-1,0 0 1,0 0 0,0 0-1,0-1 1,0 1 0,0 0-1,0 0 1,0 0 0,0 0-1,0 0 1,-1 0 0,1 0-1,0 0 1,0-1 0,0 1-1,0 0 1,0 0 0,0 0-1,0 0 1,-1 0 0,1 0-1,0 0 1,0 0 0,0 0-1,0 0 1,0 0-1,-1 0 1,1 0 0,0 0-1,0 0 1,0 0 0,0 0-1,0 0 1,0 0 0,-1 0-1,1 0 1,0 0 0,0 0-1,0 0 1,0 0 0,0 0-1,-1 1 1,7-6-6802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51.3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200 1 24575,'-2'0'0,"0"0"0,-1 1 0,1-1 0,0 1 0,0 0 0,0 0 0,0 0 0,0 0 0,0 0 0,0 1 0,0-1 0,1 0 0,-1 1 0,0-1 0,1 1 0,-1 0 0,1-1 0,-1 1 0,1 0 0,0 0 0,0 0 0,0 0 0,0 0 0,0 0 0,1 0 0,-2 5 0,-1 3 0,0 1 0,1 0 0,-2 22 0,2-7 0,-12 115 0,6-82 0,4 0 0,4 91 0,1-62 0,1-61 0,1 0 0,1-1 0,2 1 0,9 29 0,11 54 0,-22-88 0,2-1 0,0 0 0,14 30 0,-11-30 0,-1 1 0,9 37 0,-16-57 0,-1 0 0,1 0 0,-1 0 0,0 0 0,0 0 0,0 0 0,0-1 0,0 1 0,0 0 0,0 0 0,-1 0 0,1 0 0,-1 0 0,1-1 0,-1 1 0,0 0 0,1 0 0,-1-1 0,0 1 0,0-1 0,-1 1 0,-1 2 0,1-2 0,-1-1 0,1 0 0,0 1 0,-1-1 0,1 0 0,-1 0 0,1 0 0,-1-1 0,0 1 0,1-1 0,-1 1 0,0-1 0,1 0 0,-4 0 0,-4-1 0,0 0 0,0 0 0,1-1 0,-1-1 0,1 1 0,0-1 0,0-1 0,-9-4 0,11 4 0,0-1 0,1 0 0,-1 0 0,1 0 0,0-1 0,1 0 0,0 0 0,-1 0 0,2-1 0,-1 0 0,1 0 0,0 0 0,1 0 0,-1-1 0,1 1 0,1-1 0,0 0 0,-3-13 0,2-3 0,1 0 0,1 0 0,1 0 0,1-1 0,4-24 0,-4 40 0,1 1 0,0 0 0,0 0 0,1 0 0,0 0 0,0 0 0,1 0 0,-1 1 0,2 0 0,-1-1 0,8-7 0,1 1 0,0 1 0,1 0 0,29-20 0,28-23 0,-31 24 0,-32 24 0,0 1 0,0 0 0,13-7 0,208-134 0,-226 145-151,-1 1-1,1-1 0,0 1 0,0-1 1,-1 0-1,0 0 0,1 0 1,1-3-1,4-10-6674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51.7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30 111 24575,'-1'0'0,"-1"1"0,1-1 0,0 1 0,0 0 0,0-1 0,0 1 0,0 0 0,0-1 0,0 1 0,0 0 0,0 0 0,0 0 0,0 0 0,0 0 0,0 0 0,1 0 0,-1 0 0,1 1 0,-1-1 0,1 0 0,-1 0 0,1 0 0,-1 1 0,1-1 0,0 0 0,0 0 0,0 3 0,-5 41 0,4-40 0,0 9 0,0-3 0,0 0 0,1 0 0,1 0 0,-1 0 0,3 12 0,-2-20 0,0-1 0,0 1 0,-1-1 0,1 1 0,1-1 0,-1 1 0,0-1 0,1 0 0,-1 0 0,1 1 0,0-1 0,-1 0 0,1 0 0,0-1 0,0 1 0,0 0 0,1-1 0,-1 1 0,0-1 0,1 0 0,-1 0 0,1 0 0,-1 0 0,1 0 0,-1 0 0,4 0 0,1 0 0,0 0 0,0-1 0,0 1 0,1-1 0,-1-1 0,0 0 0,0 0 0,0 0 0,0-1 0,-1 1 0,1-2 0,0 1 0,-1-1 0,11-6 0,-7 3 0,-1 0 0,0-1 0,0-1 0,-1 1 0,0-1 0,0-1 0,-1 1 0,11-17 0,-14 17 0,0-1 0,-1 0 0,0 0 0,0 0 0,-1 0 0,0-1 0,0 1 0,-1-1 0,-1 1 0,0-1 0,0 1 0,0-1 0,-1 1 0,-1-1 0,-4-14 0,4 21 0,0-1 0,0 1 0,0 0 0,-1 0 0,0 1 0,1-1 0,-1 0 0,0 1 0,0 0 0,0 0 0,-1 0 0,1 0 0,0 0 0,-1 0 0,0 1 0,1 0 0,-5-1 0,-12-4 0,-38-5 0,43 9 0,107 1-1365,-67 1-5461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1:52.0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0 158 24575,'1'8'0,"0"1"0,0 0 0,1-1 0,6 17 0,4 24 0,-11-28 0,1 3 0,-2-40 0,0 3 0,1-1 0,0 1 0,1 0 0,0 0 0,1 0 0,0 0 0,1 0 0,1 1 0,0 0 0,1 0 0,0 0 0,0 0 0,1 1 0,1 0 0,0 1 0,1-1 0,0 2 0,0-1 0,1 1 0,12-9 0,-12 13-17,0-1 1,1 1-1,18-5 0,-9 2-1281,-3 2-5528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2:31.5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137 1 24575,'-2'1'0,"0"-1"0,0 1 0,1 0 0,-1 0 0,0 0 0,1 0 0,-1 1 0,1-1 0,-1 0 0,1 0 0,0 1 0,0-1 0,0 1 0,-1 0 0,1-1 0,1 1 0,-3 2 0,-13 33 0,0 20 0,13-43 0,0 1 0,-1-1 0,-1-1 0,0 1 0,-1-1 0,0 0 0,-12 18 0,18-31 0,0 1 0,0-1 0,-1 0 0,1 1 0,0-1 0,-1 1 0,1-1 0,0 1 0,-1-1 0,1 0 0,-1 1 0,1-1 0,0 0 0,-1 1 0,1-1 0,-1 0 0,1 0 0,-1 0 0,1 1 0,-1-1 0,1 0 0,-1 0 0,1 0 0,-1 0 0,1 0 0,-1 0 0,1 0 0,-1 0 0,1 0 0,-1 0 0,0 0 0,-8-15 0,5-24 0,4 31 0,1 0 0,0 1 0,0-1 0,1 0 0,0 1 0,0 0 0,0-1 0,1 1 0,1 0 0,-1 0 0,1 1 0,0-1 0,0 1 0,1-1 0,0 2 0,0-1 0,1 0 0,-1 1 0,1 0 0,0 0 0,1 1 0,-1 0 0,1 0 0,0 0 0,0 1 0,0 0 0,0 0 0,0 1 0,1 0 0,-1 0 0,1 1 0,-1 0 0,1 0 0,0 1 0,10 0 0,-12 1 0,0 1 0,-1-1 0,1 1 0,-1 0 0,1 1 0,-1-1 0,0 1 0,0 0 0,0 1 0,0-1 0,-1 1 0,1 0 0,-1 0 0,0 0 0,0 0 0,0 1 0,-1 0 0,0 0 0,0 0 0,0 0 0,0 0 0,-1 1 0,0-1 0,0 1 0,0-1 0,1 10 0,-1 53 0,-2-88 0,0 8 0,0 0 0,0 0 0,3-13 0,-2 20 0,0 1 0,0 0 0,0 0 0,1-1 0,-1 1 0,1 0 0,0 0 0,0 1 0,1-1 0,-1 0 0,1 1 0,0-1 0,5-4 0,41-26 0,-45 32 0,0-1 0,0 1 0,0 0 0,0 1 0,0-1 0,0 1 0,1 0 0,-1 0 0,0 0 0,1 0 0,4 1 0,-8 0 0,1 1 0,-1 0 0,0-1 0,1 1 0,-1 0 0,0-1 0,0 1 0,0 0 0,1 0 0,-1 0 0,0 0 0,0 0 0,0 1 0,-1-1 0,1 0 0,0 0 0,0 1 0,-1-1 0,1 0 0,-1 1 0,1-1 0,-1 0 0,1 1 0,-1-1 0,0 1 0,0-1 0,1 2 0,1 47 0,-2-42 0,-3 46 0,1-29 0,1 0 0,3 40 0,-1-59 0,-1-1 0,1 1 0,1-1 0,-1 1 0,1-1 0,0 0 0,0 0 0,0 0 0,1 0 0,-1 0 0,1 0 0,1-1 0,-1 1 0,0-1 0,1 0 0,0 0 0,5 3 0,-7-4 0,1-1 0,0-1 0,0 1 0,-1 0 0,1-1 0,0 1 0,1-1 0,-1 0 0,0 0 0,0 0 0,0-1 0,1 1 0,-1-1 0,0 1 0,0-1 0,1 0 0,-1 0 0,0-1 0,1 1 0,-1-1 0,0 0 0,0 1 0,4-3 0,-3 1 0,0-1 0,0 1 0,0-1 0,0 0 0,-1 0 0,1-1 0,-1 1 0,0-1 0,0 0 0,0 0 0,0 0 0,-1 0 0,1 0 0,-1 0 0,2-6 0,3-12 0,-1 0 0,5-31 0,-3 14 0,-5 25 0,0 0 0,-1 0 0,0 0 0,-1 0 0,-1 0 0,0 0 0,-1 0 0,-4-21 0,5 34 0,0 1 0,0-1 0,0 1 0,0-1 0,0 1 0,0-1 0,0 1 0,-1-1 0,1 1 0,0-1 0,0 1 0,0-1 0,-1 1 0,1-1 0,0 1 0,-1 0 0,1-1 0,0 1 0,-1-1 0,1 1 0,0 0 0,-1-1 0,1 1 0,-1 0 0,1 0 0,-1-1 0,1 1 0,-1 0 0,1 0 0,-1-1 0,-6 15 0,0 25 0,6-30 0,1 0 0,-1-1 0,2 1 0,-1 0 0,1 0 0,1-1 0,-1 1 0,1-1 0,1 1 0,0-1 0,0 0 0,0 0 0,1 0 0,0 0 0,1-1 0,0 0 0,0 0 0,0 0 0,1 0 0,0-1 0,10 8 0,-10-8 0,0-1 0,0 0 0,1-1 0,-1 1 0,1-1 0,12 5 0,-18-8 0,1 0 0,0-1 0,-1 1 0,1-1 0,-1 0 0,1 1 0,0-1 0,-1 0 0,1 0 0,0 0 0,-1 0 0,1 0 0,0 0 0,-1-1 0,1 1 0,0 0 0,-1-1 0,1 1 0,-1-1 0,1 0 0,-1 0 0,1 1 0,-1-1 0,1 0 0,-1 0 0,0 0 0,1 0 0,-1-1 0,0 1 0,0 0 0,0-1 0,0 1 0,0 0 0,0-1 0,-1 1 0,1-1 0,1-2 0,0-3 0,0 1 0,-1-1 0,0 1 0,0-1 0,0-11 0,-1 14 0,0-1 0,1 0 0,-1 1 0,1-1 0,0 1 0,0-1 0,0 0 0,0 1 0,1 0 0,0-1 0,0 1 0,3-5 0,-4 9 0,-1-1 0,0 1 0,1-1 0,-1 1 0,1-1 0,-1 1 0,1-1 0,0 1 0,-1 0 0,1-1 0,-1 1 0,1 0 0,0-1 0,-1 1 0,1 0 0,0 0 0,-1 0 0,1 0 0,0-1 0,-1 1 0,1 0 0,0 0 0,-1 0 0,1 1 0,0-1 0,-1 0 0,1 0 0,0 0 0,-1 0 0,2 1 0,19 17 0,7 30 0,-26-45 0,-1 0 0,1 1 0,-1-1 0,1 1 0,-1-1 0,-1 1 0,1 0 0,0-1 0,-1 1 0,0 0 0,0-1 0,0 1 0,0 0 0,-1 5 0,0-9 0,1 0 0,0 0 0,0 0 0,-1 0 0,1 0 0,0-1 0,0 1 0,-1 0 0,1 0 0,0 0 0,-1 0 0,1 0 0,0 0 0,0-1 0,0 1 0,-1 0 0,1 0 0,0 0 0,0 0 0,0-1 0,-1 1 0,1 0 0,0 0 0,0-1 0,0 1 0,0 0 0,0 0 0,-1-1 0,1 1 0,0 0 0,0 0 0,0-1 0,0 1 0,0 0 0,0-1 0,0 1 0,0 0 0,0 0 0,0-1 0,0 1 0,0 0 0,0-1 0,0 1 0,-4-17 0,-5-76 0,9 83 0,0 0 0,1 0 0,0 0 0,0 0 0,1 0 0,1 0 0,4-12 0,-5 19 0,0-1 0,1 1 0,-1 0 0,1 0 0,-1 0 0,1 1 0,0-1 0,1 1 0,-1-1 0,0 1 0,1 0 0,-1 0 0,1 1 0,-1-1 0,1 1 0,0-1 0,0 1 0,0 1 0,-1-1 0,1 0 0,0 1 0,5 0 0,3-1 0,0 1 0,0 0 0,0 1 0,0 0 0,0 1 0,15 4 0,29 17-1365,-32-11-5461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2:31.8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54 24575,'3'0'0,"1"-1"0,-1 0 0,1 0 0,-1 0 0,1 0 0,-1-1 0,3-1 0,21-8 0,24 5 0,-1 2 0,101 6 0,-49 0 0,-25 0 0,91-5 0,-56-20-1365,-91 20-5461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2:32.0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24575,'0'5'0,"5"1"0,5 0 0,7-2 0,4 0 0,4-2 0,2-1 0,1-1 0,1 0 0,-1 0 0,1 0 0,-1 0 0,0 0 0,-1-1 0,0 1 0,-4-4 0,-7-3-8191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2:32.3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 1 24575,'11'0'0,"0"1"0,-1 1 0,1 0 0,0 0 0,0 1 0,-1 0 0,18 8 0,4 6 0,30 19 0,-28-15 0,-24-14 0,-1 0 0,-1 1 0,1 0 0,-1 0 0,-1 1 0,12 16 0,15 17 0,-24-32 0,0 1 0,-1 0 0,0 0 0,-1 1 0,12 22 0,-18-30 0,-1 1 0,1 0 0,-1-1 0,1 1 0,-1 0 0,-1 0 0,1 0 0,-1 0 0,0 0 0,0 0 0,0 0 0,-1-1 0,0 1 0,0 0 0,0 0 0,0 0 0,-1-1 0,1 1 0,-1 0 0,-4 5 0,1-2 0,0 0 0,-1 0 0,0-1 0,0 0 0,0 0 0,-1 0 0,-12 9 0,-2-1 0,-33 16 0,30-18 0,-28 21 0,43-28 0,-1 0 0,-1-1 0,1 0 0,-1-1 0,1 0 0,-1-1 0,-1 0 0,-12 1 0,7 0 0,-1 0 0,-18 8 0,-7 5-1365,24-12-5461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2:33.5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462 140 24575,'1'-8'0,"-1"-1"0,-1 0 0,1 0 0,-2 0 0,-2-12 0,3 17 0,-1 1 0,0-1 0,0 1 0,0-1 0,0 1 0,-1 0 0,1 0 0,-1 0 0,0 1 0,1-1 0,-1 0 0,-1 1 0,1 0 0,-6-4 0,0 2 0,1 0 0,-1 0 0,0 1 0,0 0 0,0 0 0,-1 1 0,1 1 0,-15-2 0,-82 4 0,56 1 0,44-2 0,1 0 0,0 1 0,-1 0 0,1 0 0,0 0 0,0 0 0,0 1 0,0 0 0,0 0 0,0 0 0,0 1 0,0 0 0,1-1 0,0 2 0,-1-1 0,1 0 0,0 1 0,1 0 0,-1 0 0,1 0 0,-1 0 0,1 1 0,1-1 0,-1 1 0,0 0 0,1 0 0,-2 5 0,-4 9 0,0 0 0,1 0 0,1 1 0,-5 30 0,10-43 0,1-1 0,-1 0 0,2 0 0,-1 1 0,0-1 0,1 0 0,1 0 0,-1 0 0,1 0 0,0 0 0,0 0 0,0 0 0,1 0 0,0-1 0,0 0 0,0 1 0,1-1 0,0 0 0,6 6 0,102 85 0,-1 0 0,-97-80 0,-1 1 0,-1 1 0,11 19 0,-18-29 0,-3-4 0,1 0 0,-1 0 0,0 1 0,-1-1 0,1 0 0,-1 1 0,0-1 0,0 1 0,0 0 0,0-1 0,-1 1 0,0 0 0,0 7 0,-1-9 0,1-1 0,-1 0 0,0 1 0,0-1 0,0 0 0,0 0 0,0 0 0,0 0 0,-1 0 0,1 0 0,-1 0 0,1 0 0,-1 0 0,0 0 0,1-1 0,-1 1 0,0-1 0,0 0 0,0 1 0,-1-1 0,1 0 0,0 0 0,0 0 0,0 0 0,-1-1 0,1 1 0,-4 0 0,-21 2 0,0-1 0,0-1 0,-48-4 0,8 0 0,61 3 0,-1-1 0,0 1 0,1-1 0,-1-1 0,1 1 0,-10-4 0,15 4 0,0 1 0,0 0 0,0-1 0,0 1 0,1-1 0,-1 0 0,0 1 0,0-1 0,0 0 0,1 1 0,-1-1 0,0 0 0,1 0 0,-1 0 0,0 0 0,1 1 0,-1-1 0,1 0 0,-1-2 0,1 2 0,0-1 0,0 1 0,0 0 0,1-1 0,-1 1 0,0 0 0,1-1 0,-1 1 0,1 0 0,-1-1 0,1 1 0,0 0 0,-1 0 0,1 0 0,0 0 0,0 0 0,0 0 0,0 0 0,2-2 0,6-4-170,0 0-1,1 1 0,0 0 1,0 1-1,1 0 0,-1 0 1,14-3-1,-4 2-6655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2:33.8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 0 24575,'2'1'0,"-1"-1"0,0 1 0,0-1 0,0 1 0,0-1 0,0 1 0,0 0 0,1 0 0,-1-1 0,-1 1 0,1 0 0,0 0 0,0 0 0,0 0 0,0 0 0,-1 0 0,1 1 0,0-1 0,-1 0 0,1 0 0,-1 0 0,0 0 0,1 1 0,-1-1 0,0 0 0,0 1 0,1 1 0,4 42 0,-5-40 0,2 202 0,-4-109 0,2-91 24,0-1 0,0 1 0,-1-1 0,-2 12 0,2-16-107,0 0 1,0 0-1,0 0 1,0 0-1,0 0 1,0 0-1,0 0 1,-1 0-1,1 0 1,0-1-1,-1 1 1,0 0-1,1-1 1,-1 0-1,0 1 1,0-1-1,-3 2 1,-11 3-6744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2:34.0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26 24575,'4'0'0,"-1"-1"0,1 0 0,-1 0 0,1 0 0,-1 0 0,7-4 0,17-6 0,-10 9 0,0 0 0,0 1 0,0 1 0,0 1 0,0 0 0,0 1 0,0 1 0,19 5 0,-16-4-120,-13-2 162,-1-1 1,1 1-1,0 0 0,0 0 0,9 6 0,-14-7-121,1 1 1,-1 0-1,0-1 0,0 1 0,0 0 0,0 0 0,-1 0 0,1 1 1,0-1-1,-1 0 0,0 1 0,1-1 0,-1 1 0,0-1 0,0 1 1,-1 0-1,1-1 0,0 4 0,2 14-6747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2:34.2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51 24575,'357'0'0,"-331"-2"0,-1 0 0,37-9 0,-34 6 0,49-4 0,-54 8-341,-1-1 0,1-1-1,28-8 1,-32 7-6485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2:34.6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24575,'683'0'-1365,"-659"0"-5461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2:35.2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114 145 24575,'0'490'0,"0"-478"0,-1 1 0,0-1 0,-1 0 0,0 1 0,-1-1 0,0-1 0,-1 1 0,0 0 0,-1-1 0,0 0 0,-13 19 0,18-29 0,-1 0 0,1-1 0,0 1 0,-1 0 0,1-1 0,-1 1 0,0-1 0,1 1 0,-1-1 0,1 1 0,-1-1 0,0 1 0,1-1 0,-1 1 0,0-1 0,0 0 0,1 1 0,-1-1 0,0 0 0,0 0 0,1 0 0,-1 0 0,0 1 0,0-1 0,0 0 0,1 0 0,-1-1 0,0 1 0,0 0 0,1 0 0,-2 0 0,0-2 0,1 1 0,-1 0 0,1 0 0,-1 0 0,1-1 0,0 1 0,0-1 0,0 1 0,-1-1 0,1 0 0,1 1 0,-2-4 0,-3-5 0,2 0 0,0 0 0,-4-18 0,2-30 0,1 0 0,7-79 0,0 25 0,-3 86 0,1-1 0,2 1 0,1 0 0,1 0 0,1 0 0,13-34 0,-13 49 0,0 0 0,2 1 0,-1 0 0,1 1 0,1-1 0,-1 1 0,2 1 0,-1 0 0,1 0 0,0 1 0,1 0 0,0 1 0,12-6 0,-12 8 0,1 1 0,0 0 0,0 0 0,0 1 0,0 1 0,0 0 0,0 1 0,22 1 0,-26 0 0,-1 0 0,1 0 0,-1 1 0,1 0 0,-1 0 0,0 1 0,1-1 0,-1 2 0,-1-1 0,1 1 0,0 0 0,-1 0 0,0 1 0,11 10 0,-3 1 0,65 83 0,-68-85 0,-2 1 0,0 1 0,-1-1 0,-1 1 0,7 20 0,-14-36 0,9 27 0,-2 0 0,0 1 0,3 38 0,-9-60 0,0 1 0,-1-1 0,0 0 0,0 1 0,-1-1 0,0 0 0,0 0 0,0 1 0,-1-1 0,0 0 0,0 0 0,0 0 0,-1-1 0,0 1 0,0-1 0,0 1 0,-1-1 0,1 0 0,-1 0 0,-1-1 0,-7 8 0,1-6 0,0 0 0,-1 0 0,0-1 0,0-1 0,-1 0 0,-20 4 0,-23 8 0,26-5-227,1-2-1,-2-2 1,1 0-1,-1-2 1,-48 2-1,55-7-6598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2:35.6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60 24575,'164'-14'0,"-110"7"0,58 0 0,-72 7 0,0-2 0,71-12 0,-56 6-18,-1 3 0,1 3 0,60 4 0,-22 0-1275,-81-2-5533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2:36.0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72 24575,'438'0'0,"-414"-1"0,-1-2 0,34-7 0,30-3 0,-73 12-170,-1-1-1,1 0 0,-1-1 1,0 0-1,0-2 0,-1 1 1,24-13-1,-21 9-6655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2:36.2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297 1 24575,'28'0'0,"0"1"0,0 1 0,38 7 0,-57-7 0,0 1 0,-1 0 0,1 0 0,-1 0 0,0 1 0,0 0 0,0 1 0,-1 0 0,1 0 0,-1 1 0,0-1 0,-1 2 0,1-1 0,9 13 0,-13-14 0,0-1 0,0 1 0,0 0 0,-1 0 0,1 0 0,-1 0 0,0 1 0,-1-1 0,1 0 0,-1 1 0,0-1 0,-1 1 0,1-1 0,-1 1 0,0 0 0,0-1 0,-1 1 0,0-1 0,0 1 0,-2 5 0,0-1 0,-1-1 0,-1 1 0,0-1 0,0-1 0,-1 1 0,0-1 0,0 0 0,-1 0 0,0-1 0,-8 8 0,-35 31 0,-1-3 0,-93 61 0,96-74-108,-53 30 342,88-54-447,1 0 0,-2-1 0,1-1 0,0 0 0,-1 0 0,-16 1 0,9-3-6613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2:36.7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1 24575,'0'26'0,"-1"1"0,-2-1 0,-9 40 0,5-19 0,2-1 0,2 1 0,5 87 0,0-33 0,-2-47-1365,0-30-5461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2:36.9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24575,'0'0'-8191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2:37.1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213 1 24575,'0'574'0,"0"-563"0,0-1 0,-1 0 0,-1 1 0,1-1 0,-2 0 0,0 0 0,0 0 0,0 0 0,-1 0 0,-8 13 0,9-18 0,0 0 0,-1-1 0,0 1 0,0-1 0,0 1 0,0-1 0,0-1 0,-1 1 0,0-1 0,0 1 0,0-1 0,0 0 0,0-1 0,-1 0 0,1 1 0,-1-2 0,1 1 0,-1-1 0,-11 2 0,-35-1-1365,29-3-5461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2:38.1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1 306 24575,'5'-1'0,"0"0"0,0 0 0,0-1 0,-1 0 0,9-4 0,6-2 0,5 0 0,0 1 0,1 1 0,-1 1 0,1 1 0,43 0 0,2 5 0,-33 1 0,-1-2 0,1-1 0,57-10 0,15-11 0,-41 10 0,83-26 0,-36-12 0,-113 49 0,0 0 0,1 0 0,-1 0 0,0 0 0,0 0 0,0-1 0,0 1 0,0-1 0,0 0 0,0 1 0,0-1 0,-1 0 0,1 0 0,-1 0 0,1 0 0,-1 0 0,0-1 0,2-2 0,-3 4 0,0-1 0,0 1 0,1-1 0,-1 1 0,0 0 0,0-1 0,0 1 0,-1-1 0,1 1 0,0-1 0,0 1 0,-1-1 0,1 1 0,-1 0 0,0-1 0,1 1 0,-1 0 0,0-1 0,0 1 0,1 0 0,-1 0 0,0 0 0,0 0 0,0 0 0,-1 0 0,1 0 0,0 0 0,0 0 0,0 1 0,-1-1 0,1 0 0,-2 0 0,-16-8 0,-1 2 0,0 0 0,0 1 0,-1 1 0,1 1 0,-1 1 0,0 0 0,0 2 0,0 0 0,0 2 0,0 0 0,0 1 0,0 2 0,1 0 0,-22 7 0,37-9 0,-1 1 0,1 0 0,0 0 0,-1 0 0,2 0 0,-1 1 0,0 0 0,1 0 0,-1 0 0,1 1 0,0-1 0,1 1 0,-1 0 0,1 0 0,0 0 0,0 1 0,-4 10 0,1 1 0,1-1 0,0 1 0,1 0 0,1 0 0,-1 19 0,4-26 0,1 0 0,-1 0 0,2 0 0,0 0 0,0 0 0,0 0 0,2 0 0,-1-1 0,1 0 0,0 0 0,1 0 0,0 0 0,0 0 0,1-1 0,0 0 0,1 0 0,0-1 0,0 0 0,0 0 0,17 11 0,-18-14 0,1-1 0,0 0 0,0 0 0,0-1 0,0 1 0,0-1 0,0-1 0,1 0 0,13 1 0,10-1 0,33-4 0,-18 1 0,-19 2 0,-13 1 0,0-1 0,28-5 0,-38 5 0,0-1 0,0 0 0,0 0 0,-1-1 0,1 1 0,0-1 0,-1 0 0,1 0 0,-1 0 0,0 0 0,1-1 0,-1 1 0,0-1 0,-1 0 0,4-4 0,-2 1 0,1-1 0,-2 0 0,1 0 0,-1-1 0,0 1 0,-1-1 0,0 1 0,2-12 0,8-25 0,-12 44 0,0-1 0,0 1 0,0 0 0,0-1 0,0 1 0,1-1 0,-1 1 0,0 0 0,0-1 0,0 1 0,0 0 0,1-1 0,-1 1 0,0 0 0,0-1 0,1 1 0,-1 0 0,0-1 0,0 1 0,1 0 0,-1 0 0,0-1 0,1 1 0,-1 0 0,0 0 0,1 0 0,-1 0 0,1-1 0,-1 1 0,0 0 0,1 0 0,0 0 0,7 12 0,5 31 0,-10-33 0,-2-7 0,8 37 0,-8-38 0,-1 0 0,0 0 0,1 0 0,-1 0 0,0 1 0,0-1 0,-1 0 0,1 0 0,0 0 0,-1 0 0,1 0 0,-1 0 0,0 0 0,0 0 0,-1 3 0,2-5 0,-1 0 0,1 0 0,0 0 0,-1 0 0,1 0 0,0 0 0,-1 0 0,1 0 0,0 0 0,-1 0 0,1 0 0,0 0 0,-1 0 0,1-1 0,0 1 0,0 0 0,-1 0 0,1 0 0,0-1 0,0 1 0,-1 0 0,1 0 0,0 0 0,0-1 0,-1 1 0,1 0 0,0 0 0,0-1 0,0 1 0,0 0 0,0-1 0,-1 1 0,1 0 0,0-1 0,0 1 0,0 0 0,0-1 0,0 1 0,0 0 0,0-1 0,0 1 0,0 0 0,0 0 0,0-1 0,1 0 0,-6-17 0,-3-64 0,8 72 0,0 1 0,0-1 0,1 1 0,0-1 0,1 1 0,3-14 0,-3 20 0,0 0 0,-1 0 0,1 1 0,0-1 0,1 1 0,-1-1 0,0 1 0,1 0 0,-1 0 0,1 0 0,0 0 0,-1 0 0,1 1 0,0-1 0,0 1 0,0 0 0,0 0 0,0 0 0,1 0 0,-1 0 0,0 1 0,0-1 0,7 1 0,6-1 0,0 1 0,0 1 0,22 3 0,-32-3 0,-1 0 0,0 1 0,0 0 0,1 0 0,-1 0 0,0 0 0,-1 1 0,1 0 0,0 0 0,-1 0 0,1 1 0,-1-1 0,0 1 0,-1 0 0,1 0 0,0 1 0,-1-1 0,0 1 0,3 5 0,1 5 0,1 0 0,-2 1 0,0 0 0,7 33 0,-12-47 0,0 1 0,0-1 0,-1 1 0,1 0 0,-1 0 0,0-1 0,1 1 0,-1 0 0,-1-1 0,1 1 0,0 0 0,-1 0 0,1-1 0,-1 1 0,0 0 0,0-1 0,-1 3 0,1-5 0,1 0 0,0 0 0,-1 0 0,1 0 0,0 0 0,-1 0 0,1 0 0,-1 0 0,1 0 0,0 0 0,-1 0 0,1-1 0,0 1 0,-1 0 0,1 0 0,0-1 0,0 1 0,-1 0 0,1 0 0,0-1 0,-1 1 0,1 0 0,0 0 0,0-1 0,0 1 0,-1 0 0,1-1 0,0 1 0,0-1 0,0 1 0,0 0 0,0-1 0,0 1 0,0 0 0,0-1 0,0 1 0,0-1 0,0 1 0,0 0 0,0-1 0,-4-19 0,2 8 0,0 0 0,1 0 0,1 0 0,0 0 0,2-12 0,-2 21 0,0 0 0,1 0 0,0 1 0,0-1 0,0 0 0,0 1 0,0-1 0,0 1 0,1-1 0,-1 1 0,1 0 0,-1-1 0,1 1 0,0 0 0,0 0 0,0 0 0,0 0 0,1 1 0,-1-1 0,0 1 0,1-1 0,-1 1 0,1 0 0,-1 0 0,1 0 0,0 0 0,4-1 0,1 0 0,1 1 0,-1 0 0,1 0 0,-1 0 0,1 2 0,0-1 0,-1 1 0,1 0 0,0 0 0,11 5 0,-16-5 0,0 0 0,-1 1 0,1 0 0,-1 0 0,0 0 0,1 0 0,-1 0 0,0 1 0,0-1 0,-1 1 0,1 0 0,0 0 0,-1 0 0,0 0 0,0 0 0,0 1 0,0-1 0,0 1 0,-1-1 0,1 1 0,-1-1 0,0 1 0,0 0 0,0 0 0,0 4 0,1 41 40,-2-35-391,1 1 0,0-1-1,4 20 1,1-16-6475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2:38.5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204 1 24575,'2'58'0,"-1"-33"0,0 1 0,-2-1 0,-1 1 0,-1-1 0,-6 26 0,-17 73 0,17-74 0,6-24 0,-1 42 0,4-53 0,0 0 0,-1 1 0,-1-1 0,0 0 0,-1 0 0,-1 0 0,0 0 0,-8 18 0,-6 5 0,-17 55 0,-5 12 0,18-46-1365,14-43-5461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2:38.8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429 30 24575,'-1'-2'0,"1"1"0,-1 0 0,1 0 0,-1 0 0,0-1 0,1 1 0,-1 0 0,0 0 0,0 0 0,1 0 0,-1 0 0,0 1 0,0-1 0,0 0 0,0 0 0,-1 1 0,1-1 0,0 0 0,0 1 0,0-1 0,0 1 0,-1-1 0,1 1 0,0 0 0,0 0 0,-1-1 0,-1 1 0,-42-5 0,40 5 0,-22-2 0,-1 1 0,1 2 0,-31 4 0,47-3 0,0 0 0,-1 1 0,1 0 0,1 1 0,-1 1 0,1-1 0,-1 2 0,1-1 0,1 1 0,-12 10 0,12-8 0,0 0 0,0 1 0,1 0 0,0 0 0,0 1 0,1 0 0,-9 17 0,15-24 0,0 0 0,-1 0 0,1 0 0,0 0 0,1 1 0,-1-1 0,0 0 0,1 0 0,0 1 0,0-1 0,0 0 0,0 1 0,1 5 0,0-6 0,0-1 0,0 1 0,1-1 0,-1 0 0,1 0 0,-1 1 0,1-1 0,-1 0 0,1 0 0,0 0 0,0-1 0,0 1 0,0 0 0,0-1 0,1 0 0,-1 1 0,0-1 0,1 0 0,-1 0 0,4 1 0,5 1 0,1 0 0,0 0 0,0-1 0,0-1 0,0 0 0,13 0 0,73-9 0,-88 7-170,-1-1-1,1 0 0,-1 0 1,1-1-1,-1-1 0,0 1 1,9-6-1,-4-1-6655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2:38.9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24575,'0'5'0,"0"6"0,0 6 0,0 4 0,0 4 0,0-7 0,0-12 0,5-6 0,1-8 0,0-8 0,-1 0-8191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2:39.2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50 1 24575,'2'31'0,"10"61"0,-6-59 0,3 56 0,-9-63 0,1 0 0,1 0 0,1 0 0,2 0 0,12 40 0,-9-36 0,0 1 0,-3 1 0,0-1 0,-2 1 0,-1 0 0,-2 0 0,-5 45 0,4-71-49,-1-1 1,1 1-1,-1-1 0,0 0 0,0 1 1,-1-1-1,1 0 0,-1-1 0,0 1 1,-1 0-1,1-1 0,-1 0 0,0 1 1,0-1-1,0-1 0,0 1 0,-1-1 1,1 0-1,-1 0 0,0 0 0,0 0 1,0-1-1,0 0 0,-1 0 0,1 0 0,-1-1 1,-7 1-1,-8 2-6777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2:39.4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60 24575,'13'-2'0,"0"0"0,0 0 0,0-1 0,-1-1 0,18-7 0,11-3 0,-13 8 0,-1 0 0,1 2 0,40-1 0,89 7 0,-52 0 0,-79-2-1365,-2 0-5461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2:40.1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1 108 24575,'11'0'0,"5"0"0,0 0 0,0-1 0,0-1 0,18-4 0,-31 6 0,-1 0 0,1-1 0,-1 0 0,0 1 0,1-1 0,-1 0 0,0 0 0,0 0 0,0-1 0,1 1 0,-1 0 0,-1-1 0,1 1 0,0-1 0,0 0 0,0 1 0,-1-1 0,1 0 0,-1 0 0,0 0 0,1 0 0,-1-1 0,0 1 0,0 0 0,-1 0 0,1-1 0,0 1 0,-1-1 0,1 1 0,-1 0 0,0-1 0,0 1 0,0-1 0,0 1 0,0-3 0,0 3 0,-1 0 0,1 1 0,-1-1 0,1 0 0,-1 1 0,1-1 0,-1 1 0,0-1 0,0 1 0,1 0 0,-1-1 0,0 1 0,0 0 0,-1-1 0,1 1 0,0 0 0,0 0 0,0 0 0,-1 0 0,1 0 0,-1 0 0,1 1 0,-1-1 0,1 0 0,-1 1 0,1-1 0,-1 1 0,1-1 0,-1 1 0,0 0 0,1 0 0,-1 0 0,0 0 0,-2 0 0,1 0 0,0 0 0,0 1 0,0-1 0,0 1 0,0 0 0,0 0 0,0 0 0,0 0 0,1 0 0,-1 1 0,0-1 0,1 1 0,-1 0 0,1 0 0,-1 0 0,1 0 0,-3 4 0,-1 1 0,2 2 0,-1-1 0,1 0 0,0 1 0,1 0 0,0 0 0,0 0 0,1 0 0,0 0 0,1 1 0,0-1 0,0 17 0,1-23 0,0 1 0,0 0 0,1 0 0,0 0 0,-1-1 0,1 1 0,0 0 0,1-1 0,-1 1 0,1-1 0,0 1 0,0-1 0,0 0 0,0 0 0,0 0 0,0 0 0,1 0 0,0 0 0,0-1 0,-1 1 0,2-1 0,-1 0 0,0 0 0,0 0 0,1 0 0,-1-1 0,0 1 0,1-1 0,0 0 0,-1 0 0,1 0 0,0 0 0,5 0 0,10 1 0,1-1 0,-1 0 0,1-1 0,-1-2 0,1 0 0,-1-1 0,0 0 0,30-11 0,-46 13 0,0-1 0,0 0 0,1-1 0,-1 1 0,-1 0 0,1-1 0,0 0 0,-1 1 0,1-1 0,-1 0 0,0 0 0,0 0 0,0-1 0,0 1 0,-1 0 0,1-1 0,-1 1 0,0-1 0,0 0 0,0 1 0,0-7 0,0 4 0,0 0 0,1 1 0,0-1 0,0 0 0,1 1 0,-1 0 0,6-8 0,-8 13 0,0-1 0,0 1 0,1-1 0,-1 1 0,0-1 0,1 1 0,-1-1 0,0 1 0,1 0 0,-1-1 0,1 1 0,-1 0 0,1-1 0,-1 1 0,1 0 0,-1-1 0,1 1 0,-1 0 0,1 0 0,-1 0 0,1 0 0,-1-1 0,1 1 0,-1 0 0,1 0 0,0 0 0,-1 0 0,1 0 0,0 0 0,7 14 0,-7-9 0,0 0 0,0-1 0,-1 1 0,0 0 0,0-1 0,0 6 0,-6 1 0,1-13 0,-2-19 0,6 17 0,1-1 0,1 1 0,-1-1 0,1 1 0,-1-1 0,1 1 0,1-1 0,-1 1 0,1 0 0,-1 0 0,1 0 0,0 0 0,1 0 0,-1 0 0,1 0 0,0 1 0,0-1 0,0 1 0,0 0 0,0 0 0,1 0 0,-1 0 0,1 0 0,0 1 0,0 0 0,0 0 0,0 0 0,0 0 0,0 0 0,1 1 0,8-2 0,-6 2 0,1-1 0,0 1 0,0 0 0,-1 1 0,1 0 0,0 0 0,0 1 0,-1 0 0,1 0 0,0 1 0,-1 0 0,0 0 0,1 1 0,-1 0 0,0 0 0,0 1 0,0 0 0,6 5 0,-3 0 0,-2 0 0,1 0 0,-1 1 0,8 13 0,10 11 0,-26-34-1,0 0-1,0 1 1,0-1 0,0 0-1,0 0 1,0 0-1,0 0 1,0 0 0,0 1-1,1-1 1,-1 0-1,0 0 1,0 0-1,0 0 1,0 0 0,1 0-1,-1 1 1,0-1-1,0 0 1,0 0 0,0 0-1,1 0 1,-1 0-1,0 0 1,0 0 0,0 0-1,1 0 1,-1 0-1,0 0 1,0 0-1,0 0 1,0 0 0,1 0-1,-1 0 1,0 0-1,0 0 1,0 0 0,1 0-1,-1 0 1,0-1-1,0 1 1,0 0 0,0 0-1,0 0 1,1 0-1,2-11 151,-1-17-1334,-2 27 921,0-20-6562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2:40.5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196 0 24575,'0'575'0,"0"-560"0,-1 0 0,-1 0 0,-4 19 0,4-27 0,0 0 0,0-1 0,0 1 0,-1 0 0,0-1 0,0 0 0,-1 0 0,0 0 0,-4 6 0,-3 1 0,6-7 0,-1 0 0,0 0 0,1 0 0,-2-1 0,1 1 0,-10 5 0,14-10 0,0-1 0,0 1 0,1 0 0,-1-1 0,0 0 0,0 1 0,1-1 0,-1 0 0,0 0 0,0 0 0,0 0 0,0 0 0,1 0 0,-1 0 0,0-1 0,0 1 0,1-1 0,-1 1 0,0-1 0,0 0 0,1 0 0,-1 0 0,1 0 0,-1 0 0,1 0 0,-1 0 0,1 0 0,0 0 0,-1-1 0,1 1 0,0-1 0,0 1 0,0-1 0,0 1 0,-1-3 0,-2-4 0,-1 0 0,1 0 0,1-1 0,-1 0 0,1 0 0,1 0 0,0 0 0,0 0 0,0-10 0,1 13 0,0 1 0,1-1 0,0 0 0,0 1 0,0-1 0,1 1 0,0-1 0,0 0 0,1 1 0,-1-1 0,1 1 0,0 0 0,0 0 0,1 0 0,0 0 0,3-5 0,-1 5 0,0 1 0,0 1 0,0-1 0,0 1 0,1 0 0,-1 0 0,1 0 0,0 1 0,0 0 0,8-3 0,3 1 0,-1 1 0,29-2 0,135 5 0,21-1 0,-113-19-1365,-68 16-5461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28.0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192 1 24575,'2'97'0,"-5"108"0,-1-175 0,-1-1 0,-12 37 0,9-36 0,-10 60 0,11-39-90,-14 51 0,12-64-2,1 0 0,2 1 0,-1 48-1,4-35 93,-2 0 0,-19 78 0,2-9 0,10-60 0,7-38 0,1-1 0,-2 36 0,7 149 549,-1-854-1172,2 624 623,0 0 0,11-42 0,-3 12 0,2 1 0,-7 34 0,-1 0 0,2-31 0,-2 17 0,0 0 0,3 0 0,10-31 0,5-26 0,-15 68 78,0-1 0,2 1 0,1 1 0,0 0 0,1 0-1,2 1 1,26-33 0,-31 43-78,1 0 0,0 1 0,0 0 0,1 1 0,0 0 0,0 0 0,0 1 0,1 1 0,0 0 0,0 0 0,1 1 0,-1 0 0,1 1 0,21-3 0,13 0 0,0 3 0,72 3 0,-61 1 0,-53-1 0,0 0 0,0 0 0,0 0 0,0 1 0,0-1 0,-1 1 0,1 0 0,0 0 0,0 0 0,0 1 0,-1-1 0,1 1 0,-1 0 0,6 4 0,-7-3 0,1-1 0,-1 1 0,0 0 0,0 0 0,0 0 0,-1 1 0,1-1 0,-1 0 0,0 1 0,0-1 0,0 1 0,0-1 0,0 1 0,-1-1 0,1 1 0,-1 5 0,0-2 0,1 1 0,-2 0 0,1-1 0,-1 1 0,0-1 0,0 1 0,-1-1 0,-4 11 0,4-13 0,0-1 0,0 0 0,-1 0 0,0 0 0,0 0 0,0 0 0,0-1 0,-1 1 0,1-1 0,-1 0 0,0 0 0,0 0 0,0-1 0,-7 4 0,-11 6 0,0-2 0,-1 0 0,0-1 0,-44 10 0,-27 5 0,-11 2 0,30-20-1365,52-5-5461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30.2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304 56 24575,'0'-3'0,"0"1"0,0 0 0,0 0 0,-1 0 0,1 0 0,0 0 0,-1 0 0,0 0 0,1 0 0,-1 0 0,0 0 0,0 0 0,0 0 0,0 1 0,0-1 0,-1 0 0,1 1 0,0-1 0,-1 1 0,0-1 0,1 1 0,-4-3 0,1 2 0,0 1 0,0-1 0,0 1 0,0 0 0,0 0 0,0 0 0,0 0 0,0 1 0,0-1 0,-1 1 0,-4 1 0,1-1 0,0 1 0,0 0 0,0 1 0,0 0 0,1 0 0,-1 0 0,1 1 0,-1 1 0,1-1 0,0 1 0,0 0 0,-8 7 0,3 2 0,0 1 0,1 0 0,1 1 0,1 0 0,0 0 0,0 1 0,2 0 0,0 0 0,1 1 0,1 0 0,0 0 0,-3 29 0,1 14 0,3 1 0,5 82 0,1-48 0,-1-78 0,0-1 0,1 0 0,1 1 0,0-1 0,1 0 0,1-1 0,0 1 0,1-1 0,1 0 0,0 0 0,1-1 0,1 0 0,0 0 0,1-1 0,12 12 0,6 9-16,-24-28-107,0 0 1,1-1-1,-1 1 1,1-1-1,0 0 0,1-1 1,-1 1-1,1-1 0,0 0 1,10 5-1,3-3-6703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30.6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 1 24575,'-2'0'0,"0"0"0,0 0 0,0 0 0,0 1 0,0-1 0,1 1 0,-1-1 0,0 1 0,0 0 0,0-1 0,1 1 0,-1 0 0,0 0 0,1 1 0,-1-1 0,1 0 0,-1 0 0,1 1 0,-3 2 0,2 0 0,-1-1 0,1 1 0,0 0 0,0 0 0,1 0 0,-1 0 0,1 1 0,-1 7 0,0-1 0,1 0 0,1 0 0,0 0 0,0 0 0,1 0 0,4 18 0,-1-19 0,0 0 0,0 0 0,2-1 0,-1 1 0,1-1 0,0 0 0,1-1 0,0 0 0,0 0 0,1 0 0,15 11 0,-9-7 0,-1 1 0,20 25 0,-21-24 0,0-1 0,1 0 0,0-1 0,16 12 0,23 20 0,-38-31 0,-10-11 0,0 1 0,0 0 0,0 1 0,-1-1 0,0 1 0,0-1 0,0 1 0,0 0 0,0 0 0,-1 0 0,1 1 0,2 7 0,-5-11 0,0 0 0,-1 0 0,1 0 0,0 0 0,-1 0 0,1-1 0,-1 1 0,1 0 0,-1 0 0,1 0 0,-1 0 0,1-1 0,-1 1 0,0 0 0,1-1 0,-1 1 0,0 0 0,0-1 0,0 1 0,1-1 0,-1 1 0,0-1 0,0 0 0,0 1 0,0-1 0,0 0 0,0 0 0,0 1 0,-1-1 0,-33 4 0,31-4 0,-158 0 103,71-2-1571,68 2-5358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30.9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1 183 24575,'5'0'0,"1"0"0,0 0 0,-1-1 0,1 0 0,-1 0 0,1 0 0,-1-1 0,1 0 0,-1 0 0,0 0 0,0-1 0,0 1 0,0-1 0,0 0 0,-1-1 0,1 1 0,3-5 0,-4 3 0,1-1 0,-1 0 0,0 0 0,-1 0 0,0 0 0,0 0 0,0-1 0,0 1 0,-1-1 0,0 0 0,-1 1 0,0-1 0,1-11 0,-1-18 0,-1 27 0,0 26 0,-1 341 0,0-350-136,1-1-1,1 0 1,-1 0-1,2 1 1,-1-1-1,0 0 1,1 0-1,1 0 0,4 11 1,-2-12-6690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31.3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138 0 24575,'-1'1'0,"0"-1"0,0 0 0,-1 1 0,1 0 0,0-1 0,0 1 0,0 0 0,0 0 0,0-1 0,0 1 0,0 0 0,0 0 0,0 0 0,0 0 0,0 0 0,1 0 0,-1 0 0,0 1 0,1-1 0,-1 1 0,-12 30 0,11-29 0,-4 18 0,1 0 0,1 0 0,1 0 0,-2 40 0,-3 25 0,-1-2 0,3 0 0,5 90 0,2-88 0,-2-66 0,-1 0 0,-9 37 0,6-35 0,1 0 0,-1 26 0,4 4 0,1-6 0,-2-1 0,-11 59 0,7-61-324,1-1 0,4 79-1,1-110-67,0 13-6434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31.9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170 2 24575,'-24'-1'0,"13"1"0,0-1 0,1 2 0,-17 2 0,24-3 0,0 1 0,0 0 0,0 0 0,0 0 0,0 1 0,0-1 0,0 0 0,0 1 0,1 0 0,-1 0 0,1 0 0,-1 0 0,1 0 0,0 0 0,0 1 0,-2 2 0,-2 5 0,1 0 0,0 0 0,0 0 0,1 1 0,1-1 0,0 1 0,0 0 0,1 0 0,1 0 0,-1 14 0,1 13 0,7 64 0,-5-95 0,1 0 0,0 0 0,1 0 0,-1 0 0,1-1 0,1 1 0,-1-1 0,1 0 0,0 0 0,1 0 0,-1 0 0,1-1 0,0 1 0,1-1 0,7 6 0,-9-8 0,0 1 0,1-1 0,-1 0 0,1 0 0,0-1 0,-1 1 0,1-1 0,0 0 0,0 0 0,1-1 0,-1 1 0,0-1 0,0-1 0,1 1 0,-1-1 0,0 1 0,1-2 0,-1 1 0,1 0 0,-1-1 0,8-2 0,-9 1 0,-1 0 0,0 0 0,0 0 0,0 0 0,0-1 0,-1 1 0,1-1 0,-1 0 0,1 0 0,-1 0 0,0 0 0,0 0 0,3-6 0,20-51 0,-17 37 0,-4 10 0,0 0 0,-1-1 0,0 0 0,-1 0 0,0-26 0,-4 369 0,2-203 0,2-102-126,0-1-1,8 34 1,3 30-166,-9-52 184,1 0 1,13 43 0,-9-45-5,-2 1 0,5 51 0,-9-33 112,10 61 0,-7-68 410,-2 1 0,-3 70 0,-2-146-356,-11-50 0,-3-47-63,15 45-1356,0 58-5461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32.3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134 1 24575,'4'1'0,"0"1"0,-1 0 0,1 0 0,-1 0 0,1 1 0,-1-1 0,0 1 0,0-1 0,0 1 0,0 0 0,2 4 0,5 3 0,74 59 0,21 18 0,-27-3-572,-61-70 556,-2 2-1,0-1 1,-1 2 0,0 0-1,-1 1 1,18 34 0,-8-5 187,33 95 1,-48-114-115,-1 0 0,-2 1 1,0-1-1,-2 1 0,0 30 0,-3-36-57,0 20 0,-8 60 0,6-88 0,-1 0 0,-1 0 0,0 0 0,-1 0 0,-1-1 0,0 0 0,-13 21 0,-4-3 0,-1 0 0,-54 52 0,-23 8-627,53-50 430,21-19-29,-41 24 0,-6 6-328,51-36 313,-1 0 0,0-2 0,-2-1 0,-35 15 0,38-20-4915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41.2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157 1 24575,'1'0'0,"1"1"0,-1-1 0,0 1 0,0-1 0,0 1 0,0 0 0,0-1 0,0 1 0,0 0 0,0 0 0,0 0 0,0 0 0,0 0 0,0 0 0,-1 0 0,1 0 0,0 0 0,-1 0 0,1 0 0,-1 1 0,1-1 0,-1 0 0,0 0 0,1 0 0,-1 1 0,0-1 0,0 2 0,5 42 0,-4-40 0,1 363 0,-4-190 0,1-160 0,-1 1 0,0-1 0,-6 19 0,-5 41 0,9-45 0,-1-1 0,-14 46 0,9-42 0,-7 57 0,16-78 0,-1 1 0,-1-1 0,-1 1 0,-10 26 0,8-86 0,7-703 0,0 733 0,1 0 0,0 0 0,0 0 0,2 0 0,0 1 0,10-25 0,-3 13 0,1 1 0,26-38 0,-37 60 0,1-1 0,0 1 0,-1 0 0,1-1 0,0 1 0,0 0 0,0 0 0,0 0 0,0 0 0,0 1 0,1-1 0,-1 0 0,1 1 0,-1 0 0,1 0 0,0-1 0,-1 2 0,1-1 0,0 0 0,0 0 0,-1 1 0,1 0 0,0-1 0,0 1 0,0 0 0,0 0 0,0 1 0,-1-1 0,1 1 0,0-1 0,0 1 0,0 0 0,3 2 0,1 0 0,-1 1 0,1 1 0,-1-1 0,0 1 0,0 1 0,-1-1 0,1 1 0,-1-1 0,-1 2 0,1-1 0,4 8 0,-3-4 0,0 0 0,1 0 0,-2 1 0,1 0 0,-2 0 0,8 23 0,-12-32 0,0 0 0,1 1 0,-1-1 0,0 0 0,0 1 0,0-1 0,0 1 0,-1-1 0,1 0 0,-1 1 0,1-1 0,-1 0 0,0 0 0,0 1 0,0-1 0,0 0 0,0 0 0,-1 0 0,1 0 0,-1 0 0,1 0 0,-1-1 0,1 1 0,-1 0 0,0-1 0,0 0 0,0 1 0,0-1 0,0 0 0,0 0 0,0 0 0,-1 0 0,1 0 0,0 0 0,0-1 0,-1 1 0,-2-1 0,-51 13 0,35-10 0,0 2 0,-37 14 0,-56 30 0,69-24 0,41-22-1365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41.6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330 1 24575,'-6'0'0,"0"0"0,-1 0 0,1 1 0,0 0 0,0 0 0,0 1 0,-1 0 0,2 0 0,-1 0 0,0 1 0,0-1 0,-9 7 0,7-2 0,1 0 0,-1 0 0,1 1 0,1-1 0,-1 1 0,1 1 0,-5 9 0,-8 11 0,10-15 0,0 1 0,0 0 0,-11 29 0,19-41 0,-15 43 0,1 1 0,-12 71 0,2 6 0,16-83 0,0 2 0,3-1 0,-1 48 0,7-62 0,1 1 0,1-1 0,1 0 0,14 55 0,-15-78-76,0-1 1,0 1-1,1-1 0,-1 0 0,1 1 0,0-1 0,0 0 0,0-1 1,1 1-1,-1-1 0,1 1 0,0-1 0,0 0 0,0 0 1,0-1-1,1 1 0,8 2 0,4 1-6750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43.8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333 31 24575,'15'0'0,"-10"1"0,-1 0 0,0-1 0,0 0 0,0 0 0,0 0 0,1-1 0,-1 1 0,0-1 0,0 0 0,0 0 0,0 0 0,0-1 0,0 1 0,6-4 0,-10 4 0,0 1 0,0 0 0,0 0 0,0-1 0,0 1 0,0 0 0,0-1 0,0 1 0,0 0 0,0-1 0,0 1 0,0 0 0,0 0 0,0-1 0,0 1 0,0 0 0,0-1 0,0 1 0,0 0 0,0-1 0,0 1 0,0 0 0,-1 0 0,1-1 0,0 1 0,0 0 0,0 0 0,0-1 0,-1 1 0,1 0 0,0 0 0,0 0 0,-1-1 0,1 1 0,0 0 0,0 0 0,-1 0 0,1 0 0,0 0 0,-1-1 0,1 1 0,0 0 0,0 0 0,-1 0 0,1 0 0,0 0 0,-1 0 0,1 0 0,0 0 0,-1 0 0,-17-4 0,-38 0 0,-102 3 0,67 4 0,87-4 0,-1 1 0,1 0 0,0 1 0,0-1 0,0 1 0,0 0 0,0 0 0,0 0 0,1 0 0,-1 1 0,0 0 0,0-1 0,1 2 0,-5 2 0,6-3 0,0 0 0,0 1 0,0-1 0,0 1 0,1 0 0,-1-1 0,1 1 0,-1 0 0,1 0 0,0 0 0,0 0 0,0 0 0,1 0 0,-1 0 0,1 1 0,0-1 0,-1 0 0,1 0 0,1 4 0,0 0 0,1 0 0,-1 0 0,1 0 0,1 0 0,-1 0 0,1 0 0,0-1 0,1 1 0,0-1 0,0 0 0,0 0 0,1 0 0,-1-1 0,1 1 0,7 4 0,12 12 0,53 35 0,-72-53 0,20 12 0,36 28 0,-60-43 4,0 0 0,0 0 0,1 0 0,-1 1 0,0-1 0,0 0 0,0 0 0,0 1 0,-1-1 0,1 1 0,0-1 0,-1 1 0,1-1 0,0 1 0,-1-1 0,0 1 0,1-1 0,-1 1 0,0 0 0,0-1 0,0 1 0,0 0 0,0-1 0,0 1 0,-1-1 0,1 1 0,0 0 0,-1-1 0,0 3 0,-1-2-91,1 1-1,-1-1 1,1 0 0,-1 0-1,0 0 1,0 0 0,0 0-1,0 0 1,-1-1-1,1 1 1,0-1 0,-1 1-1,1-1 1,-1 0 0,1 0-1,-5 1 1,-12 3-6739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44.7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159 144 24575,'11'-1'0,"-9"1"0,1-1 0,-1 1 0,1 0 0,-1 0 0,1 0 0,-1 0 0,1 0 0,-1 0 0,1 1 0,-1 0 0,0-1 0,1 1 0,-1 0 0,4 2 0,-6-3 0,1 0 0,-1 1 0,0-1 0,0 1 0,0-1 0,0 0 0,0 1 0,0-1 0,0 0 0,0 1 0,-1-1 0,1 0 0,0 1 0,0-1 0,0 1 0,0-1 0,0 0 0,0 1 0,-1-1 0,1 0 0,0 0 0,0 1 0,-1-1 0,1 0 0,0 1 0,0-1 0,-1 0 0,1 0 0,0 0 0,-1 1 0,1-1 0,0 0 0,-1 0 0,1 0 0,0 0 0,-1 0 0,1 1 0,0-1 0,-1 0 0,0 0 0,-16 5 0,13-4 0,0-1 0,0 1 0,0-1 0,0 0 0,0 0 0,0 0 0,1 0 0,-1-1 0,0 0 0,0 1 0,0-2 0,0 1 0,1 0 0,-1-1 0,1 1 0,-1-1 0,1 0 0,-1 0 0,1-1 0,0 1 0,0-1 0,0 1 0,0-1 0,-2-4 0,3 5 0,1-1 0,0 1 0,-1-1 0,1 1 0,0-1 0,0 0 0,1 1 0,-1-1 0,1 0 0,-1 0 0,1 0 0,0 1 0,0-1 0,0 0 0,0 0 0,1 0 0,-1 1 0,1-1 0,-1 0 0,1 0 0,0 1 0,0-1 0,0 1 0,1-1 0,-1 1 0,1-1 0,-1 1 0,1 0 0,0-1 0,0 1 0,0 0 0,0 0 0,0 1 0,3-3 0,2-1 0,1 0 0,-1 0 0,1 1 0,0 1 0,0-1 0,0 1 0,1 0 0,-1 1 0,1 0 0,-1 1 0,1-1 0,9 1 0,10 0 0,0 1 0,41 5 0,-64-4 0,1 0 0,-1 0 0,0 0 0,0 1 0,0-1 0,0 1 0,0 0 0,0 1 0,0-1 0,-1 1 0,1 0 0,-1 0 0,0 1 0,0-1 0,0 1 0,0 0 0,-1 0 0,0 0 0,0 0 0,0 1 0,4 6 0,-4-4 0,-1-1 0,1 1 0,-1 0 0,-1 0 0,1 0 0,-1 0 0,0 0 0,-1 0 0,0 0 0,0 0 0,0 0 0,-1 0 0,0 0 0,0 0 0,-4 11 0,3-12 0,-1-1 0,1 0 0,-1 0 0,0 0 0,0-1 0,-1 1 0,1-1 0,-1 1 0,0-1 0,0 0 0,0-1 0,-1 1 0,1-1 0,-1 0 0,0 0 0,-9 4 0,-7 2 0,0-1 0,-42 10 0,29-9 0,-20 8 0,24-7 0,-55 11 0,71-18 0,-1 0 0,1 0 0,-20 9 0,77-6 0,539-7 0,-574 1-341,1 0 0,-1-1-1,16-3 1,-6-2-6485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45.0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50 1 24575,'0'902'0,"-1"-889"-64,-1 1-1,0-1 0,0 0 1,-1 0-1,-1 0 0,0 0 1,-1 0-1,-6 11 0,3-6-718,1 0-6043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45.7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254 2 24575,'-61'-1'0,"-68"3"0,127-2 0,-1 0 0,1 0 0,-1 1 0,0 0 0,1-1 0,0 1 0,-1 0 0,1 0 0,-1 0 0,1 1 0,0-1 0,0 0 0,0 1 0,0 0 0,0-1 0,0 1 0,0 0 0,-1 2 0,0 0 0,1 0 0,0 0 0,0 1 0,0-1 0,0 0 0,1 1 0,-1-1 0,1 1 0,0 6 0,0 8 0,0 0 0,1 1 0,6 34 0,-5-51 0,-1 2 0,1 1 0,1-1 0,-1 1 0,1-1 0,0 0 0,0 0 0,0 0 0,1 0 0,-1 0 0,1 0 0,1-1 0,-1 1 0,0-1 0,1 0 0,0 0 0,0 0 0,1-1 0,-1 1 0,0-1 0,1 0 0,0 0 0,0-1 0,0 1 0,0-1 0,6 1 0,-4-1 0,0 0 0,0-1 0,0 0 0,1 0 0,-1-1 0,0 0 0,0 0 0,0-1 0,1 0 0,-1 0 0,0 0 0,0-1 0,0 0 0,-1-1 0,1 1 0,0-2 0,-1 1 0,0 0 0,6-5 0,-6 3 0,0 0 0,-1 0 0,0-1 0,0 1 0,0-1 0,0 0 0,-1-1 0,0 1 0,-1-1 0,5-9 0,1-9 0,10-43 0,1-1 0,-18 64 0,9-20 0,-11 25 0,0 0 0,0 0 0,0 0 0,0 0 0,0 0 0,0-1 0,0 1 0,0 0 0,0 0 0,0 0 0,0 0 0,0 0 0,0 0 0,1 0 0,-1 0 0,0 0 0,0 0 0,0 0 0,0 0 0,0 0 0,0 0 0,0 0 0,0 0 0,0 0 0,0 0 0,1 0 0,-1 0 0,0 0 0,0 0 0,0 0 0,0 0 0,0 0 0,0 0 0,0 0 0,0 0 0,0 0 0,0 0 0,1 0 0,-1 0 0,0 0 0,0 0 0,0 0 0,0 0 0,0 0 0,0 0 0,0 0 0,0 0 0,0 0 0,0 0 0,0 0 0,0 0 0,1 1 0,-1-1 0,0 0 0,0 0 0,0 0 0,0 0 0,0 0 0,0 0 0,0 0 0,0 0 0,0 1 0,2 16 0,-1 16 0,1 1 0,2-1 0,1 1 0,16 53 0,17 61 0,-28-79 0,-10-56 0,2 0 0,0 0 0,0-1 0,1 1 0,1 0 0,9 22 0,-7-20-114,0 0 1,-1 1-1,0-1 0,-2 1 0,0 0 1,0 0-1,-2 1 0,0-1 0,-1 0 1,0 1-1,-4 20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45.9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159 1 24575,'2'0'0,"0"0"0,-1 0 0,1 0 0,0 0 0,0 0 0,0 1 0,0-1 0,-1 0 0,1 1 0,0 0 0,0-1 0,-1 1 0,1 0 0,0 0 0,-1 0 0,1 0 0,-1 0 0,1 0 0,-1 1 0,0-1 0,1 0 0,0 2 0,-1 0 0,0-1 0,0 1 0,0-1 0,0 1 0,0-1 0,-1 1 0,0-1 0,1 1 0,-1 0 0,0-1 0,0 1 0,0 0 0,-1 4 0,-1 2 0,0-1 0,-1 1 0,0-1 0,0 0 0,-1 0 0,0 0 0,0 0 0,-8 10 0,7-12 12,1-1 0,-1-1 0,-1 1 0,1-1 0,0 0 0,-1 0 0,0 0 0,0-1 0,-11 5 0,-2-1-755,-40 8 1,36-10-6084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46.6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277 2 24575,'-70'-1'0,"-79"3"0,147-2 0,-1 0 0,1 1 0,-1-1 0,1 1 0,-1-1 0,1 1 0,-1 0 0,1 0 0,-1 0 0,1 0 0,0 1 0,0-1 0,0 1 0,0-1 0,0 1 0,0 0 0,0 0 0,0 0 0,0 0 0,1 0 0,-1 0 0,1 0 0,0 0 0,0 1 0,0-1 0,0 0 0,0 1 0,0-1 0,0 1 0,1-1 0,-1 5 0,0-1 0,1-1 0,0 1 0,0-1 0,1 1 0,0 0 0,0-1 0,0 1 0,0-1 0,1 1 0,0-1 0,0 0 0,0 0 0,6 9 0,6 5 0,0-1 0,23 23 0,92 103 0,-126-142 0,-1 0 0,0 0 0,0 0 0,0 0 0,0 1 0,0-1 0,-1 1 0,1-1 0,-1 1 0,0 0 0,0-1 0,0 1 0,0 0 0,0 0 0,0 0 0,-1 0 0,1 0 0,-1 0 0,0 0 0,0 0 0,0 0 0,0 0 0,-1 0 0,1 0 0,-1-1 0,0 1 0,-1 3 0,0-2 0,0-1 0,0 1 0,-1-1 0,1 0 0,-1 0 0,0 0 0,0 0 0,0-1 0,0 1 0,0-1 0,0 0 0,-1 0 0,1 0 0,-1 0 0,0 0 0,0-1 0,1 0 0,-1 0 0,-8 1 0,8-1 17,-1 0 0,0-1 1,0 1-1,0-1 0,0 0 0,-6-2 0,9 2-76,1 0-1,-1-1 1,1 1-1,0 0 1,-1-1 0,1 1-1,-1-1 1,1 0-1,0 0 1,-1 1 0,1-1-1,0 0 1,0 0-1,0 0 1,0 0 0,0 0-1,0 0 1,0-1-1,0 1 1,0 0 0,0 0-1,1-1 1,-1 1-1,0-2 1,-1-9-6767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47.0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0 126 24575,'2'-18'0,"0"-1"0,1 1 0,10-35 0,-8 35 0,-2 82 0,-4 301 0,1-357-341,0 0 0,-1 0-1,-3 17 1,-1-8-6485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47.2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0 121 24575,'0'-1'0,"1"0"0,-1 0 0,0 0 0,1 0 0,-1 0 0,1 0 0,0 0 0,-1 0 0,1 0 0,0 1 0,-1-1 0,1 0 0,0 0 0,0 0 0,0 1 0,0-1 0,-1 0 0,1 1 0,0-1 0,0 1 0,0-1 0,1 1 0,-1 0 0,0-1 0,0 1 0,0 0 0,2 0 0,38-7 0,-28 6 0,24-7 0,65-23 0,-77 21 0,0 2 0,1 0 0,1 2 0,-1 1 0,38-3 0,-15 4-1365,-31-2-5461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47.6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24575,'3'1'0,"-1"0"0,0 0 0,0 1 0,1-1 0,-1 1 0,0-1 0,0 1 0,-1 0 0,1 0 0,0 0 0,-1 0 0,3 3 0,8 9 0,24 15 0,87 78 0,50 44-35,25 24-970,-187-163 1060,0-1-1,0 1 1,-2 1 0,1 0 0,-2 0-1,0 1 1,0 0 0,-1 1 0,-1-1-1,0 1 1,-1 1 0,-1-1 0,0 0-1,-2 1 1,1 0 0,-2 0 0,0 0-1,-2 19 1,1-29-55,-2-1 0,1 0 0,0 0 0,-1 0 0,0-1 0,0 1 0,-1 0 0,1-1 0,-1 1 0,0-1 0,0 0 0,-1 0 0,1 0 0,-1 0 0,0-1 0,0 1 0,-7 4 0,-8 4 0,0-1 0,-40 17 0,18-9 0,-11 3-152,0-1 0,-2-3-1,-56 11 1,76-20-604,0 0-6070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50.5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29 24575,'876'0'0,"-848"-2"43,-1 0 0,31-8-1,-28 4-788,44-2-1,-51 8-6079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50.7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24575,'35'2'0,"62"11"0,11 0 0,7 1 0,-75-7 0,59 1 0,-61-7-86,-20 0-170,0-1 1,1 0-1,-1-1 0,29-6 0,-29 1-6570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50.9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80 0 24575,'18'1'0,"1"1"0,-1 1 0,0 0 0,1 1 0,-2 1 0,1 1 0,-1 0 0,1 1 0,24 15 0,10 10 0,74 59 0,-107-76 0,0 1 0,-1 1 0,-1 0 0,22 28 0,-33-37 0,0 1 0,0 0 0,-1 0 0,-1 1 0,1-1 0,-1 1 0,-1 0 0,0 0 0,0 0 0,-1 1 0,0-1 0,0 19 0,-3-25 0,1 1 0,-1-1 0,0 1 0,0-1 0,-1 1 0,1-1 0,-1 0 0,0 0 0,0 1 0,0-1 0,-1-1 0,1 1 0,-1 0 0,0-1 0,0 1 0,0-1 0,-1 0 0,1 0 0,-8 5 0,-9 4 0,0 0 0,-39 16 0,19-9 0,-5 6 0,-1-3 0,-1-2 0,0-2 0,-71 17 0,92-28-140,-40 16-1,46-15-943,-1-1-5742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52.2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0 133 24575,'1'3'0,"0"1"0,-1-1 0,1 1 0,1-1 0,-1 0 0,4 7 0,5 17 0,-6 1 0,0 35 0,-3-36 0,8 44 0,-4-44 0,34 186 0,-26-145 0,-8-45 0,-1 0 0,2 34 0,-5-27 0,-4 157 0,3-184 0,-1 0 0,0 0 0,0 0 0,0 0 0,0 0 0,0 0 0,0 0 0,-1-1 0,1 1 0,-1-1 0,-3 5 0,4-6 0,1-1 0,-1 1 0,1-1 0,-1 1 0,1-1 0,-1 0 0,1 1 0,-1-1 0,1 0 0,-1 1 0,0-1 0,1 0 0,-1 0 0,1 0 0,-1 1 0,0-1 0,1 0 0,-1 0 0,0 0 0,1 0 0,-1 0 0,0 0 0,0 0 0,0-1 0,0 0 0,0 1 0,0-1 0,0 0 0,0 1 0,1-1 0,-1 0 0,0 0 0,0 0 0,1 0 0,-1 0 0,0 0 0,1 0 0,-1 0 0,1 0 0,-1 0 0,1 0 0,-1-1 0,-3-16 0,0 0 0,1 0 0,1 0 0,0-1 0,2 1 0,0-1 0,3-20 0,0-13 0,-3-440 0,1 477 0,0 0 0,1 0 0,1 0 0,0 0 0,1 1 0,0-1 0,8-15 0,4-5 0,34-52 0,-47 82 0,1 0 0,0 0 0,0 0 0,0 0 0,1 0 0,-1 1 0,1 0 0,0 0 0,1 0 0,-1 1 0,1 0 0,7-4 0,-10 6 0,0 0 0,0 0 0,0 0 0,1 0 0,-1 1 0,0-1 0,1 1 0,-1 0 0,0 0 0,1 0 0,-1 0 0,0 1 0,1 0 0,-1-1 0,0 1 0,0 0 0,1 0 0,-1 1 0,0-1 0,0 1 0,0-1 0,-1 1 0,1 0 0,3 3 0,5 6 0,0 1 0,-1 1 0,0-1 0,-1 1 0,0 1 0,-2 0 0,1 0 0,-1 0 0,-1 1 0,-1 0 0,0 0 0,-1 1 0,-1-1 0,0 1 0,-1 0 0,-1 0 0,0 0 0,-3 29 0,1-41 0,1 0 0,-1 0 0,0 0 0,-1 0 0,1 0 0,-1 0 0,0 0 0,1-1 0,-2 1 0,1-1 0,0 1 0,-1-1 0,0 0 0,-4 5 0,-4 1 0,-1 1 0,-22 12 0,-10 9 0,44-31 0,-1 1 0,0 0 0,0-1 0,1 1 0,-1 0 0,0-1 0,1 1 0,-1 0 0,1 0 0,-1-1 0,1 1 0,-1 0 0,1 0 0,0 0 0,-1 0 0,1 0 0,0-1 0,0 1 0,0 0 0,0 0 0,-1 0 0,1 0 0,0 0 0,1 0 0,-1 0 0,0 0 0,0 0 0,0 0 0,0 0 0,1 0 0,-1-1 0,1 1 0,-1 0 0,0 0 0,1 0 0,-1-1 0,1 1 0,0 0 0,-1 0 0,1-1 0,0 1 0,-1 0 0,1-1 0,1 2 0,5 3 0,1 0 0,-1 0 0,1-1 0,9 4 0,4 3 0,0 4 0,0 0 0,-1 2 0,0 0 0,-1 1 0,26 34 0,-41-46 0,0 1 0,0-1 0,-1 1 0,0 0 0,-1 0 0,1 0 0,-1 0 0,-1 0 0,1 1 0,-1-1 0,-1 0 0,1 1 0,-2 13 0,1-17 0,-1 0 0,1 0 0,-1 0 0,0 1 0,0-1 0,0 0 0,-1-1 0,0 1 0,1 0 0,-1 0 0,-1-1 0,1 1 0,0-1 0,-1 1 0,0-1 0,1 0 0,-1 0 0,-1 0 0,1-1 0,0 1 0,-1-1 0,1 0 0,-1 0 0,0 0 0,-5 2 0,-12 2 0,14-4 0,0 0 0,0 0 0,0 0 0,1 1 0,-13 7 0,19-10 0,0 0 0,0-1 0,1 1 0,-1 0 0,0 0 0,0 0 0,0 0 0,0 0 0,0 0 0,1 0 0,-1 0 0,0 0 0,0 0 0,0 0 0,0 0 0,0 0 0,1 0 0,-1 0 0,0 1 0,0-1 0,0 0 0,0 0 0,0 0 0,1 0 0,-1 0 0,0 0 0,0 0 0,0 0 0,0 0 0,0 0 0,0 1 0,0-1 0,0 0 0,1 0 0,-1 0 0,0 0 0,0 0 0,0 0 0,0 1 0,0-1 0,0 0 0,0 0 0,0 0 0,0 0 0,0 0 0,0 1 0,0-1 0,0 0 0,0 0 0,0 0 0,0 0 0,0 0 0,0 1 0,0-1 0,0 0 0,0 0 0,0 0 0,0 0 0,-1 0 0,1 1 0,15-3 0,7-4 0,-1-2 0,31-14 0,-44 17 0,0 0 0,0 0 0,0-1 0,-1 0 0,1-1 0,-2 1 0,1-1 0,9-13 0,0-2 0,25-47 0,-36 59 0,-1 0 0,0-1 0,-1 1 0,0-1 0,-1 0 0,0 0 0,1-17 0,-2 8 0,-1 0 0,-3-24 0,2 38 0,0-1 0,0 1 0,-1-1 0,0 1 0,-1 0 0,1 0 0,-1 0 0,0 0 0,0 0 0,-7-7 0,10 13 0,0-1 0,0 1 0,-1-1 0,1 1 0,0 0 0,0-1 0,0 1 0,-1 0 0,1-1 0,0 1 0,-1 0 0,1-1 0,0 1 0,-1 0 0,1-1 0,0 1 0,-1 0 0,1 0 0,0 0 0,-1 0 0,1-1 0,-1 1 0,1 0 0,-1 0 0,1 0 0,0 0 0,-1 0 0,1 0 0,-1 0 0,1 0 0,-1 0 0,1 0 0,0 0 0,-1 0 0,1 0 0,-1 0 0,1 1 0,-1-1 0,0 0 0,-6 20 0,4 33 0,3-50 0,0 10 0,0 1 0,0-1 0,1 1 0,1-1 0,0 0 0,1 0 0,0 0 0,1 0 0,10 23 0,-9-28 0,-1 0 0,1 0 0,1-1 0,-1 1 0,1-1 0,0-1 0,1 1 0,0-1 0,0 0 0,0-1 0,0 0 0,1 0 0,0 0 0,0-1 0,12 4 0,-2-2 0,0-1 0,0-1 0,1 0 0,-1-2 0,1 0 0,28-1 0,-25 0 43,1 1 1,33 8-1,-31-5-791,41 3 1,-43-8-6079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52.6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335 28 24575,'-4'-3'0,"0"0"0,0 1 0,-1-1 0,1 1 0,-1 0 0,1 0 0,-1 0 0,0 0 0,0 1 0,0 0 0,0 0 0,-5 0 0,-66-2 0,54 3 0,13 0 0,0 1 0,-1-1 0,1 2 0,-1-1 0,1 1 0,0 1 0,0 0 0,0 0 0,-14 7 0,19-7 0,0-1 0,-1 1 0,1 0 0,0 0 0,0 1 0,1-1 0,-1 1 0,1 0 0,0 0 0,0 0 0,0 0 0,0 0 0,1 1 0,-1-1 0,1 1 0,1 0 0,-1 0 0,0 0 0,0 6 0,0 1 0,0 0 0,1-1 0,1 1 0,0 0 0,1 0 0,0 0 0,0-1 0,4 14 0,-4-21 0,1 0 0,-1 0 0,1 0 0,0 0 0,0-1 0,0 1 0,1 0 0,-1-1 0,1 0 0,0 1 0,0-1 0,0 0 0,0 0 0,0-1 0,1 1 0,-1-1 0,1 1 0,0-1 0,-1 0 0,1-1 0,0 1 0,0-1 0,1 1 0,-1-1 0,5 0 0,19 2 0,-1-1 0,1-1 0,51-6 0,-73 4 0,0 0 0,0-1 0,0 0 0,0 0 0,0 0 0,-1-1 0,1 0 0,-1 0 0,0 0 0,0-1 0,0 0 0,0 0 0,7-8 0,4-6 0,-1 0 0,15-24 0,-28 39 0,-2 3 0,0 1 0,0-1 0,0 0 0,0 1 0,0-1 0,0 0 0,0 1 0,1-1 0,-1 0 0,0 1 0,0-1 0,0 0 0,0 1 0,0-1 0,1 0 0,-1 0 0,0 1 0,0-1 0,0 0 0,1 1 0,-1-1 0,0 0 0,0 0 0,1 0 0,-1 1 0,0-1 0,1 0 0,-1 0 0,0 0 0,1 0 0,-1 0 0,0 1 0,1-1 0,-1 0 0,0 0 0,1 0 0,-1 0 0,0 0 0,1 0 0,-1 0 0,0 0 0,1 0 0,-1 0 0,0-1 0,1 1 0,-1 0 0,0 0 0,1 0 0,-1 0 0,0 0 0,1-1 0,-1 1 0,0 0 0,0 0 0,1 0 0,-1-1 0,0 1 0,0 0 0,1-1 0,-1 1 0,0 0 0,0 0 0,0-1 0,0 1 0,1 0 0,-1-1 0,0 0 0,5 41 0,-3-22 0,-1-13 8,1-1 0,-1 0 0,1 0 0,0 0 0,0 0 0,0-1 0,1 1 0,-1 0 0,1-1 0,0 0 0,0 0 0,0 0 0,0 0 0,5 3 0,-7-5-43,0 0 1,0 0-1,1 0 1,-1-1-1,1 1 1,-1-1-1,0 1 1,1-1-1,-1 1 1,1-1-1,-1 0 1,1 0-1,-1 0 0,1 0 1,0 0-1,-1 0 1,1 0-1,-1 0 1,1 0-1,-1-1 1,1 1-1,-1-1 1,0 1-1,1-1 1,-1 0-1,0 1 1,1-1-1,-1 0 0,0 0 1,0 0-1,1 0 1,-1 0-1,0 0 1,0 0-1,0 0 1,0-1-1,-1 1 1,1 0-1,0-1 1,0 1-1,-1 0 0,2-3 1,5-14-6792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53.3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0 106 24575,'1'10'0,"1"0"0,0 0 0,0 0 0,1-1 0,0 1 0,1 0 0,0-1 0,6 10 0,9 24 0,19 49 0,-41-112 0,1 0 0,1 0 0,2-28 0,-1 9 0,-1 35 0,1 0 0,0-1 0,1 1 0,-1-1 0,1 1 0,0 0 0,0-1 0,0 1 0,0 0 0,1 0 0,-1 0 0,1 0 0,4-6 0,-3 8 0,-1-1 0,1 1 0,-1 0 0,1 0 0,0 0 0,0 0 0,0 0 0,1 1 0,-1-1 0,0 1 0,0 0 0,1 0 0,-1 0 0,1 1 0,-1-1 0,1 1 0,5 0 0,-4-1 0,1 1 0,-1 1 0,0-1 0,0 1 0,0 0 0,0 0 0,0 1 0,0-1 0,0 1 0,0 0 0,-1 0 0,1 1 0,-1 0 0,1-1 0,-1 1 0,0 1 0,7 6 0,2 4 0,-1 1 0,0 1 0,15 26 0,7 9 0,32 50 0,-46-70 0,-19-30 0,0 0 0,0 0 0,-1 0 0,1 1 0,0-1 0,0 0 0,-1 1 0,1-1 0,-1 0 0,1 1 0,-1-1 0,0 1 0,1-1 0,-1 0 0,0 1 0,0-1 0,0 1 0,0-1 0,0 1 0,0-1 0,-1 1 0,1-1 0,0 1 0,-1-1 0,1 0 0,-1 1 0,0-1 0,1 0 0,-1 1 0,-1 0 0,0 0 0,0-1 0,1 0 0,-1 0 0,0 0 0,-1 0 0,1 0 0,0 0 0,0-1 0,0 1 0,0-1 0,-1 0 0,1 1 0,0-1 0,0 0 0,0 0 0,-1 0 0,1-1 0,0 1 0,0 0 0,-3-2 0,-1 1 0,-1-1 0,1-1 0,0 1 0,0-1 0,1 0 0,-1 0 0,0-1 0,1 0 0,0 0 0,0 0 0,0 0 0,0-1 0,1 0 0,0 0 0,0 0 0,0 0 0,1-1 0,-1 0 0,1 0 0,1 1 0,-1-2 0,1 1 0,0 0 0,-2-11 0,0-5 0,1 0 0,0-1 0,2 1 0,0-1 0,5-42 0,-2 56 0,0 0 0,0 0 0,1 0 0,0 0 0,0 0 0,1 1 0,0 0 0,0-1 0,1 2 0,0-1 0,10-10 0,-12 13 0,1 1 0,0 0 0,0 1 0,0-1 0,0 1 0,0 0 0,1 0 0,-1 0 0,1 0 0,0 1 0,0 0 0,0 0 0,0 0 0,0 1 0,1 0 0,-1 0 0,0 0 0,1 0 0,-1 1 0,11 0 0,-12 1 0,-1 0 0,0-1 0,0 1 0,1 0 0,-1 1 0,0-1 0,0 1 0,0-1 0,0 1 0,0 0 0,-1 0 0,1 0 0,0 0 0,-1 1 0,0-1 0,1 1 0,-1-1 0,0 1 0,3 5 0,1 4 0,-1 0 0,0 1 0,6 24 0,-8-25 0,0-1 0,1 1 0,10 20 0,8 4 0,-1 2 0,2 0 0,2-2 0,41 45 0,-43-53 0,-21-25 0,1 1 0,0 0 0,-1-1 0,1 1 0,1-1 0,-1 0 0,1 0 0,-1 0 0,1 0 0,0-1 0,0 0 0,0 0 0,0 0 0,0 0 0,0 0 0,1-1 0,6 2 0,-4-2 0,-1 0 0,0-1 0,0 1 0,1-1 0,-1-1 0,0 1 0,1-1 0,-1 0 0,0 0 0,0-1 0,0 0 0,0 0 0,0 0 0,9-6 0,-8 3 0,-1 0 0,1 0 0,-1-1 0,0 0 0,0-1 0,-1 1 0,1-1 0,-1 0 0,-1 0 0,6-12 0,5-9-682,37-51-1,-39 62-6143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55.0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222 86 24575,'0'-5'0,"0"1"0,0 0 0,-1-1 0,1 1 0,-1 0 0,0-1 0,0 1 0,0 0 0,-1 0 0,-2-5 0,3 7 0,-1 0 0,0 0 0,1 0 0,-1 0 0,0 0 0,0 0 0,-1 0 0,1 1 0,0-1 0,-1 1 0,1 0 0,-1 0 0,1 0 0,-1 0 0,1 0 0,-1 0 0,-4 0 0,-1-1 0,-1 0 0,0 1 0,1 0 0,-1 1 0,0 0 0,0 0 0,0 1 0,1 0 0,-17 4 0,21-4 0,1 0 0,-1 1 0,1 0 0,-1-1 0,1 1 0,0 1 0,-1-1 0,1 0 0,0 1 0,1-1 0,-1 1 0,0 0 0,1 0 0,0 0 0,-1 0 0,1 1 0,0-1 0,1 1 0,-1-1 0,1 1 0,-1-1 0,1 1 0,0 0 0,0 5 0,0 0 0,1 0 0,0 0 0,0 0 0,1-1 0,0 1 0,1 0 0,0-1 0,0 1 0,1-1 0,0 1 0,0-1 0,1 0 0,0 0 0,10 13 0,7 9 0,1-1 0,32 31 0,-46-52 0,147 149 0,-48-52 0,-106-104 0,0 0 0,0 0 0,0 0 0,0 0 0,0 0 0,0 1 0,0-1 0,0 0 0,0 0 0,-1 1 0,1-1 0,0 0 0,-1 1 0,1-1 0,-1 1 0,0-1 0,1 1 0,-1-1 0,0 1 0,0 1 0,0-2 0,-1 0 0,1 0 0,-1 0 0,1 0 0,-1 0 0,0-1 0,1 1 0,-1 0 0,0 0 0,0-1 0,0 1 0,1 0 0,-1-1 0,0 1 0,0-1 0,0 1 0,0-1 0,0 1 0,0-1 0,0 0 0,-1 1 0,-9 1 0,1 0 0,-1-1 0,1 0 0,-14 0 0,14-1 0,0 0 0,1-1 0,-1 1 0,0-2 0,1 0 0,-15-4 0,22 5 0,-1 0 0,1 0 0,0 0 0,0 0 0,0 0 0,0-1 0,1 1 0,-1-1 0,0 1 0,0-1 0,1 0 0,-1 1 0,1-1 0,0 0 0,-1 0 0,1 0 0,0 0 0,0 0 0,0-1 0,1 1 0,-1 0 0,0 0 0,1-1 0,0 1 0,-1 0 0,1-1 0,0 1 0,0 0 0,0-1 0,0 1 0,1 0 0,-1-1 0,2-1 0,-2 0 0,2 0 0,-1 0 0,0 1 0,1-1 0,-1 1 0,1-1 0,0 1 0,0 0 0,1-1 0,-1 1 0,1 0 0,-1 0 0,4-2 0,45-32 0,-5 5 0,-35 22 0,0 0 0,0-1 0,-1 0 0,0-1 0,-1 0 0,0 0 0,-1-1 0,0 0 0,8-20 0,-6 5 0,-1 5 0,-1 1 0,-2-1 0,6-33 0,-14 76 0,1 0 0,0 0 0,4 29 0,-2-41 0,0 0 0,1 1 0,0-1 0,0 0 0,1 0 0,0 0 0,0-1 0,1 1 0,0-1 0,0 1 0,1-1 0,7 9 0,22 26 0,-27-32 0,1 0 0,0-1 0,1 1 0,0-2 0,11 10 0,-12-12-170,0 0-1,1-1 0,-1 0 1,1 0-1,1 0 0,-1-1 1,11 3-1,1-3-6655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55.7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350 58 24575,'0'-2'0,"-1"0"0,0 0 0,0 1 0,0-1 0,0 0 0,0 1 0,0-1 0,-1 1 0,1 0 0,0-1 0,-1 1 0,1 0 0,-1 0 0,1 0 0,-1 0 0,0 0 0,-2-2 0,-33-13 0,27 12 0,-1 1 0,0 1 0,0-1 0,0 2 0,-1 0 0,1 0 0,-17 2 0,22-1 0,1 1 0,-1 0 0,1 0 0,-1 0 0,0 1 0,1 0 0,0 0 0,0 1 0,-1-1 0,1 1 0,1 0 0,-1 0 0,0 1 0,1-1 0,0 1 0,-5 5 0,1 0 0,0 0 0,1 0 0,0 0 0,1 1 0,-1 0 0,2 0 0,0 1 0,0 0 0,1-1 0,-4 16 0,1 2 0,3-14 0,1-1 0,0 1 0,1 0 0,-1 26 0,3-37 0,0 0 0,1 0 0,-1-1 0,0 1 0,1 0 0,0 0 0,0-1 0,0 1 0,0 0 0,0-1 0,0 1 0,0-1 0,1 0 0,0 1 0,-1-1 0,1 0 0,0 0 0,0 0 0,0 0 0,0 0 0,0 0 0,1-1 0,-1 1 0,0-1 0,1 0 0,-1 1 0,1-1 0,0 0 0,-1 0 0,4 0 0,20 3 0,-1-2 0,1 0 0,0-2 0,0 0 0,35-7 0,-53 7 0,0-1 0,0 0 0,0 0 0,0-1 0,-1 0 0,1-1 0,-1 0 0,1 0 0,-1 0 0,0-1 0,0 0 0,-1 0 0,1-1 0,-1 0 0,0 0 0,0-1 0,-1 1 0,1-1 0,-1 0 0,0-1 0,-1 1 0,0-1 0,6-12 0,-4 4 0,11-24 0,-13 39 0,-1 7 0,-2 10 0,-1-9 0,1-1 0,0 1 0,0 0 0,0-1 0,1 1 0,4 9 0,-5-14 0,1 1 0,0-1 0,0 0 0,0 0 0,0 0 0,0 0 0,1 0 0,-1 0 0,1-1 0,0 1 0,0-1 0,0 0 0,0 1 0,0-2 0,5 3 0,7 3 0,0-1 0,1-1 0,0-1 0,0 0 0,0-1 0,23 1 0,-6-2 0,0-2 0,39-5 0,-67 4 0,1 0 0,-1 0 0,0 0 0,0-1 0,1 0 0,-1 0 0,0 0 0,-1-1 0,1 0 0,0 0 0,-1 0 0,1 0 0,-1-1 0,0 1 0,0-1 0,-1 0 0,1-1 0,-1 1 0,0 0 0,0-1 0,0 0 0,-1 0 0,1 0 0,2-9 0,-2 6 0,-1-1 0,0 1 0,-1 0 0,0-1 0,0 1 0,0-1 0,-1 1 0,-1-1 0,1 1 0,-1-1 0,-1 1 0,0 0 0,0-1 0,0 1 0,-6-11 0,8 18 0,-1-1 0,1 1 0,-1-1 0,0 1 0,1 0 0,-1-1 0,0 1 0,0 0 0,0 0 0,0-1 0,0 1 0,0 0 0,0 0 0,0 0 0,-1 0 0,1 0 0,0 1 0,-1-1 0,1 0 0,0 1 0,-1-1 0,1 1 0,-1-1 0,1 1 0,-2-1 0,1 2 0,0-1 0,0 1 0,0-1 0,0 1 0,0 0 0,1 0 0,-1 0 0,0 0 0,1 0 0,-1 0 0,0 0 0,1 0 0,0 1 0,-1-1 0,1 1 0,-2 2 0,-3 4 0,1-1 0,1 1 0,-1 0 0,1 1 0,1-1 0,-1 1 0,-2 12 0,-3 59 0,9-71 0,0-1 0,0 1 0,1 0 0,0-1 0,0 1 0,1-1 0,3 9 0,-4-14 0,1 0 0,0-1 0,-1 1 0,1-1 0,0 1 0,0-1 0,1 0 0,-1 0 0,0 0 0,1 0 0,-1 0 0,1-1 0,-1 1 0,1-1 0,0 0 0,0 1 0,0-1 0,0 0 0,0-1 0,0 1 0,0-1 0,0 1 0,0-1 0,0 0 0,0 0 0,0 0 0,0 0 0,0-1 0,5 0 0,2-1 0,0 0 0,0-1 0,0 0 0,-1 0 0,1-1 0,-1 0 0,15-10 0,-15 9-273,-2-1 0,1-1 0,-1 1 0,11-13 0,-8 5-6553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3:56.2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24575,'1'64'0,"15"107"0,-11-139 0,18 96 0,-16-87 0,-3 0 0,-1 0 0,-2 0 0,-4 45 0,1 7 0,2 2 0,0-57 0,0-30 0,0-11 0,-1-5 0,1 0 0,1 0 0,-1 0 0,1 0 0,1 1 0,0-1 0,4-12 0,-4 16 0,0 0 0,1 0 0,-1 0 0,1 1 0,0-1 0,0 1 0,0 0 0,0 0 0,1 0 0,-1 0 0,1 1 0,0-1 0,-1 1 0,1 0 0,7-2 0,-8 2 0,0 1 0,0-1 0,0 1 0,0 0 0,1 0 0,-1 1 0,0-1 0,0 1 0,1-1 0,-1 1 0,0 0 0,1 0 0,-1 0 0,0 1 0,1-1 0,-1 1 0,0 0 0,0 0 0,0 0 0,0 0 0,0 1 0,6 2 0,-4 0 0,-1 1 0,1 0 0,-1 0 0,1 0 0,-1 0 0,-1 0 0,1 1 0,-1 0 0,0 0 0,4 10 0,-1 2 0,-1 0 0,-1 0 0,0 0 0,-2 0 0,0 1 0,0 18 0,1 7 0,-3-40 0,0 0 0,1 0 0,0 0 0,0 0 0,0 0 0,0 0 0,1 0 0,-1 0 0,1-1 0,0 1 0,0 0 0,0-1 0,1 0 0,-1 0 0,1 1 0,3 2 0,-5-6 0,0 1 0,0 0 0,0 0 0,0-1 0,1 1 0,-1-1 0,0 1 0,0-1 0,0 0 0,1 1 0,-1-1 0,0 0 0,0 0 0,1 0 0,-1 0 0,0 0 0,0 0 0,1 0 0,-1 0 0,2-1 0,0 0 0,-1-1 0,0 1 0,0 0 0,1-1 0,-1 0 0,0 1 0,0-1 0,-1 0 0,1 0 0,0 0 0,-1 0 0,1 0 0,2-5 0,1-2 0,-1-2 0,1 1 0,-2-1 0,4-12 0,11-30 0,9-14 0,-21 50 0,0 1 0,1 0 0,0 1 0,1-1 0,12-15 0,10-12 0,-19 26 0,1 0 0,15-16 0,-14 19-1365,-3 1-5461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4:00.7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1 116 24575,'1'8'0,"0"1"0,0-1 0,1 0 0,0 1 0,4 8 0,7 33 0,-10-9 0,-4 48 0,3 28 0,10-47 0,-7-51 0,3 40 0,-6-17 0,-1-9 0,1 0 0,10 51 0,16 50 0,-25-122 0,2 10 0,-3-23 0,-1-14 0,-1-17 0,-1 0 0,-2 0 0,-10-48 0,-4-24 0,5 27 0,-26-115 0,26 121 0,7 44 0,0 0 0,2 0 0,1 0 0,2-40 0,2 56 0,1 0 0,0 0 0,1 0 0,0 1 0,1-1 0,0 1 0,0 1 0,1-1 0,1 1 0,-1-1 0,1 2 0,14-14 0,-16 19 0,1 0 0,-1 0 0,1 0 0,0 0 0,-1 1 0,1 0 0,0 0 0,1 1 0,-1-1 0,0 1 0,0 1 0,1-1 0,-1 1 0,9 1 0,-10-1 0,0 0 0,0 1 0,0 0 0,0 0 0,-1 0 0,1 0 0,0 1 0,0-1 0,-1 1 0,1 1 0,-1-1 0,0 1 0,1-1 0,-1 1 0,-1 0 0,1 1 0,0-1 0,4 6 0,-3 0 0,0-1 0,0 1 0,-1 1 0,-1-1 0,1 0 0,-1 1 0,-1 0 0,0-1 0,1 13 0,-2-17 0,-1 0 0,0 0 0,0 0 0,0 0 0,-1 0 0,0 0 0,1 0 0,-2 0 0,1 0 0,-1-1 0,1 1 0,-1 0 0,0-1 0,-1 1 0,1-1 0,-1 0 0,0 0 0,0 0 0,0 0 0,-5 3 0,-32 25 0,-1-1 0,-50 26 0,65-44 0,20-11 0,-1 1 0,1 0 0,0 1 0,-1-1 0,1 1 0,1 0 0,-7 6 0,11-9 0,1 0 0,-1 0 0,0 0 0,1 0 0,-1 0 0,0 0 0,1 0 0,-1 0 0,1 0 0,0 0 0,-1 1 0,1-1 0,0 0 0,0 0 0,0 0 0,0 1 0,0-1 0,0 2 0,1 0 0,-1-1 0,1 0 0,0 1 0,0-1 0,1 0 0,-1 1 0,0-1 0,1 0 0,-1 0 0,1 0 0,0 0 0,3 2 0,5 3 0,1 0 0,0-1 0,1-1 0,-1 0 0,1 0 0,0-1 0,0 0 0,18 2 0,18 2 0,-39-7 0,0 0 0,1 1 0,-1 0 0,0 0 0,0 1 0,0 1 0,0-1 0,0 1 0,12 8 0,2 3 0,-7-4 0,0 0 0,0 1 0,22 21 0,-36-30 0,1-1 0,-1 1 0,1 0 0,-1 0 0,0 0 0,0 0 0,0 0 0,-1 0 0,1 0 0,-1 1 0,0-1 0,1 1 0,-1-1 0,-1 1 0,1-1 0,-1 1 0,1-1 0,-1 1 0,0 0 0,0-1 0,-1 1 0,1-1 0,-1 1 0,1 0 0,-3 4 0,1-4 0,-1 0 0,1-1 0,-1 1 0,1-1 0,-1 0 0,0 1 0,-1-1 0,1-1 0,0 1 0,-1 0 0,1-1 0,-1 0 0,0 0 0,0 0 0,-4 1 0,-13 5 0,-36 9 0,37-11 0,-2 0 0,0 1 0,1 1 0,-1 1 0,-22 14 0,44-23 0,-1 0 0,1 0 0,-1 1 0,1-1 0,-1 0 0,1 0 0,-1 1 0,1-1 0,-1 0 0,1 1 0,-1-1 0,1 0 0,0 1 0,-1-1 0,1 1 0,0-1 0,-1 1 0,1-1 0,0 0 0,0 1 0,-1-1 0,1 1 0,0-1 0,0 1 0,0-1 0,0 1 0,0 0 0,0 0 0,12 5 0,25-5 0,-20-4 0,0-1 0,-1 0 0,1-1 0,-1-1 0,18-9 0,23-8 0,-22 11 0,59-29 0,-79 33 0,0-2 0,-1 1 0,0-2 0,0 0 0,23-25 0,-29 28 0,0-1 0,-1 0 0,0-1 0,-1 0 0,11-21 0,-16 28 0,0 0 0,0 0 0,0 0 0,0-1 0,0 1 0,-1 0 0,1-1 0,-1 1 0,0 0 0,0-1 0,0 1 0,0-1 0,-1 1 0,0 0 0,1-1 0,-1 1 0,0 0 0,-1 0 0,1 0 0,0 0 0,-1 0 0,0 0 0,0 0 0,0 0 0,-3-3 0,4 5 0,0-1 0,0 1 0,0 0 0,0 0 0,0-1 0,0 1 0,-1 0 0,1 0 0,0 0 0,-1 1 0,1-1 0,-1 0 0,1 0 0,-1 1 0,1-1 0,-1 1 0,1-1 0,-1 1 0,1 0 0,-1 0 0,0 0 0,1 0 0,-1 0 0,0 0 0,1 0 0,-1 0 0,1 0 0,-1 1 0,0-1 0,1 1 0,-1-1 0,1 1 0,-1 0 0,1 0 0,0-1 0,-1 1 0,1 0 0,0 0 0,-3 2 0,1 1 0,0-1 0,0 1 0,0 0 0,1 0 0,-1 0 0,1 0 0,0 1 0,0-1 0,0 1 0,1-1 0,0 1 0,-2 7 0,0 8 0,2 1 0,0 0 0,1 0 0,4 37 0,-2-47 0,0-1 0,1 0 0,0 0 0,0 0 0,1 0 0,0-1 0,1 1 0,0-1 0,1 0 0,0 0 0,9 10 0,-8-10 0,2-1 0,-1 0 0,1 0 0,0-1 0,0 0 0,1-1 0,0 0 0,0 0 0,0-1 0,1-1 0,0 1 0,0-2 0,0 0 0,0 0 0,1-1 0,-1 0 0,1-1 0,-1 0 0,13-1 0,141-3-1365,-142 3-5461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4:01.7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472 61 24575,'-5'-1'0,"0"0"0,1-1 0,-1 1 0,1-1 0,-1 0 0,1 0 0,-5-4 0,-9-4 0,-5 2 0,-1 2 0,0 0 0,0 1 0,0 1 0,-1 1 0,0 2 0,1 0 0,-1 2 0,-28 4 0,45-5 0,1 1 0,0 0 0,0 1 0,0-1 0,0 1 0,0 1 0,0-1 0,0 1 0,1 1 0,-1-1 0,1 1 0,-10 8 0,12-8 0,0 0 0,0 1 0,0-1 0,1 1 0,0 0 0,0 0 0,1 0 0,-1 1 0,1-1 0,0 1 0,0-1 0,1 1 0,0 0 0,0-1 0,0 1 0,0 8 0,0 10 0,0 1 0,2-1 0,5 35 0,-5-50 0,2-1 0,-1 1 0,1-1 0,0 1 0,0-1 0,1 0 0,1 0 0,-1 0 0,1-1 0,0 0 0,1 0 0,9 10 0,-8-10 0,-1-2 0,1 1 0,-1-1 0,2 0 0,-1 0 0,0-1 0,1 0 0,0 0 0,0-1 0,0 0 0,1 0 0,-1-1 0,0 0 0,1-1 0,0 0 0,-1 0 0,1-1 0,9 0 0,5 0 0,15 1 0,56-7 0,-81 4 0,0 0 0,-1-1 0,1-1 0,-1 0 0,1-1 0,-1 0 0,-1-1 0,14-8 0,1-2 0,42-38 0,-60 47 0,0 0 0,-1-1 0,0-1 0,0 1 0,-1-1 0,0 0 0,-1 0 0,8-17 0,-13 26 0,0-1 0,0 1 0,0 0 0,0 0 0,0 0 0,0 0 0,0 0 0,0 0 0,0 0 0,0-1 0,0 1 0,0 0 0,0 0 0,1 0 0,-1 0 0,0 0 0,0 0 0,0 0 0,0 0 0,0 0 0,0-1 0,0 1 0,0 0 0,0 0 0,1 0 0,-1 0 0,0 0 0,0 0 0,0 0 0,0 0 0,0 0 0,0 0 0,1 0 0,-1 0 0,0 0 0,0 0 0,0 0 0,0 0 0,0 0 0,0 0 0,1 0 0,-1 0 0,0 0 0,0 0 0,0 0 0,0 0 0,0 1 0,0-1 0,0 0 0,1 0 0,-1 0 0,7 9 0,5 18 0,-10-22 0,2 1 0,-1 3 0,1-1 0,1 1 0,0-1 0,0 0 0,9 11 0,-11-17 0,0 0 0,0 1 0,0-1 0,0 0 0,0 0 0,0-1 0,1 1 0,-1-1 0,1 1 0,-1-1 0,1 0 0,-1 0 0,1-1 0,0 1 0,-1-1 0,1 0 0,6 0 0,-6-1 0,1 0 0,-1 0 0,1 0 0,-1-1 0,1 0 0,-1 1 0,0-2 0,0 1 0,0 0 0,0-1 0,0 0 0,0 0 0,-1 0 0,0 0 0,4-5 0,5-5 0,-1-1 0,16-25 0,-6-5 0,-18 34 0,1 1 0,1 0 0,6-12 0,15-24 0,-26 45 0,0 0 0,1 0 0,-1 0 0,0-1 0,0 1 0,0 0 0,0 0 0,1 0 0,-1 0 0,0 0 0,0 0 0,0 0 0,1 0 0,-1 0 0,0 0 0,0 0 0,0 0 0,1 0 0,-1 0 0,0 0 0,0 0 0,0 0 0,0 1 0,1-1 0,-1 0 0,0 0 0,0 0 0,0 0 0,0 0 0,1 0 0,-1 0 0,0 1 0,0-1 0,0 0 0,0 0 0,0 0 0,0 0 0,0 0 0,1 1 0,-1-1 0,0 0 0,0 0 0,0 0 0,0 1 0,0-1 0,0 0 0,0 0 0,0 0 0,0 0 0,0 1 0,0-1 0,0 0 0,0 0 0,0 0 0,0 1 0,0-1 0,0 0 0,0 0 0,0 0 0,-1 0 0,1 1 0,0-1 0,0 0 0,1 16 0,-3 151 0,2-182 0,0 0 0,1 0 0,1 0 0,6-27 0,-7 38 0,0 1 0,0-1 0,1 0 0,-1 1 0,1 0 0,0-1 0,0 1 0,0 0 0,1 0 0,-1 0 0,1 0 0,0 0 0,-1 0 0,1 1 0,0 0 0,1-1 0,-1 1 0,0 0 0,1 1 0,-1-1 0,1 0 0,-1 1 0,1 0 0,5-1 0,-5 1 0,1 0 0,0 0 0,0 0 0,-1 1 0,1 0 0,0 0 0,-1 0 0,1 1 0,0-1 0,0 1 0,-1 0 0,1 1 0,-1-1 0,1 1 0,-1 0 0,5 2 0,-4 0 0,-1 0 0,1 0 0,-1 0 0,0 0 0,-1 1 0,1 0 0,-1 0 0,1 0 0,-1 0 0,-1 0 0,1 0 0,2 9 0,25 67 0,-21-144 0,-7 53 0,2 2 0,-1-1 0,1 0 0,0 1 0,1-1 0,-1 1 0,2 0 0,-1 1 0,1-1 0,1 1 0,-1 1 0,1-1 0,0 1 0,15-10 0,-12 9 0,1 0 0,0 1 0,0 0 0,1 1 0,0 1 0,0-1 0,0 2 0,0 0 0,1 0 0,20-1 0,-26 4 0,1-1 0,-1 2 0,1-1 0,-1 1 0,1 0 0,-1 0 0,1 1 0,-1 0 0,12 6 0,-15-6 0,-1 0 0,1 0 0,-1 1 0,0-1 0,0 1 0,0 0 0,0 0 0,-1 0 0,1 0 0,-1 0 0,0 1 0,0-1 0,0 1 0,0 0 0,0-1 0,-1 1 0,0 0 0,0 0 0,0 0 0,1 4 0,0 17-443,0 0 0,-3 48-1,1-72 409,-1 11-6791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4:02.3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1 24575,'-2'0'0,"1"1"0,0-1 0,0 1 0,0-1 0,0 1 0,0 0 0,0-1 0,-1 1 0,1 0 0,1 0 0,-1 0 0,0 0 0,0 0 0,0 0 0,0 0 0,1 0 0,-1 0 0,0 0 0,1 0 0,-1 1 0,1-1 0,0 0 0,-1 0 0,1 1 0,0-1 0,0 0 0,-1 3 0,-4 40 0,5-39 0,-1 5 0,1 1 0,0-1 0,0 0 0,1 1 0,1-1 0,-1 0 0,2 0 0,-1 0 0,1 0 0,1-1 0,0 1 0,0-1 0,1 0 0,0 0 0,0 0 0,1-1 0,1 0 0,-1 0 0,1 0 0,0-1 0,14 10 0,36 31 0,-39-32 0,-16-14 0,1 0 0,-1 0 0,1 0 0,-1 0 0,1 1 0,-1-1 0,0 1 0,0-1 0,-1 1 0,1 0 0,0 0 0,-1 0 0,0 0 0,1 0 0,-1 0 0,-1 0 0,1 1 0,0-1 0,-1 0 0,1 0 0,-1 1 0,0-1 0,0 0 0,-1 0 0,1 1 0,0-1 0,-2 5 0,1-7 0,1-1 0,0 1 0,-1 0 0,1 0 0,0-1 0,0 1 0,0 0 0,0-1 0,0 1 0,0 0 0,0 0 0,0-1 0,0 1 0,0 0 0,0 0 0,0-1 0,0 1 0,1 0 0,-1-1 0,0 1 0,0 0 0,1-1 0,-1 1 0,1 0 0,-1-1 0,1 2 0,1-1 0,-1 0 0,1 0 0,-1-1 0,1 1 0,-1 0 0,1 0 0,-1-1 0,1 1 0,0-1 0,-1 1 0,4-1 0,7 1 0,0 0 0,23-3 0,-21 1 0,-4 1 0,-1-1 0,0 0 0,0-1 0,0 0 0,-1 0 0,1-1 0,0 0 0,-1 0 0,0-1 0,0 0 0,0-1 0,0 0 0,0 0 0,-1-1 0,0 1 0,0-2 0,-1 1 0,0-1 0,0 0 0,0 0 0,-1 0 0,7-14 0,-4 6 0,0 0 0,-1-1 0,-1 0 0,6-26 0,-11 38 0,0 1 0,0-1 0,0 0 0,-1 1 0,1-1 0,-1 0 0,0 0 0,0 0 0,-1 1 0,1-1 0,-1 0 0,0 0 0,0 1 0,0-1 0,0 0 0,-1 1 0,0 0 0,1-1 0,-1 1 0,0 0 0,0 0 0,-1 0 0,1 0 0,-1 0 0,0 0 0,-4-3 0,6 5 0,-1 0 0,1 0 0,-1 0 0,0 0 0,1 1 0,-1-1 0,0 0 0,0 1 0,1 0 0,-1-1 0,0 1 0,0 0 0,0 0 0,0 0 0,1 0 0,-1 0 0,0 0 0,0 0 0,0 1 0,0-1 0,-1 1 0,0 1 0,-1-1 0,1 1 0,0 0 0,1 0 0,-1 1 0,0-1 0,0 0 0,1 1 0,0-1 0,-4 5 0,-2 7 0,-1 0 0,2 0 0,-11 27 0,16-37 0,0 2 0,-1 0 0,1 1 0,1 0 0,-1-1 0,1 1 0,0 0 0,1-1 0,0 1 0,0 0 0,0 0 0,1 0 0,0-1 0,3 12 0,-3-14 0,1 0 0,-1 0 0,1 0 0,0 0 0,0-1 0,1 1 0,-1-1 0,1 1 0,0-1 0,0 0 0,0 0 0,0 0 0,0 0 0,1-1 0,-1 1 0,1-1 0,-1 0 0,1 0 0,0-1 0,0 1 0,0-1 0,0 1 0,5 0 0,20 2 3,0-2-1,1 0 0,55-5 1,-15 0-1378,-47 3-5451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4:02.5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164 1 24575,'0'0'0,"-12"-1"0,0 1 0,0 1 0,0 0 0,-18 5 0,26-5 0,1 0 0,-1 0 0,1 1 0,-1 0 0,1 0 0,0 0 0,0 0 0,0 0 0,0 0 0,0 1 0,1-1 0,-1 1 0,1 0 0,-1 0 0,1 0 0,0 0 0,0 0 0,-2 6 0,-1 3 0,0-1 0,0 1 0,2 1 0,-1-1 0,2 1 0,-3 20 0,5-30 0,-1 0 0,1 0 0,0 1 0,0-1 0,1 0 0,-1 0 0,1 0 0,0 0 0,-1 0 0,1 0 0,0 0 0,1 0 0,-1 0 0,1 0 0,-1-1 0,1 1 0,0 0 0,0-1 0,0 0 0,0 1 0,0-1 0,0 0 0,1 0 0,-1 0 0,1 0 0,0-1 0,-1 1 0,1-1 0,0 1 0,0-1 0,0 0 0,4 1 0,16 2-1365,-1-2-5461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4:02.7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24575,'4'0'0,"3"5"0,-2 6 0,5 1 0,4-1 0,0 1 0,3 0 0,-2 2 0,1-2 0,2-2 0,-1-3-8191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4:03.0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 24575,'1'15'0,"-1"0"0,2 0 0,0 1 0,1-1 0,1 0 0,0-1 0,1 1 0,9 19 0,1 3 0,16 63 0,-30-194 0,-1 82 0,0-1 0,1 0 0,1 1 0,0-1 0,0 1 0,1-1 0,8-20 0,-9 28 0,1 0 0,-1 1 0,1-1 0,0 0 0,0 1 0,1 0 0,-1 0 0,1 0 0,0 0 0,0 0 0,0 1 0,1 0 0,-1 0 0,1 0 0,0 0 0,0 1 0,0 0 0,0 0 0,0 0 0,10-2 0,33 0-1365,-25 3-5461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4:03.3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170 1 24575,'-16'0'0,"3"-1"0,1 1 0,-1 1 0,1 0 0,-1 0 0,-20 7 0,29-7 0,1 0 0,0 1 0,0-1 0,0 1 0,0 0 0,0 0 0,1 0 0,-1 0 0,0 0 0,1 1 0,0-1 0,-1 1 0,1 0 0,0 0 0,0 0 0,1 0 0,-1 0 0,1 0 0,-1 0 0,1 0 0,0 1 0,0-1 0,0 0 0,1 1 0,-1 4 0,-2 30 0,2-1 0,4 37 0,0-2 0,-3-68 0,-1 0 0,2 1 0,-1-1 0,0 0 0,1 0 0,0 0 0,0 0 0,0 0 0,0 0 0,1-1 0,0 1 0,-1 0 0,2-1 0,1 5 0,-1-6 0,0 1 0,-1-1 0,1 0 0,0 0 0,0 0 0,1-1 0,-1 1 0,0-1 0,1 1 0,-1-1 0,0 0 0,1-1 0,-1 1 0,1 0 0,0-1 0,5 0 0,-1 0 0,0 0 0,-1 0 0,1-1 0,0 0 0,-1-1 0,1 1 0,-1-2 0,1 1 0,-1-1 0,0 0 0,0 0 0,0-1 0,-1 0 0,1 0 0,9-9 0,-4 2 0,0-1 0,0-1 0,-1 0 0,-1 0 0,0-1 0,8-17 0,-6 12 0,25-30 0,5-6 0,-5 2-1365,-27 38-5461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4:03.6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24575,'0'740'0,"2"-713"0,2 0 0,0-1 0,2 1 0,9 27 0,0 0 0,-8-34 113,-6-21-172,-1 1 0,1-1 0,-1 1 0,0-1 0,1 1 0,-1-1-1,0 0 1,1 1 0,-1-1 0,0 1 0,0-1 0,0 0 0,0 1-1,1-1 1,-1 0 0,0 1 0,0-1 0,0 0 0,0 1 0,0-1 0,-1 0-1,1 1 1,0-1 0,0 0 0,0-16-6767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4:03.8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0 24575,'-1'37'0,"0"-20"0,1 1 0,0-1 0,2 1 0,-1-1 0,6 18 0,-6-30 0,1 0 0,0-1 0,0 1 0,0-1 0,0 1 0,1-1 0,-1 0 0,1 0 0,0 0 0,0-1 0,1 1 0,-1-1 0,1 1 0,0-1 0,0 0 0,0-1 0,0 1 0,0-1 0,1 0 0,-1 0 0,1 0 0,8 2 0,3 0 0,0-1 0,0-1 0,0-1 0,0 0 0,0-1 0,0-1 0,1 0 0,-1-1 0,0-1 0,0 0 0,-1-1 0,1-1 0,-1 0 0,20-11 0,103-64 0,-122 71 0,1 1 0,31-11 0,1-1 0,58-43-1365,-91 55-5461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4:06.8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88 24575,'2'-5'0,"0"0"0,0 0 0,1 1 0,0-1 0,0 1 0,0-1 0,0 1 0,1 0 0,-1 0 0,1 1 0,0-1 0,6-4 0,-4 5 0,1-1 0,-1 1 0,1 0 0,-1 0 0,1 1 0,0-1 0,0 2 0,0-1 0,0 1 0,12-1 0,12 1 0,36 3 0,-23 0 0,448-1 0,-488-1-91,0 0 0,1 0 0,-1 0 0,0 0 0,0 1 0,0-1 0,1 1 0,-1 0 0,0 0 0,0 1 0,0-1 0,-1 1 0,1 0 0,5 3 0,2 7-6735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4:07.0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0 113 24575,'8'0'0,"1"1"0,-1 1 0,1-1 0,-1 2 0,10 3 0,31 6 0,42-6 0,102-7 0,-65-1 0,-51 3 0,92-3 0,-160 2 0,1-1 0,0 0 0,-1-1 0,1 0 0,0 0 0,-1-1 0,0-1 0,0 1 0,0-1 0,0-1 0,-1 0 0,1 0 0,-1-1 0,0 1 0,-1-2 0,0 1 0,0-1 0,8-10 0,11-21-1365,-16 21-5461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4:07.2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834 0 24575,'4'2'0,"0"0"0,0-1 0,0 1 0,0 1 0,0-1 0,-1 1 0,1-1 0,-1 1 0,0 0 0,0 0 0,0 1 0,5 6 0,4 3 0,4 4 0,0 1 0,16 25 0,-18-23 0,0-1 0,22 21 0,-24-28 0,0 0 0,-2 1 0,1 1 0,-1 0 0,-1 0 0,-1 1 0,0 0 0,-1 0 0,11 33 0,-17-44 0,7 21 0,-1 0 0,-1 0 0,5 45 0,-10-62 0,-1-1 0,-1 1 0,1-1 0,-1 1 0,0-1 0,-1 1 0,1-1 0,-2 0 0,1 0 0,-1 0 0,0 0 0,0 0 0,-1-1 0,0 1 0,0-1 0,-1 0 0,-7 8 0,-12 10 0,-1-2 0,-1-2 0,-1 0 0,-1-1 0,-1-2 0,-50 23 0,25-11-663,39-20 582,-1 0 0,1-1 0,-21 6 0,-134 57-1503,17-6 250,-6-4 1500,-60 20-1046,179-68-2692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4:09.8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547 30 24575,'-4'-3'0,"1"0"0,-1 1 0,0 0 0,1-1 0,-1 1 0,0 1 0,0-1 0,-1 0 0,1 1 0,0 0 0,0 0 0,-5 0 0,-57-3 0,50 4 0,-24-1 0,-194 3 0,227-1 0,1 1 0,0-1 0,0 1 0,-1 0 0,1 1 0,0-1 0,1 1 0,-1 0 0,0 1 0,1-1 0,0 1 0,0 0 0,0 1 0,0-1 0,1 1 0,0 0 0,0 0 0,0 0 0,0 1 0,1-1 0,0 1 0,0 0 0,0 0 0,1 0 0,-2 7 0,2-5 0,-1-1 0,2 0 0,-1 1 0,1-1 0,0 1 0,1 0 0,-1-1 0,2 1 0,-1 0 0,1-1 0,0 1 0,1 0 0,-1-1 0,1 0 0,1 1 0,0-1 0,0 0 0,0 0 0,1 0 0,0-1 0,5 7 0,22 18 0,1-1 0,62 44 0,6 5 0,-79-62 0,-8-8 0,-1 1 0,0 1 0,0 0 0,14 18 0,-25-27 0,1 0 0,-1 0 0,0-1 0,0 1 0,1 0 0,-1 0 0,0 0 0,-1 1 0,1-1 0,0 0 0,0 0 0,-1 0 0,0 1 0,1-1 0,-1 0 0,0 0 0,0 1 0,0-1 0,0 0 0,-1 0 0,1 1 0,-1-1 0,1 0 0,-1 0 0,0 0 0,0 0 0,0 1 0,0-1 0,0 0 0,0-1 0,0 1 0,-1 0 0,1 0 0,-1-1 0,1 1 0,-1 0 0,-3 2 0,-1-1 0,0 1 0,-1-1 0,1 1 0,-1-2 0,0 1 0,0-1 0,0 0 0,0 0 0,0-1 0,0 0 0,-10 0 0,-6 0 0,0-2 0,-28-3 0,48 4 0,0-1 0,1 1 0,-1-1 0,0 0 0,1 1 0,-1-1 0,1-1 0,-1 1 0,1 0 0,-1 0 0,1-1 0,0 0 0,-4-3 0,5 4 0,1 0 0,-1 1 0,1-1 0,-1 0 0,1 0 0,0 0 0,-1 0 0,1 0 0,0 0 0,0 0 0,0 0 0,0 0 0,0 0 0,0 0 0,0 0 0,0 0 0,0 0 0,0 1 0,0-1 0,0 0 0,1 0 0,-1 0 0,0 0 0,1 0 0,-1 0 0,1 0 0,-1 1 0,1-1 0,0 0 0,-1 0 0,1 1 0,0-1 0,-1 0 0,1 1 0,0-1 0,0 0 0,-1 1 0,1-1 0,0 1 0,0 0 0,1-1 0,8-5 0,0 2 0,0-1 0,0 1 0,1 1 0,-1 0 0,1 0 0,0 1 0,0 0 0,12 0 0,40-8 0,-36 5 0,1 1 0,-1 1 0,53 2 0,15-1 0,-92 1 8,0 1 0,0-1 0,0 1 0,0-1 0,0 0 0,-1 0 0,1-1 0,0 1 0,-1 0 0,1-1 0,-1 0 0,1 1 0,-1-1 0,3-3 0,-4 5-50,0-1-1,-1 0 1,1 0-1,0 0 1,0-1-1,-1 1 1,1 0 0,-1 0-1,1 0 1,-1 0-1,1-1 1,-1 1-1,0 0 1,0 0 0,1-1-1,-1 1 1,0 0-1,0 0 1,0-1-1,0 1 1,-1 0 0,1 0-1,0-1 1,0 1-1,-1 0 1,1 0-1,-1-1 1,1 1 0,-1 0-1,0 0 1,1 0-1,-1 0 1,0 0-1,0-1 1,-10-9-6784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4:10.2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99 0 24575,'1'1'0,"1"-1"0,-1 1 0,0-1 0,0 1 0,0-1 0,0 1 0,0 0 0,0 0 0,0-1 0,0 1 0,0 0 0,0 0 0,0 0 0,0 0 0,-1 0 0,1 0 0,0 0 0,-1 1 0,1-1 0,-1 0 0,1 0 0,-1 0 0,0 1 0,1-1 0,-1 0 0,0 0 0,0 3 0,5 40 0,-4-39 0,12 122 0,-5-69 0,-1 63 0,-6-44 0,-4 91 0,3-166 0,0 0 0,0 0 0,0 0 0,-1 0 0,1 0 0,-1 0 0,1 0 0,-1 0 0,0 0 0,0 0 0,0 0 0,0-1 0,0 1 0,0 0 0,-2 2 0,2-4 0,0 1 0,0-1 0,0 1 0,-1-1 0,1 0 0,0 0 0,0 1 0,0-1 0,0 0 0,0 0 0,0 0 0,0 0 0,0 0 0,0-1 0,0 1 0,-1 0 0,1 0 0,0-1 0,0 1 0,0-1 0,0 1 0,0-1 0,0 1 0,1-1 0,-1 1 0,0-1 0,0 0 0,0 0 0,0 1 0,0-2 0,-12-11-5,1 1 0,1-1 0,1-1 1,-18-27-1,4 4-1336,14 23-5485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4:10.4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24575,'5'0'0,"6"0"0,6 0 0,5 0 0,2 0 0,3 0 0,1 0 0,1 0 0,-1 0 0,1 0 0,-1 0 0,-5 4 0,-7 7 0,-5 6 0,-10 0 0,-4-3-8191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4:10.6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44 24575,'12'1'0,"-1"1"0,1 0 0,-1 0 0,0 2 0,1-1 0,14 8 0,25 8 0,-19-13 0,-1-2 0,1-1 0,0-1 0,59-5 0,-16 1 0,-47 0 0,-1-2 0,0 0 0,45-15 0,-61 16 0,9-3-273,0-1 0,0-2 0,0 0 0,23-15 0,-25 13-6553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4:11.1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30 24575,'2'30'0,"1"1"0,1-1 0,2 0 0,11 34 0,6 28 0,-19-72 0,1-1 0,1 0 0,0 0 0,2-1 0,0 0 0,15 25 0,-18-34 0,-1 0 0,-1 1 0,0-1 0,0 1 0,-1-1 0,0 1 0,0 0 0,-1 12 0,8 37 0,-7-54 0,1 6 0,0 0 0,-1 0 0,-1 0 0,1 0 0,-1 12 0,-1-22 0,0-1 0,0 0 0,0 0 0,0 1 0,0-1 0,0 0 0,0 0 0,0 1 0,0-1 0,0 0 0,0 1 0,0-1 0,0 0 0,0 0 0,0 1 0,0-1 0,0 0 0,0 0 0,0 0 0,-1 1 0,1-1 0,0 0 0,0 0 0,0 1 0,0-1 0,-1 0 0,1 0 0,0 0 0,0 0 0,0 1 0,-1-1 0,1 0 0,0 0 0,0 0 0,0 0 0,-1 0 0,1 0 0,0 1 0,0-1 0,-1 0 0,1 0 0,0 0 0,-1 0 0,-9-10 0,-8-18 0,9 6 0,0 0 0,2-1 0,0 0 0,2 0 0,0 0 0,-1-36 0,5-147 0,4 96 0,-4 104 0,1-1 0,1 0 0,0 1 0,0-1 0,0 0 0,0 1 0,1-1 0,0 1 0,1-1 0,-1 1 0,1 0 0,1 0 0,-1 0 0,1 1 0,0-1 0,0 1 0,0 0 0,1 0 0,0 0 0,0 1 0,0 0 0,0 0 0,1 0 0,0 0 0,0 1 0,0 0 0,0 0 0,0 1 0,1-1 0,-1 2 0,1-1 0,10-1 0,-11 2 0,0 0 0,1 1 0,-1 0 0,0 0 0,0 1 0,0 0 0,0 0 0,0 0 0,0 1 0,0-1 0,0 1 0,0 1 0,-1-1 0,1 1 0,-1 0 0,1 0 0,-1 1 0,0 0 0,-1 0 0,1 0 0,-1 0 0,1 1 0,-1-1 0,4 7 0,10 12 0,0 1 0,-1 0 0,21 41 0,-30-49 0,-2-1 0,0 1 0,-1 1 0,0-1 0,-2 1 0,0 0 0,2 27 0,-5-35 0,0-1 0,0 0 0,-1 1 0,0-1 0,0 0 0,-1 1 0,0-1 0,0 0 0,-6 12 0,6-16 0,-1 1 0,0-1 0,0 1 0,0-1 0,-1 0 0,0 0 0,1 0 0,-1-1 0,-1 1 0,1-1 0,0 0 0,-1 0 0,0-1 0,1 1 0,-1-1 0,-7 2 0,-73 24-1365,67-24-5461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4:11.4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74 0 24575,'0'522'0,"1"-495"0,2-1 0,7 33 0,-5-30 0,3 47 0,-7-72 0,-1 5 0,0-1 0,0 1 0,0 0 0,-1-1 0,-4 16 0,4-22 0,1 1 0,-2-1 0,1 0 0,0 0 0,0 0 0,-1 0 0,1 0 0,-1 0 0,1 0 0,-1 0 0,0 0 0,0-1 0,0 1 0,0-1 0,0 1 0,0-1 0,0 0 0,-1 0 0,1 0 0,0 0 0,-1 0 0,1-1 0,-1 1 0,-3 0 0,-18 2-1365,1-3-5461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4:12.0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1 706 24575,'5'-1'0,"-1"0"0,1 0 0,0-1 0,0 0 0,7-4 0,8-2 0,-6 2 0,-1 0 0,0-1 0,22-14 0,-25 14 0,1 0 0,-1 1 0,1 1 0,0 0 0,1 0 0,15-4 0,-6 5 0,-1-1 0,0-1 0,0-1 0,-1 0 0,0-2 0,0 0 0,0-1 0,-2-1 0,24-18 0,12-13 0,-38 31 0,-1 0 0,0-1 0,0-1 0,23-28 0,-6 3 0,-23 31 0,-2-1 0,1 0 0,-1 0 0,0-1 0,-1 0 0,6-12 0,-2 3 0,-2 1 0,-1-1 0,0-1 0,-1 1 0,-1-1 0,0 0 0,-2 0 0,0 0 0,-2-30 0,0 47 0,0 0 0,0 0 0,-1-1 0,1 1 0,-1 0 0,1 0 0,-1 0 0,0 0 0,0 0 0,0 0 0,0 0 0,0 0 0,0 0 0,0 0 0,-1 0 0,1 1 0,-1-1 0,0 1 0,1-1 0,-1 1 0,0 0 0,0-1 0,0 1 0,1 0 0,-1 0 0,-1 0 0,1 0 0,0 1 0,0-1 0,0 1 0,0-1 0,0 1 0,-1 0 0,1-1 0,0 1 0,0 0 0,-1 1 0,1-1 0,0 0 0,0 1 0,0-1 0,-1 1 0,1 0 0,0-1 0,0 1 0,0 0 0,0 0 0,0 0 0,1 1 0,-1-1 0,0 0 0,0 1 0,1-1 0,-1 1 0,1 0 0,-1 0 0,1-1 0,0 1 0,-2 3 0,-5 11 0,2 0 0,0 0 0,0 1 0,2-1 0,0 1 0,1 0 0,1 0 0,-1 24 0,2-28 0,-11 69 0,6-48 0,-1 47 0,7 270 0,0-347 0,0 0 0,0 1 0,1-1 0,-1 0 0,1 0 0,0 1 0,0-1 0,0 0 0,3 7 0,-3-10 0,0 0 0,0 0 0,0 0 0,0 0 0,0 0 0,0 0 0,0-1 0,1 1 0,-1 0 0,0-1 0,0 1 0,0-1 0,1 1 0,-1-1 0,0 0 0,1 1 0,-1-1 0,0 0 0,1 0 0,-1 0 0,0 0 0,1 0 0,-1 0 0,0 0 0,1-1 0,-1 1 0,0 0 0,1-1 0,-1 1 0,0-1 0,0 1 0,1-1 0,-1 0 0,2-1 0,37-19 0,-31 16 0,1 0 0,-1 0 0,1 1 0,0 0 0,0 0 0,0 1 0,20-3 0,-17 5 0,-1 0 0,1 1 0,-1 0 0,1 1 0,-1 0 0,16 4 0,-22-4 0,-1 1 0,0 0 0,0 0 0,0 1 0,0-1 0,0 1 0,0 0 0,-1 0 0,1 1 0,-1-1 0,0 1 0,0 0 0,0 0 0,-1 0 0,1 1 0,3 6 0,-5-7-62,1-1 0,0 1 0,0-1 0,0 0 0,0 1 0,1-2 0,-1 1 0,1 0 0,0-1 0,-1 1 0,1-1 0,0 0-1,0 0 1,1-1 0,-1 1 0,0-1 0,1 0 0,-1 0 0,0-1 0,1 1 0,5-1 0,12 2-6764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4:12.8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170 268 24575,'-3'-3'0,"-1"1"0,0-1 0,0 0 0,0 1 0,0 0 0,-1 0 0,1 0 0,0 1 0,-1-1 0,1 1 0,-1 0 0,1 0 0,-1 1 0,0 0 0,1-1 0,-1 1 0,0 1 0,-7 0 0,9 0 0,-1-1 0,1 1 0,-1 0 0,1-1 0,-1 2 0,1-1 0,-1 0 0,1 1 0,0-1 0,0 1 0,0 0 0,0 0 0,0 1 0,0-1 0,1 0 0,-1 1 0,1 0 0,0-1 0,-1 1 0,1 0 0,0 0 0,1 0 0,-1 1 0,-1 3 0,0 3 0,1 0 0,1 1 0,-1-1 0,2 1 0,-1-1 0,1 1 0,1 0 0,0-1 0,1 1 0,2 11 0,-3-21 0,-1 0 0,1 0 0,-1 1 0,1-1 0,0 0 0,-1 0 0,1 0 0,0 0 0,0 0 0,0 0 0,0-1 0,0 1 0,0 0 0,0 0 0,0-1 0,0 1 0,0 0 0,0-1 0,1 1 0,-1-1 0,0 0 0,0 1 0,1-1 0,-1 0 0,0 0 0,0 1 0,1-1 0,-1 0 0,0-1 0,0 1 0,1 0 0,-1 0 0,0 0 0,2-1 0,7-2 0,-1 0 0,0 0 0,16-8 0,-4 2 0,-4 2 0,-4 2 0,-1 1 0,24-5 0,-32 8 0,0 1 0,0-1 0,0 1 0,0 0 0,0 1 0,0-1 0,0 1 0,0-1 0,0 1 0,0 0 0,0 1 0,0-1 0,5 3 0,-5-1 0,0-1 0,0 0 0,0 0 0,0 0 0,1 0 0,-1-1 0,1 0 0,-1 0 0,6 1 0,-9-2 0,0 0 0,0 0 0,0-1 0,-1 1 0,1 0 0,0 0 0,0-1 0,0 1 0,0 0 0,0-1 0,0 1 0,0-1 0,0 1 0,-1-1 0,1 0 0,0 1 0,0-1 0,0-1 0,0 0 0,1 0 0,-1 0 0,0 0 0,0 0 0,0-1 0,0 1 0,0 0 0,-1-1 0,1 1 0,-1-3 0,2-16 0,-2 12 0,1-1 0,0 1 0,4-19 0,-5 27 0,1 0 0,-1 0 0,0-1 0,1 1 0,-1 0 0,1 0 0,-1 0 0,1 0 0,0 0 0,-1 0 0,1 0 0,0 0 0,0 0 0,0 0 0,0 0 0,0 0 0,0 0 0,0 1 0,0-1 0,0 0 0,0 1 0,0-1 0,0 1 0,0-1 0,1 1 0,-1 0 0,0-1 0,0 1 0,0 0 0,1 0 0,-1 0 0,0 0 0,0 0 0,1 0 0,1 1 0,-1-1 0,1 1 0,-1 0 0,0 0 0,0 1 0,0-1 0,0 0 0,0 1 0,0-1 0,0 1 0,-1 0 0,1-1 0,0 1 0,-1 0 0,0 0 0,1 0 0,-1 0 0,2 3 0,16 44 0,-15-36 0,6 13 0,-2 0 0,-1 0 0,6 40 0,10 70 0,-12-83 0,-3 1 0,3 85 0,-10-49 0,-4 93 0,-4-159 0,7-24 0,0 1 0,-1-1 0,1 1 0,-1-1 0,1 1 0,-1-1 0,1 0 0,0 1 0,-1-1 0,1 1 0,-1-1 0,0 0 0,1 0 0,-1 1 0,1-1 0,-1 0 0,1 0 0,-1 0 0,0 0 0,1 1 0,-1-1 0,0 0 0,-1-1 0,0 0 0,0 1 0,0-1 0,0 0 0,1 0 0,-1 0 0,0 0 0,1 0 0,-1 0 0,1-1 0,-1 1 0,1 0 0,0-1 0,0 1 0,-1-1 0,1 0 0,0 1 0,0-1 0,0-2 0,-5-6 0,2-1 0,-1 0 0,1 0 0,1 0 0,0 0 0,-2-23 0,1-71 0,4 75 0,-1 1 0,-6-44 0,-4-9 0,4-1 0,6-158 0,4 102 0,-4 117 0,2 0 0,0 0 0,2 0 0,0 0 0,1 0 0,2 1 0,0-1 0,14-31 0,-16 48 0,-1 0 0,1 0 0,0 0 0,1 1 0,-1 0 0,1 0 0,-1 0 0,1 0 0,1 1 0,-1 0 0,0 0 0,1 0 0,-1 1 0,1-1 0,0 1 0,0 1 0,0-1 0,0 1 0,0 0 0,0 0 0,0 1 0,0 0 0,0 0 0,1 1 0,-1-1 0,0 1 0,0 0 0,0 1 0,0 0 0,-1 0 0,8 3 0,-9-2 0,0 0 0,0 1 0,0-1 0,-1 1 0,1 0 0,-1 0 0,0 0 0,0 0 0,0 0 0,-1 1 0,0-1 0,0 1 0,0 0 0,0-1 0,-1 1 0,2 6 0,-1 2 0,-1 0 0,0 0 0,0 0 0,-2 0 0,-1 16 0,2-26 0,-1 1 0,1-1 0,-1 1 0,0-1 0,0 0 0,0 1 0,-1-1 0,1 0 0,-1 0 0,0 0 0,1 0 0,-1 0 0,-1 0 0,1 0 0,0-1 0,-1 1 0,1-1 0,-1 1 0,0-1 0,0 0 0,0 0 0,-5 2 0,-4 1 0,0-1 0,0-1 0,0 0 0,0-1 0,-14 2 0,-22 4 0,7-1-43,0-2 0,-1-2 0,-80-3 0,55-1-1150,43 0-5633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4:13.0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57 24575,'9'-1'0,"-1"0"0,1 0 0,0-1 0,15-6 0,25-4 0,34 10 0,-63 2 0,1 0 0,0-1 0,-1-1 0,25-6 0,-10 1 0,1 1 0,-1 3 0,1 0 0,54 4 0,-38 0 0,-48-1-91,0 0 0,1 0 0,-1 0 0,0 0 0,0 1 0,1-1 0,-1 1 0,0 0 0,0 1 0,0-1 0,0 1 0,0 0 0,0-1 0,4 4 0,3 7-6735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4:13.2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1 638 24575,'0'-4'0,"0"0"0,1 0 0,0 1 0,0-1 0,0 1 0,0-1 0,1 0 0,-1 1 0,1 0 0,0-1 0,0 1 0,0 0 0,5-5 0,42-39 0,-21 23 0,152-127 0,-138 118 0,79-65 0,-68 57 0,61-36 0,41-11 0,-133 76-1365,-4 0-5461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4:14.3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24575,'-1'80'0,"3"87"0,12-82 0,-9-57 0,4 51 0,-9-2 0,-1-46 0,1 1 0,2 0 0,7 41 0,0-31 0,10 42 0,-18-82 0,0 0 0,0 0 0,-1 1 0,1-1 0,0 0 0,-1 1 0,1-1 0,-1 0 0,0 1 0,1-1 0,-1 1 0,0-1 0,-1 1 0,1-1 0,0 0 0,-1 1 0,-1 3 0,1-8 0,0 0 0,-1-1 0,1 1 0,0-1 0,0 1 0,0-1 0,1 0 0,-1 1 0,1-1 0,-1-4 0,-4-42 0,3 0 0,5-77 0,15 21 0,-11 73 0,5-17 0,-7 32 0,-1-1 0,0 1 0,0-19 0,-3 17 0,2 0 0,0 0 0,0 0 0,2 1 0,1-1 0,0 1 0,1 1 0,1-1 0,14-24 0,-17 36 0,-1 1 0,1 0 0,0 0 0,1 1 0,-1-1 0,1 1 0,0 0 0,0 1 0,0-1 0,0 1 0,0 0 0,1 1 0,-1-1 0,1 1 0,0 1 0,8-2 0,4 0 0,1 1 0,-1 1 0,0 1 0,32 4 0,-45-4 0,1 1 0,0 0 0,-1 0 0,1 1 0,-1 0 0,0 0 0,1 1 0,-1 0 0,0 0 0,0 0 0,6 6 0,-9-7 0,0 1 0,0 0 0,-1 0 0,1 0 0,-1 0 0,0 1 0,0-1 0,0 1 0,0-1 0,-1 1 0,1 0 0,-1-1 0,0 1 0,0 0 0,0 0 0,-1 0 0,0 0 0,1 0 0,-1 0 0,-1 4 0,1-3 0,-1 0 0,0 0 0,0 0 0,0 0 0,0 0 0,-1 0 0,0 0 0,0 0 0,0-1 0,0 1 0,-1-1 0,0 1 0,0-1 0,0 0 0,-1 0 0,1-1 0,-1 1 0,0-1 0,-8 6 0,-4 1 0,0-1 0,-1-1 0,0 0 0,-20 5 0,30-10 0,-4 1 0,0 1 0,0 0 0,1 1 0,0 0 0,0 0 0,0 1 0,1 1 0,-12 11 0,18-17 0,1 0 0,0 1 0,0-1 0,0 0 0,1 1 0,-1-1 0,1 1 0,-1-1 0,1 1 0,0 0 0,0 0 0,0 0 0,0-1 0,0 1 0,1 0 0,-1 0 0,1 0 0,0 0 0,0 0 0,0 0 0,0 0 0,1 0 0,-1 0 0,1 0 0,-1 0 0,1 0 0,0 0 0,0-1 0,1 1 0,-1 0 0,0-1 0,1 1 0,0-1 0,0 1 0,-1-1 0,1 0 0,4 4 0,12 9 0,1-1 0,0 0 0,0-1 0,42 19 0,-4-1 0,-32-20 0,0 0 0,1-1 0,51 12 0,-22-7 0,-30-9 0,0-1 0,0-1 0,0-1 0,0-1 0,1-1 0,42-5 0,-66 4 6,1 0 0,-1-1-1,0 1 1,1-1 0,-1 1-1,0-1 1,1 0 0,-1 0 0,0 0-1,0-1 1,0 1 0,0 0-1,0-1 1,0 1 0,0-1-1,0 0 1,0 1 0,-1-1 0,1 0-1,1-2 1,-1-1-155,0 1 1,0-1-1,-1 1 1,1-1-1,-1 0 1,0 0-1,0 1 1,-1-1-1,1-5 1,0-13-6678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4:15.0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225 20 24575,'0'-1'0,"0"0"0,0 1 0,0-1 0,0 0 0,-1 0 0,1 0 0,0 0 0,0 1 0,-1-1 0,1 0 0,-1 0 0,1 1 0,0-1 0,-1 0 0,1 1 0,-1-1 0,0 0 0,1 1 0,-1-1 0,1 1 0,-1-1 0,0 1 0,1-1 0,-1 1 0,0-1 0,0 1 0,0 0 0,1 0 0,-1-1 0,0 1 0,0 0 0,0 0 0,1 0 0,-1 0 0,0 0 0,0 0 0,0 0 0,0 0 0,1 0 0,-1 0 0,0 0 0,0 0 0,0 1 0,1-1 0,-1 0 0,0 1 0,0-1 0,-1 1 0,-1 0 0,0 1 0,0-1 0,0 0 0,0 1 0,0-1 0,0 1 0,0 0 0,1 0 0,-1 0 0,1 1 0,-5 3 0,1 7 0,0 0 0,0 1 0,1 0 0,1-1 0,0 2 0,1-1 0,-3 22 0,4 8 0,2 50 0,1-44 0,1-30 0,1-1 0,1 1 0,1-1 0,0 1 0,2-1 0,0-1 0,13 24 0,-15-31 0,3 3 0,1 0 0,0-1 0,1 0 0,0 0 0,1-1 0,23 20 0,-12-10 0,-18-19 0,1 1 0,-1-1 0,1 1 0,0-1 0,0-1 0,0 1 0,0-1 0,0 0 0,1 0 0,-1 0 0,1-1 0,-1 1 0,8-1 0,-9 0 0,-1-1 0,0 0 0,1 0 0,-1 0 0,0 0 0,0-1 0,1 1 0,-1-1 0,0 0 0,0 0 0,0 0 0,0-1 0,0 1 0,0-1 0,0 1 0,0-1 0,0 0 0,-1 0 0,1 0 0,-1 0 0,0-1 0,1 1 0,2-5 0,4-11 0,0 0 0,-1-1 0,-1 0 0,-1 0 0,0-1 0,4-34 0,-9 48 0,0 0 0,-1 1 0,1-1 0,-1 0 0,0 0 0,-1 0 0,0 0 0,0 0 0,0 0 0,0 1 0,-1-1 0,0 0 0,0 1 0,-1-1 0,0 1 0,1 0 0,-2 0 0,1 0 0,-1 0 0,1 1 0,-1-1 0,-1 1 0,1 0 0,0 0 0,-1 1 0,0-1 0,0 1 0,0 0 0,-10-4 0,-2 0 0,-1 1 0,0 0 0,0 1 0,0 1 0,-1 1 0,1 1 0,-1 0 0,-23 2 0,-18 0 0,-72 3 0,131-3 0,-1 0 0,0 1 0,0-1 0,0 0 0,0 1 0,0-1 0,0 1 0,0 0 0,1 0 0,-1-1 0,0 1 0,0 0 0,1 0 0,-4 3 0,5-4 0,0 1 0,0-1 0,-1 0 0,1 1 0,0-1 0,0 1 0,0-1 0,0 0 0,0 1 0,0-1 0,-1 0 0,1 1 0,0-1 0,0 1 0,0-1 0,0 0 0,1 1 0,-1-1 0,0 1 0,0-1 0,0 0 0,0 1 0,0-1 0,0 1 0,1-1 0,-1 1 0,16 12 0,41 19 0,126 64 0,-120-64 0,-51-24 0,1-1 0,1-1 0,-1 0 0,1 0 0,0-2 0,1 1 0,-1-2 0,27 4 0,5-4 0,0 3 0,-1 1 0,64 20 0,-107-27-57,0 1 0,0-1 1,0 1-1,0-1 0,0 1 0,0 0 0,0 0 0,0 0 0,0 0 0,-1 0 0,1 0 1,0 1-1,-1-1 0,1 0 0,-1 1 0,1-1 0,-1 1 0,0 0 0,0-1 1,0 1-1,0 0 0,0 0 0,1 2 0,-1 8-6769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27.6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740 143 24575,'-1'-2'0,"1"1"0,-1 0 0,1 0 0,-1 0 0,1 0 0,-1 0 0,0 0 0,1 0 0,-1 0 0,0 0 0,0 0 0,0 0 0,0 0 0,0 0 0,0 1 0,0-1 0,-2-1 0,-25-13 0,17 9 0,-19-11 0,-2 3 0,1 0 0,-2 2 0,0 2 0,0 0 0,-49-6 0,57 12 0,-1 1 0,1 1 0,-1 1 0,0 2 0,1 0 0,-1 2 0,-42 9 0,60-9 0,0 0 0,0 1 0,0 0 0,0 0 0,1 1 0,-1-1 0,1 2 0,0-1 0,1 1 0,0 0 0,0 0 0,0 1 0,0-1 0,1 1 0,0 1 0,1-1 0,0 1 0,0 0 0,0 0 0,1 0 0,0 0 0,-3 16 0,-6 55 0,6-49 0,-2 51 0,7-62 0,2 0 0,0 0 0,1 0 0,1 0 0,9 28 0,-9-36 0,1 0 0,1-1 0,0 1 0,1-1 0,0 0 0,0 0 0,1-1 0,0 1 0,1-2 0,11 12 0,-7-10 0,1 0 0,1-1 0,0 0 0,0-1 0,28 12 0,81 20 0,-88-30 0,-20-6 0,6 3 0,0-1 0,1-1 0,0-1 0,36 2 0,-51-6 0,125-2 0,-115 0 0,-1-1 0,1 0 0,-1-1 0,0-1 0,29-12 0,-26 9-1365,-2 2-5461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28.1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170 2 24575,'-24'-1'0,"13"1"0,1 0 0,0 0 0,-18 3 0,25-3 0,0 1 0,0 0 0,1 0 0,-1 0 0,0 0 0,0 0 0,1 1 0,-1-1 0,1 1 0,-1 0 0,1-1 0,0 1 0,0 0 0,0 1 0,0-1 0,0 0 0,-2 4 0,-2 5 0,0 1 0,1-1 0,0 1 0,1 1 0,1-1 0,0 0 0,0 1 0,-1 22 0,2 13 0,5 50 0,0-24 0,-4-10 0,-1-24 0,3-1 0,9 74 0,-8-102 0,0-1 0,1 1 0,0-1 0,1 1 0,0-1 0,1 0 0,0-1 0,0 1 0,1-1 0,0 0 0,1 0 0,0-1 0,0 0 0,1 0 0,9 7 0,-10-10 0,0-2 0,0 1 0,0-1 0,0 0 0,1 0 0,0-1 0,-1 0 0,1 0 0,0-1 0,0 0 0,0 0 0,0-1 0,0 0 0,10-2 0,-11 2 0,0-1 0,0 0 0,0 0 0,0-1 0,0 0 0,0 0 0,-1-1 0,1 0 0,-1 0 0,0 0 0,0-1 0,0 0 0,0 0 0,-1 0 0,0-1 0,7-7 0,-2-3 0,-1 0 0,0 0 0,-2-1 0,0 0 0,0-1 0,-2 0 0,0 1 0,-1-2 0,4-32 0,-4-12 0,-4-93 0,-2 66 0,2 82 0,0 0 0,0 1 0,-1-1 0,0 0 0,-1 1 0,1-1 0,-1 1 0,0-1 0,-1 1 0,0 0 0,0 0 0,-5-9 0,5 12 0,0-1 0,-1 0 0,1 1 0,-1 0 0,0 0 0,0 0 0,0 0 0,0 0 0,0 1 0,0 0 0,-1 0 0,1 0 0,-1 0 0,0 1 0,0 0 0,1 0 0,-10-1 0,-11 1-1365,2 0-5461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28.4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24575,'2'3'0,"1"1"0,-1-1 0,0 0 0,1 0 0,0 0 0,0 0 0,0-1 0,0 1 0,0-1 0,0 0 0,1 0 0,4 2 0,7 7 0,18 12 0,1-2 0,0-1 0,2-2 0,56 22 0,5 2 0,-74-33 0,1 0 0,38 8 0,27 9 0,-66-18 35,1-2 0,46 8-1,-3-2-1503,-43-6-5357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28.6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56 24575,'5'0'0,"6"0"0,6 0 0,4-4 0,4-3 0,2 2 0,-4-5 0,0 1 0,-1 1 0,2 2 0,1 2 0,0 2 0,2 1 0,0 1 0,-5 0-8191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29.1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79 1 24575,'-4'0'0,"0"0"0,0 0 0,0 0 0,0 1 0,0 0 0,0-1 0,0 2 0,0-1 0,0 0 0,1 1 0,-1 0 0,0-1 0,-4 5 0,6-4 0,0-1 0,1 1 0,-1 0 0,0 0 0,1 0 0,-1 1 0,1-1 0,0 0 0,0 1 0,0-1 0,0 0 0,0 1 0,1-1 0,-1 1 0,1-1 0,-1 1 0,1 0 0,0-1 0,0 1 0,0-1 0,1 1 0,0 3 0,1 6 0,1-1 0,0 0 0,0 0 0,2 0 0,-1-1 0,1 0 0,8 12 0,3 3 0,30 36 0,-12-20 0,33 53 0,-62-87 0,1 0 0,0 0 0,0-1 0,0 0 0,9 7 0,-7-7 0,-1 1 0,1 0 0,9 12 0,39 48 0,-37-47 0,-2 1 0,19 28 0,-18-22 0,-9-15 0,-1 0 0,0 1 0,-1 0 0,0 0 0,7 23 0,-13-33 0,0 0 0,-1-1 0,1 1 0,-1 0 0,0 0 0,0-1 0,0 1 0,0 0 0,0 0 0,-1-1 0,1 1 0,-1 0 0,0-1 0,0 1 0,0-1 0,0 1 0,0-1 0,0 1 0,-1-1 0,1 0 0,-1 1 0,0-1 0,1 0 0,-1 0 0,0 0 0,0 0 0,0-1 0,-1 1 0,1-1 0,0 1 0,-1-1 0,1 0 0,-1 0 0,1 0 0,-1 0 0,-4 1 0,-6 2 0,0-2 0,0 1 0,0-2 0,0 1 0,0-2 0,-23-1 0,20 0 0,1 1 0,-1 0 0,0 2 0,-20 3 0,31-4-45,-10 4 79,0-2 0,-1 0 0,1-1 1,-25 0-1,37-1-81,1-1 1,-1-1-1,0 1 0,0 0 1,0-1-1,0 1 1,1-1-1,-1 0 1,0 0-1,1 0 0,-1 0 1,1-1-1,-1 1 1,1-1-1,-1 1 0,1-1 1,0 0-1,0 0 1,0 0-1,0 0 0,0 0 1,0 0-1,1-1 1,-1 1-1,1-1 1,-1 1-1,1-1 0,0 1 1,0-1-1,0 0 1,0-3-1,-2-15-6779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29.4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24575,'1'1'0,"0"-1"0,0 1 0,1-1 0,-1 1 0,0 0 0,0-1 0,0 1 0,0 0 0,0 0 0,0-1 0,0 1 0,0 0 0,0 0 0,0 0 0,-1 0 0,1 1 0,0-1 0,-1 0 0,1 0 0,0 2 0,12 28 0,-11-27 0,11 35 0,-1 1 0,10 74 0,-18-95 0,1 0 0,11 28 0,-11-33 0,0 0 0,-1 0 0,0 0 0,-1 0 0,2 23 0,-5-35-52,0 0-1,0 0 1,0 0-1,-1 0 1,1 0-1,-1 0 1,1 0-1,-1 0 1,1 0-1,-1 0 1,0 0-1,0 0 1,0 0-1,0 0 1,-1-1-1,1 1 1,0 0-1,-1-1 1,1 1-1,-1-1 1,1 0-1,-1 1 1,0-1-1,1 0 0,-4 2 1,-12 3-6774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29.6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56 24575,'0'-4'0,"5"-2"0,5 0 0,7 1 0,4 2 0,4-4 0,2 0 0,1 1 0,1 1 0,-1 2 0,1 1 0,-1 1 0,-1 1 0,-4 5 0,-6 6 0,-6 5 0,-5 1-8191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29.8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25 24575,'32'1'0,"60"12"0,-59-7 0,57 2 0,-12-7 0,145-4 0,-219 3-68,0 0 0,-1-1-1,1 1 1,0-1 0,0 0 0,0 0-1,-1 0 1,1 0 0,0-1 0,-1 0-1,1 0 1,-1 0 0,0 0 0,0 0-1,0 0 1,0-1 0,0 0-1,0 1 1,3-6 0,2-7-6758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30.3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24575,'1'0'0,"0"0"0,0 0 0,0 0 0,-1 1 0,1-1 0,0 1 0,0-1 0,0 1 0,0-1 0,-1 1 0,1-1 0,0 1 0,0 0 0,-1-1 0,1 1 0,0 0 0,-1-1 0,1 1 0,-1 0 0,1 0 0,-1 0 0,0 0 0,1 1 0,9 26 0,-7-17 0,5 13 0,-2 0 0,-1 1 0,0 0 0,0 40 0,-6 106 0,-2-66 0,5-53 0,0-34 0,-1 0 0,-1 0 0,-1 0 0,-1 0 0,-5 25 0,8-43 0,-1 1 0,0-1 0,0 1 0,0-1 0,-1 1 0,1-1 0,0 1 0,0-1 0,0 0 0,0 1 0,0-1 0,0 1 0,-1-1 0,1 1 0,0-1 0,0 0 0,-1 1 0,1-1 0,0 1 0,-1-1 0,1 0 0,0 1 0,-1-1 0,1 0 0,0 0 0,-1 1 0,1-1 0,-1 0 0,1 0 0,-1 0 0,1 1 0,-1-1 0,-6-14 0,1-26 0,1-43 0,10-116 0,-3 189 0,0 1 0,0 0 0,1-1 0,0 1 0,0 1 0,1-1 0,1 0 0,-1 1 0,10-13 0,2 0 0,2 0 0,20-20 0,-29 34 0,-1 0 0,1 0 0,1 1 0,-1 1 0,1-1 0,0 2 0,0-1 0,0 1 0,0 1 0,1 0 0,0 1 0,0 0 0,16-1 0,-13 1 0,1 2 0,-1 0 0,1 1 0,-1 0 0,0 1 0,0 0 0,0 2 0,0-1 0,26 12 0,-27-8 0,0 1 0,0 0 0,-1 1 0,0 1 0,-1-1 0,0 2 0,15 18 0,62 92 0,-41-52 0,-31-46 0,-1 2 0,0 0 0,-2 0 0,-1 1 0,13 42 0,-20-51 0,-2 0 0,0 0 0,2 32 0,-5-43 0,1 0 0,-1 0 0,-1 0 0,1 0 0,-1 0 0,0-1 0,-1 1 0,1 0 0,-1 0 0,0-1 0,-1 1 0,1-1 0,-1 0 0,-6 9 0,6-11 0,0-1 0,1 1 0,-1-1 0,-1 0 0,1 0 0,0 0 0,0-1 0,-1 1 0,1-1 0,-1 0 0,0 0 0,1 0 0,-6 0 0,-55 2 0,10-2 0,-49 11 0,-178-4 0,247-7-114,21 0-11,-1-1 0,1 0 0,0 0 0,0-1-1,0-1 1,0 0 0,0-1 0,0 0 0,-21-9 0,17 1-6701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44.2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633 308 24575,'2'-1'0,"0"1"0,1-1 0,-1 1 0,0-1 0,0 0 0,0 0 0,0 0 0,0 0 0,0 0 0,0 0 0,-1-1 0,1 1 0,0-1 0,-1 1 0,1-1 0,-1 1 0,1-1 0,-1 0 0,0 0 0,0 0 0,0 0 0,0 0 0,0 0 0,0 0 0,0 0 0,-1 0 0,1-3 0,2-6 0,0 0 0,-1 0 0,2-20 0,-3 16 0,0 0 0,-1 0 0,-1 0 0,0 0 0,-7-26 0,7 37 0,0-1 0,0 1 0,-1 0 0,0 0 0,0 0 0,0 1 0,0-1 0,0 0 0,-1 1 0,0-1 0,1 1 0,-1 0 0,-1 0 0,1 0 0,0 0 0,-1 1 0,1-1 0,-1 1 0,0 0 0,0 0 0,0 0 0,0 1 0,0-1 0,-7 0 0,-21-3 0,0 3 0,-1 0 0,-57 6 0,6-1 0,73-2 0,0 0 0,0 0 0,0 1 0,0 1 0,0 0 0,0 0 0,1 1 0,-1 0 0,1 1 0,0 0 0,-15 11 0,10-5 0,1 0 0,0 1 0,1 1 0,1 0 0,0 1 0,-16 22 0,19-20 0,0 1 0,1 0 0,-7 23 0,-2 4 0,12-32 0,2-1 0,-1 1 0,1-1 0,1 1 0,0 0 0,1 0 0,0 0 0,1 0 0,0 0 0,1 0 0,0 0 0,1 0 0,0 0 0,1 0 0,0-1 0,1 1 0,1-1 0,-1 0 0,11 17 0,-8-19 0,0 2 0,1 0 0,0 0 0,1-1 0,0 0 0,0 0 0,1-1 0,1 0 0,14 9 0,-13-10 0,1 0 0,-1-1 0,2 0 0,-1-1 0,1-1 0,0 0 0,0-1 0,0 0 0,29 3 0,39-5 0,81-7 0,-159 5 0,0-1 0,0 1 0,-1-1 0,1 0 0,0 0 0,0 0 0,-1 0 0,1-1 0,-1 0 0,1 1 0,-1-1 0,0 0 0,0-1 0,0 1 0,0-1 0,0 1 0,4-6 0,-1 0 0,-1-1 0,-1 1 0,0-1 0,0 0 0,4-14 0,-3 7 0,3-3 0,-2 0 0,0 0 0,-2 0 0,0 0 0,-1-1 0,1-22 0,-4 21 0,1-8 0,-1-1 0,-8-54 0,7 77 0,-1-1 0,0 0 0,0 1 0,-1-1 0,0 1 0,0 0 0,0 0 0,-1 0 0,0 1 0,-1-1 0,1 1 0,-1 0 0,-1 0 0,1 0 0,-12-8 0,11 10 4,0 1 0,-1 0 0,1 0 0,0 0 0,-1 1 0,1 0 0,-1 0 0,0 1-1,0 0 1,0 0 0,0 1 0,1-1 0,-9 2 0,-12 2-113,0 0 0,-27 8 0,9-2-984,21-5-5733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44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24575,'19'0'0,"6"-1"0,-1 1 0,0 0 0,0 2 0,0 1 0,0 1 0,0 2 0,33 10 0,-41-10 0,1-1 0,-1-1 0,1 0 0,0-2 0,1 0 0,25 0 0,4 1 0,29 9 0,-54-7 0,-1-2 0,26 2 0,-22-3 60,45 10 0,-45-7-802,45 3-1,-47-7-6083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45.6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1 115 24575,'0'32'0,"-1"7"0,7 54 0,-4-82 0,0 0 0,0 0 0,1 0 0,0 0 0,1 0 0,1 0 0,-1-1 0,2 0 0,8 13 0,-13-21 0,1 0 0,-1 0 0,1 0 0,-1 0 0,1-1 0,0 1 0,0-1 0,0 1 0,0-1 0,0 0 0,0 1 0,0-1 0,0 0 0,0-1 0,1 1 0,-1 0 0,0 0 0,1-1 0,-1 0 0,5 1 0,-5-1 0,-1-1 0,1 1 0,0-1 0,0 1 0,0-1 0,-1 0 0,1 0 0,0 0 0,-1 0 0,1 0 0,-1 0 0,1 0 0,-1 0 0,0 0 0,1-1 0,-1 1 0,0-1 0,0 1 0,0-1 0,0 1 0,0-1 0,0 0 0,0 1 0,-1-1 0,1 0 0,-1 0 0,1-2 0,8-28 0,-1 0 0,-2 0 0,-1-1 0,0-47 0,-2 91 0,0-1 0,0 1 0,1-1 0,0 0 0,1-1 0,0 1 0,9 12 0,21 44 0,-33-63 0,-1 1 0,1-1 0,0-1 0,0 1 0,0 0 0,0 0 0,0-1 0,1 1 0,-1-1 0,1 0 0,-1 0 0,1 0 0,0 0 0,0 0 0,0 0 0,0-1 0,0 1 0,0-1 0,1 0 0,-1 0 0,5 1 0,-5-2 0,0 0 0,0 0 0,-1 1 0,1-2 0,0 1 0,0 0 0,0 0 0,-1-1 0,1 0 0,0 1 0,-1-1 0,1 0 0,0 0 0,-1-1 0,1 1 0,-1 0 0,0-1 0,1 0 0,-1 1 0,0-1 0,0 0 0,0 0 0,0 0 0,-1 0 0,1-1 0,2-4 0,24-54 0,-23 48 0,0 1 0,1-1 0,0 1 0,1 0 0,0 1 0,17-20 0,-15 21 0,0 0 0,-1 0 0,0-1 0,12-22 0,-19 31 0,1 0 0,-1 0 0,0 0 0,-1 1 0,1-1 0,0-1 0,-1 1 0,1 0 0,-1 0 0,1 0 0,-1 0 0,0 0 0,0 0 0,0 0 0,0-1 0,0 1 0,-1 0 0,1 0 0,-1 0 0,1 0 0,-1 0 0,0 0 0,1 0 0,-1 0 0,0 0 0,-1 0 0,1 1 0,0-1 0,0 0 0,-1 1 0,1-1 0,-1 1 0,1-1 0,-1 1 0,0 0 0,0-1 0,1 1 0,-1 0 0,0 0 0,-2 0 0,-4-2 0,0 0 0,0 1 0,0 0 0,0 0 0,-1 1 0,1 0 0,0 1 0,-1 0 0,1 0 0,0 1 0,0 0 0,-1 0 0,-11 4 0,15-4 0,0 1 0,0-1 0,1 1 0,-1 0 0,1 1 0,-1-1 0,1 1 0,0 0 0,0 0 0,0 0 0,0 0 0,0 1 0,1-1 0,-1 1 0,1 0 0,0 0 0,0 0 0,1 1 0,-1-1 0,1 1 0,0-1 0,0 1 0,-1 6 0,0 6 0,1 1 0,0 0 0,1 0 0,3 34 0,-1-44 0,0 0 0,0 0 0,1 0 0,0 0 0,0-1 0,1 1 0,0 0 0,0-1 0,1 0 0,0 0 0,0 0 0,1 0 0,5 7 0,-4-10 0,-1 0 0,1 0 0,0 0 0,0-1 0,0 0 0,0 0 0,0 0 0,1-1 0,-1 0 0,1 0 0,0-1 0,0 1 0,9-1 0,15 1 0,54-5 0,-37 1 0,-36 1 0,-1 2 0,0-2 0,0 0 0,0 0 0,18-5 0,-26 6 0,0-1 0,0 0 0,-1-1 0,1 1 0,0 0 0,-1-1 0,0 1 0,1-1 0,-1 0 0,0 0 0,0 0 0,0 0 0,0 0 0,0 0 0,0-1 0,0 1 0,-1-1 0,0 1 0,1-1 0,-1 0 0,0 1 0,1-7 0,0 0 0,-1-1 0,0 0 0,0 0 0,-1 0 0,-1 0 0,0 0 0,0 0 0,-1 0 0,-4-12 0,0-10 0,5 11 0,4 18 0,3 13 0,1 7 0,-1 1 0,0 0 0,-1 0 0,-1 0 0,-1 1 0,1 21 0,-4-40 0,-1-29 0,3-55 0,-1 74 0,1 0 0,0 0 0,0 0 0,1 0 0,0 0 0,0 1 0,1-1 0,1 1 0,0 0 0,9-14 0,-7 14 15,1 1 0,-1 0 0,1 0 0,1 0 0,-1 1 0,1 1 0,20-12 0,-24 15-108,1 1 0,0 0 1,0 0-1,0 0 0,0 0 0,0 1 0,1 0 0,-1 1 1,0-1-1,0 1 0,1 1 0,-1-1 0,0 1 1,0 0-1,11 3 0,1 3-6733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46.3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221 1 24575,'-1'0'0,"0"1"0,0-1 0,-1 1 0,1-1 0,0 1 0,0 0 0,0-1 0,0 1 0,0 0 0,0 0 0,0 0 0,0 0 0,0 0 0,1 0 0,-1 0 0,0 0 0,1 0 0,-1 0 0,0 1 0,1-1 0,0 0 0,-1 0 0,1 0 0,0 1 0,-1-1 0,1 0 0,0 3 0,-5 41 0,5-40 0,-3 50 0,6 85 0,5-101 0,-8-37 0,1-1 0,-1 1 0,1-1 0,-1 1 0,1-1 0,0 1 0,-1-1 0,1 1 0,0-1 0,0 0 0,0 0 0,0 1 0,0-1 0,1 0 0,-1 0 0,0 0 0,0 0 0,1 0 0,-1-1 0,1 1 0,1 1 0,-2-2 0,0-1 0,0 1 0,0 0 0,-1 0 0,1-1 0,0 1 0,0-1 0,0 1 0,0 0 0,-1-1 0,1 0 0,0 1 0,-1-1 0,1 1 0,0-1 0,-1 0 0,1 1 0,-1-1 0,1 0 0,-1 0 0,1 1 0,-1-1 0,1 0 0,-1 0 0,0 0 0,0 0 0,1 0 0,-1 1 0,0-1 0,0 0 0,0-2 0,5-33 0,-5 33 0,0-21 0,0 19 0,-1 0 0,1 0 0,1-1 0,-1 1 0,1 0 0,-1-1 0,1 1 0,1 0 0,-1 0 0,1 0 0,3-7 0,-5 12 0,1 0 0,-1 0 0,1-1 0,-1 1 0,1 0 0,-1 0 0,1 0 0,-1 0 0,1-1 0,-1 1 0,1 0 0,0 0 0,-1 0 0,1 0 0,-1 0 0,1 0 0,-1 0 0,1 0 0,-1 1 0,1-1 0,-1 0 0,1 0 0,-1 0 0,1 1 0,-1-1 0,1 0 0,-1 0 0,1 1 0,-1-1 0,0 0 0,1 1 0,-1-1 0,0 1 0,1-1 0,-1 0 0,0 1 0,1-1 0,-1 1 0,0-1 0,0 1 0,1-1 0,-1 1 0,0-1 0,0 1 0,0 0 0,13 23 0,24 131 0,-27-102 0,19 56 0,-24-90 0,-1-1 0,-1 1 0,-1 0 0,0 0 0,-2 31 0,-1-29 0,2 0 0,0 0 0,1 0 0,6 24 0,-2-17 0,0 0 0,-3 0 0,0 1 0,-1-1 0,-2 1 0,-4 29 0,4-55 0,-1 1 0,1-1 0,-1 0 0,0 0 0,0 1 0,-1-1 0,1 0 0,-1 0 0,1 0 0,-1 0 0,0 0 0,0-1 0,0 1 0,0-1 0,-1 1 0,1-1 0,-1 0 0,1 0 0,-1 0 0,0 0 0,-4 2 0,-6 2 0,1-1 0,-1 0 0,0-1 0,-15 2 0,-1 2 0,20-6 0,0 1 0,-1-1 0,1 0 0,-1-1 0,1 0 0,-1-1 0,0 0 0,1-1 0,-1 0 0,-12-2 0,16 1 0,0 0 0,0-1 0,0 1 0,1-1 0,-1 0 0,1-1 0,0 1 0,0-1 0,0 0 0,1 0 0,-1-1 0,1 1 0,0-1 0,0 0 0,0 0 0,-5-11 0,1 0 0,0 0 0,0-1 0,2 0 0,0-1 0,1 0 0,0 0 0,2 0 0,0 0 0,1 0 0,1-1 0,3-36 0,-1 51 0,-1-1 0,2 0 0,-1 1 0,1-1 0,-1 1 0,1-1 0,0 1 0,1 0 0,-1 0 0,1 0 0,4-5 0,41-38 0,-6 8 0,-25 22 0,1 0 0,1 1 0,1 1 0,0 1 0,27-15 0,-21 14 0,-1-2 0,46-38 0,1-3 0,-62 49 18,0 1 0,1 0 0,0 0 0,0 1 1,1 0-1,25-9 0,-19 8-516,0-1 1,17-12 0,-21 12-6329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50.5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36 24575,'115'2'0,"126"-5"0,-232 2-170,0 0-1,0-1 0,0 0 1,-1-1-1,1 1 0,-1-2 1,14-6-1,-8 0-6655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50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0 24575,'0'55'0,"-3"93"0,1-127 0,-1 0 0,-1 0 0,0 0 0,-16 38 0,-37 76-1365,49-118-5461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51.4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24575,'0'46'0,"3"80"0,-1-110 0,0 0 0,1 0 0,1 0 0,1 0 0,11 26 0,-13-35 0,1 0 0,-1-1 0,1 0 0,0 1 0,0-2 0,1 1 0,0 0 0,0-1 0,0 0 0,1 0 0,11 7 0,-14-10 0,1 0 0,-1-1 0,1 0 0,0 1 0,-1-1 0,1-1 0,0 1 0,0 0 0,-1-1 0,1 0 0,0 0 0,0 0 0,0 0 0,-1-1 0,1 0 0,0 1 0,0-1 0,-1-1 0,1 1 0,-1 0 0,1-1 0,-1 0 0,1 0 0,4-3 0,0 0 0,0 1 0,-1-2 0,1 1 0,-1-1 0,0 0 0,0 0 0,-1-1 0,0 0 0,0 0 0,-1 0 0,0-1 0,0 0 0,0 0 0,-1 0 0,5-16 0,19-73 0,-26 191 0,-4-50 0,0-30 0,1 1 0,1-1 0,0 1 0,1-1 0,1 1 0,0-1 0,1 0 0,4 16 0,-5-27-45,0-1-1,0 1 1,0 0-1,0-1 1,1 1-1,-1-1 1,0 0-1,1 1 1,0-1-1,-1 0 1,1-1-1,0 1 1,0 0-1,0-1 1,0 0-1,1 0 1,-1 0-1,0 0 1,0 0-1,1-1 1,-1 1-1,0-1 1,1 0-1,-1 0 0,1 0 1,-1 0-1,0-1 1,1 1-1,2-2 1,12-4-6781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52.4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27 24575,'-4'-1'0,"1"1"0,-1-1 0,1 0 0,0-1 0,-1 1 0,1 0 0,-3-3 0,-21-6 0,24 9 0,0 0 0,0 1 0,1 0 0,-1-1 0,0 1 0,0 0 0,0 0 0,0 1 0,0-1 0,1 1 0,-1-1 0,0 1 0,0 0 0,1 0 0,-1 0 0,1 0 0,-1 0 0,1 1 0,-1-1 0,-2 3 0,3-1 0,-1 0 0,1 0 0,0 0 0,0 1 0,0-1 0,0 1 0,1-1 0,-1 1 0,1-1 0,0 1 0,0 0 0,0 0 0,1 0 0,-1 6 0,0-2 0,1 1 0,0 0 0,0-1 0,1 1 0,0-1 0,0 1 0,1-1 0,0 0 0,1 0 0,0 0 0,0 0 0,1 0 0,-1 0 0,2-1 0,-1 0 0,1 0 0,0 0 0,1 0 0,-1-1 0,10 8 0,29 35 0,-42-46 0,0-1 0,0 1 0,0 0 0,0 0 0,0 1 0,-1-1 0,1 0 0,-1 1 0,0-1 0,0 0 0,0 1 0,0-1 0,-1 1 0,0-1 0,0 6 0,-1-6 0,-1-1 0,0 1 0,0-1 0,0 0 0,0 0 0,0 0 0,-1 0 0,1 0 0,-1 0 0,1-1 0,-1 1 0,0-1 0,1 0 0,-1 0 0,-6 2 0,-1 0 0,40-12 0,43-8 0,-49 12 0,0 0 0,-1-1 0,0-2 0,0 0 0,41-22 0,-44 20 0,37-16 0,5-1 0,-55 24 0,5-3 0,0-1 0,0 0 0,0 0 0,11-12 0,-20 18 0,-1-1 0,0 0 0,0-1 0,0 1 0,0 0 0,0-1 0,-1 1 0,1-1 0,-1 1 0,0-1 0,1 0 0,-1 1 0,0-1 0,0 0 0,-1 0 0,1 0 0,-1 0 0,1 0 0,-1 0 0,0 0 0,0 0 0,-1 0 0,1 0 0,0 0 0,-2-4 0,1 4 0,-1 1 0,1-1 0,-1 1 0,0 0 0,1 0 0,-1-1 0,0 1 0,0 0 0,0 1 0,-1-1 0,1 0 0,0 1 0,-1-1 0,1 1 0,-1 0 0,1 0 0,-1 0 0,0 0 0,1 0 0,-1 0 0,0 1 0,0-1 0,-3 1 0,-7-1 0,0 0 0,1 0 0,-24 4 0,32-3 0,0 1 0,0 1 0,0-1 0,0 0 0,1 1 0,-1 0 0,0 0 0,1 0 0,-1 1 0,1-1 0,0 1 0,0-1 0,0 1 0,0 0 0,0 0 0,0 1 0,1-1 0,0 1 0,-1-1 0,1 1 0,1 0 0,-1-1 0,0 1 0,1 0 0,-2 7 0,0 2 0,0 1 0,1-1 0,0 1 0,1 0 0,0 0 0,3 21 0,-1-29 0,1 0 0,0-1 0,0 1 0,0 0 0,1-1 0,-1 0 0,1 1 0,1-1 0,-1-1 0,1 1 0,-1 0 0,2-1 0,-1 0 0,0 0 0,1 0 0,0 0 0,-1-1 0,2 0 0,4 3 0,2 1 0,0-1 0,0 0 0,0-1 0,1-1 0,0 0 0,-1-1 0,22 3 0,-28-5 0,-1-1 0,1 0 0,-1 0 0,1-1 0,-1 0 0,1 0 0,-1 0 0,0 0 0,1-1 0,-1 0 0,0 0 0,0-1 0,0 1 0,-1-1 0,1 0 0,0 0 0,-1-1 0,8-7 0,-5 3 0,0 0 0,-1 0 0,0-1 0,-1 0 0,0 0 0,0-1 0,0 1 0,-2-1 0,4-11 0,-7 20 0,0-1 0,1 1 0,-1 0 0,0-1 0,1 1 0,-1-1 0,1 1 0,0 0 0,-1 0 0,1-1 0,0 1 0,0 0 0,-1 0 0,1 0 0,0 0 0,0 0 0,0 0 0,1 0 0,-1 0 0,0 0 0,0 0 0,0 1 0,1-1 0,-1 0 0,0 1 0,1-1 0,1 0 0,-2 2 0,1 0 0,-1-1 0,0 1 0,1 0 0,-1-1 0,0 1 0,0 0 0,1 0 0,-1 0 0,0 0 0,0 0 0,0 0 0,0 1 0,0-1 0,0 0 0,-1 0 0,1 1 0,0-1 0,-1 0 0,1 1 0,-1-1 0,1 1 0,-1-1 0,0 1 0,1-1 0,-1 3 0,7 60 0,-7-62 0,0-7 0,-1-20 0,1 9 0,0 1 0,1-1 0,1 1 0,0 0 0,2 0 0,4-16 0,-6 24 0,1 0 0,0 0 0,1 0 0,-1 1 0,1-1 0,0 1 0,1 0 0,0 0 0,0 0 0,0 1 0,1 0 0,-1 0 0,1 0 0,9-5 0,9-5-273,1 0 0,1 2 0,0 1 0,54-17 0,-58 24-6553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52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226 3 24575,'-38'-1'0,"22"0"0,1 0 0,-1 2 0,0-1 0,1 2 0,-17 3 0,28-4 0,0 1 0,0-1 0,1 0 0,-1 1 0,0 0 0,1 0 0,0 0 0,-1 1 0,1-1 0,0 1 0,0-1 0,0 1 0,0 0 0,1 0 0,-1 0 0,1 1 0,0-1 0,0 1 0,0-1 0,0 1 0,1 0 0,-1-1 0,1 1 0,-1 6 0,-2 12 0,2 0 0,0 0 0,1 1 0,2-1 0,4 34 0,-3-48 0,1 0 0,0 0 0,0 0 0,0-1 0,1 1 0,1-1 0,-1 0 0,1 0 0,0 0 0,1-1 0,-1 0 0,1 0 0,0 0 0,1-1 0,-1 0 0,1 0 0,0-1 0,1 1 0,13 4 0,8-4 0,0-2 0,0-1 0,1-1 0,43-5 0,7 1 0,-7 4 0,71-3 0,-129-1-136,0 0-1,-1-2 1,1 0-1,-1 0 1,0-1-1,-1-1 1,1 0-1,-1-1 0,18-15 1,-14 9-6690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53.2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200 13 24575,'-42'-1'0,"29"-1"0,0 1 0,0 1 0,0 0 0,0 1 0,0 1 0,-23 5 0,33-5 0,0 0 0,0 0 0,0 0 0,0 1 0,0-1 0,1 1 0,-1-1 0,1 1 0,0 0 0,0 0 0,0 0 0,0 0 0,0 1 0,1-1 0,0 0 0,-1 1 0,1-1 0,0 1 0,1-1 0,-1 1 0,1-1 0,-1 1 0,1 6 0,0-3 0,0 0 0,0-1 0,0 1 0,1 0 0,0-1 0,0 1 0,1-1 0,0 1 0,0-1 0,0 0 0,1 1 0,4 6 0,-2-6 0,0 0 0,1 0 0,0 0 0,0-1 0,1 0 0,9 7 0,-10-10 0,-1 0 0,0 0 0,1-1 0,-1 0 0,1 0 0,0-1 0,0 1 0,-1-1 0,1-1 0,10 1 0,1 0 0,0 0 0,0-2 0,0 0 0,33-7 0,-46 8 0,0-1 0,0 0 0,0-1 0,-1 1 0,1-1 0,0 0 0,-1 0 0,1 0 0,-1 0 0,0 0 0,0-1 0,0 1 0,0-1 0,0 0 0,0 0 0,-1 0 0,1-1 0,-1 1 0,0 0 0,0-1 0,0 1 0,-1-1 0,1 0 0,-1 0 0,0 0 0,1-6 0,1-8-195,-2 0 0,0 0 0,-1 0 0,0 0 0,-2-1 0,-6-30 0,2 31-6631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53.5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78 24575,'0'9'0,"1"0"0,1 0 0,0-1 0,5 17 0,5 24 0,-8 13 0,-5-47 0,2 0 0,-1 0 0,2 0 0,0 0 0,1 0 0,1 0 0,0-1 0,9 22 0,-13-36 0,0 1 0,0-1 0,0 0 0,0 1 0,0-1 0,0 1 0,1-1 0,-1 0 0,0 1 0,0-1 0,0 0 0,0 1 0,0-1 0,1 0 0,-1 1 0,0-1 0,0 0 0,1 0 0,-1 1 0,0-1 0,1 0 0,-1 1 0,0-1 0,0 0 0,1 0 0,-1 0 0,1 0 0,-1 1 0,0-1 0,1 0 0,-1 0 0,0 0 0,1 0 0,-1 0 0,1 0 0,-1 0 0,0 0 0,1 0 0,-1 0 0,0 0 0,1 0 0,-1 0 0,1 0 0,-1 0 0,0 0 0,1-1 0,-1 1 0,0 0 0,1 0 0,-1 0 0,0-1 0,1 1 0,-1 0 0,0 0 0,0-1 0,1 1 0,-1 0 0,0-1 0,0 1 0,1 0 0,-1 0 0,0-1 0,0 1 0,0-1 0,1 0 0,9-31 0,-8 22 0,7-14 0,18-33 0,-17 39 0,-1-1 0,-1 0 0,6-23 0,-10 31 0,-1-1 0,2 1 0,-1 0 0,2 1 0,-1-1 0,1 1 0,1 0 0,0 1 0,15-17 0,-16 20 0,0 0 0,1 0 0,0 1 0,0 0 0,0 0 0,1 0 0,0 1 0,0 0 0,0 1 0,0-1 0,0 2 0,1-1 0,15-1 0,-21 3 0,-1 1 0,1 0 0,0 0 0,0 0 0,0 0 0,-1 0 0,1 1 0,0-1 0,-1 1 0,1 0 0,0 0 0,-1 0 0,1 0 0,-1 0 0,1 1 0,-1-1 0,0 1 0,3 1 0,-2 0 0,-1 0 0,1 1 0,0-1 0,-1 1 0,0-1 0,0 1 0,0 0 0,0-1 0,-1 1 0,2 8 0,1 6 0,-2 0 0,0 0 0,-1 0 0,-1 25 0,-1-34 0,1 2 0,-3 44 0,3-53 0,0-1 0,0 1 0,0-1 0,0 1 0,-1-1 0,1 1 0,-1-1 0,1 1 0,-1-1 0,1 0 0,-1 1 0,0-1 0,0 0 0,0 0 0,1 1 0,-1-1 0,0 0 0,0 0 0,-1 0 0,1 0 0,0 0 0,0 0 0,0-1 0,-1 1 0,1 0 0,0-1 0,-1 1 0,1-1 0,-2 1 0,-8-5-1365,3-4-5461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53.8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24575,'1'0'0,"0"1"0,0-1 0,0 0 0,0 1 0,0-1 0,0 1 0,0-1 0,0 1 0,0-1 0,0 1 0,-1 0 0,1-1 0,0 1 0,0 0 0,-1 0 0,1 0 0,-1 0 0,1-1 0,-1 1 0,1 0 0,-1 0 0,1 0 0,-1 0 0,0 0 0,1 1 0,8 35 0,-5-20 0,22 83 0,-18-65 0,17 47 0,-8-35 0,18 42 0,-25-64 0,-1 0 0,-2 0 0,-1 1 0,6 48 0,-11-70-52,0-1-1,-1 1 1,0 0-1,0 0 1,0 0-1,0 0 1,0 0-1,-1 0 1,0 0-1,0 0 1,0-1-1,0 1 1,0 0-1,-1-1 1,0 1-1,1-1 1,-1 1-1,-1-1 1,1 0-1,0 0 1,-1 0-1,0 0 0,0 0 1,1-1-1,-6 4 1,-7 3-6774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54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58 24575,'5'-1'0,"0"-1"0,0 1 0,0-1 0,-1 0 0,9-4 0,7-3 0,3 1 0,0 1 0,1 1 0,0 1 0,0 2 0,47-2 0,148 6-1365,-195-1-5461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54.4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1 103 24575,'0'1'0,"0"0"0,0 0 0,1 0 0,-1 0 0,1-1 0,-1 1 0,1 0 0,-1 0 0,1 0 0,-1 0 0,1-1 0,0 1 0,-1 0 0,1-1 0,0 1 0,0 0 0,-1-1 0,1 1 0,0-1 0,0 1 0,0-1 0,0 1 0,0-1 0,0 0 0,0 0 0,1 1 0,30 5 0,-29-6 0,-2 0 0,14 3 0,0-2 0,0 0 0,0-1 0,0 0 0,20-4 0,-32 4 0,0-1 0,0 0 0,0 1 0,0-1 0,0 0 0,-1-1 0,1 1 0,-1-1 0,1 1 0,-1-1 0,1 0 0,-1 1 0,0-1 0,0-1 0,0 1 0,0 0 0,0 0 0,0-1 0,0 1 0,-1-1 0,0 1 0,1-1 0,-1 0 0,0 0 0,0 1 0,0-1 0,-1 0 0,1 0 0,-1 0 0,0 0 0,1 0 0,-1 0 0,-1-5 0,1 6 0,0-1 0,0 1 0,-1 0 0,1-1 0,-1 1 0,1 0 0,-1 0 0,0-1 0,0 1 0,0 0 0,0 0 0,0 0 0,0 0 0,-1 0 0,1 0 0,-1 1 0,1-1 0,-1 0 0,0 1 0,0-1 0,0 1 0,-3-3 0,3 4 0,1-1 0,-1 0 0,0 1 0,1 0 0,-1-1 0,1 1 0,-1 0 0,0 0 0,1 0 0,-1 0 0,0 0 0,1 0 0,-1 1 0,0-1 0,1 0 0,-1 1 0,1-1 0,-1 1 0,1 0 0,-1-1 0,1 1 0,-1 0 0,1 0 0,0 0 0,-1 0 0,1 0 0,0 0 0,0 0 0,0 1 0,0-1 0,0 0 0,-1 3 0,-4 4 0,2 1 0,-1-1 0,1 1 0,0 0 0,1 0 0,0 1 0,0-1 0,1 1 0,0-1 0,1 1 0,0 0 0,1 12 0,0-19 0,0 1 0,0 0 0,0 0 0,1-1 0,0 1 0,0 0 0,0-1 0,0 1 0,1 0 0,-1-1 0,1 0 0,0 1 0,0-1 0,0 0 0,0 0 0,1 0 0,-1 0 0,1 0 0,0-1 0,0 1 0,0-1 0,0 0 0,0 0 0,0 0 0,1 0 0,-1-1 0,0 1 0,1-1 0,0 0 0,-1 0 0,1 0 0,0 0 0,5 0 0,7 1-195,-1-1 0,1 0 0,0-2 0,-1 1 0,1-2 0,22-5 0,-19 1-6631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54.6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24575,'2'0'0,"-1"0"0,1 0 0,-1 1 0,1-1 0,-1 1 0,1-1 0,-1 1 0,1-1 0,-1 1 0,0 0 0,1-1 0,-1 1 0,0 0 0,0 0 0,1 0 0,-1 0 0,0 0 0,0 0 0,0 1 0,1 1 0,16 32 0,-7-12 0,20 20 0,65 66 0,-86-99-120,-4-3-58,1 1 0,0-1 0,0-1 1,1 0-1,0 0 0,12 7 0,-4-6-6648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54.8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0 24575,'0'5'0,"-4"1"0,-3 5 0,-3 0 0,-1 3 0,2 4 0,-2-2 0,0 2 0,3 2 0,2 2 0,-2-2 0,0 0 0,-4-3 0,2-1 0,1 3 0,3 1 0,2-1-8191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55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1 24575,'0'602'0,"0"-597"14,0 0-1,0 0 0,-1 0 0,1 0 1,-1 0-1,0 0 0,-1-1 1,-3 10-1,4-12-87,0 0-1,-1 1 1,1-1 0,-1-1 0,0 1-1,0 0 1,0 0 0,1-1 0,-2 1-1,1-1 1,0 1 0,0-1 0,0 0-1,-1 0 1,1 0 0,0 0 0,-1 0-1,1-1 1,-4 2 0,-14 1-6752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55.4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1 109 24575,'3'-1'0,"1"0"0,-1 0 0,1 0 0,-1 0 0,1 0 0,-1-1 0,3-1 0,21-7 0,37-5 0,-41 9 0,1 1 0,-1 1 0,33-2 0,105 8 0,88-4 0,-165-10 0,-55 6 0,49-3 0,-59 9 0,-12 1 0,0-1 0,0 0 0,0 0 0,0 0 0,-1-1 0,1 0 0,0-1 0,-1 0 0,1 0 0,-1 0 0,10-5 0,-16 3 0,-8 1 0,-9 1 0,-22 11-1365,20-4-5461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57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0 110 24575,'4'0'0,"-1"-1"0,1 0 0,-1 0 0,1 0 0,-1-1 0,1 1 0,2-3 0,21-6 0,24 4 0,0 2 0,99 6 0,-48 0 0,-19-3 0,109-14 0,-113 7-360,139 6 1,-3 0-87,-102-10 446,23-2 0,398 12 448,-274 4-299,-256-2-234,0 0 0,0 1 1,0-2-1,1 1 0,-1 0 1,0-1-1,0 0 0,0 0 1,0 0-1,0-1 0,0 1 0,0-1 1,0 0-1,4-3 0,4-7-6267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5:57.8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241 0 24575,'5'2'0,"-1"0"0,0 0 0,0 0 0,0 0 0,0 0 0,-1 1 0,1 0 0,-1-1 0,0 1 0,1 1 0,-1-1 0,5 8 0,4 1 0,48 56 0,-44-48 0,1 0 0,27 22 0,-37-35 0,1 0 0,-1 0 0,-1 1 0,1 0 0,-1 0 0,-1 1 0,1-1 0,-1 1 0,4 11 0,-7-14 0,0 0 0,0 0 0,0 0 0,-1 1 0,0-1 0,0 0 0,0 0 0,-1 1 0,0-1 0,0 1 0,-1-1 0,0 0 0,0 1 0,0-1 0,-4 10 0,3-12 0,0-1 0,0 0 0,-1 0 0,1 0 0,-1 0 0,0 0 0,1 0 0,-1 0 0,0-1 0,-1 0 0,-3 3 0,-43 22 0,37-21 0,-42 18 0,36-17 0,1 1 0,-32 19 0,36-19 0,-1-1 0,0-1 0,0 0 0,0-1 0,-1 0 0,0-1 0,-22 2 0,-42 12 0,55-11-1365,3 0-5461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16.0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689 850 24575,'-9'-1'0,"0"0"0,1 0 0,-1-1 0,-16-5 0,-24-5 0,-117-19 0,107 19 0,37 7 0,1 0 0,-40-1 0,48 5 0,0 2 0,0-1 0,0 2 0,1 0 0,-1 0 0,0 1 0,1 1 0,-14 5 0,19-6 0,1 0 0,0 1 0,0-1 0,0 1 0,1 1 0,0-1 0,-1 1 0,1-1 0,1 1 0,-1 1 0,1-1 0,0 1 0,0 0 0,0 0 0,1 0 0,-4 11 0,-1 2 0,2 0 0,0 0 0,2 1 0,0 0 0,1 0 0,1 0 0,0 0 0,2 0 0,0 0 0,2 0 0,5 29 0,-4-40 0,1 1 0,0 0 0,10 16 0,6 12 0,-17-32 0,0 0 0,0 0 0,0-1 0,1 1 0,0-1 0,0 1 0,1-1 0,-1-1 0,1 1 0,0-1 0,1 1 0,-1-2 0,1 1 0,-1 0 0,11 3 0,-4-2 0,-1-1 0,1 0 0,0-1 0,0-1 0,0 0 0,0 0 0,20-1 0,-11-1 0,-2 1 0,0-1 0,0-1 0,31-6 0,-45 6 0,0 0 0,1-1 0,-1 0 0,0 0 0,0 0 0,0-1 0,-1 1 0,1-1 0,-1-1 0,1 1 0,-1 0 0,0-1 0,0 0 0,0 0 0,-1 0 0,0-1 0,4-5 0,4-5 0,0 0 0,1 1 0,24-23 0,8-9 0,-23 22 0,28-23 0,19-20 0,-55 52 0,30-35 0,42-65 0,-69 86 0,22-54 0,-33 69 0,26-69 0,8-21 0,-33 89 0,0-1 0,-1-1 0,0 1 0,-1-1 0,-1 0 0,1-18 0,-3-103 0,-2 82 0,1 45 0,-1 1 0,0-1 0,0 1 0,-1-1 0,-1 1 0,0 0 0,0 0 0,-1 0 0,0 0 0,-7-12 0,8 17 0,-1 1 0,1-1 0,-1 0 0,0 1 0,0 0 0,0 0 0,-1 0 0,1 0 0,-1 1 0,0-1 0,0 1 0,0 0 0,-1 1 0,1 0 0,-1-1 0,1 2 0,-1-1 0,0 1 0,-10-2 0,7 2 0,0 1 0,0 0 0,0 0 0,0 1 0,0 0 0,0 1 0,0-1 0,0 2 0,-9 3 0,14-4 0,0-1 0,0 2 0,0-1 0,0 0 0,1 1 0,-1-1 0,1 1 0,0 0 0,-1 1 0,1-1 0,0 0 0,1 1 0,-1 0 0,1-1 0,0 1 0,-1 0 0,2 0 0,-1 0 0,0 1 0,0 4 0,-9 45 0,2 1 0,-2 77 0,11 113 0,2-103 0,-2-128 0,1 0 0,0 0 0,1 0 0,1 0 0,0-1 0,1 1 0,0-1 0,10 20 0,13 38 0,-18-44 0,2-1 0,18 35 0,-6-9 0,-20-41 0,2-1 0,-1 1 0,13 18 0,0 8 0,-15-32 0,0-1 0,-1 1 0,2-1 0,-1 1 0,0-1 0,1 0 0,0 0 0,0 0 0,7 7 0,-10-11 0,1 0 0,0 1 0,-1-1 0,1 1 0,0-1 0,0 0 0,-1 0 0,1 1 0,0-1 0,0 0 0,0 0 0,-1 0 0,1 0 0,0 0 0,0 0 0,0 0 0,0 0 0,-1 0 0,1 0 0,0 0 0,0-1 0,0 1 0,-1 0 0,1-1 0,0 1 0,-1 0 0,1-1 0,0 1 0,-1-1 0,1 1 0,0-1 0,-1 1 0,1-1 0,-1 0 0,1 0 0,20-30 0,-14 19 0,7-8 0,-4 4 0,0 1 0,-1-1 0,9-21 0,7-13 0,-19 40 0,-1 0 0,0-1 0,-1 1 0,0-1 0,4-19 0,-4 16 0,-3 25 0,-2 42 0,0-28 0,1-19 0,-1 11 0,1 0 0,5 32 0,-4-46 0,-1 1 0,1-1 0,0 0 0,0 0 0,0 1 0,0-1 0,1 0 0,-1 0 0,1 0 0,0 0 0,0 0 0,0-1 0,0 1 0,0-1 0,1 1 0,-1-1 0,1 0 0,0 1 0,-1-1 0,7 3 0,-8-5 0,1 0 0,-1 0 0,0 1 0,0-1 0,1 0 0,-1 0 0,0 0 0,1 0 0,-1-1 0,0 1 0,1 0 0,-1-1 0,0 1 0,0 0 0,1-1 0,-1 0 0,0 1 0,0-1 0,0 0 0,0 1 0,0-1 0,0 0 0,0 0 0,0 0 0,0 0 0,0 0 0,0 0 0,-1 0 0,1 0 0,0 0 0,0-2 0,21-43 0,-17 34 0,1-3 0,-1 0 0,-1-1 0,0 1 0,-1-1 0,-1 0 0,0-17 0,1 9 0,-3 22 0,0-1 0,0 1 0,1-1 0,-1 1 0,1 0 0,0-1 0,-1 1 0,1 0 0,0 0 0,1-1 0,-1 1 0,3-3 0,-4 4 0,0 1 0,1 0 0,-1 0 0,1-1 0,-1 1 0,0 0 0,1 0 0,-1-1 0,1 1 0,-1 0 0,1 0 0,-1 0 0,1 0 0,-1 0 0,1-1 0,-1 1 0,1 0 0,-1 0 0,1 0 0,-1 1 0,1-1 0,-1 0 0,0 0 0,2 0 0,13 14 0,-7-2 0,-1 1 0,-1 1 0,1-1 0,4 19 0,13 25 0,-11-25 0,10 18 0,-22-47 0,1 0 0,0 0 0,0 0 0,1-1 0,-1 1 0,0 0 0,1-1 0,0 1 0,-1-1 0,1 0 0,6 3 0,-8-4 3,0-1 0,0 1 0,0-1 0,0 0-1,0 1 1,0-1 0,0 0 0,0 0 0,0 0 0,0 0 0,0 0-1,1 0 1,-1 0 0,0 0 0,0 0 0,0-1 0,0 1-1,0 0 1,0-1 0,0 1 0,0 0 0,0-1 0,0 1 0,-1-1-1,1 0 1,0 1 0,0-1 0,0 0 0,-1 0 0,1 1-1,0-1 1,-1 0 0,1 0 0,0 0 0,-1 0 0,1 0 0,-1 0-1,0 0 1,1 0 0,-1 0 0,1-1 0,1-5-300,0 0 0,-1-1 0,1 1 0,0-11 0,-1-5-6529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16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0 24575,'1'0'0,"-1"0"0,1 0 0,-1 0 0,1 0 0,-1 0 0,1 0 0,-1 1 0,0-1 0,1 0 0,-1 0 0,1 0 0,-1 0 0,1 1 0,-1-1 0,0 0 0,1 0 0,-1 1 0,0-1 0,1 0 0,-1 0 0,0 1 0,1-1 0,-1 1 0,0-1 0,0 0 0,1 1 0,-1-1 0,0 0 0,0 1 0,0-1 0,1 1 0,-1-1 0,0 1 0,0 0 0,-3 20 0,-14 18 0,-12-1 0,24-33 0,1 0 0,-1 1 0,1-1 0,0 1 0,0 0 0,1 0 0,0 1 0,0-1 0,1 1 0,-1 0 0,-2 13 0,4-13 0,1 0 0,-1 0 0,1 0 0,0 0 0,1 0 0,0 0 0,0 0 0,0 0 0,1 0 0,0 0 0,5 11 0,-2-9 0,1 1 0,0-1 0,0-1 0,1 1 0,0-1 0,17 15 0,-18-18 0,28 29 0,-33-33 0,-1-1 0,1 1 0,-1-1 0,1 1 0,-1-1 0,0 1 0,1-1 0,-1 1 0,1-1 0,-1 1 0,0 0 0,0-1 0,1 1 0,-1-1 0,0 1 0,0 0 0,0-1 0,0 1 0,1 0 0,-1 0 0,0-1 0,0 1 0,0 0 0,-1-1 0,1 1 0,0 0 0,0-1 0,0 1 0,0 0 0,-1-1 0,1 1 0,0-1 0,-1 1 0,1 0 0,0-1 0,-1 1 0,1-1 0,-1 1 0,1-1 0,-1 1 0,1-1 0,-1 1 0,1-1 0,-1 0 0,1 1 0,-1-1 0,0 0 0,1 1 0,-1-1 0,1 0 0,-1 0 0,0 0 0,1 1 0,-1-1 0,0 0 0,0 0 0,-2 0 0,1 1 0,-1-1 0,1 0 0,-1 0 0,1 0 0,0 0 0,-1 0 0,1 0 0,-1-1 0,1 1 0,0-1 0,-1 0 0,1 1 0,0-1 0,-1 0 0,1-1 0,0 1 0,0 0 0,0-1 0,0 1 0,0-1 0,0 1 0,1-1 0,-1 0 0,0 0 0,1 0 0,0 0 0,-1 0 0,1 0 0,0 0 0,0 0 0,0-1 0,0 1 0,0 0 0,0-4 0,0 1 0,-1 0 0,1-1 0,1 1 0,-1 0 0,1 0 0,0 0 0,0 0 0,1-1 0,-1 1 0,1 0 0,0 0 0,0 0 0,1 0 0,0 0 0,4-9 0,0 5-227,1 1-1,0-1 1,0 1-1,1 1 1,13-11-1,-7 7-6598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17.1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0 24575,'2'79'0,"-4"88"0,-2-145 0,-9 37 0,5-27 0,-16 53 0,16-63 0,1 0 0,2 1 0,0 0 0,-3 44 0,10-18 0,-1-37 0,0 0 0,-1 0 0,0 0 0,0 1 0,-2-1 0,1 0 0,-5 13 0,6-23-68,-1-1 0,1 1-1,-1-1 1,0 0 0,0 1 0,1-1-1,-1 0 1,0 0 0,0 0 0,0 1-1,0-1 1,0 0 0,0 0 0,-1-1-1,1 1 1,0 0 0,0 0 0,-1 0-1,-2 0 1,-7 0-6758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17.3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0 137 24575,'5'-1'0,"0"0"0,-1-1 0,1 0 0,-1 0 0,1 0 0,-1 0 0,7-6 0,-1 2 0,6-1 0,0 0 0,1 1 0,0 1 0,1 0 0,33-4 0,-9 2 0,17-6 0,-29 5 0,-1 2 0,61-4 0,-73 8 44,0 0 0,30-8 0,11-1-1541,-37 9-5329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18.0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0 276 24575,'1'1'0,"-1"0"0,1 1 0,-1-1 0,1 0 0,-1 0 0,1 0 0,0 0 0,0 0 0,-1 0 0,1 0 0,0 0 0,0 0 0,0 0 0,0-1 0,0 1 0,0 0 0,0 0 0,1-1 0,-1 1 0,0-1 0,0 1 0,0-1 0,1 0 0,-1 1 0,0-1 0,1 0 0,1 0 0,42 5 0,-40-5 0,51 4 0,83-8 0,-135 4 0,1-1 0,-1-1 0,0 1 0,0-1 0,1 0 0,-1 0 0,-1 0 0,1 0 0,0-1 0,0 1 0,-1-1 0,0 0 0,1 0 0,-1-1 0,0 1 0,0 0 0,-1-1 0,1 0 0,-1 0 0,0 0 0,0 0 0,0 0 0,-1 0 0,1 0 0,-1-1 0,0 1 0,0 0 0,0-1 0,-1-4 0,1 5 0,0-1 0,-1 1 0,1-1 0,-1 1 0,0-1 0,-1 1 0,1-1 0,-1 1 0,0 0 0,0-1 0,0 1 0,0 0 0,-1-1 0,0 1 0,0 0 0,0 0 0,0 1 0,-1-1 0,1 0 0,-1 1 0,0-1 0,0 1 0,-1 0 0,1 0 0,-1 0 0,1 1 0,-1-1 0,-7-3 0,3 3 0,-1 0 0,0 1 0,0 0 0,0 1 0,0 0 0,0 0 0,0 1 0,-1 0 0,-8 2 0,15-2 0,0 1 0,-1-1 0,1 1 0,0 0 0,0 0 0,0 0 0,0 0 0,0 0 0,0 1 0,0-1 0,1 1 0,-1 0 0,1 0 0,-1 0 0,1 0 0,-1 0 0,1 1 0,0-1 0,0 1 0,0-1 0,0 1 0,1 0 0,-1 0 0,1 0 0,0 0 0,0 0 0,0 0 0,-1 3 0,0 4 0,1-1 0,0 1 0,1-1 0,0 1 0,0 0 0,1-1 0,0 1 0,5 17 0,-4-21 0,0-1 0,0 1 0,0-1 0,1 1 0,0-1 0,0 0 0,1 0 0,-1 0 0,1 0 0,0-1 0,0 0 0,1 1 0,-1-1 0,1-1 0,6 5 0,-2-3 0,-1 0 0,1-1 0,0 0 0,0 0 0,1-1 0,-1-1 0,18 4 0,-24-6 0,1 1 0,0-1 0,0 0 0,0 0 0,0-1 0,-1 1 0,1-1 0,0 0 0,0 0 0,-1 0 0,1 0 0,-1-1 0,1 1 0,-1-1 0,1 0 0,-1 0 0,0 0 0,0-1 0,0 1 0,0-1 0,-1 1 0,5-6 0,0-3 0,0 0 0,-1-1 0,9-22 0,-10 22 0,1-1 0,14-21 0,-20 33 0,0 0 0,1 0 0,-1 1 0,1-1 0,-1 0 0,1 1 0,-1-1 0,1 0 0,0 1 0,-1-1 0,1 1 0,0-1 0,-1 1 0,1-1 0,0 1 0,0-1 0,0 1 0,-1 0 0,1-1 0,0 1 0,0 0 0,0 0 0,0 0 0,0 0 0,0 0 0,-1 0 0,1 0 0,0 0 0,0 0 0,0 0 0,1 0 0,0 2 0,0-1 0,0 0 0,0 1 0,0-1 0,-1 1 0,1-1 0,-1 1 0,1 0 0,-1 0 0,0 0 0,3 4 0,1 5 0,1 0 0,-2 1 0,5 17 0,6 32 0,-5-13 0,2-1 0,27 66 0,-39-113 0,0 1 0,0 0 0,1-1 0,-1 1 0,0-1 0,0 1 0,1 0 0,-1-1 0,0 1 0,1-1 0,-1 1 0,0-1 0,1 1 0,-1-1 0,1 1 0,-1-1 0,1 0 0,-1 1 0,1-1 0,-1 1 0,1-1 0,-1 0 0,1 0 0,0 1 0,5-13 0,-5-25 0,-15-33 0,10 52 0,0 0 0,-2-21 0,4 7 0,1 1 0,7-60 0,-5 79 0,1 0 0,1 0 0,0 1 0,1-1 0,0 1 0,1 0 0,0 0 0,1 0 0,0 1 0,13-18 0,-13 23 10,-1 0 0,1 1 0,0-1 0,0 1 0,0 0 0,1 1 0,-1-1 0,1 1 0,0 0 0,0 1 0,10-2 0,3-1-505,-1 1 0,40-2 0,-36 6-6331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18.3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1 24575,'1'0'0,"0"0"0,0 0 0,0 1 0,0-1 0,0 1 0,0-1 0,0 1 0,0-1 0,0 1 0,-1-1 0,1 1 0,0 0 0,0-1 0,-1 1 0,1 0 0,-1 0 0,1-1 0,0 1 0,-1 0 0,1 0 0,-1 0 0,0 0 0,1 0 0,-1 0 0,0 0 0,1 1 0,5 30 0,-6-29 0,5 78 0,-5 104 0,-2-66 0,2-113 0,0 0 0,-1 0 0,1 0 0,-1 0 0,-1 0 0,-1 8 0,2-13 0,1-1 0,0 1 0,-1 0 0,1 0 0,0-1 0,-1 1 0,1 0 0,-1-1 0,0 1 0,1 0 0,-1-1 0,1 1 0,-1-1 0,0 1 0,1-1 0,-1 1 0,0-1 0,0 0 0,1 1 0,-1-1 0,-1 1 0,0-1 0,1-1 0,-1 1 0,1 0 0,0 0 0,-1-1 0,1 1 0,-1 0 0,1-1 0,0 0 0,-1 1 0,1-1 0,0 0 0,-1 1 0,1-1 0,0 0 0,-2-2 0,-10-10-1365,3-1-5461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18.5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31 24575,'1'-1'0,"-1"0"0,1-1 0,-1 1 0,1 0 0,-1 0 0,1 0 0,0 0 0,0 0 0,-1 0 0,1 0 0,0 0 0,0 0 0,0 0 0,0 0 0,0 0 0,0 1 0,0-1 0,1 0 0,-1 1 0,0-1 0,0 1 0,0-1 0,1 1 0,-1 0 0,0-1 0,0 1 0,3 0 0,41-5 0,-40 4 0,348-2 65,-183 6-1495,-146-3-5396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18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38 24575,'4'1'0,"0"0"0,1 0 0,-1 1 0,0-1 0,1 1 0,3 2 0,15 6 0,10-1 0,1-1 0,0-1 0,1-2 0,0-1 0,38-2 0,30-1 0,95-4 0,-180 0-136,-1-1-1,1-1 1,-1 0-1,0-1 1,0-1-1,-1 0 1,0-2-1,0 0 0,23-17 1,-25 15-6690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19.3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5 115 24575,'1'0'0,"1"1"0,-1-1 0,0 1 0,0-1 0,0 1 0,0 0 0,0 0 0,0-1 0,0 1 0,0 0 0,0 0 0,0 0 0,0 0 0,0 0 0,-1 0 0,1 0 0,0 0 0,-1 0 0,1 1 0,-1-1 0,1 0 0,-1 0 0,1 0 0,-1 1 0,0-1 0,0 0 0,0 3 0,5 40 0,-4-39 0,3 76 0,-9 116 0,-2-170 0,1-20 0,-1-19 0,3-13 0,1 0 0,0-1 0,2 1 0,2-1 0,3-33 0,0 36 0,9-35 0,-5 24 0,-5 24 0,0 0 0,1 0 0,0 0 0,0 1 0,1 0 0,0-1 0,1 2 0,0-1 0,1 1 0,-1 0 0,1 0 0,1 0 0,0 1 0,0 0 0,0 1 0,1 0 0,0 0 0,0 1 0,12-5 0,-9 5 0,0 0 0,0 1 0,1 0 0,-1 1 0,1 1 0,0 0 0,0 0 0,0 2 0,0-1 0,0 2 0,0 0 0,0 0 0,0 1 0,-1 1 0,16 4 0,-21-4 0,-1 0 0,0 1 0,0-1 0,0 1 0,0 0 0,-1 1 0,0-1 0,0 1 0,0 0 0,0 0 0,-1 1 0,7 10 0,4 9 0,21 47 0,-21-39 0,-6-14 0,-1-1 0,0 1 0,-2 1 0,9 38 0,-14-52 0,0 1 0,-1 0 0,1 0 0,-1 0 0,-1-1 0,1 1 0,-1 0 0,-1 0 0,1-1 0,-1 1 0,0-1 0,-1 1 0,1-1 0,-1 0 0,0 0 0,-1 0 0,0 0 0,-6 7 0,2-3 0,-1 0 0,0-1 0,0 0 0,-1-1 0,0 0 0,0 0 0,-1-1 0,0 0 0,-1-1 0,1-1 0,-1 0 0,-22 7 0,-45 12 64,58-17-421,-1 0-1,0-1 1,-23 2 0,21-6-6469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42.5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50 24575,'1'24'0,"0"-16"0,-1 1 0,1-1 0,-1 1 0,-1-1 0,0 1 0,0-1 0,-1 0 0,0 1 0,0-1 0,-1 0 0,-4 10 0,12-32 0,14-37 0,-13 43 0,1 0 0,0 1 0,0 0 0,1 0 0,0 0 0,0 1 0,9-5 0,23-20 0,-36 28 0,-1 1 0,0-1 0,1 1 0,0-1 0,-1 1 0,1 0 0,0 1 0,0-1 0,0 1 0,0-1 0,0 1 0,0 0 0,1 1 0,-1-1 0,0 1 0,7 0 0,-9 0 0,1 1 0,0-1 0,-1 1 0,1 0 0,-1-1 0,1 1 0,-1 1 0,0-1 0,1 0 0,-1 0 0,0 1 0,0 0 0,0-1 0,0 1 0,0 0 0,0 0 0,0 0 0,-1 0 0,1 0 0,-1 0 0,1 1 0,-1-1 0,0 0 0,0 1 0,0-1 0,0 1 0,0 3 0,23 132 0,-17-85 0,-6-50 0,-1-1 0,0 0 0,0 0 0,1 0 0,0 0 0,-1 0 0,1 0 0,0-1 0,0 1 0,0 0 0,0 0 0,0 0 0,0-1 0,0 1 0,1-1 0,-1 1 0,1-1 0,-1 1 0,1-1 0,-1 0 0,1 0 0,3 2 0,-3-3 0,-1 1 0,1-1 0,0 0 0,-1 0 0,1 0 0,0 0 0,-1 0 0,1 0 0,0-1 0,-1 1 0,1-1 0,0 1 0,-1-1 0,1 1 0,-1-1 0,1 0 0,-1 0 0,1 0 0,-1 0 0,0 0 0,1 0 0,-1 0 0,0 0 0,0-1 0,0 1 0,0 0 0,1-3 0,38-47 0,64-65 0,-64 75-1365,-30 28-5461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36.5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41 24575,'1420'0'-750,"-1400"-1"750,0-1 0,40-10 0,-39 7 0,1 1 0,28-1 0,-32 5 148,-8 0-495,0-1 0,1 1 0,15-4 0,-8-2-5854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36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653 0 24575,'14'1'0,"1"1"0,-1 0 0,0 0 0,1 2 0,-2-1 0,1 2 0,0 0 0,-1 1 0,0 0 0,0 1 0,-1 0 0,0 1 0,0 1 0,-1-1 0,0 2 0,0 0 0,-1 0 0,0 1 0,-1 0 0,0 1 0,8 14 0,13 16 0,-25-36 0,1 0 0,-1 1 0,-1 0 0,1 0 0,-1 0 0,0 0 0,-1 1 0,0 0 0,0 0 0,-1 0 0,2 9 0,-2-8 0,-1 1 0,-1-1 0,0 1 0,0-1 0,-1 1 0,0-1 0,-1 0 0,0 1 0,0-1 0,-1 0 0,-6 14 0,6-17 0,-1 0 0,0 0 0,0 0 0,-1 0 0,0 0 0,0-1 0,0 0 0,-1 0 0,0 0 0,1-1 0,-2 0 0,1 0 0,0 0 0,-1-1 0,-10 4 0,14-6-12,-210 73-606,130-44 481,63-22 139,0 0 0,0-2 0,-1 0 1,-30 5-1,-5-3-2,-102 31 0,96-22 0,37-12 60,-38 4 0,-11 2-1419,49-5-4837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46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1 24575,'2'107'0,"-4"114"0,-11-155 0,9-49 0,0 0 0,-1 21 0,2 329 0,5-188 0,-2-149 0,1 1 0,1-1 0,12 53 0,0-17 0,7 99 0,-19-44 0,-3-87 0,1 1 0,2-1 0,8 46 0,-4-43 0,-1 0 0,-2 64 0,1-2 0,8-13 0,-6-57 0,2 47 0,-7 227 0,-2-142 0,-1-140 0,0-1 0,-8 37 0,5-35 0,1 0 0,-1 26 0,5-15 0,1-22 0,-1-1 0,0 1 0,-1 0 0,0-1 0,0 1 0,-1-1 0,-1 0 0,1 1 0,-2-1 0,-4 10 0,7-18 0,1-1 0,-1 0 0,1 0 0,-1 0 0,0 0 0,0 0 0,1 0 0,-1 0 0,0 0 0,0 0 0,0 0 0,0-1 0,0 1 0,0 0 0,-1-1 0,1 1 0,0 0 0,0-1 0,0 1 0,-3-1 0,3 0 0,0 0 0,0 0 0,1 0 0,-1-1 0,0 1 0,0 0 0,0-1 0,0 1 0,0-1 0,0 1 0,0-1 0,0 1 0,1-1 0,-1 0 0,0 1 0,0-1 0,1 0 0,-1 0 0,1 1 0,-2-2 0,0-3 0,-1 0 0,0 0 0,1 0 0,0 0 0,0 0 0,0 0 0,-1-11 0,0-23-37,3-70-1,2 60-1252,-2 25-5536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46.8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24575,'31'0'0,"89"4"0,-105-3 0,1 2 0,0 0 0,-1 1 0,0 1 0,24 10 0,-26-10 0,1 0 0,0-1 0,0-1 0,27 3 0,11 3 0,53 16-1365,-82-17-5461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47.5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0 111 24575,'57'2'0,"-30"-1"0,-1 0 0,1-2 0,-1-1 0,47-9 0,-41 4 0,0 2 0,1 1 0,-1 2 0,44 2 0,-36 1 0,-1-2 0,54-9 0,-57 4 0,-4 1 0,-1-2 0,58-19 0,-73 20-273,0 0 0,0 2 0,0 0 0,20-2 0,-13 4-6553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49.0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498 728 24575,'0'-3'0,"0"-1"0,-1 1 0,1-1 0,-1 1 0,1 0 0,-1 0 0,0-1 0,0 1 0,-1 0 0,1 0 0,-1 0 0,1 0 0,-1 0 0,0 1 0,0-1 0,0 0 0,0 1 0,-1-1 0,1 1 0,-1 0 0,1 0 0,-1 0 0,0 0 0,0 0 0,0 1 0,0-1 0,0 1 0,0 0 0,0 0 0,-1 0 0,-5-1 0,-10-1 0,0 1 0,-1 0 0,1 2 0,-28 2 0,21-1 0,2-1 0,1 2 0,0 0 0,0 2 0,0 0 0,-25 9 0,41-11 0,1 0 0,0 1 0,0-1 0,0 1 0,0 0 0,0 1 0,1 0 0,-1 0 0,1 0 0,0 0 0,0 1 0,1 0 0,-1 0 0,1 0 0,0 0 0,1 1 0,-1-1 0,1 1 0,0 0 0,1 0 0,-1 0 0,-2 10 0,2 8 0,1-1 0,0 1 0,2 0 0,5 47 0,-4-66 0,1 1 0,0-1 0,-1 1 0,2-1 0,-1 0 0,1 0 0,-1 0 0,1-1 0,1 1 0,-1 0 0,1-1 0,-1 0 0,1 0 0,0 0 0,1 0 0,-1-1 0,9 5 0,8 5 0,2-1 0,37 15 0,-43-19 0,-3-3 0,0-1 0,1 0 0,-1-1 0,1-1 0,0 0 0,0 0 0,24-2 0,-15-2 0,-1 0 0,1-1 0,-1-1 0,24-8 0,-34 7 0,0 0 0,0-1 0,-1-1 0,0 0 0,0-1 0,0 0 0,-1 0 0,-1-1 0,1-1 0,-1 0 0,-1 0 0,16-23 0,-8 7 0,0-2 0,-2 0 0,-1 0 0,16-49 0,-22 48 0,-1 0 0,5-45 0,-7 38 0,10-41 0,-3 29 0,5-61 0,-4 20 0,-7 37 0,-2-1 0,-3-76 0,-2 74 0,1 648 0,1-572 0,1 0 0,2-1 0,0 1 0,11 33 0,-7-29 0,-1 0 0,4 36 0,-9-49 0,0 1 0,1 0 0,0-1 0,1 0 0,8 17 0,-11-25 0,1 1 0,0-1 0,1 0 0,-1 0 0,1 0 0,-1 0 0,1-1 0,0 1 0,1-1 0,-1 0 0,1 0 0,-1 0 0,1 0 0,0 0 0,0-1 0,0 0 0,0 0 0,5 2 0,-7-4 0,0 0 0,0 1 0,0-1 0,0 0 0,-1-1 0,1 1 0,0 0 0,0-1 0,0 1 0,0-1 0,0 1 0,0-1 0,-1 0 0,1 0 0,0 1 0,0-2 0,-1 1 0,1 0 0,-1 0 0,1 0 0,-1-1 0,0 1 0,1-1 0,-1 1 0,0-1 0,0 1 0,0-1 0,1-1 0,4-8 0,-1 1 0,0-1 0,5-17 0,-6 14 0,4-13 0,10-49 0,-17 195 0,-1-117 0,0 1 0,0-1 0,1 1 0,-1 0 0,1-1 0,-1 1 0,1-1 0,0 1 0,0-1 0,0 0 0,0 1 0,1-1 0,-1 0 0,1 0 0,-1 0 0,1 0 0,0 0 0,-1 0 0,1 0 0,0 0 0,0-1 0,1 1 0,-1-1 0,0 1 0,0-1 0,1 0 0,-1 0 0,0 0 0,1 0 0,3 0 0,-3-1 0,1 1 0,-1-1 0,1 0 0,-1-1 0,1 1 0,-1-1 0,0 1 0,1-1 0,-1 0 0,0 0 0,1-1 0,-1 1 0,0-1 0,0 1 0,0-1 0,0 0 0,0 0 0,-1 0 0,1-1 0,-1 1 0,1-1 0,2-3 0,7-12 0,-2 1 0,1-2 0,12-34 0,-5 13 0,-16 35-114,1 1 1,-1-1-1,-1 0 0,1 1 0,-1-1 1,0 0-1,0 0 0,0 0 0,-1 0 1,1 0-1,-2-6 0,-2-4-6712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49.5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253 1 24575,'-15'0'0,"2"0"0,1 0 0,-1 0 0,0 1 0,1 1 0,-22 5 0,31-6 0,0 0 0,0 1 0,0-1 0,0 1 0,0 0 0,0 0 0,0 0 0,0 0 0,1 1 0,-1-1 0,1 1 0,0-1 0,0 1 0,0 0 0,0 0 0,0 0 0,0 0 0,1 0 0,0 0 0,-1 0 0,1 1 0,0-1 0,1 1 0,-1-1 0,0 6 0,1-4 0,0 0 0,0 1 0,1-1 0,0 0 0,0 0 0,0 1 0,0-1 0,1 0 0,0 0 0,0 0 0,0-1 0,1 1 0,-1 0 0,1-1 0,0 0 0,1 1 0,-1-1 0,1 0 0,0-1 0,5 5 0,12 9 0,0-1 0,43 25 0,-36-24 0,1-2 0,-17-10 0,-1 1 0,1 0 0,15 13 0,-26-18 0,1 0 0,0 1 0,0 0 0,0-1 0,-1 1 0,1 0 0,-1 0 0,0 0 0,1 0 0,-1 0 0,0 0 0,0 0 0,0 0 0,0 0 0,-1 1 0,1-1 0,-1 0 0,1 1 0,-1-1 0,0 0 0,0 1 0,0-1 0,0 0 0,-1 5 0,0-5 0,0 1 0,0-1 0,0 1 0,-1-1 0,1 0 0,-1 0 0,0 0 0,1 1 0,-1-2 0,0 1 0,0 0 0,0 0 0,-1-1 0,1 1 0,0-1 0,-1 1 0,1-1 0,-1 0 0,-2 1 0,-5 2 0,0-1 0,-1 0 0,-14 2 0,-21 0 0,0-2 0,0-2 0,-69-8 0,113 7 0,-1 0 0,1-1 0,-1 1 0,1-1 0,0 1 0,-1-1 0,1 0 0,0 0 0,-1 0 0,-2-2 0,5 3 0,-1-1 0,1 1 0,0-1 0,-1 1 0,1-1 0,0 0 0,0 1 0,-1-1 0,1 1 0,0-1 0,0 0 0,0 1 0,0-1 0,0 0 0,0 1 0,0-1 0,0 1 0,0-1 0,0 0 0,0 1 0,0-1 0,0 0 0,0 1 0,1-1 0,-1 1 0,0-1 0,0 0 0,1 1 0,-1-1 0,1 1 0,-1-1 0,0 1 0,1-1 0,-1 1 0,1 0 0,-1-1 0,1 1 0,-1-1 0,1 1 0,-1 0 0,2-1 0,30-25-1365,-15 16-5461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50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141 1 24575,'0'438'0,"0"-429"10,-1 0 0,0 0 0,0 0 0,-1-1 0,0 1 0,0-1 0,-1 1 0,0-1 0,-1 0 0,1 0 0,-10 14 0,5-12-196,0 0 1,-1 0-1,0-1 0,0 0 1,-1 0-1,0-1 1,-16 9-1,9-6-6640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50.2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1 165 24575,'0'-4'0,"1"0"0,0-1 0,1 1 0,-1 0 0,1 0 0,0-1 0,0 1 0,0 1 0,1-1 0,-1 0 0,1 0 0,0 1 0,0 0 0,0-1 0,0 1 0,1 0 0,6-4 0,5-4 0,1 1 0,32-17 0,-28 20 0,-1 1 0,1 0 0,41-5 0,-35 6 0,56-4-1365,-58 8-5461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50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60 170 24575,'9'0'0,"4"0"0,-1 0 0,0 0 0,0-1 0,1-1 0,19-5 0,-28 5 0,-1 1 0,1-1 0,-1 0 0,1 0 0,-1 0 0,0 0 0,0-1 0,0 1 0,0-1 0,0 0 0,-1 0 0,1 0 0,-1 0 0,0 0 0,0 0 0,0-1 0,0 1 0,-1-1 0,1 1 0,-1-1 0,0 0 0,1-5 0,-1 7 0,0-1 0,-1 0 0,1 0 0,-1 0 0,1 0 0,-1 0 0,0 0 0,0 1 0,-1-1 0,1 0 0,0 0 0,-1 0 0,0 0 0,1 0 0,-1 1 0,-1-1 0,1 0 0,0 1 0,-1-1 0,1 1 0,-3-4 0,1 4 0,0-1 0,0 1 0,-1-1 0,1 1 0,0 0 0,-1 1 0,0-1 0,1 0 0,-1 1 0,0 0 0,0 0 0,0 0 0,0 1 0,0-1 0,-5 1 0,1-1 0,-1 0 0,0 1 0,1 0 0,-1 1 0,0 0 0,1 1 0,-1-1 0,-16 7 0,22-7 0,0 1 0,0 0 0,-1 0 0,1 0 0,1 0 0,-1 0 0,0 1 0,0-1 0,1 1 0,0 0 0,-1 0 0,1 0 0,0 0 0,0 0 0,1 0 0,-1 1 0,1-1 0,-1 0 0,1 1 0,0-1 0,0 1 0,1 0 0,-1 5 0,-1 6 0,2 0 0,-1 0 0,2 0 0,0 0 0,1 0 0,0-1 0,1 1 0,9 25 0,-10-34 0,0-1 0,1 0 0,-1 0 0,1 0 0,0-1 0,0 1 0,0 0 0,1-1 0,0 0 0,0 0 0,0 0 0,0-1 0,0 1 0,1-1 0,0 0 0,-1 0 0,1 0 0,0-1 0,0 0 0,1 0 0,-1 0 0,0-1 0,1 1 0,-1-1 0,1-1 0,9 1 0,-11-1 0,0 0 0,0 0 0,0 0 0,0-1 0,0 0 0,0 1 0,0-2 0,-1 1 0,1 0 0,0-1 0,0 1 0,-1-1 0,1 0 0,-1-1 0,0 1 0,0 0 0,0-1 0,0 0 0,0 0 0,3-4 0,1-3 0,-1-1 0,0 0 0,0 0 0,-1 0 0,3-14 0,-1 6 0,-6 16 0,0 0 0,0 1 0,1-1 0,-1 0 0,1 1 0,-1 0 0,1-1 0,0 1 0,-1 0 0,1 0 0,0 0 0,1 0 0,-1 0 0,0 0 0,0 1 0,6-4 0,-7 5 0,-1 0 0,1 0 0,0 0 0,0 0 0,-1-1 0,1 1 0,0 0 0,0 0 0,0 0 0,-1 1 0,1-1 0,0 0 0,0 0 0,-1 0 0,1 1 0,0-1 0,-1 0 0,1 1 0,0-1 0,-1 0 0,1 1 0,0-1 0,0 2 0,1-1 0,-1 1 0,0 0 0,1 0 0,-1 0 0,0 0 0,0 0 0,0 0 0,-1 0 0,1 0 0,0 1 0,0 3 0,2 54 0,-3-50 0,-1-40 0,2 21 0,-1 0 0,2 0 0,-1 1 0,1-1 0,1 0 0,-1 1 0,1-1 0,1 1 0,0 0 0,0 0 0,0 0 0,6-7 0,-1 3 0,1 0 0,0 1 0,0 0 0,1 0 0,0 1 0,19-12 0,-25 19-227,-1 0-1,1 1 1,0 0-1,0 0 1,8-2-1,6 0-6598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51.3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97 24575,'6'0'0,"0"-1"0,1 1 0,-1-2 0,-1 1 0,1 0 0,0-1 0,0 0 0,-1-1 0,1 1 0,-1-1 0,1 0 0,-1-1 0,0 1 0,0-1 0,-1 0 0,1 0 0,-1 0 0,0-1 0,0 1 0,0-1 0,-1 0 0,0 0 0,0-1 0,5-9 0,-8 15 0,0-1 0,0 1 0,0 0 0,0-1 0,0 1 0,0 0 0,0-1 0,0 1 0,0-1 0,0 1 0,1 0 0,-1-1 0,0 1 0,0 0 0,0 0 0,1-1 0,-1 1 0,0 0 0,0-1 0,1 1 0,-1 0 0,0 0 0,1-1 0,-1 1 0,0 0 0,1 0 0,-1 0 0,0 0 0,1 0 0,-1-1 0,0 1 0,1 0 0,-1 0 0,1 0 0,-1 0 0,0 0 0,1 0 0,3 17 0,-5 42 0,1-45 0,0 25-98,-1 35 317,0-68-367,0 0-1,0-1 0,0 1 1,0 0-1,-1-1 0,0 1 1,0-1-1,-1 0 1,-5 10-1,-3-2-6677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51.4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24575,'467'0'-1365,"-443"0"-5461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53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306 600 24575,'-9'-1'0,"0"-1"0,0 1 0,1-2 0,-1 1 0,0-1 0,1-1 0,0 1 0,0-2 0,0 1 0,-10-8 0,6 4 0,0 1 0,-1 1 0,-14-7 0,23 12 0,0 0 0,0 0 0,0 0 0,-1 0 0,1 1 0,0 0 0,0 0 0,0 0 0,0 0 0,0 0 0,-1 1 0,1 0 0,0 0 0,-7 3 0,9-3 0,-1 0 0,1 1 0,-1-1 0,1 1 0,0-1 0,0 1 0,0 0 0,0 0 0,0 0 0,0 0 0,1 1 0,-1-1 0,1 0 0,-1 1 0,1-1 0,0 1 0,0 0 0,-1 3 0,-2 6 0,2 1 0,-3 24 0,-1 1 0,0-13 0,2 0 0,0 0 0,1 42 0,2-61 0,1 1 0,1 0 0,-1 0 0,1-1 0,0 1 0,1-1 0,-1 1 0,1-1 0,0 1 0,1-1 0,0 0 0,0 0 0,0 0 0,1-1 0,0 1 0,0-1 0,0 0 0,9 9 0,-6-10 0,0-1 0,0 1 0,0-2 0,1 1 0,-1-1 0,1 0 0,-1 0 0,1-1 0,0 0 0,13 0 0,-5-1 0,0-1 0,0 0 0,0-1 0,20-5 0,-29 5 0,1-1 0,-1 0 0,1-1 0,-1 1 0,0-2 0,0 1 0,-1-1 0,11-9 0,45-53 0,-22 23 0,165-187 0,-196 220 0,0 0 0,12-21 0,13-17 0,-20 31 0,-2-1 0,0 0 0,-2-1 0,16-39 0,-23 53 0,1-5 0,0 0 0,0 0 0,-1 0 0,-1-1 0,0 1 0,0-1 0,-1 1 0,-1-1 0,-1-20 0,0 24 0,0 0 0,-1 0 0,0 1 0,0-1 0,-1 1 0,0-1 0,0 1 0,-1 0 0,0 0 0,0 0 0,0 1 0,-1 0 0,0-1 0,0 2 0,-8-8 0,3 5 0,0 0 0,0 0 0,-1 1 0,0 0 0,0 1 0,-1 0 0,-21-8 0,29 13 0,0 0 0,0 0 0,0 0 0,-1 1 0,1 0 0,0-1 0,-1 2 0,1-1 0,0 0 0,-1 1 0,1 0 0,0 0 0,0 0 0,-1 0 0,1 1 0,0-1 0,0 1 0,1 0 0,-1 0 0,0 1 0,1-1 0,-1 1 0,1 0 0,0 0 0,0 0 0,-5 6 0,1 2 0,0 0 0,1 1 0,0-1 0,1 2 0,-7 21 0,6-16 0,-17 34 0,15-35 0,1 1 0,1 1 0,0-1 0,1 1 0,-4 31 0,0 0 0,3-11 0,1 0 0,3 0 0,1 1 0,7 65 0,-6-98 0,1-1 0,0 1 0,1 0 0,0 0 0,0-1 0,0 1 0,1-1 0,0 0 0,0 0 0,0 0 0,1 0 0,0 0 0,0-1 0,0 1 0,1-1 0,0 0 0,6 4 0,-6-5 0,1-1 0,-1 0 0,1 0 0,-1 0 0,1-1 0,0 0 0,0 0 0,0-1 0,0 1 0,0-1 0,0 0 0,0-1 0,0 0 0,1 0 0,-1 0 0,0-1 0,0 1 0,0-2 0,7-1 0,-4 0 0,-1 0 0,0 0 0,0-1 0,0 0 0,0 0 0,-1-1 0,0 0 0,0-1 0,0 1 0,0-1 0,-1-1 0,0 1 0,0-1 0,7-11 0,-3 4 0,31-43 0,-38 56 0,-1 8 0,-1 9 0,-1 5 0,5 62 0,-4-74 0,1-1 0,0 0 0,0 0 0,1 0 0,0 0 0,1 0 0,-1-1 0,6 9 0,-8-15 0,0 0 0,-1 1 0,1-1 0,0 0 0,0 1 0,0-1 0,0 0 0,0 0 0,0 0 0,0 0 0,1 0 0,-1 0 0,0 0 0,0-1 0,1 1 0,-1 0 0,1-1 0,-1 1 0,1-1 0,-1 1 0,1-1 0,-1 0 0,1 1 0,-1-1 0,1 0 0,-1 0 0,1 0 0,-1 0 0,1-1 0,-1 1 0,1 0 0,-1-1 0,1 1 0,-1-1 0,1 1 0,-1-1 0,0 0 0,1 1 0,-1-1 0,0 0 0,0 0 0,2-1 0,2-2 0,-1-1 0,0 1 0,0-1 0,0 0 0,0 0 0,-1 0 0,0 0 0,0-1 0,3-7 0,12-31 0,-4 10 0,11-43 0,-24 124 0,-1-42 0,1 0 0,-1 0 0,1 0 0,1 0 0,-1 0 0,1 0 0,-1 0 0,2 0 0,3 7 0,-2-9 0,-1 0 0,1 0 0,0 0 0,0-1 0,0 1 0,0-1 0,1 0 0,-1 0 0,0-1 0,1 1 0,-1-1 0,1 0 0,0 0 0,-1-1 0,1 0 0,0 1 0,-1-1 0,9-1 0,0-1 0,0 1 0,0-2 0,0 0 0,0 0 0,17-7 0,-13 3 0,0-1 0,23-14 0,-36 19 0,0 1 0,0-1 0,-1 0 0,1 0 0,-1 0 0,0-1 0,0 0 0,0 1 0,0-1 0,0 0 0,-1 0 0,0 0 0,0 0 0,0-1 0,2-4 0,6-26 0,7-27 0,-16 57 0,0 0 0,0 1 0,-1-1 0,0 0 0,0 0 0,0 0 0,-1 0 0,1 0 0,-4-8 0,4 11 0,0 1 0,-1 0 0,1-1 0,-1 1 0,0 0 0,1 0 0,-1 0 0,0-1 0,0 1 0,0 0 0,1 0 0,-1 0 0,0 0 0,-2-1 0,2 2 0,1 0 0,-1 0 0,1 0 0,-1-1 0,1 1 0,-1 0 0,0 0 0,1 0 0,-1 0 0,1 0 0,-1 0 0,1 0 0,-1 0 0,0 0 0,1 0 0,-1 1 0,1-1 0,-1 0 0,1 0 0,-1 0 0,1 1 0,-1-1 0,0 1 0,-1 1 0,0 0 0,0-1 0,1 1 0,-1 0 0,1 1 0,-1-1 0,1 0 0,0 0 0,0 0 0,0 1 0,0-1 0,0 1 0,-1 3 0,1 8 0,-1 0 0,2 0 0,0 0 0,0 0 0,2 0 0,-1 0 0,8 25 0,2 25 0,-11-24 0,0-39 0,0 0 0,0 0 0,0 0 0,0 1 0,0-1 0,-1 0 0,1 0 0,-1 0 0,1 0 0,0 0 0,-1 0 0,0 0 0,1 0 0,-1 0 0,0 0 0,1 0 0,-1 0 0,0 0 0,0-1 0,0 1 0,0 0 0,0 0 0,0-1 0,0 1 0,0-1 0,0 1 0,0-1 0,0 1 0,0-1 0,-2 1 0,2-2 0,-1 1 0,1 0 0,0 0 0,0-1 0,0 1 0,0-1 0,0 1 0,0-1 0,0 0 0,0 1 0,0-1 0,0 0 0,0 0 0,0 1 0,0-1 0,0 0 0,1 0 0,-1 0 0,0 0 0,1 0 0,-1 0 0,1 0 0,-1-1 0,1 1 0,-1 0 0,1 0 0,0 0 0,-1 0 0,1-1 0,0 1 0,0 0 0,0 0 0,0 0 0,0-1 0,1 0 0,3-46 0,-1 35-151,2 0-1,0 0 0,0 0 0,1 1 1,1 0-1,0 0 0,0 1 1,13-15-1,-7 11-6674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53.6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0 24575,'0'384'0,"0"-375"15,0 0 0,-1 1 0,0-1 0,0 0 0,-1 0 0,0 0 0,-6 14 0,7-20-83,-1 0 1,0 1-1,0-1 1,0 0-1,0 0 1,-1 0-1,1-1 1,-1 1-1,1 0 1,-1-1-1,0 0 1,0 0-1,0 0 1,0 0-1,-1 0 1,1 0-1,-1-1 1,1 0-1,-1 0 1,1 0-1,-5 1 1,-14 1-6759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53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0 112 24575,'1'-2'0,"-1"0"0,0 0 0,1 0 0,-1 0 0,1 0 0,0 0 0,0 0 0,-1 0 0,1 0 0,0 1 0,1-1 0,-1 0 0,0 1 0,0-1 0,1 1 0,-1-1 0,1 1 0,-1 0 0,1-1 0,0 1 0,-1 0 0,1 0 0,0 0 0,0 0 0,0 1 0,3-2 0,6-2 0,1 1 0,0 1 0,15-3 0,-18 4 0,220-47 0,-194 44-200,-1 2 0,36 2-1,-53 0-563,7 0-6062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54.3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114 206 24575,'2'-1'0,"0"0"0,-1 0 0,1 0 0,0 0 0,0 0 0,-1 0 0,1 0 0,-1-1 0,1 1 0,-1 0 0,0-1 0,1 1 0,-1-1 0,0 0 0,0 1 0,0-1 0,1-2 0,14-32 0,-16 35 0,1 0 0,-1 0 0,1-1 0,-1 1 0,0 0 0,0-1 0,1 1 0,-1 0 0,0-1 0,0 1 0,0 0 0,-1-1 0,1 1 0,0 0 0,0-1 0,-1 1 0,1 0 0,-1 0 0,1-1 0,-1 1 0,1 0 0,-1 0 0,0 0 0,0 0 0,0 0 0,1 0 0,-1 0 0,0 0 0,0 0 0,0 0 0,0 0 0,-1 0 0,1 1 0,0-1 0,0 1 0,0-1 0,-1 1 0,1-1 0,0 1 0,0-1 0,-1 1 0,1 0 0,0 0 0,-1 0 0,-1 0 0,-1 0 0,0 0 0,0 0 0,0 0 0,0 1 0,0 0 0,0 0 0,0 0 0,0 0 0,1 0 0,-1 1 0,1 0 0,-1 0 0,1 0 0,-6 4 0,2 1 0,1 1 0,0-1 0,1 1 0,0 1 0,0-1 0,1 1 0,0-1 0,0 1 0,1 0 0,0 1 0,1-1 0,0 0 0,-1 11 0,0 5 0,1 1 0,2-1 0,4 45 0,-4-68 0,1 1 0,-1 0 0,1-1 0,-1 1 0,1 0 0,0-1 0,0 1 0,0-1 0,0 1 0,0-1 0,1 0 0,-1 0 0,1 1 0,0-1 0,-1 0 0,1 0 0,0 0 0,0-1 0,0 1 0,0 0 0,3 1 0,-1-2 0,0 1 0,1 0 0,-1-1 0,1 0 0,-1 0 0,1 0 0,-1-1 0,1 1 0,-1-1 0,1 0 0,7-1 0,-1-1 0,0 0 0,0 0 0,0-1 0,0-1 0,0 0 0,0 0 0,-1-1 0,0 0 0,13-9 0,-13 6 0,1 0 0,-1-1 0,0 0 0,-1-1 0,15-19 0,3-5 0,-20 27 0,-1 0 0,0 0 0,-1-1 0,9-16 0,0 3 0,-6 18 0,-2 14 0,-1 39 0,-5-45 0,-1-33 0,0 19 0,1 0 0,0-1 0,1 1 0,0 0 0,0 0 0,1 0 0,0 0 0,0 0 0,1 0 0,0 1 0,1-1 0,0 1 0,0 0 0,1 0 0,0 0 0,0 0 0,1 1 0,0 0 0,10-9 0,8-10 0,-21 22 0,0 0 0,0 1 0,1-1 0,-1 1 0,1-1 0,0 1 0,-1 0 0,1 1 0,1-1 0,-1 1 0,0-1 0,1 1 0,-1 0 0,1 1 0,0-1 0,5 0 0,35-6-1365,-28 2-5461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54.8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60 24575,'9'-1'0,"1"0"0,-1-1 0,0 0 0,0-1 0,0 0 0,0 0 0,15-9 0,-14 7 0,1 1 0,-1-1 0,1 2 0,0 0 0,13-3 0,-23 6 0,79-7 0,-71 7 0,0 0 0,0 1 0,0-1 0,-1 2 0,1-1 0,15 5 0,-23-5 0,1-1 0,0 1 0,0 0 0,-1 0 0,1 0 0,0 0 0,-1 0 0,1 0 0,-1 0 0,0 0 0,1 0 0,-1 1 0,0-1 0,0 1 0,0-1 0,1 1 0,-2-1 0,1 1 0,0 0 0,0-1 0,0 1 0,0 2 0,-1-1 0,0-1 0,0 1 0,0-1 0,0 1 0,-1 0 0,1-1 0,-1 1 0,0-1 0,0 1 0,1-1 0,-2 1 0,1-1 0,-2 4 0,-6 6 0,1 0 0,-2-1 0,1 0 0,-16 12 0,25-22 0,-11 9 0,3-2 0,0 0 0,0-1 0,-1 0 0,0-1 0,0 0 0,0 0 0,-16 7 0,-112 40 0,113-41 0,20-4 0,15-1 0,10-4 0,-1 0 0,1-1 0,-1-2 0,37-2 0,-10 1 0,-31-1 0,1 0 0,0-1 0,-1 0 0,1-2 0,21-8 0,-19 7 0,0 0 0,1 0 0,23-2 0,3 1-1365,-29 0-5461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56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607 544 24575,'-18'-10'0,"-16"-1"0,5 6 0,0 2 0,0 1 0,0 2 0,-35 3 0,46-1 0,1 1 0,-1 1 0,1 0 0,-1 1 0,2 1 0,-1 1 0,-31 16 0,17-6 0,24-14 0,0 1 0,0 0 0,0 0 0,1 0 0,-1 1 0,1 0 0,-7 7 0,-12 15 0,-38 48 0,59-69 0,0 1 0,1-1 0,0 1 0,1 0 0,-1 0 0,1 0 0,0 0 0,1 1 0,0-1 0,0 0 0,1 1 0,0-1 0,0 0 0,0 1 0,1-1 0,0 1 0,4 10 0,-4-12 0,1 0 0,0 0 0,0-1 0,0 1 0,1 0 0,0-1 0,0 1 0,0-1 0,1 0 0,0 0 0,0 0 0,0-1 0,1 1 0,-1-1 0,1 0 0,0-1 0,0 1 0,0-1 0,1 0 0,11 5 0,15 2 0,0-2 0,48 7 0,-61-13 0,-1-1 0,1-1 0,-1 0 0,0-2 0,1 0 0,18-5 0,-7-2-154,-1-1 0,-1-2-1,47-26 1,10-4-86,-4-1-9,-36 17 17,-11 7 462,-1-1-1,-2-1 0,36-30 0,-49 34-169,0 0 0,-1-1 1,-1-1-1,-1-1 0,0 0 0,11-22 0,-22 33-60,0 0 0,-1-1 0,1 1 0,-2-1 0,0 1 0,0-1 0,0 0 0,-1-10 0,-3-84 0,0 46 0,2-20 0,-2-61 0,2 134 0,0 1 0,-1 0 0,0 0 0,0 0 0,0 0 0,-1 0 0,1 0 0,-1 0 0,0 0 0,0 0 0,0 1 0,-1-1 0,1 1 0,-1 0 0,0-1 0,0 1 0,-3-2 0,4 3 0,0 1 0,0 0 0,0 0 0,0 1 0,0-1 0,0 0 0,-1 1 0,1-1 0,0 1 0,0-1 0,0 1 0,-1 0 0,1 0 0,0 0 0,0 0 0,0 1 0,-1-1 0,1 1 0,0-1 0,0 1 0,0 0 0,0-1 0,0 1 0,0 0 0,0 1 0,0-1 0,0 0 0,0 0 0,1 1 0,-1-1 0,0 1 0,1 0 0,-2 1 0,-7 8 0,1 0 0,1 0 0,-1 1 0,2 0 0,0 0 0,0 0 0,1 1 0,1 0 0,0 1 0,1-1 0,-4 22 0,-1 6 0,3-17 0,1 1 0,-3 48 0,9 283 0,0-344 0,0 0 0,0-1 0,2 1 0,-1-1 0,1 1 0,1-1 0,0 0 0,1 0 0,0-1 0,6 11 0,-7-16 0,-1 0 0,0 0 0,1-1 0,0 0 0,0 1 0,0-2 0,1 1 0,-1 0 0,11 5 0,-12-7 0,1-1 0,-1 1 0,1-1 0,-1 0 0,1 0 0,0-1 0,0 1 0,-1-1 0,1 0 0,0 0 0,0 0 0,-1 0 0,1 0 0,0-1 0,0 0 0,5-1 0,-4-1 0,1 0 0,-1 0 0,0 0 0,0-1 0,0 0 0,0 0 0,-1 0 0,0 0 0,1-1 0,-2 1 0,1-1 0,5-9 0,0 0 0,-1-1 0,-1 1 0,9-26 0,-3-6 0,-10 32 0,1-1 0,1 1 0,8-19 0,-13 33 0,0-1 0,0 0 0,1 1 0,-1-1 0,0 1 0,0-1 0,1 1 0,-1-1 0,0 1 0,1-1 0,-1 1 0,0-1 0,1 1 0,-1 0 0,1-1 0,-1 1 0,1 0 0,-1-1 0,1 1 0,-1 0 0,1-1 0,-1 1 0,1 0 0,-1 0 0,1 0 0,-1 0 0,1-1 0,0 1 0,0 0 0,0 1 0,-1-1 0,1 1 0,0 0 0,-1-1 0,1 1 0,0 0 0,-1-1 0,1 1 0,-1 0 0,1 0 0,-1 0 0,0 0 0,1-1 0,-1 1 0,0 0 0,1 1 0,9 51 0,-9-41 0,3 7 0,-3-10 0,0 0 0,1 0 0,1 1 0,-1-1 0,1 0 0,1-1 0,0 1 0,0-1 0,10 16 0,-13-23 0,-1-1 0,1 1 0,0 0 0,0 0 0,0-1 0,-1 1 0,1 0 0,0-1 0,0 1 0,0-1 0,0 1 0,0-1 0,0 0 0,0 1 0,0-1 0,0 0 0,0 1 0,0-1 0,0 0 0,1 0 0,-1 0 0,0 0 0,0 0 0,0 0 0,1-1 0,0 0 0,0 0 0,0 0 0,0 0 0,0 0 0,0 0 0,-1 0 0,1-1 0,0 1 0,-1-1 0,1 1 0,1-4 0,2-2 0,0 0 0,-1 0 0,0-1 0,0 1 0,3-14 0,-3 9 0,-4 9 0,1 0 0,-1 0 0,1 0 0,0 0 0,0 0 0,0 0 0,1 0 0,-1 0 0,1 0 0,-1 1 0,1-1 0,3-3 0,-3 7 0,-1 0 0,1 0 0,-1 0 0,1 0 0,-1 0 0,0 0 0,1 0 0,-1 0 0,0 0 0,0 1 0,0-1 0,0 0 0,0 1 0,0-1 0,1 3 0,10 10 0,4-3-1365,1-4-5461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56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20 24575,'0'-1'0,"0"0"0,-1 0 0,1 0 0,0 1 0,-1-1 0,1 0 0,-1 0 0,1 0 0,-1 0 0,1 0 0,-1 0 0,1 1 0,-1-1 0,0 0 0,1 0 0,-1 1 0,0-1 0,0 1 0,0-1 0,0 1 0,1-1 0,-1 1 0,0-1 0,0 1 0,0 0 0,0-1 0,0 1 0,0 0 0,0 0 0,0 0 0,0 0 0,0 0 0,0 0 0,-1 0 0,-1 0 0,1-1 0,0 1 0,0 1 0,0-1 0,-1 0 0,1 0 0,0 1 0,0 0 0,0-1 0,0 1 0,0 0 0,-1 0 0,2 0 0,-5 2 0,4 0 0,-1 0 0,1 0 0,0 0 0,0 0 0,0 1 0,1-1 0,-1 0 0,1 1 0,0-1 0,0 1 0,0-1 0,0 1 0,1 0 0,-1-1 0,1 1 0,0 0 0,0-1 0,0 1 0,1 0 0,-1 0 0,1-1 0,0 1 0,0-1 0,2 5 0,-1-2 0,0 0 0,1 0 0,0 0 0,1-1 0,-1 1 0,1-1 0,0 0 0,0 0 0,1 0 0,-1 0 0,1-1 0,10 7 0,-1-2 0,39 26 0,-51-34 0,0 1 0,0-1 0,0 1 0,-1-1 0,1 1 0,0 0 0,-1 0 0,0 0 0,1 0 0,-1 0 0,0 0 0,0 0 0,0 0 0,0 0 0,0 0 0,-1 1 0,1-1 0,-1 0 0,1 0 0,-1 1 0,0 2 0,0-3 0,-1-1 0,1 1 0,-1-1 0,1 0 0,-1 1 0,0-1 0,1 0 0,-1 1 0,0-1 0,0 0 0,0 0 0,0 0 0,0 0 0,0 0 0,0 0 0,0 0 0,-1 0 0,1 0 0,0-1 0,-1 1 0,1 0 0,0-1 0,-1 1 0,1-1 0,-1 1 0,1-1 0,0 0 0,-1 0 0,1 0 0,-1 0 0,1 0 0,-1 0 0,1 0 0,-1 0 0,-1-1 0,0 1 0,0 0 0,0-1 0,1 0 0,-1 1 0,0-1 0,1 0 0,-1 0 0,1-1 0,-1 1 0,1 0 0,0-1 0,-1 1 0,1-1 0,0 0 0,0 0 0,0 0 0,0 0 0,-2-4 0,2 1-227,-1-1-1,1 0 1,1 0-1,-1 0 1,0-11-1,0-7-6598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57.2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0 24575,'-2'107'0,"5"115"0,10-156 0,-9-49 0,0 0 0,1 21 0,-4-26-88,0 3 132,0 1 0,-1-1 0,0 0-1,-5 28 1,4-41-82,1 1 0,-1-1-1,1 0 1,-1 0 0,0 1-1,0-1 1,0 0-1,0 0 1,0 0 0,0 0-1,-1 0 1,1 0 0,0 0-1,-1 0 1,0-1-1,1 1 1,-1-1 0,0 1-1,0-1 1,0 0 0,0 1-1,0-1 1,0 0 0,0 0-1,-1-1 1,1 1-1,0 0 1,-1-1 0,1 1-1,0-1 1,-1 0 0,1 0-1,0 0 1,-1 0-1,1 0 1,0 0 0,-1-1-1,-3 0 1,-11-4-6788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57.4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29 24575,'4'0'0,"7"0"0,6 0 0,0-5 0,2-1 0,2 0 0,2 2 0,2 0 0,1 2 0,2 1 0,-1 1 0,1 0 0,0 0 0,0 0 0,-1 0 0,1 1 0,-6-1-8191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58.0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1 328 24575,'4'2'0,"1"-1"0,0 1 0,-1 0 0,1 0 0,-1 0 0,0 0 0,7 6 0,-1-2 0,1-1 0,-1 0 0,1 0 0,0-2 0,0 1 0,1-1 0,-1-1 0,20 2 0,-6-2 0,0-2 0,38-4 0,-55 3 0,0 0 0,0-1 0,0 0 0,-1 0 0,1 0 0,0-1 0,-1-1 0,0 1 0,1-1 0,-2-1 0,1 1 0,0-1 0,-1 0 0,0 0 0,0-1 0,0 0 0,-1 0 0,0 0 0,0-1 0,-1 0 0,0 0 0,0 0 0,0 0 0,-1-1 0,0 1 0,0-1 0,-1 0 0,0 0 0,1-10 0,-2 11 0,-1 1 0,0-1 0,0 0 0,-1 0 0,1 1 0,-2-1 0,1 0 0,-1 1 0,0-1 0,-3-7 0,4 12 0,-1-1 0,0 1 0,1 0 0,-1 0 0,0 0 0,0 0 0,0 0 0,0 1 0,0-1 0,-1 1 0,1-1 0,0 1 0,-1 0 0,1 0 0,-1 0 0,1 0 0,-1 0 0,0 0 0,1 1 0,-1 0 0,0-1 0,1 1 0,-1 0 0,0 0 0,1 0 0,-1 1 0,0-1 0,-3 1 0,1 0 0,-1 1 0,1-1 0,-1 1 0,1 0 0,0 0 0,-1 0 0,1 1 0,1 0 0,-1 0 0,0 0 0,1 1 0,-1-1 0,1 1 0,0 0 0,0 0 0,1 1 0,-1-1 0,1 1 0,0 0 0,0 0 0,1 0 0,-1 0 0,1 0 0,-1 6 0,-1 0 0,1 0 0,1 0 0,0 0 0,1 0 0,0 0 0,0 1 0,1-1 0,1 0 0,0 1 0,0-1 0,5 15 0,-5-24 0,-1 1 0,1 0 0,0 0 0,0 0 0,0 0 0,1-1 0,-1 1 0,1-1 0,-1 1 0,1-1 0,0 1 0,0-1 0,0 0 0,0 0 0,0 0 0,1 0 0,-1 0 0,0-1 0,1 1 0,0-1 0,-1 1 0,1-1 0,0 0 0,4 1 0,-3-1 0,0-1 0,0 0 0,0 0 0,0 0 0,0-1 0,0 0 0,0 1 0,0-1 0,0-1 0,0 1 0,-1 0 0,1-1 0,0 0 0,-1 0 0,1 0 0,-1 0 0,0-1 0,4-2 0,1-4 0,0 1 0,0-1 0,-1-1 0,0 0 0,0 0 0,-1 0 0,0-1 0,-1 0 0,4-12 0,17-33 0,-25 54 0,0 1 0,-1-1 0,1 1 0,0-1 0,0 0 0,0 1 0,0 0 0,0-1 0,1 1 0,-1 0 0,0-1 0,0 1 0,1 0 0,-1 0 0,1 0 0,-1 0 0,1 0 0,0 1 0,-1-1 0,1 0 0,0 1 0,-1-1 0,1 1 0,0 0 0,0-1 0,0 1 0,-1 0 0,1 0 0,0 0 0,0 1 0,0-1 0,-1 0 0,1 0 0,0 1 0,3 1 0,-2 0 0,0-1 0,0 2 0,0-1 0,0 0 0,-1 1 0,1-1 0,-1 1 0,1 0 0,-1-1 0,0 1 0,0 0 0,0 1 0,0-1 0,-1 0 0,1 0 0,-1 1 0,1 4 0,2 8 0,-4-12 0,1 0 0,-1 0 0,1-1 0,0 1 0,1 0 0,-1-1 0,0 1 0,1-1 0,4 7 0,-6-10 0,0 0 0,0 0 0,1 0 0,-1 0 0,0 0 0,0 0 0,1 0 0,-1 0 0,0 1 0,1-1 0,-1 0 0,0 0 0,0 0 0,1 0 0,-1 0 0,0 0 0,0-1 0,1 1 0,-1 0 0,0 0 0,0 0 0,1 0 0,-1 0 0,0 0 0,0 0 0,1 0 0,-1-1 0,0 1 0,0 0 0,0 0 0,1 0 0,-1-1 0,0 1 0,0 0 0,0 0 0,0 0 0,1-1 0,-1 1 0,0 0 0,0 0 0,0-1 0,0 1 0,0 0 0,0 0 0,0-1 0,0 1 0,0 0 0,0 0 0,0-1 0,0 1 0,0 0 0,0-1 0,0 1 0,0 0 0,0-1 0,3-17 0,-2-42 0,-2 42 0,1 0 0,3-22 0,-3 35 0,1 0 0,1 0 0,-1 0 0,0 0 0,1 0 0,0 0 0,1 1 0,-1-1 0,1 1 0,-1-1 0,1 1 0,5-5 0,-1 3 0,0 0 0,0 1 0,0-1 0,1 2 0,0-1 0,0 1 0,0 0 0,0 1 0,13-4 0,8-1 0,45-5 0,-50 10-1365,-2 1-5461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6:58.6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216 56 24575,'0'-3'0,"1"1"0,-1 0 0,1 0 0,0 0 0,-1-1 0,1 1 0,0 0 0,1 0 0,-1 0 0,0 0 0,0 1 0,1-1 0,-1 0 0,1 0 0,0 1 0,-1-1 0,1 1 0,0 0 0,0-1 0,0 1 0,0 0 0,0 0 0,0 0 0,0 0 0,0 1 0,3-2 0,3 0 0,1-1 0,-1 2 0,0-1 0,0 1 0,15-1 0,-20 2 0,-1 0 0,1 0 0,-1 1 0,0-1 0,1 0 0,-1 1 0,1 0 0,-1-1 0,0 1 0,0 0 0,1 0 0,-1 0 0,2 2 0,-3-2 0,0 0 0,-1-1 0,1 1 0,0 0 0,0 0 0,-1 0 0,1 0 0,0 0 0,-1 0 0,1 0 0,-1 0 0,0 1 0,1-1 0,-1 0 0,0 0 0,1 0 0,-1 0 0,0 1 0,0 0 0,-1 2 0,0 0 0,1 0 0,-2 0 0,1 0 0,0 0 0,-1-1 0,0 1 0,1-1 0,-2 1 0,1-1 0,0 1 0,-1-1 0,-4 5 0,-4 2 0,-1 0 0,0-1 0,-15 10 0,16-13 0,0 2 0,1 0 0,0 0 0,-12 12 0,22-20 0,-1 1 0,1-1 0,-1 1 0,1 0 0,-1-1 0,1 1 0,0-1 0,-1 1 0,1 0 0,0-1 0,0 1 0,-1 0 0,1-1 0,0 1 0,0 0 0,0 0 0,0-1 0,0 1 0,0 0 0,0 0 0,0-1 0,0 1 0,0 0 0,0 0 0,0-1 0,0 1 0,1 0 0,-1-1 0,0 1 0,1 0 0,-1-1 0,1 2 0,1 0 0,0 0 0,0 0 0,0-1 0,0 1 0,0-1 0,1 1 0,-1-1 0,1 1 0,3 0 0,5 2 0,1 0 0,0 0 0,15 1 0,-3-2 0,-15-2 0,0 0 0,-1 0 0,0 1 0,1 0 0,-1 0 0,15 7 0,-9-2 0,-4-3 0,-1 1 0,1 0 0,14 12 0,-22-16 0,0 0 0,-1 1 0,1-1 0,-1 1 0,1-1 0,-1 1 0,0 0 0,0-1 0,1 1 0,-1 0 0,0 0 0,-1 0 0,1 0 0,0 0 0,0 0 0,-1 0 0,1 0 0,-1 0 0,0 0 0,0 0 0,0 0 0,0 1 0,0-1 0,-1 3 0,0-2 0,0-1 0,0 1 0,-1-1 0,1 0 0,-1 0 0,1 0 0,-1 0 0,0 0 0,0 0 0,0 0 0,0 0 0,-1-1 0,1 1 0,0-1 0,-1 1 0,1-1 0,0 0 0,-6 1 0,-49 14 0,-97 9 0,120-20-107,0-1 1,0-2-1,-40-2 0,43-1-831,7 1-5888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7:06.2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1 265 24575,'39'-2'0,"60"-10"0,-58 6 0,54-2 0,-83 8-9,73-1-86,106-13 0,-69 4-635,-78 8 453,54-9 0,-43 4-106,91-2 1,32-3-244,-43-1-480,245 8 1,-203 7 674,118-18 431,-203 6-134,57-8-150,-3-9 1352,-99 22-48,2 0 842,-46 5-1765,1-1-1,-1 0 0,0 1 0,-1-1 1,1 0-1,0-1 0,0 1 1,0-1-1,-1 1 0,1-1 0,3-3 1,-5 5-76,0-1 0,-1 0 1,0 1-1,1-1 0,-1 1 1,1-1-1,-1 0 1,0 0-1,1 1 0,-1-1 1,0 0-1,0 1 0,0-1 1,0 0-1,1 0 1,-1 1-1,0-1 0,0 0 1,0 0-1,-1 1 0,1-1 1,0 0-1,0 0 0,0 1 1,0-1-1,-1 0 1,1 1-1,0-1 0,-1 0 1,1 1-1,-1-1 0,1 0 1,0 1-1,-1-1 1,1 1-1,-1-1 0,0 1 1,1-1-1,-1 1 0,1-1 1,-1 1-1,0-1 1,0 1-1,-34-19-900,30 17 281,-13-6-6228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7:06.4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544 0 24575,'5'1'0,"-1"1"0,1-1 0,-1 1 0,1 0 0,-1 0 0,0 1 0,7 4 0,-1-1 0,2 0 0,1 0 0,0-1 0,24 6 0,-28-9 0,1 1 0,-1-1 0,0 2 0,0-1 0,0 2 0,0-1 0,0 1 0,-1 0 0,11 10 0,-12-9 0,0 1 0,0 1 0,-1-1 0,0 1 0,0 0 0,-1 1 0,0-1 0,0 1 0,-1 0 0,0 0 0,3 14 0,-6-16 0,1 0 0,-1-1 0,-1 1 0,1 0 0,-1 0 0,-1 0 0,1 0 0,-1 0 0,0 0 0,-1 0 0,1-1 0,-2 1 0,1-1 0,0 1 0,-1-1 0,-1 0 0,-3 6 0,-2 0 0,-2 0 0,1-1 0,-1 0 0,-1-1 0,0 0 0,0-1 0,-1-1 0,-26 14 0,-31 22 0,49-30 0,-44 22 0,11-7 0,-103 53 0,120-64 0,0-2 0,-2-2 0,0-1 0,0-2 0,-41 5 0,53-10-1365,3 1-5461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7:07.9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24575,'1'0'0,"0"1"0,0-1 0,0 1 0,1 0 0,-1-1 0,0 1 0,0 0 0,0-1 0,0 1 0,0 0 0,0 0 0,0 0 0,-1 0 0,1 0 0,0 0 0,0 0 0,-1 0 0,1 1 0,-1-1 0,1 0 0,-1 0 0,1 0 0,-1 1 0,0-1 0,1 0 0,-1 0 0,0 3 0,5 41 0,-5-40 0,1 25 0,2-1 0,0 1 0,2-1 0,2 0 0,12 37 0,-9-42 0,-2 0 0,-1 0 0,0 1 0,-2 0 0,-1 0 0,2 28 0,-5-29 0,2-1 0,8 30 0,-1 1 0,-9-64 0,0 0 0,0 0 0,1 1 0,4-14 0,8-42 0,-11 39 0,1-1 0,1 1 0,1-1 0,14-35 0,-14 46 0,2 1 0,0-1 0,0 1 0,2 1 0,0 0 0,0 0 0,24-24 0,-28 33 0,-1 1 0,1-1 0,0 1 0,0 0 0,0 1 0,0-1 0,1 1 0,-1 1 0,1-1 0,0 1 0,0 0 0,0 1 0,0-1 0,9 1 0,-13 0 0,1 1 0,0 1 0,-1-1 0,1 0 0,0 1 0,-1 0 0,1 0 0,-1 0 0,1 0 0,-1 1 0,0-1 0,1 1 0,-1 0 0,0 0 0,0 0 0,0 0 0,0 1 0,-1-1 0,1 1 0,0-1 0,-1 1 0,0 0 0,0 0 0,0 0 0,0 0 0,0 1 0,-1-1 0,1 0 0,0 5 0,1-2 0,-2 0 0,1 0 0,0 1 0,-1-1 0,0 0 0,-1 0 0,0 1 0,1-1 0,-2 0 0,1 0 0,-1 1 0,0-1 0,0 0 0,-1 0 0,0 0 0,0 0 0,0 0 0,-1 0 0,0-1 0,-5 9 0,2-6 0,0-1 0,-1-1 0,0 1 0,0-1 0,0-1 0,0 1 0,-1-1 0,0 0 0,0-1 0,-1 0 0,1 0 0,-1-1 0,-12 4 0,-131 45 0,201-32 0,83 15 0,-116-31 0,-1 1 0,29 12 0,5 3 0,-43-19-124,0 0 0,1 0 0,-1-1 0,0 1 0,0-2 0,0 1-1,0-1 1,0 1 0,1-2 0,10-2 0,1-1-6702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7:09.0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253 2 24575,'-51'-1'0,"-60"3"0,107-2 0,0 0 0,1 1 0,-1 0 0,0 0 0,0 0 0,1 0 0,-1 1 0,0 0 0,1-1 0,0 1 0,-1 0 0,1 1 0,0-1 0,0 1 0,0-1 0,0 1 0,1 0 0,-1 0 0,1 0 0,-1 0 0,1 1 0,0-1 0,1 0 0,-1 1 0,0 0 0,1-1 0,0 1 0,0 0 0,-1 5 0,-1 11 0,1 1 0,0-1 0,2 1 0,2 30 0,0-16 0,-2-22 0,0-5 0,0 1 0,1-1 0,-1 0 0,2 1 0,3 12 0,-5-19 0,1 0 0,0 0 0,0-1 0,-1 1 0,1 0 0,1-1 0,-1 1 0,0-1 0,0 1 0,0-1 0,1 0 0,-1 0 0,1 1 0,-1-1 0,1 0 0,0 0 0,-1 0 0,1 0 0,0-1 0,0 1 0,-1 0 0,1-1 0,0 1 0,0-1 0,0 0 0,0 0 0,0 0 0,0 0 0,-1 0 0,4 0 0,0 0 0,0-1 0,1 0 0,-1 0 0,0 0 0,0-1 0,0 1 0,0-1 0,-1 0 0,1-1 0,0 1 0,-1-1 0,0 0 0,1 0 0,-1 0 0,6-7 0,0-2 0,0-1 0,-1 0 0,14-24 0,-2 2 0,-21 34 0,0 1 0,1 0 0,-1-1 0,0 1 0,0-1 0,1 1 0,-1 0 0,0 0 0,0-1 0,1 1 0,-1 0 0,0-1 0,1 1 0,-1 0 0,1 0 0,-1-1 0,0 1 0,1 0 0,-1 0 0,1 0 0,-1 0 0,0 0 0,1 0 0,-1 0 0,1 0 0,-1 0 0,1 0 0,-1 0 0,0 0 0,1 0 0,0 0 0,11 11 0,7 28 0,-15-31 0,-4-7 0,0 0 0,1 0 0,-1 0 0,0 0 0,1 0 0,-1-1 0,1 1 0,0 0 0,-1 0 0,1 0 0,-1 0 0,1-1 0,0 1 0,0 0 0,-1-1 0,1 1 0,0-1 0,0 1 0,0-1 0,0 1 0,0-1 0,0 1 0,0-1 0,0 0 0,0 0 0,0 1 0,0-1 0,1 0 0,0-1 0,-1 1 0,0-1 0,1 0 0,-1 0 0,0 0 0,1 0 0,-1 0 0,0 0 0,0 0 0,0 0 0,0 0 0,0-1 0,0 1 0,0 0 0,1-3 0,4-8 0,0-1 0,7-25 0,-12 37 0,-1-1 0,0 0 0,1 0 0,-1 0 0,1 0 0,0 0 0,-1 0 0,1 0 0,0 0 0,0 1 0,0-1 0,1 0 0,-1 1 0,0-1 0,1 1 0,-1-1 0,1 1 0,-1-1 0,1 1 0,0 0 0,-1 0 0,4-1 0,-3 2 0,-1 0 0,1 0 0,0 1 0,-1-1 0,1 1 0,-1-1 0,1 1 0,-1-1 0,1 1 0,-1 0 0,1 0 0,-1 0 0,0 0 0,1 0 0,-1 0 0,0 0 0,0 0 0,0 1 0,0-1 0,0 0 0,0 1 0,0-1 0,0 1 0,-1-1 0,1 1 0,0 1 0,4 7 0,-1 0 0,0 0 0,-1 1 0,4 20 0,-6-23 0,-2-19 0,1 1 0,0-1 0,1 1 0,0-1 0,0 0 0,1 1 0,1 0 0,0-1 0,0 1 0,1 0 0,0 1 0,1-1 0,0 1 0,0 0 0,1 0 0,0 0 0,1 1 0,0 0 0,14-13 0,-11 13 0,0 1 0,1 0 0,0 0 0,0 1 0,1 1 0,14-5 0,-23 9 0,0 0 0,0 0 0,0 0 0,0 0 0,0 1 0,0 0 0,0-1 0,0 1 0,0 0 0,0 0 0,0 1 0,0-1 0,0 1 0,-1-1 0,1 1 0,0 0 0,0 0 0,0 0 0,-1 1 0,1-1 0,0 1 0,-1-1 0,1 1 0,-1 0 0,0 0 0,0 0 0,1 0 0,-1 0 0,-1 1 0,1-1 0,0 1 0,1 3 0,1 4-37,-1 1 1,0 0-1,0 0 0,-1 0 0,-1 0 0,0 0 1,-1 0-1,0 1 0,-2 18 0,0-6-960,2 1-5829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7:09.4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24575,'0'0'0,"1"0"0,0 0 0,0 1 0,0-1 0,0 0 0,-1 1 0,1-1 0,0 0 0,0 1 0,-1-1 0,1 1 0,0-1 0,-1 1 0,1 0 0,0-1 0,-1 1 0,1-1 0,-1 1 0,1 0 0,-1 0 0,1-1 0,-1 1 0,0 0 0,1 0 0,-1 0 0,1 1 0,5 26 0,-4-18 0,8 32 0,-2 1 0,-2 1 0,2 47 0,-8-70 0,-1 11 0,2 1 0,1-1 0,10 53 0,-4-40-1365,-5-24-5461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7:09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24575,'0'1'0,"1"1"0,-1 0 0,1 0 0,-1 0 0,1-1 0,0 1 0,-1 0 0,1-1 0,0 1 0,0-1 0,0 1 0,0-1 0,1 1 0,-1-1 0,0 1 0,0-1 0,3 1 0,30 22 0,-17-13 0,7 7 0,-16-11 0,1 0 0,-1-1 0,1 0 0,0 0 0,1-1 0,-1-1 0,1 1 0,17 4 0,48 12 0,-49-13 0,0 0 0,0-2 0,1-1 0,38 2 0,16-7-1365,-57-1-5461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7:20.5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0 383 24575,'2'-5'0,"-1"1"0,1-1 0,0 1 0,0-1 0,1 1 0,-1 0 0,1 0 0,5-6 0,0-1 0,9-13 0,1 2 0,1 0 0,1 2 0,1 0 0,1 1 0,35-24 0,20-21 120,-68 56-368,0-1 1,-1 0-1,0-1 1,-1 0-1,13-20 1,-13 13-6579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7:20.9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24575,'10'0'0,"2"-1"0,1 1 0,0 0 0,0 1 0,0 1 0,0 0 0,-1 0 0,1 1 0,21 9 0,-5 0 0,0-2 0,36 9 0,-34-11 0,-2 1 0,39 17 0,-42-16 0,52 15 0,3 0 0,-11 1-1365,-53-16-5461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7:23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140 0 24575,'0'685'0,"-1"-658"0,-2 0 0,-7 32 0,5-29 0,-4 46 0,9-76 0,-1 50 0,-14 91 0,9-100 0,5-32 0,1 0 0,-2 0 0,1 0 0,-1 0 0,-1 0 0,0-1 0,0 1 0,0 0 0,-1-1 0,-1 0 0,1 0 0,-1 0 0,-10 11 0,13-17 0,1-1 0,0 1 0,0-1 0,-1 0 0,1 0 0,-1 1 0,1-1 0,-1 0 0,1 0 0,-1 0 0,0-1 0,0 1 0,1 0 0,-3 0 0,3-1 0,0-1 0,0 1 0,0-1 0,0 0 0,1 1 0,-1-1 0,0 0 0,1 1 0,-1-1 0,0 0 0,1 0 0,-1 0 0,1 1 0,-1-1 0,1 0 0,-1 0 0,1 0 0,0 0 0,0 0 0,-1 0 0,1 0 0,0 0 0,0 0 0,0 0 0,0 0 0,0 0 0,0 0 0,0 0 0,1-1 0,-1-6 0,0 0 0,1 0 0,0 0 0,1 0 0,-1 0 0,2 0 0,-1 1 0,1-1 0,0 1 0,0-1 0,1 1 0,0 0 0,1 1 0,-1-1 0,9-8 0,5-6 0,2 1 0,0 1 0,26-18 0,-36 29 0,8-6 0,30-19 0,-45 31 0,1-1 0,0 1 0,-1 1 0,1-1 0,0 0 0,0 1 0,0 0 0,0 0 0,0 0 0,1 0 0,-1 1 0,0-1 0,0 1 0,0 0 0,7 1 0,-8 1 0,0-1 0,0 1 0,-1 0 0,1 0 0,-1 0 0,1 0 0,-1 0 0,0 0 0,0 1 0,0-1 0,0 1 0,0-1 0,-1 1 0,1 0 0,-1 0 0,0 0 0,2 4 0,1 4 0,0 0 0,-1 0 0,2 17 0,-4-23 0,0 1 0,-1-1 0,1 0 0,-1 1 0,0-1 0,0 1 0,-1-1 0,0 0 0,0 0 0,0 1 0,-1-1 0,1 0 0,-1 0 0,0 0 0,-1 0 0,1-1 0,-1 1 0,0 0 0,0-1 0,-1 0 0,1 0 0,-1 0 0,0 0 0,0-1 0,0 1 0,0-1 0,-1 0 0,1 0 0,-1-1 0,0 1 0,-8 2 0,1 0 0,-14 7 0,-47 13 0,66-23 0,0 0 0,0-1 0,0 0 0,0 0 0,0-1 0,0 1 0,0-2 0,0 1 0,0-1 0,-1 0 0,1 0 0,-9-4 0,14 4-85,0 0 0,0 0-1,0 0 1,0 0 0,0-1-1,0 1 1,1-1 0,-1 1-1,1-1 1,-1 0 0,1 0-1,-1 0 1,1 1 0,0-1-1,-2-3 1,-4-12-6741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7:24.0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1 223 24575,'115'2'0,"126"-5"0,-227 1 0,-1-1 0,1 0 0,-1-1 0,0-1 0,18-8 0,13-5 0,-40 15 0,1 1 0,-1-1 0,1 0 0,-1 0 0,0-1 0,0 1 0,0-1 0,-1 0 0,1 0 0,-1 0 0,0 0 0,0 0 0,4-9 0,-5 9 0,0-1 0,0 1 0,0 0 0,0-1 0,-1 1 0,0-1 0,0 0 0,0 1 0,0-1 0,-1 0 0,1 1 0,-1-1 0,-1 0 0,1 0 0,-2-5 0,1 7 0,0 1 0,0 0 0,0 0 0,-1 0 0,1 0 0,-1 0 0,0 0 0,1 1 0,-1-1 0,0 0 0,0 1 0,0-1 0,0 1 0,0 0 0,-1 0 0,1 0 0,0 0 0,0 0 0,-1 0 0,1 1 0,-1-1 0,-4 0 0,-7 0 0,1 0 0,-27 1 0,28 0 0,-5 0 0,3 0 0,0 1 0,0 0 0,-18 4 0,27-4 0,0 1 0,0-1 0,0 1 0,1 1 0,-1-1 0,1 1 0,-1-1 0,1 1 0,0 0 0,0 1 0,0-1 0,-5 8 0,-1 2 0,2 0 0,0 1 0,0 1 0,1-1 0,1 1 0,1 0 0,0 1 0,1-1 0,0 1 0,1 0 0,1 0 0,1 0 0,0 0 0,3 31 0,-1-43 0,-1 0 0,1 0 0,0 0 0,0 0 0,0-1 0,1 1 0,0 0 0,-1 0 0,1-1 0,0 1 0,1-1 0,-1 0 0,1 0 0,-1 0 0,6 5 0,-2-3 0,0-1 0,1 0 0,-1 0 0,1 0 0,-1-1 0,1 0 0,0-1 0,8 3 0,8 0 0,1-1 0,-1-1 0,1-1 0,30-1 0,56 0 0,110-5 0,-200 2 0,1 0 0,-1-2 0,25-8 0,-35 9 0,0 0 0,-1-1 0,1-1 0,-1 0 0,0 0 0,-1-1 0,1 0 0,10-10 0,19-14 0,-33 27 0,-1 1 0,0-1 0,0 0 0,0 0 0,0-1 0,0 0 0,0 1 0,-1-1 0,0 0 0,0-1 0,0 1 0,0 0 0,-1-1 0,1 0 0,-1 1 0,0-1 0,-1 0 0,1 0 0,0-8 0,1-38-1365,-3 27-5461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7:24.4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235 2 24575,'-22'-1'0,"12"1"0,1-1 0,-1 2 0,1-1 0,-1 1 0,-13 4 0,21-5 0,-1 1 0,1 0 0,-1 0 0,1 1 0,-1-1 0,1 1 0,0-1 0,0 1 0,0 0 0,0-1 0,0 1 0,0 0 0,0 0 0,0 1 0,1-1 0,-1 0 0,1 0 0,0 1 0,0-1 0,0 1 0,0-1 0,0 1 0,-1 4 0,2 0 0,-1 0 0,1-1 0,0 1 0,0-1 0,1 1 0,0-1 0,0 1 0,0-1 0,1 1 0,0-1 0,1 0 0,-1 0 0,1 0 0,5 8 0,-3-5 0,-1 0 0,0 0 0,-1 0 0,0 0 0,3 13 0,-6-20 0,0 0 0,-1 1 0,1-1 0,0 0 0,-1 0 0,1 0 0,-1 0 0,0 0 0,0 0 0,0 0 0,0 0 0,0 0 0,0 0 0,0 0 0,0 0 0,-1-1 0,1 1 0,-1 0 0,1-1 0,-1 1 0,0-1 0,0 0 0,0 0 0,1 0 0,-1 1 0,0-2 0,0 1 0,-1 0 0,-1 0 0,-6 3 0,-1 0 0,1-1 0,-1-1 0,-17 3 0,27-5-4,-1 0-1,0 1 1,1-1-1,-1 0 1,0 0-1,1 0 1,-1 0 0,0-1-1,1 1 1,-1 0-1,0-1 1,1 1-1,-1-1 1,1 0-1,-1 1 1,1-1-1,-3-1 1,4 1 13,-1 0 0,0 0 0,1 1 0,-1-1 0,1 0 0,-1 0 1,1 0-1,0 0 0,-1 0 0,1 0 0,0 0 0,-1 0 0,1 0 0,0 0 0,0 0 0,0 0 1,0 0-1,0 0 0,0 0 0,0 0 0,1-1 0,0-2-133,0 0 0,1 0 1,0 0-1,-1 0 0,2 0 0,-1 0 1,0 0-1,1 1 0,-1-1 0,1 1 1,5-5-1,6-3-6702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7:24.7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1 24575,'1'0'0,"0"0"0,0 1 0,1-1 0,-1 1 0,0 0 0,0-1 0,0 1 0,0 0 0,0 0 0,0 0 0,0 0 0,0 0 0,0 0 0,-1 0 0,1 0 0,0 0 0,-1 0 0,1 0 0,0 0 0,-1 0 0,1 1 0,-1-1 0,0 0 0,1 0 0,-1 1 0,0-1 0,0 2 0,5 42 0,-5-40 0,4 71 0,-8 99 0,-9-91 0,8-55 0,-4 49 0,9-63 0,0-4 0,0 0 0,-1 0 0,0 0 0,-5 17 0,5-25 0,0 0 0,0-1 0,0 1 0,0-1 0,-1 1 0,1-1 0,-1 1 0,1-1 0,-1 0 0,0 0 0,0 0 0,0 0 0,0 0 0,0 0 0,-1 0 0,1-1 0,-1 1 0,1-1 0,-1 0 0,1 0 0,-1 0 0,-5 2 0,-14 1-1365,0-3-5461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7:24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1 105 24575,'9'-6'0,"0"-1"0,1 2 0,0-1 0,0 1 0,0 1 0,20-6 0,-12 5 0,0 1 0,1 1 0,32-1 0,28-4 0,68-25-1365,-128 28-5461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7:25.1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 24575,'0'4'0,"0"7"0,0 5 0,0 6 0,0 3 0,0 2 0,0 1 0,0 0 0,0 1 0,0-1 0,0 0 0,0 0 0,0 0 0,0-1 0,-5-4 0,-1-2 0,0 0 0,1-3-8191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7:25.3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7:25.6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 1 24575,'1'0'0,"0"1"0,1-1 0,-1 1 0,0-1 0,0 1 0,0 0 0,0-1 0,0 1 0,0 0 0,0 0 0,0 0 0,0 0 0,0 0 0,0 0 0,0 0 0,-1 0 0,1 0 0,0 0 0,-1 1 0,1 0 0,13 29 0,-13-27 0,6 20 0,-2 0 0,-1 1 0,0-1 0,-2 1 0,-1 0 0,-1 0 0,-3 29 0,1-10 0,4 43 0,11-21 0,-9-49 0,-1 0 0,3 20 0,-6-30 0,2 8 0,-2 0 0,1 1 0,-2-1 0,0 0 0,-5 22 0,5-33 0,0 0 0,0-1 0,-1 1 0,1 0 0,-1-1 0,0 1 0,0-1 0,-1 0 0,1 0 0,-1 0 0,1 0 0,-1 0 0,0 0 0,0-1 0,0 1 0,0-1 0,-1 0 0,1 0 0,-1 0 0,1 0 0,-1-1 0,0 1 0,0-1 0,1 0 0,-1 0 0,-5 0 0,-15 2-1365,2-2-5461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7:26.5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0 165 24575,'1'-2'0,"0"0"0,-1 0 0,1 1 0,0-1 0,0 0 0,0 1 0,1-1 0,-1 1 0,0-1 0,1 1 0,-1 0 0,0 0 0,1-1 0,0 1 0,-1 0 0,1 0 0,3-1 0,31-14 0,28 2 0,-11 4 0,43-20 0,41-10 0,-112 31 0,-19 2 0,-17 0 0,6 6 0,0 0 0,0 0 0,1 0 0,-1 1 0,0-1 0,0 1 0,0 1 0,0-1 0,0 1 0,0-1 0,0 1 0,0 1 0,0-1 0,1 1 0,-10 4 0,9-3 0,0 1 0,0 0 0,0 0 0,0 0 0,1 1 0,0 0 0,-1 0 0,2 0 0,-1 0 0,1 0 0,0 1 0,-3 6 0,-2 5 0,1-1 0,0 1 0,2 0 0,0 1 0,0-1 0,2 1 0,1 0 0,0 0 0,1 0 0,2 29 0,-1-45 0,0 0 0,0 0 0,0 0 0,0 0 0,1 1 0,-1-1 0,1 0 0,-1 0 0,1 0 0,0-1 0,0 1 0,0 0 0,0 0 0,0 0 0,0 0 0,1-1 0,-1 1 0,0-1 0,1 1 0,0-1 0,-1 1 0,1-1 0,0 0 0,3 2 0,-2-2 0,0-1 0,0 0 0,0 1 0,0-1 0,1 0 0,-1 0 0,0-1 0,0 1 0,0-1 0,0 1 0,0-1 0,0 0 0,0 0 0,5-3 0,9-5 0,0-1 0,-1 0 0,0-1 0,15-15 0,-19 16 0,-1-1 0,0 0 0,-1-1 0,0 0 0,0-1 0,-2 1 0,0-2 0,9-18 0,-14 46 0,-1 21 0,-1-22 0,2 14 0,14 50 0,-16-71 0,-1-12 0,-1 0 0,1-1 0,0 1 0,1 0 0,-1 0 0,1 0 0,1-1 0,-1 1 0,1 0 0,0 1 0,0-1 0,1 0 0,4-7 0,0 0 0,1 0 0,0 1 0,0 0 0,1 1 0,14-15 0,-5 9 0,1 0 0,0 2 0,25-16 0,-35 26 0,1 0 0,-1 0 0,1 1 0,0 0 0,1 1 0,-1 0 0,1 1 0,-1 0 0,20-1 0,-19 3 0,0 0 0,0 0 0,0 1 0,0 1 0,0-1 0,13 5 0,-19-4 0,-1 0 0,1 0 0,-1 0 0,1 0 0,-1 1 0,0 0 0,0 0 0,0 0 0,0 0 0,-1 1 0,1-1 0,-1 1 0,0 0 0,0 0 0,0 0 0,2 6 0,2 4 0,-1 0 0,10 30 0,-15-38 0,1-1 0,-1 1 0,0 0 0,-1 0 0,1 0 0,-1 0 0,0 0 0,-1 0 0,1 0 0,-4 11 0,4-16 0,0 0 0,0 1 0,0-1 0,-1 0 0,1 1 0,-1-1 0,1 0 0,-1 0 0,0 0 0,1 1 0,-1-1 0,0 0 0,0 0 0,1 0 0,-1 0 0,0 0 0,0 0 0,0 0 0,-1-1 0,1 1 0,0 0 0,0 0 0,0-1 0,0 1 0,-1-1 0,1 1 0,0-1 0,-1 0 0,1 1 0,0-1 0,-1 0 0,1 0 0,0 0 0,-1 0 0,1 0 0,0 0 0,-1 0 0,1 0 0,-2-1 0,1 0 0,-1-1 0,1 1 0,0-1 0,0 1 0,0-1 0,0 0 0,0 1 0,0-1 0,0 0 0,0 0 0,1-1 0,-1 1 0,1 0 0,0 0 0,0-1 0,0 1 0,0-1 0,0 1 0,-1-5 0,1 1-136,0 0-1,1 0 1,0-1-1,0 1 1,0 0-1,1 0 1,0-1-1,0 1 0,3-9 1,2-4-6690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9:17:26.7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24575,'0'24'0,"1"1"0,5 30 0,-4-46 0,0 0 0,0-1 0,1 1 0,0-1 0,1 0 0,0 1 0,0-1 0,1-1 0,8 12 0,3 2 0,-8-10 0,1 0 0,17 16 0,-22-23 0,1-1 0,-1 0 0,1 0 0,-1 0 0,1-1 0,0 1 0,0-1 0,0 0 0,0-1 0,9 3 0,3-2 0,1 0 0,0-2 0,-1 0 0,1 0 0,0-2 0,-1 0 0,1-1 0,-1-1 0,0 0 0,0-2 0,23-10 0,-25 11 0,1 0 0,27-4 0,-29 7 0,0-1 0,0-1 0,0 0 0,13-7 0,143-60 0,-120 54 0,-1-2 0,65-36 0,-59 31 125,-18 11-1615,-20 4-5336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02.3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612 187 24575,'1'0'0,"1"-1"0,-1 1 0,0-1 0,1 1 0,-1-1 0,0 0 0,0 0 0,0 0 0,0 1 0,1-1 0,-1 0 0,0-1 0,-1 1 0,1 0 0,0 0 0,0 0 0,0 0 0,-1-1 0,1 1 0,0 0 0,-1-1 0,0 1 0,1-1 0,-1 1 0,0 0 0,1-1 0,-1 1 0,0-1 0,0-1 0,1-2 0,-1 0 0,1 0 0,-1 0 0,0 0 0,-1-1 0,1 1 0,-2-5 0,0 7 0,1 0 0,-1 0 0,0 0 0,0 0 0,0 1 0,0-1 0,-1 1 0,1-1 0,-1 1 0,0 0 0,1 0 0,-1 0 0,0 0 0,0 0 0,0 1 0,-1 0 0,-4-2 0,-10-4 0,-37-6 0,31 8 0,-20-8 0,26 8 0,-1 0 0,0 0 0,-30-1 0,25 4 0,-3 0 0,-1 1 0,1 1 0,-1 1 0,-45 8 0,68-7 0,1 0 0,-1-1 0,0 2 0,1-1 0,-1 0 0,1 1 0,0 0 0,0 0 0,0 0 0,0 0 0,0 1 0,-4 6 0,2-2 0,0 1 0,0-1 0,1 1 0,1 1 0,-7 17 0,4-4 0,1 0 0,1 1 0,1 0 0,-2 38 0,6-50 0,1 0 0,0 1 0,1-1 0,0 0 0,1 0 0,0 0 0,1 0 0,0 0 0,1-1 0,0 0 0,1 0 0,0 0 0,9 11 0,12 11 0,1 0 0,46 42 0,-16-17 0,-38-39 0,1-1 0,1-1 0,1-1 0,25 14 0,-41-25 0,0 0 0,0 1 0,0 0 0,-1 0 0,10 12 0,-10-10 0,1 0 0,0-1 0,14 12 0,-18-17 0,1 0 0,-1 1 0,0 0 0,-1 0 0,1 0 0,0 0 0,-1 0 0,0 0 0,3 5 0,-4-7 0,-1 0 0,0 0 0,1 0 0,-1 0 0,0 0 0,0 0 0,0 0 0,0 0 0,0 0 0,0-1 0,0 1 0,0 0 0,0 0 0,0 0 0,0 0 0,0 0 0,-1 0 0,1 0 0,0 0 0,-1 0 0,1 0 0,-1 0 0,1 0 0,-1-1 0,0 1 0,1 0 0,-1 0 0,0-1 0,1 1 0,-1 0 0,0-1 0,0 1 0,1-1 0,-1 1 0,0-1 0,0 1 0,0-1 0,0 1 0,0-1 0,0 0 0,0 0 0,-1 1 0,-15 3 0,-1-1 0,0 0 0,0-1 0,0-1 0,0-1 0,-33-3 0,2 0 0,-42 4 0,-61-4 0,149 3 0,0 0 0,1 0 0,-1-1 0,0 1 0,1-1 0,-1 0 0,1 0 0,-1 0 0,1 0 0,-4-2 0,5 2 0,1 1 0,-1-1 0,1 0 0,0 1 0,-1-1 0,1 1 0,0-1 0,0 0 0,-1 1 0,1-1 0,0 0 0,0 1 0,0-1 0,0 0 0,0 0 0,0 1 0,0-1 0,0 0 0,0 1 0,0-1 0,0 0 0,0 1 0,1-1 0,-1 0 0,0 1 0,0-1 0,1 0 0,-1 1 0,0-1 0,1 0 0,-1 1 0,1-1 0,-1 1 0,1-1 0,-1 1 0,1-1 0,-1 1 0,1 0 0,0-1 0,-1 1 0,2-1 0,9-9 0,1 1 0,0 0 0,0 0 0,1 1 0,1 1 0,-1 0 0,1 1 0,0 1 0,16-5 0,-14 4 0,0 0 0,19-12 0,26-11 0,99-40 0,-143 61 0,155-83-1365,-155 82-5461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02.6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101 1 24575,'-2'0'0,"1"1"0,0-1 0,-1 1 0,1-1 0,0 1 0,-1 0 0,1 0 0,0 0 0,0-1 0,0 1 0,0 0 0,0 1 0,0-1 0,0 0 0,0 0 0,0 0 0,1 0 0,-1 1 0,0-1 0,1 0 0,-1 1 0,1-1 0,-1 0 0,1 1 0,0-1 0,-1 1 0,1 2 0,-6 45 0,6-43 0,0 195 0,-2 26 0,2-225-39,0 1 0,0-1 0,0 0 0,0 0 0,-1 1 0,1-1 0,-1 0 0,0 0 0,1 1 0,-1-1 0,0 0 0,0 0 0,-1 0 0,1 0 0,0 0 0,-1 0 0,1-1 0,-1 1 0,1 0 0,-1-1 0,0 1 0,0-1 0,0 0 0,0 1 0,0-1 0,0 0 0,0 0 0,0 0 0,0-1 0,-1 1 0,1 0 0,0-1 0,0 1 0,-5-1 0,-9-3-6787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02.8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32 24575,'5'0'0,"7"0"0,2-5 0,3-2 0,4 1 0,3 0 0,4 3 0,1 0 0,1 2 0,1 1 0,0 0 0,0 0 0,0 0 0,-1 0 0,1 1 0,-1-1 0,1 0 0,-6 0-8191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03.0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24575,'818'0'-1365,"-792"0"-5461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03.5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1 156 24575,'1'19'0,"1"0"0,0-1 0,7 23 0,-4-19 0,5 41 0,-9 106 0,-1-168 0,0-66 0,-1 17 0,8-75 0,-5 108 0,1-1 0,0 1 0,2 0 0,-1 0 0,2 0 0,0 1 0,0-1 0,2 1 0,11-16 0,-8 18 0,0 1 0,1 0 0,0 1 0,1 1 0,1 0 0,20-11 0,-26 16 0,1 0 0,0 0 0,0 1 0,0 0 0,1 1 0,-1 0 0,1 1 0,12-1 0,83 3 0,-56 1 0,-21-2 0,0 1 0,43 8 0,-62-7 0,1 1 0,-1 0 0,0 0 0,0 1 0,0 0 0,0 1 0,-1 0 0,1 0 0,-1 1 0,13 12 0,-12-10 0,0 0 0,-1 0 0,-1 1 0,1 1 0,-1-1 0,-1 1 0,0 0 0,0 1 0,-1-1 0,0 1 0,-1 0 0,0 1 0,-1-1 0,0 1 0,-1-1 0,0 1 0,0 20 0,-3-27 0,0-1 0,0 1 0,-1-1 0,1 1 0,-1-1 0,0 0 0,-1 1 0,1-1 0,-1 0 0,0-1 0,0 1 0,0 0 0,0-1 0,0 0 0,-1 1 0,0-1 0,0-1 0,0 1 0,0-1 0,0 1 0,-8 2 0,-4 2 0,0 0 0,-1-1 0,1-1 0,-30 5 0,16-6 0,1-2 0,-45-3 0,51-1 0,0 2 0,-1 1 0,1 0 0,-46 10 0,27-3-227,-1-1-1,0-3 1,0-1-1,-1-2 1,-50-6-1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03.8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24575,'395'0'0,"-388"0"-108,-3-1 11,1 1 1,-1 0-1,1 0 0,-1 1 1,0-1-1,1 1 0,-1 0 0,0 0 1,1 0-1,-1 1 0,0-1 1,5 4-1,-3 1-6729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04.0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24575,'787'0'-1365,"-761"0"-5461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04.3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459 4 24575,'-57'-1'0,"32"-1"0,0 2 0,-1 1 0,-47 7 0,66-6 0,0 0 0,0 1 0,1-1 0,-1 2 0,1-1 0,0 1 0,0 0 0,0 0 0,0 0 0,0 1 0,1 0 0,0 0 0,0 1 0,1-1 0,-7 10 0,-2 7 0,1 0 0,-19 48 0,25-54 0,-1-1 0,-1 0 0,-13 19 0,14-25 0,0 1 0,1 1 0,1-1 0,0 1 0,0 0 0,-5 18 0,7-13 0,0 1 0,1 0 0,1 0 0,0 0 0,1 0 0,1 0 0,1 0 0,6 26 0,-6-35 0,1 1 0,0 0 0,0-1 0,1 1 0,0-1 0,0 0 0,1 0 0,0-1 0,1 1 0,-1-1 0,2 0 0,-1-1 0,1 0 0,-1 0 0,2 0 0,-1-1 0,13 7 0,-5-3-273,0-1 0,1-1 0,0-1 0,28 7 0,-22-9-6553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04.6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 24575,'108'-2'0,"118"5"0,-209 0 0,-1 0 0,0 1 0,0 1 0,0 0 0,-1 1 0,0 1 0,0 1 0,0 0 0,-1 0 0,0 2 0,-1 0 0,0 0 0,-1 1 0,0 1 0,19 22 0,-30-32 0,1 1 0,-1-1 0,1 0 0,-1 1 0,0-1 0,0 1 0,0-1 0,0 1 0,0-1 0,-1 1 0,1 0 0,-1-1 0,0 1 0,1 0 0,-1 0 0,-1-1 0,1 1 0,0 0 0,-1-1 0,1 1 0,-1 0 0,0-1 0,0 1 0,0-1 0,0 1 0,0-1 0,0 1 0,-1-1 0,1 0 0,-1 0 0,0 1 0,0-1 0,0 0 0,0-1 0,0 1 0,0 0 0,-3 1 0,-7 6 0,-1-1 0,0-1 0,0 0 0,0-1 0,-22 7 0,-36 17 0,55-22 0,1 0 0,-1-2 0,-1 0 0,1-1 0,-31 6 0,-78 15-1365,103-23-5461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04.9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 12 24575,'0'-1'0,"0"1"0,0 0 0,0 0 0,0-1 0,1 1 0,-1 0 0,0-1 0,0 1 0,0 0 0,0 0 0,0-1 0,0 1 0,0 0 0,0-1 0,0 1 0,0 0 0,0-1 0,0 1 0,0 0 0,0-1 0,0 1 0,0 0 0,-1 0 0,1-1 0,0 1 0,0 0 0,0-1 0,0 1 0,-1 0 0,1 0 0,0-1 0,0 1 0,0 0 0,-1 0 0,1 0 0,0-1 0,-1 1 0,1 0 0,0 0 0,0 0 0,-1 0 0,1 0 0,0 0 0,-1-1 0,1 1 0,0 0 0,0 0 0,-1 0 0,1 0 0,0 0 0,-1 0 0,1 0 0,0 0 0,-1 0 0,1 0 0,0 1 0,-1-1 0,1 0 0,0 0 0,0 0 0,-1 0 0,1 0 0,-1 1 0,0 0 0,0 0 0,0 0 0,0 0 0,0 0 0,0 1 0,0-1 0,0 0 0,0 1 0,0-1 0,0 1 0,1-1 0,-2 3 0,-1 9 0,0 1 0,1 0 0,1-1 0,0 1 0,0 0 0,2 0 0,2 17 0,-3-25 0,1 0 0,1-1 0,-1 0 0,1 1 0,0-1 0,0 0 0,1 0 0,-1 0 0,1 0 0,0 0 0,1 0 0,-1-1 0,1 0 0,0 0 0,0 0 0,0 0 0,0 0 0,1-1 0,0 0 0,5 3 0,3 1-91,1-1 0,-1 0 0,1-2 0,0 1 0,0-2 0,1 0 0,-1 0 0,1-2 0,-1 0 0,1 0 0,-1-1 0,1-1 0,0-1 0,15-3 0,-10-2-6735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05.2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24575,'5'0'0,"1"5"0,6 2 0,5-1 0,0 5 0,-3 4 0,1 1 0,-1 2 0,-4 4 0,-4 3 0,-2 2 0,-2 2 0,-7-5 0,-2 0 0,5-5 0,3-5-8191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05.7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0 24575,'-1'52'0,"0"-19"0,1 0 0,1 1 0,2-1 0,10 48 0,-11-73 0,0 0 0,1 1 0,0-1 0,1 0 0,0 0 0,0-1 0,1 1 0,-1-1 0,2 0 0,-1 0 0,1-1 0,0 1 0,0-1 0,1-1 0,0 1 0,0-1 0,0 0 0,0-1 0,1 0 0,0 0 0,0 0 0,9 2 0,-13-5 0,-1 0 0,1 0 0,-1 0 0,1 0 0,0-1 0,-1 0 0,1 0 0,0 0 0,-1 0 0,1 0 0,0-1 0,-1 1 0,1-1 0,-1 0 0,1 0 0,-1-1 0,1 1 0,-1-1 0,0 1 0,5-4 0,-5 2 0,1 0 0,-1 0 0,0-1 0,0 0 0,0 1 0,0-1 0,0 0 0,-1 0 0,0-1 0,0 1 0,0 0 0,0-1 0,-1 1 0,1-1 0,0-7 0,10-47 0,-5 28 0,5-61 0,-11 83 0,-2 5 0,1 0 0,0 0 0,0 0 0,1 1 0,-1-1 0,1 0 0,0 0 0,0 1 0,0-1 0,0 0 0,1 1 0,-1-1 0,3-3 0,-3 7 0,-1 0 0,1 0 0,-1 0 0,1 0 0,-1 0 0,1 0 0,0 0 0,-1 0 0,1 0 0,-1 0 0,1 0 0,-1 0 0,1 0 0,-1 1 0,1-1 0,-1 0 0,1 0 0,-1 1 0,1-1 0,-1 0 0,1 1 0,-1-1 0,0 0 0,1 1 0,-1-1 0,1 0 0,-1 1 0,0-1 0,1 1 0,-1-1 0,0 1 0,0-1 0,1 1 0,-1-1 0,0 1 0,0 0 0,11 20 0,3 12 0,-2 1 0,14 58 0,-4 12 0,-10-56 0,-2 1 0,-2-1 0,1 66 0,-10 249 0,1-357 0,0 0 0,0 0 0,-1 0 0,1 0 0,-1 0 0,0 0 0,-1 0 0,0-1 0,0 1 0,0-1 0,0 1 0,-1-1 0,0 0 0,0 0 0,0 0 0,-1 0 0,0 0 0,0-1 0,0 0 0,0 0 0,-1 0 0,1 0 0,-1-1 0,0 1 0,0-1 0,0-1 0,-1 1 0,1-1 0,-1 1 0,1-2 0,-1 1 0,0-1 0,-11 2 0,0 0 0,0-1 0,0 0 0,-1-2 0,1 0 0,-30-3 0,41 2 0,0-1 0,0 1 0,0-1 0,0-1 0,0 1 0,0-1 0,0 0 0,1 0 0,-1 0 0,1-1 0,0 0 0,0 0 0,1 0 0,-1-1 0,1 1 0,0-1 0,0 0 0,-5-8 0,0 0 0,1-1 0,1 1 0,0-1 0,1-1 0,0 1 0,1-1 0,1 0 0,0 0 0,1 0 0,-1-16 0,3 18 0,0 1 0,1-1 0,1 1 0,0-1 0,1 1 0,0 0 0,1-1 0,0 1 0,1 1 0,0-1 0,9-17 0,-2 13 0,-1 0 0,2 1 0,0 1 0,1 0 0,1 0 0,0 2 0,21-16 0,32-30 0,-42 35 0,1 1 0,1 2 0,39-23 0,-57 37 33,0-1-1,-1 0 0,9-9 0,20-17-1526,-20 23-5332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06.0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24575,'0'2'0,"1"0"0,-1 0 0,1 0 0,-1 0 0,1 0 0,0 0 0,0 0 0,0 0 0,0 0 0,0-1 0,0 1 0,0 0 0,1-1 0,-1 1 0,1-1 0,-1 1 0,3 1 0,35 23 0,-21-14 0,-6-4 0,-2 0 0,1 1 0,-1 1 0,-1-1 0,0 2 0,0-1 0,-1 1 0,7 12 0,-13-20 0,0 0 0,-1 0 0,1 0 0,-1 1 0,0-1 0,0 0 0,0 0 0,-1 1 0,1-1 0,-1 1 0,0-1 0,0 0 0,0 1 0,0-1 0,0 1 0,-1-1 0,1 0 0,-1 1 0,0-1 0,0 0 0,-1 0 0,1 1 0,0-1 0,-1 0 0,0 0 0,0-1 0,0 1 0,0 0 0,0-1 0,-1 1 0,1-1 0,-1 0 0,1 1 0,-1-1 0,0-1 0,0 1 0,-4 2 0,1-1-151,-1 0-1,0 0 0,0-1 0,0 1 1,0-2-1,-1 1 0,1-1 1,-10 1-1,-8-1-6674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06.6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33 24575,'26'-1'0,"-1"-2"0,38-8 0,-33 5 0,37-2 0,-5 5 0,89 6 0,-148-3 0,-1 0 0,1 0 0,-1 1 0,1-1 0,-1 1 0,1-1 0,-1 1 0,1 0 0,-1 0 0,0 0 0,1 0 0,-1 1 0,0-1 0,0 1 0,0-1 0,0 1 0,0 0 0,-1 0 0,1-1 0,0 1 0,-1 0 0,1 1 0,-1-1 0,0 0 0,0 0 0,0 1 0,0-1 0,0 0 0,0 1 0,0-1 0,-1 1 0,1 3 0,-1-2 0,0 1 0,0-1 0,-1 1 0,1-1 0,-1 1 0,0-1 0,0 1 0,-1-1 0,0 0 0,1 1 0,-1-1 0,0 0 0,-1 0 0,1-1 0,-1 1 0,0 0 0,-4 4 0,-5 3 0,-1 0 0,0 0 0,-1-1 0,0-1 0,-27 13 0,4-5 0,-48 13 0,-46 20 0,125-48 0,1 0 0,-1 1 0,0 0 0,1 0 0,0 0 0,0 1 0,0-1 0,0 1 0,0 1 0,-6 6 0,11-10 0,0-1 0,0 1 0,0-1 0,0 1 0,0-1 0,0 1 0,1-1 0,-1 1 0,0-1 0,0 1 0,0-1 0,1 1 0,-1-1 0,0 1 0,1-1 0,-1 0 0,0 1 0,1-1 0,-1 0 0,0 1 0,1-1 0,-1 0 0,1 1 0,-1-1 0,0 0 0,1 0 0,-1 1 0,1-1 0,-1 0 0,1 0 0,-1 0 0,1 0 0,-1 0 0,1 0 0,0 0 0,28 8 0,-19-6 0,29 6 0,1-1 0,-1-1 0,2-3 0,-1-1 0,47-5 0,-40 2 0,-47 1 1,0 0 0,0 0 0,0 0-1,0 0 1,0-1 0,0 1 0,0 0 0,0 0-1,0 0 1,0 0 0,0 0 0,0-1 0,0 1-1,0 0 1,0 0 0,0 0 0,0-1-1,0 1 1,0 0 0,0 0 0,0 0 0,0 0-1,0-1 1,0 1 0,0 0 0,0 0 0,0 0-1,0 0 1,0 0 0,0-1 0,0 1 0,1 0-1,-1 0 1,0 0 0,0 0 0,0 0-1,0 0 1,0 0 0,1-1 0,-1 1 0,0 0-1,0 0 1,0 0 0,0 0 0,1 0 0,-1 0-1,0 0 1,0 0 0,0 0 0,0 0-1,1 0 1,-1 0 0,0 0 0,0 0 0,0 0-1,0 0 1,1 0 0,-1 0 0,0 0 0,0 0-1,0 0 1,0 0 0,0 0 0,1 1 0,-1-1-1,0 0 1,0 0 0,0 0 0,0 0-1,-9-7-1420,-4 1-5406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06.8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1 117 24575,'15'-1'0,"-1"-1"0,1 0 0,24-7 0,26-4 0,38-3 0,-64 9 0,66-4 0,288 12 0,-372-3 8,0-1 0,0 0-1,0-1 1,-1-2 0,21-7-1,24-7-1418,-40 14-5415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07.1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371 0 24575,'4'0'0,"0"0"0,0 1 0,0 0 0,0-1 0,0 1 0,0 1 0,0-1 0,0 1 0,0-1 0,0 1 0,0 0 0,-1 0 0,1 1 0,-1-1 0,4 4 0,3 4 0,-1 1 0,0-1 0,10 16 0,2 3 0,-6-9 0,-2 1 0,0 0 0,-1 1 0,-2 0 0,0 1 0,-1 0 0,-2 0 0,0 1 0,-1 0 0,3 34 0,4 5 0,-8-42 0,-1 1 0,2 25 0,-5-32 0,-1 0 0,0 0 0,-1 1 0,-1-1 0,0 0 0,-2-1 0,1 1 0,-2 0 0,0-1 0,0 0 0,-2 0 0,1 0 0,-2-1 0,0 0 0,-10 12 0,1-4 0,-21 33 0,28-38 0,-1 0 0,0-1 0,-1-1 0,-1 0 0,-17 15 0,9-10 0,-32 35 0,35-33 0,-2-2 0,-23 19 0,-149 120 0,128-103-1365,47-41-5461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10.3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24575,'6'1'0,"0"0"0,0 0 0,-1 0 0,1 1 0,0-1 0,0 2 0,-1-1 0,1 0 0,-1 1 0,0 0 0,0 1 0,0-1 0,5 5 0,11 10 0,29 34 0,-28-28 0,-11-15 0,-1 2 0,0-1 0,-1 1 0,0 1 0,-1 0 0,0 0 0,-1 0 0,0 1 0,-1 0 0,5 16 0,13 46 48,8 37-1461,-28-90-5413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10.7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363 1 24575,'-17'18'0,"1"2"0,-15 23 0,25-32 0,0 0 0,0 0 0,2 1 0,-5 12 0,-12 31 0,-12 24 0,28-62 0,-2 0 0,0-1 0,-1 1 0,0-2 0,-14 20 0,16-26 0,0 1 0,0 0 0,1 1 0,-5 11 0,5-9 0,0-1 0,-13 20 0,-1 0-53,16-26-66,-1 1 0,0-1-1,0 1 1,0-1 0,0-1-1,-1 1 1,0-1 0,0 1 0,-1-1-1,-9 6 1,-2-2-6707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11.0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32 24575,'127'2'0,"141"-5"0,-174-11 0,-62 7 0,54-2 0,-27 8-1365,-33 2-5461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11.3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29 24575,'0'-1'0,"0"0"0,1 0 0,-1 0 0,0 0 0,1 0 0,-1 0 0,1 0 0,-1 0 0,1 0 0,0 0 0,-1 1 0,1-1 0,0 0 0,0 0 0,-1 1 0,1-1 0,0 0 0,0 1 0,0-1 0,0 1 0,0-1 0,0 1 0,0-1 0,0 1 0,0 0 0,0-1 0,1 1 0,33-6 0,-31 5 0,1 0 0,1 1 0,0 0 0,0-1 0,0 2 0,0-1 0,-1 1 0,1 0 0,0 0 0,0 0 0,-1 1 0,1 0 0,-1 0 0,1 1 0,-1-1 0,0 1 0,0 0 0,0 1 0,-1-1 0,1 1 0,-1 0 0,1 0 0,-1 0 0,-1 1 0,1-1 0,-1 1 0,1 0 0,-1 0 0,-1 0 0,1 0 0,-1 1 0,0-1 0,0 1 0,0 0 0,-1-1 0,0 1 0,0 0 0,-1 0 0,1 0 0,-1-1 0,0 1 0,-1 0 0,1 0 0,-1 0 0,-1 0 0,-1 6 0,-2-2 2,1 0-1,-2 0 1,1 0 0,-1-1-1,-1 0 1,0 0-1,0-1 1,-1 0-1,0 0 1,-13 10-1,-21 22-1383,30-26-5444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11.7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217 2 24575,'-33'0'0,"17"-1"0,0 0 0,1 2 0,-1 0 0,0 1 0,-21 4 0,33-4 0,1-1 0,-1 0 0,1 1 0,-1 0 0,1 0 0,-1 0 0,1 0 0,0 0 0,0 1 0,0-1 0,0 1 0,1 0 0,-1 0 0,1 0 0,-1 0 0,1 0 0,0 1 0,0-1 0,1 1 0,-1-1 0,1 1 0,-1 0 0,1-1 0,0 1 0,1 0 0,-1 7 0,0-4 0,0 1 0,0-1 0,1 1 0,1-1 0,-1 1 0,1-1 0,1 1 0,-1-1 0,1 0 0,0 1 0,1-1 0,0 0 0,0 0 0,5 8 0,-3-8 0,1 0 0,0 0 0,0-1 0,1 0 0,-1 0 0,1 0 0,1-1 0,-1 0 0,1 0 0,0-1 0,14 6 0,-7-4 0,1-1 0,-1-1 0,1 0 0,0-1 0,31 1 0,85-7 0,-50 0 0,-66 3-111,-5 1-140,0-2 0,0 1 0,0-1 1,13-3-1,-5-3-6575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12.4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24575,'637'0'-1365,"-611"0"-5461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12.7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24575,'1121'0'-1365,"-1095"0"-5461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13.2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185 58 24575,'-7'-6'0,"0"0"0,0 0 0,0 1 0,-1 0 0,0 0 0,0 1 0,0 0 0,-1 0 0,0 1 0,-14-4 0,21 6 0,-1 1 0,0-1 0,1 1 0,-1-1 0,0 1 0,1 0 0,-1 0 0,0 0 0,1 1 0,-1-1 0,0 1 0,0-1 0,1 1 0,-1 0 0,1 0 0,-1 0 0,1 0 0,-1 1 0,1-1 0,0 0 0,0 1 0,0 0 0,-1 0 0,2-1 0,-1 1 0,0 0 0,0 1 0,1-1 0,-1 0 0,1 0 0,-1 1 0,1-1 0,0 1 0,0-1 0,0 1 0,0-1 0,1 1 0,-1 4 0,-1 4 0,1 1 0,0 0 0,1 0 0,0-1 0,1 1 0,1 0 0,0-1 0,0 1 0,1-1 0,0 0 0,9 18 0,0-2 0,2-1 0,0 0 0,28 35 0,-35-53 0,2 1 0,-1-1 0,1-1 0,0 0 0,20 12 0,2 2 0,-20-14 0,1 0 0,0-1 0,0 0 0,0 0 0,0-2 0,1 1 0,0-2 0,0 0 0,0 0 0,15 0 0,19 0 0,74-5 0,-38-1 0,-71 3 17,0-1 0,0-1 1,0 0-1,0 0 0,0-2 0,21-7 0,63-38-1502,-80 39-5341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14.3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304 382 24575,'-7'0'0,"0"-1"0,1-1 0,-1 1 0,0-1 0,-8-4 0,-23-5 0,25 9 0,0 0 0,-1 1 0,1 1 0,0 0 0,-1 1 0,1 0 0,0 1 0,-22 6 0,31-7 0,-1 1 0,1-1 0,0 1 0,0 0 0,0 1 0,0-1 0,0 1 0,1 0 0,-1-1 0,1 2 0,0-1 0,0 0 0,0 1 0,0-1 0,1 1 0,-1 0 0,1 0 0,0 0 0,0 0 0,0 0 0,1 0 0,-1 1 0,1-1 0,0 0 0,0 1 0,1-1 0,-1 1 0,1 8 0,0-8 0,0 0 0,0 0 0,0 0 0,1 0 0,-1 0 0,1 0 0,1 0 0,-1 0 0,1 0 0,-1-1 0,1 1 0,1-1 0,-1 1 0,0-1 0,1 0 0,0 0 0,0 0 0,1 0 0,-1 0 0,1-1 0,-1 0 0,1 1 0,0-1 0,0-1 0,1 1 0,-1-1 0,0 1 0,1-1 0,0 0 0,-1-1 0,1 1 0,0-1 0,0 0 0,0 0 0,0-1 0,0 1 0,5-1 0,2 0 0,2 1 0,1 0 0,-1-1 0,19-3 0,-29 2 0,0 1 0,0-1 0,-1 0 0,1-1 0,-1 1 0,1 0 0,-1-1 0,0 0 0,1 0 0,-1 0 0,0 0 0,0 0 0,0-1 0,0 1 0,-1-1 0,1 0 0,3-5 0,-1-2 0,0 0 0,0-1 0,-1 0 0,0 0 0,-1 0 0,0 0 0,-1 0 0,0-1 0,0-16 0,0 9 0,-2 16 0,0 0 0,1 0 0,-1 0 0,1 0 0,-1 0 0,1 1 0,0-1 0,0 0 0,1 0 0,-1 1 0,0-1 0,1 1 0,0-1 0,-1 1 0,1 0 0,0 0 0,0 0 0,0 0 0,1 0 0,-1 0 0,0 0 0,1 1 0,-1-1 0,1 1 0,0 0 0,-1 0 0,1-1 0,0 2 0,0-1 0,-1 0 0,1 1 0,0-1 0,0 1 0,3 0 0,10 0 0,1 1 0,-1 1 0,0 1 0,0 0 0,16 5 0,3 1 0,140 12 0,-66-4 0,-121-18 0,0 0 0,-1 1 0,1 1 0,0 0 0,-16 3 0,24-3 0,0 0 0,0-1 0,0 2 0,-1-1 0,2 0 0,-1 1 0,0 0 0,0 0 0,0 0 0,1 0 0,0 1 0,-1-1 0,1 1 0,0 0 0,0 0 0,0 0 0,0 0 0,1 1 0,0-1 0,-1 1 0,1-1 0,-2 7 0,2-3 0,1-1 0,0 0 0,0 1 0,0-1 0,1 0 0,0 1 0,1-1 0,-1 0 0,1 1 0,0-1 0,1 0 0,0 1 0,0-1 0,0 0 0,6 10 0,-7-14 0,1 1 0,-1 0 0,1 0 0,0-1 0,0 1 0,1-1 0,-1 0 0,0 1 0,1-1 0,0 0 0,-1 0 0,1-1 0,0 1 0,0-1 0,0 1 0,0-1 0,0 0 0,0 0 0,0 0 0,0 0 0,0-1 0,1 1 0,-1-1 0,0 0 0,0 0 0,1 0 0,-1-1 0,0 1 0,0-1 0,1 1 0,-1-1 0,5-2 0,-5 1 0,1 0 0,0 0 0,-1-1 0,0 1 0,1-1 0,-1 0 0,0 0 0,0 0 0,-1 0 0,1 0 0,4-8 0,24-46 0,-25 45 0,4-10 0,-2 1 0,0-1 0,-1 0 0,-1-1 0,-2 0 0,5-42 0,-8-144 0,-4 103 0,3 491 0,1-370 0,1 0 0,1 0 0,0 0 0,1 0 0,0 0 0,1 0 0,1-1 0,0 0 0,10 15 0,-6-15 0,0-1 0,1 0 0,0-1 0,1 0 0,1-1 0,0 0 0,28 17 0,-33-24 0,0 0 0,0 0 0,1-1 0,-1 0 0,1 0 0,0-1 0,0 0 0,17 1 0,-5-2 0,0 0 0,35-5 0,-52 3 0,1 0 0,-1 0 0,0 0 0,0 0 0,0-1 0,1 0 0,-1 0 0,-1 0 0,1 0 0,0 0 0,0-1 0,-1 0 0,0 0 0,1 0 0,-1 0 0,0 0 0,-1-1 0,1 1 0,0-1 0,-1 0 0,0 1 0,0-1 0,0 0 0,-1-1 0,1 1 0,-1 0 0,1-5 0,1-6 0,0 0 0,-1 0 0,-1 0 0,0-1 0,-1 1 0,-4-23 0,4 34 0,-1 1 0,0-1 0,0 1 0,-1 0 0,1-1 0,0 1 0,-1 0 0,0 0 0,0 0 0,0 0 0,0 0 0,-1 1 0,1-1 0,-1 1 0,1-1 0,-1 1 0,0 0 0,0 0 0,0 0 0,0 0 0,0 1 0,0-1 0,-1 1 0,1 0 0,-1 0 0,1 0 0,-5-1 0,1 1 0,-1-1 0,1 1 0,-1 1 0,0 0 0,0 0 0,1 0 0,-1 1 0,0 0 0,1 0 0,-1 1 0,-13 4 0,18-4 0,0 0 0,-1 0 0,1 1 0,0-1 0,0 1 0,1-1 0,-1 1 0,0 0 0,1 0 0,0 0 0,0 0 0,0 1 0,0-1 0,0 1 0,1-1 0,-1 1 0,1-1 0,0 1 0,0 0 0,0 0 0,1-1 0,-1 1 0,1 0 0,0 0 0,0 0 0,1 0 0,0 6 0,0-1 0,1 0 0,-1 0 0,2 0 0,-1 0 0,1 0 0,0-1 0,1 1 0,0-1 0,1 0 0,8 12 0,-7-13 0,1-1 0,0 0 0,0 0 0,0-1 0,1 0 0,-1 0 0,1 0 0,0-1 0,1-1 0,-1 1 0,1-1 0,-1-1 0,1 0 0,18 3 0,9-2 0,1-1 0,52-5 0,-26 1 0,-51 1-85,0 0 0,-1-1-1,1 0 1,-1-1 0,1 0-1,-1 0 1,0-1 0,0-1-1,-1 0 1,1-1 0,-1 1-1,0-2 1,-1 0 0,1 0-1,14-15 1,-11 6-6741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15.4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117 0 24575,'10'24'0,"-2"-7"0,-2 13 0,-1 1 0,-1-1 0,-2 1 0,-1-1 0,-5 41 0,2-1 0,2-36 0,-5 111 0,3-123 0,-2-1 0,0 1 0,-1-1 0,-14 34 0,3 1 0,14-45 0,-1-1 0,0 1 0,-1-1 0,0 0 0,0 0 0,-7 11 0,-28 59 0,39-80 0,0 1 0,0-1 0,0 0 0,0 1 0,-1-1 0,1 1 0,0-1 0,0 1 0,0-1 0,-1 0 0,1 1 0,0-1 0,0 0 0,-1 1 0,1-1 0,0 0 0,0 1 0,-1-1 0,1 0 0,-1 0 0,1 1 0,0-1 0,-1 0 0,1 0 0,0 0 0,-1 1 0,1-1 0,-1 0 0,1 0 0,-1 0 0,1 0 0,-1 0 0,1 0 0,0 0 0,-1 0 0,1 0 0,-1 0 0,1 0 0,-1 0 0,1 0 0,0 0 0,-1-1 0,1 1 0,-1 0 0,1 0 0,0 0 0,-1-1 0,1 1 0,0 0 0,-1-1 0,0 0 0,1 0 0,-1 0 0,1 0 0,-1 0 0,1 0 0,0 0 0,-1 0 0,1 0 0,0-1 0,0 1 0,0 0 0,0 0 0,0 0 0,0 0 0,0 0 0,0 0 0,1-1 0,-1 1 0,1-1 0,2-4 0,0 0 0,0 1 0,1-1 0,0 1 0,0 0 0,1 0 0,-1 1 0,1-1 0,0 1 0,0 0 0,0 0 0,1 1 0,-1-1 0,1 1 0,0 0 0,8-2 0,1-1 0,0 2 0,0-1 0,0 2 0,0 0 0,28-1 0,-31 4 0,0 1 0,-1 1 0,1 0 0,0 0 0,-1 1 0,1 1 0,-1 0 0,0 0 0,0 1 0,-1 1 0,1 0 0,-1 0 0,0 1 0,-1 0 0,0 0 0,0 1 0,0 1 0,-1 0 0,10 13 0,-15-18 0,-1 0 0,1-1 0,-1 1 0,0 0 0,0 0 0,0 1 0,-1-1 0,1 0 0,-1 1 0,0-1 0,0 1 0,-1-1 0,1 1 0,-1-1 0,0 1 0,-1 5 0,1-7 0,-1 0 0,0-1 0,0 1 0,0 0 0,0-1 0,-1 1 0,1-1 0,0 0 0,-1 1 0,0-1 0,1 0 0,-1 0 0,0 0 0,0 0 0,-1 0 0,1-1 0,0 1 0,0-1 0,-1 1 0,1-1 0,-1 0 0,1 0 0,-1 0 0,0 0 0,1 0 0,-1 0 0,-3-1 0,-17 3 0,0-1 0,0-1 0,0-1 0,0-1 0,0-2 0,0 0 0,0-1 0,1-1 0,-25-9 0,45 13 0,-1 1 0,1-1 0,-1 0 0,1 0 0,0-1 0,-1 1 0,1 0 0,0-1 0,0 0 0,0 1 0,0-1 0,-2-2 0,3 3 0,1 0 0,-1 0 0,0 0 0,1 0 0,-1 0 0,1 0 0,0 0 0,-1-1 0,1 1 0,0 0 0,0 0 0,-1 0 0,1 0 0,0-1 0,0 1 0,0 0 0,0 0 0,1 0 0,-1-2 0,2 0 0,-1 0 0,1 0 0,-1 0 0,1 1 0,0-1 0,0 1 0,0-1 0,0 1 0,1 0 0,-1 0 0,1 0 0,-1 0 0,1 0 0,-1 0 0,1 1 0,0-1 0,0 1 0,5-2 0,181-50 0,-157 45 0,16 0 0,-32 6 0,0-1 0,-1 0 0,22-8 0,-33 10 0,-1 0 0,1-1 0,-1 0 0,1 0 0,-1 0 0,0 0 0,0 0 0,0-1 0,0 1 0,0-1 0,-1 0 0,1 0 0,-1 0 0,1 0 0,-1 0 0,0-1 0,-1 1 0,4-7 0,-5 9 0,1 0 0,-1-1 0,1 1 0,-1 0 0,0-1 0,0 1 0,1 0 0,-1-1 0,0 1 0,0 0 0,0-1 0,-1 1 0,1 0 0,0-1 0,0 1 0,-1 0 0,1-1 0,-1 1 0,1 0 0,-1 0 0,1-1 0,-1 1 0,0 0 0,-1-2 0,0 2 0,0-1 0,0 1 0,1 0 0,-1 0 0,-1 0 0,1 0 0,0 0 0,0 0 0,0 1 0,0-1 0,0 1 0,-1-1 0,-3 1 0,1-1 0,0 1 0,0 0 0,0 0 0,0 1 0,0 0 0,0 0 0,0 0 0,0 0 0,0 1 0,0 0 0,0 0 0,1 0 0,-5 3 0,3 1 0,0 0 0,0 0 0,1 1 0,0-1 0,0 1 0,1 1 0,-1-1 0,2 0 0,-1 1 0,-2 9 0,4-11 0,0 0 0,0 0 0,1 0 0,0 1 0,0-1 0,1 1 0,-1-1 0,1 1 0,1-1 0,-1 0 0,1 1 0,0-1 0,4 11 0,-4-14 0,1 0 0,0-1 0,0 1 0,0 0 0,0-1 0,0 1 0,1-1 0,-1 0 0,1 0 0,-1 0 0,1 0 0,0 0 0,0 0 0,0-1 0,0 1 0,0-1 0,0 0 0,0 0 0,0 0 0,1-1 0,-1 1 0,5 0 0,10 0 0,0 0 0,35-3 0,-31 1 0,-10 1 0,-1-1 0,0-1 0,1 0 0,-1 0 0,0-1 0,0-1 0,0 0 0,-1 0 0,17-10 0,-23 12 0,0-1 0,0 1 0,0-1 0,-1-1 0,1 1 0,-1 0 0,0-1 0,0 1 0,0-1 0,0 0 0,-1 0 0,1 0 0,-1-1 0,0 1 0,-1 0 0,1-1 0,-1 1 0,1-1 0,-1 0 0,-1 1 0,1-1 0,-1 0 0,0 0 0,0 1 0,-1-9 0,0 8 0,0 0 0,0 1 0,-1-1 0,1 1 0,-1 0 0,-4-7 0,-3-7 0,9 18 0,0-1 0,0 1 0,1 0 0,-1 0 0,0 0 0,0-1 0,0 1 0,0 0 0,0 0 0,0 0 0,0 0 0,0-1 0,1 1 0,-1 0 0,0 0 0,0 0 0,0 0 0,0-1 0,1 1 0,-1 0 0,0 0 0,0 0 0,0 0 0,1 0 0,-1 0 0,0 0 0,0 0 0,0 0 0,1 0 0,-1 0 0,0 0 0,0 0 0,0 0 0,1 0 0,-1 0 0,0 0 0,0 0 0,1 0 0,-1 0 0,0 0 0,0 0 0,0 0 0,1 0 0,-1 0 0,0 0 0,0 1 0,0-1 0,1 0 0,15 4 0,-13-4 0,31 7 0,1-1 0,-1-3 0,1 0 0,67-5 0,-98 1 0,0 0 0,-1 0 0,1 0 0,0 0 0,-1-1 0,1 0 0,-1 1 0,1-1 0,-1-1 0,0 1 0,0 0 0,3-4 0,-5 6 0,0-1 0,0 0 0,0 0 0,0 1 0,-1-1 0,1 0 0,0 0 0,-1 0 0,1 0 0,0 0 0,-1 0 0,1 0 0,-1 0 0,0 0 0,1-1 0,-1 1 0,0 0 0,0 0 0,1 0 0,-1 0 0,0-1 0,0 1 0,0 0 0,-1 0 0,1 0 0,0 0 0,0-1 0,-1 1 0,1 0 0,0 0 0,-1 0 0,1 0 0,-1 0 0,0 0 0,1 0 0,-1 0 0,0 0 0,1 0 0,-1 0 0,0 1 0,0-1 0,-1-1 0,0 1 0,0 0 0,0 0 0,0 0 0,1 0 0,-1 1 0,0-1 0,0 1 0,0-1 0,0 1 0,0 0 0,0-1 0,-1 1 0,1 0 0,0 1 0,0-1 0,0 0 0,0 0 0,0 1 0,0-1 0,0 1 0,0 0 0,1 0 0,-1-1 0,0 1 0,0 1 0,0-1 0,1 0 0,-1 0 0,1 0 0,-1 1 0,-2 2 0,0 0 0,-1 0 0,1 1 0,0 0 0,0 0 0,1 0 0,-1 0 0,1 0 0,0 1 0,-3 8 0,3-5 0,1 0 0,0 0 0,1 0 0,0 0 0,0 1 0,1-1 0,0 0 0,1 0 0,0 1 0,4 17 0,-4-24 0,0 1 0,1-1 0,-1 1 0,1-1 0,-1 1 0,1-1 0,0 0 0,0 0 0,1 0 0,-1 0 0,0 0 0,1-1 0,0 1 0,0-1 0,0 1 0,0-1 0,0 0 0,0 0 0,0-1 0,1 1 0,-1-1 0,1 1 0,-1-1 0,1 0 0,0 0 0,-1-1 0,1 1 0,0-1 0,4 0 0,-6 0 0,1 0 0,-1 0 0,1 0 0,-1 0 0,1-1 0,-1 1 0,0-1 0,1 0 0,-1 0 0,0 0 0,1 0 0,-1 0 0,0 0 0,0-1 0,0 1 0,0-1 0,0 1 0,0-1 0,0 0 0,-1 0 0,1 0 0,-1 0 0,1 0 0,-1 0 0,0 0 0,0 0 0,0-1 0,0 1 0,0 0 0,1-4 0,1-8 0,0 0 0,-1 0 0,-1-1 0,0-19 0,1-11 0,4 14-1365,-1 3-5461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15.7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 0 24575,'0'637'0,"0"-627"30,-1-1 0,0 0 0,-4 17 0,4-24-47,0 0 0,1 0 1,-1 0-1,0-1 0,0 1 0,0 0 1,0 0-1,0-1 0,0 1 0,0-1 1,-2 3-1,2-4-24,0 1-1,1-1 1,-1 0-1,0 0 1,1 1-1,-1-1 1,0 0 0,0 0-1,1 0 1,-1 1-1,0-1 1,1 0 0,-1 0-1,0 0 1,0 0-1,1 0 1,-1-1-1,0 1 1,0 0 0,1 0-1,-1 0 1,0-1-1,1 1 1,-1 0 0,0-1-1,1 1 1,-1-1-1,0 1 1,1 0-1,-1-2 1,-9-7-6785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16.1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0 167 24575,'2'-4'0,"0"1"0,0 0 0,0 0 0,0 0 0,1 1 0,-1-1 0,1 0 0,0 1 0,0 0 0,0-1 0,0 1 0,3-1 0,6-6 0,4-3 0,2 1 0,-1 1 0,1 1 0,1 0 0,28-8 0,3-3 0,-30 12 0,1 2 0,24-5 0,-15 4 0,-29 7 0,-1 0 0,1-1 0,0 1 0,0 0 0,-1 0 0,1 0 0,0 0 0,-1-1 0,1 1 0,0 0 0,0 0 0,-1 0 0,1 1 0,0-1 0,0 0 0,-1 0 0,1 0 0,0 0 0,0 1 0,-1-1 0,1 0 0,0 1 0,-1 0 0,1-1 0,-1 1 0,0-1 0,0 1 0,0 0 0,0-1 0,0 1 0,0-1 0,-1 1 0,1-1 0,0 1 0,0 0 0,0-1 0,0 1 0,-1-1 0,1 1 0,0-1 0,-1 1 0,1-1 0,0 1 0,-1 0 0,-30 33 0,24-26 0,0 0 0,0 0 0,1 1 0,1 0 0,-1 0 0,1 1 0,1 0 0,0 0 0,0 0 0,-3 19 0,5-23 0,1-1 0,1 1 0,-1-1 0,1 1 0,0-1 0,0 1 0,1-1 0,0 1 0,0-1 0,0 0 0,0 1 0,1-1 0,0 0 0,0 0 0,0 0 0,1 0 0,0 0 0,0 0 0,0-1 0,7 8 0,3-1 0,1-1 0,1 0 0,0-1 0,0 0 0,1-1 0,0-1 0,0-1 0,1 0 0,18 4 0,61 25 0,-82-29-341,0 0 0,0-1-1,17 4 1,-9-5-6485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16.6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65 24575,'0'-2'0,"0"0"0,0 0 0,1 0 0,-1 0 0,0-1 0,1 1 0,0 0 0,-1 0 0,1 0 0,0 0 0,0 0 0,0 1 0,0-1 0,0 0 0,1 0 0,-1 1 0,0-1 0,3-2 0,-1 2 0,1 0 0,-1-1 0,1 1 0,-1 1 0,1-1 0,0 0 0,0 1 0,-1 0 0,6-1 0,10-1 0,-1 1 0,1 1 0,28 1 0,-28 1 0,39-2 0,-32 0 0,0 1 0,0 1 0,49 8 0,-70-8 0,0 1 0,0 0 0,1 0 0,-1 0 0,0 0 0,-1 1 0,1 0 0,0 0 0,-1 0 0,0 1 0,0 0 0,0-1 0,0 1 0,0 1 0,-1-1 0,0 0 0,0 1 0,0 0 0,0 0 0,-1 0 0,0 0 0,0 0 0,0 0 0,-1 0 0,1 1 0,-1-1 0,-1 1 0,1 7 0,0-4 0,-1 1 0,-1-1 0,1 0 0,-2 0 0,1 0 0,-1 0 0,-1 0 0,1 0 0,-1 0 0,-1-1 0,0 1 0,0-1 0,-1 0 0,0 0 0,0-1 0,-9 10 0,2-6 0,0 0 0,-19 13 0,18-16 0,1 1 0,-21 21 0,17-14 0,-1-1 0,0 0 0,-29 18 0,45-32-57,0 0 0,0-1 1,0 1-1,-1 0 0,1-1 0,0 1 0,0-1 0,0 1 0,-1-1 0,1 1 0,0-1 1,0 0-1,-1 0 0,1 0 0,0 0 0,0 0 0,-1 0 0,1 0 0,0 0 1,-1 0-1,1-1 0,0 1 0,-2-1 0,-6-6-6769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16.9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 0 24575,'-1'0'0,"0"1"0,0-1 0,0 0 0,0 0 0,0 1 0,0-1 0,0 1 0,0-1 0,1 1 0,-1-1 0,0 1 0,0-1 0,1 1 0,-1 0 0,0-1 0,1 1 0,-1 0 0,0-1 0,1 1 0,-1 0 0,1 0 0,-1 0 0,1 0 0,0 0 0,-1-1 0,1 3 0,-8 29 0,7-21 0,-8 25 0,4-15 0,0 0 0,1 1 0,-1 33 0,5-47 0,0-1 0,1 0 0,0 0 0,0 0 0,1 0 0,-1 0 0,2 0 0,-1-1 0,1 1 0,0-1 0,0 1 0,1-1 0,0 0 0,0 0 0,5 6 0,0-3 0,0 0 0,1-1 0,0 0 0,0 0 0,1-1 0,0 0 0,0-1 0,0-1 0,1 1 0,0-2 0,0 0 0,0 0 0,1-1 0,12 1 0,18 1 0,1-2 0,77-5 0,-37 0 0,-26 3-52,-37 1-210,0-1-1,1-1 0,-1-1 1,41-8-1,-42 2-6563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18.9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24575,'2'5'0,"0"0"0,0-1 0,0 0 0,1 1 0,-1-1 0,1 0 0,0 0 0,0-1 0,1 1 0,-1 0 0,1-1 0,4 3 0,3 5 0,23 34 0,-30-37 0,1 0 0,1-1 0,-1 0 0,1 0 0,1 0 0,9 8 0,-4-5 0,-1 1 0,0 0 0,0 1 0,-1 0 0,11 17 0,11 14 0,-15-24 0,39 32 0,-36-34 0,33 36 0,-2 8 0,98 108 0,-128-143 0,5 8 0,-24-32 0,-1-1 0,0 0 0,1 1 0,-1-1 0,1 0 0,0 0 0,-1 0 0,1 0 0,0 0 0,-1 0 0,1-1 0,0 1 0,0-1 0,0 1 0,0-1 0,3 1 0,8-6-1365,-4-5-5461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19.2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266 0 24575,'2'64'0,"-1"-34"0,0-1 0,-2 1 0,-1-1 0,-11 51 0,13-79 0,-4 19 0,-1-1 0,-1-1 0,-1 1 0,-1-1 0,0 0 0,-1-1 0,-16 23 0,-12 11-68,23-30 155,-24 27 0,33-42-234,0-1 0,-1 0 0,0 0 0,0-1-1,0 1 1,-1-1 0,1-1 0,-1 1 0,-8 2 0,-9 2-6679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19.4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65 24575,'1'-1'0,"-1"-1"0,1 1 0,0 0 0,-1-1 0,1 1 0,0 0 0,0-1 0,0 1 0,0 0 0,0 0 0,0 0 0,0 0 0,0 0 0,0 0 0,0 0 0,1 0 0,1-1 0,25-14 0,-26 15 0,9-3 0,0-1 0,1 1 0,-1 1 0,1 0 0,0 1 0,0 0 0,15 0 0,90 3 0,-56 2 0,90-3-1365,-126 0-5461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19.7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 67 24575,'-12'-3'0,"13"-4"0,18-7 0,1 6 0,0 0 0,1 1 0,0 2 0,43-7 0,-53 11 0,0 0 0,0 0 0,0 1 0,0 1 0,0 0 0,0 0 0,0 1 0,0 0 0,0 1 0,-1 0 0,18 9 0,-23-9 0,0 0 0,0 1 0,-1 0 0,1 0 0,-1 0 0,0 1 0,0 0 0,0-1 0,-1 1 0,1 1 0,-1-1 0,-1 0 0,1 1 0,-1-1 0,0 1 0,0 0 0,0 0 0,-1 0 0,1 11 0,-1-10 0,-1-1 0,1 1 0,-1-1 0,-1 0 0,1 1 0,-1-1 0,-1 1 0,1-1 0,-1 0 0,0 0 0,0 0 0,-1 0 0,0 0 0,0-1 0,0 1 0,0-1 0,-1 1 0,-7 6 0,-17 12 0,18-15 0,0-1 0,-16 20 0,21-23-23,0 0 0,0 0-1,0-1 1,-1 0 0,1 0 0,-1 0-1,-12 6 1,1-1-1156,1 1-5647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19.9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 0 24575,'-2'0'0,"-1"0"0,1 0 0,0 0 0,0 1 0,-1-1 0,1 1 0,0-1 0,0 1 0,0 0 0,0-1 0,-1 1 0,1 0 0,0 1 0,1-1 0,-1 0 0,0 0 0,0 1 0,0-1 0,1 1 0,-3 3 0,2-2 0,0 0 0,1 0 0,-1 0 0,1 0 0,0 0 0,0 1 0,0-1 0,1 0 0,-1 1 0,1-1 0,0 0 0,0 7 0,0-3 0,1-1 0,0 1 0,0 0 0,1-1 0,-1 1 0,1-1 0,1 1 0,-1-1 0,1 0 0,1 0 0,-1 0 0,1 0 0,7 9 0,-1-8 0,-1 1 0,1-2 0,0 1 0,0-1 0,1-1 0,0 0 0,0 0 0,0-1 0,1 0 0,20 3 0,1-2 0,0-1 0,55-1 0,94-4-1365,-156 1-5461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20.1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24575,'878'0'-1365,"-852"0"-5461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20.3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24575,'847'0'-1365,"-820"0"-5461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21.0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278 5 24575,'-47'-2'0,"32"1"0,-1 0 0,0 1 0,1 0 0,-1 2 0,1 0 0,-18 4 0,26-3 0,1 0 0,0 0 0,0 0 0,1 1 0,-1 0 0,1 0 0,0 1 0,0-1 0,0 1 0,0 0 0,1 0 0,0 1 0,0 0 0,0-1 0,1 1 0,0 0 0,0 0 0,1 1 0,-4 11 0,3-9 0,1 0 0,0 0 0,1 0 0,0 0 0,0 1 0,1-1 0,0 0 0,1 1 0,0-1 0,0 0 0,1 0 0,0 0 0,0 0 0,5 9 0,-5-15 0,0 1 0,0-1 0,0 0 0,1 0 0,0 0 0,-1 0 0,1-1 0,0 1 0,0-1 0,1 1 0,-1-1 0,0 0 0,1-1 0,-1 1 0,1 0 0,-1-1 0,1 0 0,0 0 0,0 0 0,0 0 0,4 0 0,12 0 0,-1 0 0,1 0 0,20-4 0,-12 2 0,96 0 0,57-2 0,-163 0 0,0-1 0,0-1 0,0-1 0,-1 0 0,20-10 0,20-7 0,-27 12 0,52-26 0,-75 33 0,1 0 0,-1-1 0,0 0 0,0 0 0,0 0 0,-1-1 0,0 0 0,0 0 0,0-1 0,-1 0 0,9-14 0,-13 19 0,0 0 0,0 0 0,0 0 0,0 0 0,0-1 0,-1 1 0,1 0 0,-1 0 0,1-1 0,-1 1 0,0-1 0,0 1 0,0 0 0,0-1 0,-1 1 0,1 0 0,0-1 0,-1 1 0,0 0 0,0-1 0,-1-1 0,1 2 0,-1-1 0,0 1 0,0 0 0,0 0 0,0 1 0,-1-1 0,1 0 0,0 1 0,-1-1 0,1 1 0,-1 0 0,0 0 0,1 0 0,-1 0 0,-3-1 0,-12-1 0,0 1 0,-1 0 0,1 1 0,-26 3 0,31-2 0,7 0 0,-1 1 0,1-1 0,0 1 0,0 1 0,0-1 0,0 1 0,0 0 0,0 0 0,0 0 0,1 1 0,-10 6 0,11-6 0,0 0 0,1 0 0,0 1 0,-1-1 0,1 1 0,1 0 0,-1 0 0,0 0 0,1 0 0,0 0 0,0 0 0,0 1 0,1-1 0,-1 1 0,1-1 0,-1 7 0,0 9 0,0-1 0,1 1 0,2 30 0,-1-42 0,1 1 0,0-1 0,1 1 0,0-1 0,0 0 0,1 0 0,0 0 0,1 0 0,-1 0 0,9 12 0,-9-17 0,0 0 0,1 0 0,-1 0 0,1-1 0,-1 1 0,1-1 0,0 0 0,0 0 0,0 0 0,0-1 0,0 1 0,0-1 0,0 0 0,1 0 0,-1 0 0,5-1 0,11 2 0,1-2 0,23-2 0,-17 1 0,-14 1 0,-3 0 0,-1-1 0,0 1 0,0-1 0,0-1 0,15-4 0,-21 5 0,-1 0 0,1 0 0,-1-1 0,1 1 0,-1-1 0,0 1 0,0-1 0,0 0 0,0 0 0,0 0 0,0 0 0,0 0 0,0-1 0,-1 1 0,0 0 0,1-1 0,-1 0 0,0 1 0,0-1 0,0 1 0,0-1 0,-1 0 0,1-3 0,3-50-1365,-5 29-5461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21.3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159 28 24575,'-4'-3'0,"0"0"0,0 0 0,-1 1 0,1-1 0,0 1 0,-1 0 0,1 0 0,-1 1 0,0-1 0,0 1 0,0 0 0,1 0 0,-1 1 0,-8-1 0,10 1 0,0 0 0,0 0 0,0 0 0,0 0 0,0 0 0,0 1 0,0 0 0,0-1 0,0 1 0,0 0 0,0 0 0,0 1 0,0-1 0,1 1 0,-1-1 0,1 1 0,-1 0 0,1 0 0,-1 0 0,1 0 0,0 0 0,0 1 0,-3 4 0,2 0 0,1 0 0,-1 0 0,1 1 0,1-1 0,-1 1 0,1-1 0,1 1 0,-1 0 0,1-1 0,1 1 0,-1 0 0,1-1 0,1 1 0,-1-1 0,4 9 0,-4-13 0,0 0 0,0-1 0,0 1 0,0 0 0,1 0 0,-1-1 0,1 1 0,-1-1 0,1 0 0,0 1 0,0-1 0,1 0 0,-1 0 0,0 0 0,0-1 0,1 1 0,0 0 0,-1-1 0,1 0 0,0 1 0,-1-1 0,1 0 0,0-1 0,0 1 0,0 0 0,0-1 0,0 1 0,0-1 0,0 0 0,0 0 0,0 0 0,0-1 0,0 1 0,0-1 0,-1 1 0,1-1 0,0 0 0,0 0 0,0-1 0,3-1 0,0 0-105,-1-1 0,0 0 0,0 0 0,0 0 0,0-1 0,-1 0 0,1 0 0,-1 0 0,0 0 0,-1-1 0,0 1 0,4-8 0,2-5-6721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21.7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24575,'0'10'0,"1"0"0,1 0 0,0-1 0,6 18 0,6 28 0,-12-8 0,-2 47 0,2 38 0,11-67 0,1-5 0,-13-47 0,1 0 0,1-1 0,0 1 0,0-1 0,1 1 0,1-1 0,0 0 0,13 20 0,-14-26 0,0 0 0,1-1 0,0 0 0,0 1 0,0-1 0,1-1 0,-1 1 0,1-1 0,0 0 0,0-1 0,1 1 0,-1-1 0,1 0 0,0-1 0,0 0 0,0 0 0,9 1 0,5 1 0,0-2 0,0 0 0,30-2 0,-44 0 0,0-1 0,-1 0 0,1 0 0,0 0 0,-1-1 0,1 0 0,-1 0 0,0-1 0,0 0 0,0 0 0,0 0 0,0-1 0,0 0 0,6-6 0,-5 3 0,-2 0 0,1 0 0,-1-1 0,0 0 0,0 0 0,-1 0 0,0 0 0,-1-1 0,0 1 0,0-1 0,-1 0 0,0 0 0,0 0 0,-1 0 0,0 0 0,-1 0 0,0-1 0,0 1 0,-1 0 0,0 0 0,-1 0 0,0 0 0,-1 0 0,-4-11 0,5 17 0,0-1 0,-1 1 0,1-1 0,-1 1 0,0 0 0,0 0 0,-1 0 0,1 1 0,0-1 0,-1 1 0,0 0 0,1 0 0,-1 0 0,0 0 0,0 1 0,0-1 0,0 1 0,0 0 0,-1 0 0,1 1 0,-5-1 0,6 1 0,-1-1 0,1 1 0,-1 0 0,1 0 0,-1 0 0,1 1 0,0-1 0,-1 1 0,1 0 0,0 0 0,-1 0 0,1 0 0,0 0 0,0 1 0,0 0 0,0-1 0,0 1 0,0 0 0,1 0 0,-1 1 0,0-1 0,1 1 0,0-1 0,0 1 0,0 0 0,-3 3 0,3 1 0,0-1 0,-1 1 0,2 0 0,-1 0 0,1 0 0,0 0 0,1 0 0,0 0 0,0 0 0,0 0 0,1 0 0,0 0 0,0 0 0,1 0 0,0 0 0,0-1 0,0 1 0,1 0 0,0-1 0,1 0 0,-1 0 0,1 0 0,0 0 0,1-1 0,-1 1 0,1-1 0,0 0 0,0 0 0,1-1 0,7 5 0,1-1 0,0-2 0,1 1 0,0-2 0,0 0 0,0-1 0,1-1 0,-1 0 0,1-1 0,-1 0 0,1-2 0,0 1 0,0-2 0,-1 0 0,1-1 0,0-1 0,-1 0 0,0-2 0,29-10 0,-34 9-15,-1 0 0,-1 0 0,1-1 0,-1 0-1,0 0 1,-1-1 0,1 0 0,-2 0 0,1-1 0,-1 0-1,0 0 1,-1-1 0,5-10 0,11-18-1138,-11 23-5673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23.6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24575,'0'10'0,"2"0"0,-1-1 0,1 1 0,6 17 0,6 28 0,-9 240 0,-7-164 0,2-23 0,6-111 0,-1 0 0,1 0 0,-1-1 0,1 0 0,-1 0 0,6-7 0,3 0 0,-6 6 0,-1 0 0,1 1 0,-1 0 0,1 0 0,1 1 0,-1 0 0,0 1 0,1-1 0,-1 2 0,12-2 0,11 1 0,49 2 0,-46 1 0,-24 0 0,1-1 0,-1 2 0,0 0 0,0 0 0,0 0 0,0 2 0,0-1 0,-1 1 0,1 0 0,-1 1 0,0 0 0,0 1 0,-1 0 0,10 8 0,-18-14 0,1 1 0,0-1 0,-1 0 0,1 1 0,-1-1 0,0 1 0,1-1 0,-1 1 0,1-1 0,-1 1 0,0-1 0,1 1 0,-1 0 0,0-1 0,1 1 0,-1-1 0,0 1 0,0 0 0,0-1 0,0 1 0,0 0 0,0-1 0,1 1 0,-1 0 0,-1-1 0,1 1 0,0 0 0,0 0 0,-1 0 0,0 0 0,1 0 0,-1 0 0,0-1 0,0 1 0,0 0 0,0-1 0,0 1 0,0 0 0,0-1 0,0 1 0,0-1 0,0 0 0,0 1 0,-1-1 0,-44 6 0,45-6 0,-157 0 0,108-1 0,74-2 0,0 0 0,0-2 0,-1 0 0,0-2 0,0 0 0,-1-2 0,35-18 0,-2 10 0,-2 1 0,-50 15 0,0 0 0,0 0 0,0-1 0,0 1 0,-1-1 0,1 0 0,-1 0 0,1 0 0,-1 0 0,0 0 0,0-1 0,1 1 0,1-4 0,-4 6 0,-1 0 0,1 0 0,0 0 0,0 0 0,0 0 0,0 0 0,0 0 0,0 0 0,-1 0 0,1 0 0,0 0 0,0 0 0,0 0 0,0 0 0,0 0 0,0 0 0,-1 0 0,1 0 0,0 0 0,0 0 0,0 0 0,0 0 0,0 0 0,0 0 0,0 0 0,-1 0 0,1-1 0,0 1 0,0 0 0,0 0 0,0 0 0,0 0 0,0 0 0,0 0 0,0 0 0,0-1 0,0 1 0,0 0 0,0 0 0,0 0 0,0 0 0,-1 0 0,1 0 0,0-1 0,0 1 0,0 0 0,0 0 0,1 0 0,-1 0 0,0 0 0,0-1 0,0 1 0,0 0 0,0 0 0,0 0 0,0 0 0,0 0 0,-11 7 0,7-2 0,1 0 0,0 0 0,0 0 0,0 1 0,0 0 0,1-1 0,0 1 0,0 0 0,1 0 0,0 0 0,0 0 0,0 0 0,0 8 0,1-6 0,0 1 0,0-1 0,1 1 0,0 0 0,1-1 0,0 1 0,0-1 0,6 15 0,-5-18 0,-1 0 0,1-1 0,0 0 0,0 1 0,1-1 0,-1 0 0,1 0 0,0-1 0,0 1 0,0-1 0,0 0 0,1 0 0,-1-1 0,1 1 0,0-1 0,0 0 0,0 0 0,0 0 0,0-1 0,0 0 0,0 0 0,1 0 0,-1 0 0,0-1 0,0 0 0,1 0 0,-1-1 0,0 1 0,0-1 0,7-2 0,-6 1 0,1 1 0,-1-2 0,0 1 0,0 0 0,0-1 0,0 0 0,-1-1 0,1 1 0,-1-1 0,0 0 0,0-1 0,0 1 0,0-1 0,-1 0 0,0 0 0,0 0 0,0-1 0,-1 1 0,0-1 0,0 0 0,0 0 0,0 0 0,-1 0 0,2-9 0,-3 1 0,1-1 0,-3-22 0,2-8 0,-1 44 0,0 0 0,0 0 0,1 0 0,-1 0 0,1 0 0,-1 0 0,0 0 0,1 0 0,0 0 0,-1 0 0,1 1 0,0-1 0,-1 0 0,1 0 0,0 0 0,0 1 0,0-1 0,-1 0 0,1 1 0,0-1 0,0 1 0,0-1 0,0 1 0,0-1 0,0 1 0,0 0 0,0-1 0,0 1 0,1 0 0,-1 0 0,0 0 0,1 0 0,42 2 0,-33-1 0,132 5 0,-147-5 0,1-1 0,-1 1 0,0 0 0,1 0 0,0 0 0,-1 0 0,1 1 0,0-1 0,-1 1 0,1 0 0,0 0 0,0 0 0,1 0 0,-1 1 0,0-1 0,1 1 0,-1-1 0,1 1 0,0 0 0,0 0 0,0 0 0,0 0 0,1 1 0,-1-1 0,-1 7 0,-1 3 0,1 0 0,1 1 0,0-1 0,1 1 0,1 16 0,-1-26 0,1 0 0,1-1 0,-1 1 0,0 0 0,1-1 0,0 1 0,0 0 0,0-1 0,0 1 0,1-1 0,-1 1 0,1-1 0,0 0 0,0 0 0,0 0 0,0 0 0,0 0 0,1 0 0,0 0 0,-1-1 0,1 1 0,0-1 0,5 3 0,10 2 0,0 0 0,0-1 0,39 7 0,-48-11 0,0-1 0,-1 0 0,1-1 0,0 0 0,0 0 0,0-1 0,0 0 0,0-1 0,0 0 0,15-5 0,-20 5 0,-1 0 0,0 0 0,0-1 0,0 1 0,0-1 0,0 0 0,0 0 0,-1 0 0,0 0 0,1 0 0,-1-1 0,0 1 0,0-1 0,-1 1 0,1-1 0,-1 1 0,0-1 0,0 0 0,0 0 0,0 0 0,-1-5 0,2-6 0,-1 0 0,-1-1 0,0 1 0,-3-16 0,1 23 0,0 0 0,-1 0 0,0 0 0,0 0 0,0 1 0,-1-1 0,0 1 0,-1 0 0,1 1 0,-7-8 0,4 5 0,0-1 0,0 0 0,-5-13 0,10 19 0,1-1 0,-1 1 0,1 0 0,0 0 0,0 0 0,1-1 0,-1 1 0,1 0 0,0-1 0,0 1 0,0 0 0,2-8 0,2 2 0,-1 0 0,1 0 0,1 0 0,0 1 0,0-1 0,10-11 0,16-33 0,-29 50 0,5-10 0,-1-1 0,0 0 0,-1 0 0,-1 0 0,5-29 0,-9 32 0,0 9 0,0-1 0,0 0 0,1 0 0,-1 1 0,1-1 0,-1 0 0,1 1 0,0-1 0,1 1 0,-1-1 0,1 1 0,3-6 0,-5 9 0,0 0 0,1 0 0,-1 0 0,0 0 0,1 0 0,-1 0 0,0 0 0,1 0 0,-1 0 0,0 0 0,1 0 0,-1 0 0,0 0 0,1 1 0,-1-1 0,0 0 0,1 0 0,-1 0 0,0 0 0,1 1 0,-1-1 0,0 0 0,0 0 0,1 1 0,-1-1 0,0 0 0,0 0 0,1 1 0,-1-1 0,0 0 0,0 1 0,0-1 0,0 0 0,1 1 0,-1-1 0,0 0 0,0 1 0,0-1 0,0 0 0,0 1 0,0-1 0,0 0 0,0 1 0,0-1 0,0 0 0,0 1 0,0-1 0,0 1 0,3 20 0,51 319 0,-40-237 0,-13-91 0,-1 0 0,0 0 0,0 0 0,-2 0 0,1 0 0,-5 16 0,6-27 0,0 0 0,0-1 0,0 1 0,0-1 0,0 1 0,0-1 0,-1 1 0,1-1 0,0 1 0,0-1 0,0 1 0,-1-1 0,1 1 0,0-1 0,0 1 0,-1-1 0,1 1 0,0-1 0,-1 0 0,1 1 0,-1-1 0,1 1 0,-1-1 0,1 0 0,0 0 0,-1 1 0,1-1 0,-1 0 0,1 0 0,-1 1 0,0-1 0,-7-15 0,1-29 0,5 21 0,-1-57 0,3 74 0,1 0 0,0 0 0,0 0 0,0 0 0,0 0 0,1 0 0,0 0 0,0 1 0,1-1 0,4-6 0,2-2 0,-7 9 0,1 1 0,-1 0 0,1 0 0,0 0 0,1 0 0,3-3 0,-6 7 0,-1 0 0,0-1 0,1 1 0,-1 0 0,0 0 0,0 0 0,1 0 0,-1 0 0,0 0 0,1 0 0,-1 0 0,0 0 0,0 0 0,1 0 0,-1 0 0,0 0 0,1 1 0,-1-1 0,0 0 0,0 0 0,1 0 0,-1 0 0,0 0 0,0 1 0,1-1 0,-1 0 0,0 0 0,0 0 0,1 1 0,-1-1 0,0 0 0,0 0 0,0 1 0,0-1 0,0 0 0,1 0 0,-1 1 0,0-1 0,0 0 0,0 1 0,0-1 0,0 0 0,0 0 0,0 1 0,0-1 0,0 0 0,0 1 0,0-1 0,0 0 0,0 1 0,2 18 0,-2-18 0,0 47 0,0-35 0,-1 1 0,2-1 0,0 0 0,5 24 0,-5-32 0,1-1 0,0 0 0,0 1 0,0-1 0,0 0 0,1 0 0,-1 0 0,1 0 0,0-1 0,0 1 0,1-1 0,-1 0 0,1 1 0,-1-2 0,1 1 0,0 0 0,8 3 0,3 1 0,1-1 0,0 0 0,0-2 0,1 1 0,0-2 0,-1 0 0,26 0 0,-24-1 0,54 11 0,-51-9 0,40 5 0,142-7 35,-115-3-1435,-75 1-5426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24.2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24575,'-1'59'0,"3"123"0,-2-174 0,1-1 0,0 1 0,0-1 0,1 1 0,0-1 0,1 0 0,0 0 0,0 0 0,0 0 0,1 0 0,0-1 0,0 0 0,8 10 0,-7-11 0,0-1 0,1 1 0,-1-1 0,1 0 0,0-1 0,0 0 0,1 0 0,-1 0 0,1 0 0,-1-1 0,1 0 0,0-1 0,0 1 0,11 0 0,4 0 0,0-1 0,0 0 0,0-2 0,27-4 0,-40 4 0,-1-1 0,0 0 0,0-1 0,0 0 0,0 0 0,-1 0 0,1-1 0,-1 0 0,0-1 0,0 1 0,0-2 0,-1 1 0,0 0 0,7-8 0,0-2 0,-1-1 0,0-1 0,10-18 0,-18 26 0,0 1 0,0-1 0,-1-1 0,0 1 0,-1 0 0,0-1 0,-1 1 0,1-13 0,0 3 0,2 29 0,1 9 0,7 17 0,-2 1 0,-1 0 0,-2 1 0,4 76 0,-13 280 0,2-383 0,-1 0 0,0 1 0,-1-1 0,0 0 0,-1 0 0,0 0 0,-1 0 0,0-1 0,0 1 0,-1-1 0,-1 0 0,1-1 0,-13 16 0,12-18 0,-1 0 0,1 0 0,-1-1 0,0 0 0,-1 0 0,1-1 0,-1 0 0,0-1 0,0 1 0,-1-2 0,1 1 0,-1-1 0,0 0 0,0-1 0,0 0 0,0 0 0,-11 0 0,9-1 0,-1-1 0,0 0 0,1-1 0,-1 0 0,-19-5 0,27 5 0,1 0 0,0 0 0,-1-1 0,1 1 0,0-1 0,0 1 0,0-1 0,0 0 0,0-1 0,0 1 0,1 0 0,-1-1 0,1 1 0,-1-1 0,1 0 0,0 0 0,0 0 0,0 0 0,1 0 0,-1 0 0,1-1 0,-2-6 0,-1-17 0,1 0 0,1 0 0,1-1 0,2 1 0,6-45 0,-6 63 0,0 1 0,1-1 0,1 1 0,-1 0 0,1 0 0,0 0 0,1 0 0,0 0 0,0 0 0,1 1 0,0 0 0,0 0 0,10-10 0,3 1 0,1 0 0,1 1 0,28-17 0,-8 7 0,-18 7 0,0 0 0,37-40 0,-37 35 0,-21 22 0,0 0 0,0 1 0,0-1 0,0-1 0,0 1 0,0 0 0,0 0 0,0 0 0,0 0 0,-1-1 0,1 1 0,0 0 0,-1-1 0,1 1 0,-1 0 0,0-1 0,1 1 0,-1-1 0,0 1 0,0-1 0,0 1 0,0 0 0,0-1 0,0 1 0,0-2 0,-1 1 0,-1 1 0,1-1 0,0 1 0,0 0 0,-1 0 0,1 0 0,-1-1 0,1 1 0,-1 1 0,1-1 0,-1 0 0,0 0 0,1 1 0,-1-1 0,0 0 0,0 1 0,1 0 0,-1-1 0,0 1 0,-2 0 0,-22-2-1365,1 1-5461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24.8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24575,'2'3'0,"-1"0"0,0-1 0,1 1 0,0-1 0,-1 0 0,1 1 0,0-1 0,0 0 0,0 0 0,1 0 0,-1-1 0,3 3 0,11 10 0,4 11 0,-9-10 0,1 0 0,0-1 0,2 0 0,-1-1 0,19 13 0,-17-15 0,-1 1 0,0 1 0,24 28 0,-25-25 0,1-1 0,0-1 0,21 15 0,31 32 0,-55-51 0,-1 0 0,0 1 0,0 0 0,7 13 0,19 21 0,-17-23 0,-1 1 0,24 41 0,-25-28-27,-15-31-63,-1 0 1,1 0 0,1 0 0,-1-1 0,0 1 0,1-1-1,0 0 1,0 0 0,1 0 0,-1 0 0,1 0-1,-1 0 1,1-1 0,7 4 0,-2-3-6737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25.3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490 0 24575,'1'88'0,"-3"96"0,-1-159 0,-12 42 0,6-34 0,6-23 0,-1 0 0,0 0 0,0-1 0,-1 0 0,0 0 0,-1 0 0,-11 14 0,9-12 0,0 0 0,1 0 0,-11 21 0,11-15 0,-2 0 0,0-1 0,-1 0 0,-1 0 0,0-1 0,-1-1 0,-1 0 0,0-1 0,-1 0 0,-26 19 0,36-29 0,-1 0 0,0 0 0,1-1 0,-1 1 0,0-1 0,-1 0 0,1-1 0,0 1 0,0-1 0,-1 0 0,1 0 0,0-1 0,-1 0 0,1 0 0,-1 0 0,1 0 0,-1-1 0,1 0 0,0 0 0,-1-1 0,1 1 0,0-1 0,0 0 0,0 0 0,0-1 0,1 0 0,-1 0 0,1 0 0,-1 0 0,1 0 0,0-1 0,0 0 0,0 0 0,1 0 0,0 0 0,0-1 0,0 1 0,-3-7 0,-1-3 0,1 0 0,1 0 0,0 0 0,1-1 0,1 0 0,0 0 0,1 0 0,1 0 0,0 0 0,1-1 0,3-26 0,-3 38 0,1 0 0,0 0 0,0-1 0,0 1 0,0 0 0,1 1 0,0-1 0,0 0 0,0 0 0,0 1 0,0-1 0,1 1 0,-1-1 0,1 1 0,0 0 0,0 0 0,0 1 0,0-1 0,1 0 0,-1 1 0,1 0 0,0 0 0,-1 0 0,1 0 0,0 1 0,0-1 0,0 1 0,6-1 0,11-1 0,0 0 0,0 1 0,0 1 0,31 3 0,-25-1 0,216 1-1365,-217-2-5461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25.7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33 24575,'0'-1'0,"1"0"0,-1-1 0,1 1 0,0 0 0,-1-1 0,1 1 0,0 0 0,0 0 0,0 0 0,0-1 0,0 1 0,0 0 0,0 0 0,0 1 0,0-1 0,0 0 0,0 0 0,1 0 0,-1 1 0,0-1 0,1 1 0,-1-1 0,0 1 0,1-1 0,-1 1 0,1 0 0,2 0 0,46-6 0,-45 5 0,283-1 0,-147 4 0,-134-2 0,0 0 0,0 1 0,0 0 0,0 0 0,0 1 0,9 2 0,-15-3 0,1-1 0,-1 1 0,1-1 0,-1 1 0,1 0 0,-1 0 0,0 0 0,1 0 0,-1 0 0,0 0 0,0 0 0,0 0 0,1 0 0,-1 0 0,0 1 0,-1-1 0,1 0 0,0 1 0,0-1 0,-1 1 0,1-1 0,0 1 0,-1-1 0,0 1 0,1-1 0,-1 1 0,0-1 0,0 1 0,0 0 0,0-1 0,0 1 0,0 0 0,0-1 0,-1 2 0,0 0 0,0-1 0,0 0 0,0 1 0,0-1 0,-1 0 0,1 0 0,-1 0 0,0 0 0,1 0 0,-1 0 0,0-1 0,0 1 0,0-1 0,-1 1 0,1-1 0,-3 2 0,-43 18 0,37-16 0,-71 24 0,55-21 0,1 1 0,0 2 0,0 0 0,1 2 0,-44 30 0,66-41 0,0 1 0,0-1 0,1 1 0,-1-1 0,1 1 0,-1 0 0,1 0 0,0 0 0,1 0 0,-1 1 0,0-1 0,1 0 0,0 1 0,0-1 0,0 1 0,0-1 0,0 1 0,0 4 0,1-5 0,1-1 0,-1 1 0,0-1 0,1 1 0,0-1 0,0 0 0,-1 1 0,1-1 0,0 0 0,1 1 0,-1-1 0,0 0 0,1 0 0,-1 0 0,1 0 0,0 0 0,-1-1 0,1 1 0,0 0 0,0-1 0,0 1 0,0-1 0,1 0 0,-1 0 0,0 0 0,1 0 0,2 1 0,22 7 0,0-1 0,0-2 0,0 0 0,42 2 0,112-5 0,-139-3 0,-38 0-91,1 0 0,0 0 0,-1 0 0,1 0 0,0-1 0,-1 0 0,1 0 0,-1 0 0,1 0 0,-1-1 0,0 0 0,0 0 0,1 0 0,4-4 0,4-7-6735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25.9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24575,'575'0'-1365,"-549"0"-5461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26.4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62 24575,'9'0'0,"1"-2"0,0 1 0,-1-1 0,19-6 0,26-6 0,45-1 0,-60 7 0,67-3 0,-70 10 0,169 4 0,-180 2-1365,-5 1-5461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26.6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2 24575,'0'0'0,"-1"-1"0,1 1 0,0 0 0,0 0 0,-1 0 0,1 0 0,0 0 0,-1 0 0,1-1 0,0 1 0,-1 0 0,1 0 0,0 0 0,0 0 0,-1 0 0,1 0 0,0 0 0,-1 1 0,1-1 0,0 0 0,-1 0 0,1 0 0,0 0 0,-1 0 0,1 0 0,0 0 0,0 1 0,-1-1 0,1 0 0,0 0 0,0 0 0,-1 1 0,1-1 0,0 0 0,0 0 0,0 1 0,0-1 0,-1 0 0,1 0 0,0 1 0,0-1 0,0 0 0,0 1 0,0-1 0,0 0 0,0 1 0,0-1 0,0 0 0,0 1 0,0-1 0,0 0 0,0 0 0,0 1 0,0-1 0,0 0 0,0 1 0,0-1 0,0 0 0,0 1 0,0-1 0,0 0 0,1 0 0,-1 1 0,1 0 0,0 1 0,0-1 0,0 0 0,1 0 0,-1 0 0,0 0 0,1 0 0,-1 0 0,0-1 0,1 1 0,-1 0 0,3 0 0,27 4 0,0-1 0,0-2 0,0-1 0,40-4 0,-2 1 0,291 2-1365,-332 0-5461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26.9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 1 24575,'-1'0'0,"0"0"0,0 1 0,0-1 0,0 0 0,0 1 0,0-1 0,0 1 0,0-1 0,0 1 0,0 0 0,0-1 0,0 1 0,1 0 0,-1 0 0,0 0 0,0-1 0,1 1 0,-1 0 0,1 0 0,-1 0 0,0 0 0,1 0 0,0 0 0,-1 0 0,1 0 0,-1 3 0,-6 31 0,7-32 0,-3 18 0,1-1 0,0 1 0,2 0 0,0 0 0,1 0 0,8 36 0,-8-54 4,1 1 0,-1 0 0,1 0 0,0-1 0,0 1 0,1-1-1,-1 0 1,1 0 0,-1 0 0,1 0 0,0 0 0,0 0 0,1-1 0,-1 0 0,0 1 0,1-1-1,0 0 1,-1-1 0,1 1 0,0-1 0,0 1 0,0-1 0,6 1 0,8 0-211,1 0 1,-1-1-1,37-3 1,-36 1-427,8-1-6193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29.8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123 534 24575,'-8'0'0,"0"0"0,-1 0 0,0 0 0,0 1 0,1 0 0,-1 0 0,-8 4 0,14-4 0,1 0 0,-1 0 0,1 1 0,-1-1 0,1 1 0,0 0 0,0-1 0,-1 1 0,1 0 0,1 1 0,-1-1 0,0 0 0,0 0 0,1 1 0,-1-1 0,1 1 0,0-1 0,0 1 0,0 0 0,0 0 0,0-1 0,0 5 0,0-3 0,0 0 0,0-1 0,0 1 0,1 0 0,0 0 0,0 0 0,0 0 0,0 0 0,0 0 0,1 0 0,0 0 0,0 0 0,0 0 0,0 0 0,0 0 0,1-1 0,0 1 0,0 0 0,0-1 0,0 0 0,0 1 0,1-1 0,2 3 0,0-2 0,0-1 0,0 1 0,1-1 0,-1 0 0,1 0 0,0-1 0,-1 1 0,1-1 0,0-1 0,0 1 0,1-1 0,-1 0 0,0-1 0,8 1 0,4 0 0,78 0 0,-85-2 0,0 0 0,-1 0 0,1-1 0,0-1 0,0 0 0,14-5 0,-22 6 0,0 0 0,0 0 0,0-1 0,0 1 0,0-1 0,0 1 0,-1-1 0,1 0 0,-1 0 0,0 0 0,0 0 0,0 0 0,0-1 0,-1 1 0,1 0 0,-1-1 0,0 0 0,0 1 0,0-1 0,0 0 0,0-5 0,0-4 0,-1 1 0,0-1 0,0 1 0,-1 0 0,-4-15 0,5 26 0,0-1 0,-1 1 0,1-1 0,0 1 0,0-1 0,0 1 0,0-1 0,0 1 0,0-1 0,0 1 0,0 0 0,1-1 0,-1 1 0,1-1 0,-1 1 0,1 0 0,-1-1 0,1 1 0,0 0 0,-1 0 0,1-1 0,0 1 0,0 0 0,0 0 0,0 0 0,0 0 0,0 0 0,1 0 0,-1 0 0,0 1 0,0-1 0,1 0 0,-1 1 0,0-1 0,1 0 0,-1 1 0,0 0 0,4-1 0,5 0 0,0 0 0,0 0 0,0 1 0,18 2 0,-8 0 0,349 2 0,-278-4 0,-84 0 0,-3 0 0,0 1 0,0-1 0,0 0 0,-1 0 0,1-1 0,0 1 0,0-1 0,-1 0 0,1 0 0,0 0 0,-1 0 0,1-1 0,-1 1 0,4-3 0,-7 4 0,0-1 0,0 1 0,0 0 0,0-1 0,0 1 0,0-1 0,0 1 0,0 0 0,0-1 0,0 1 0,0 0 0,0-1 0,0 1 0,0 0 0,0-1 0,-1 1 0,1-1 0,0 1 0,0 0 0,0 0 0,0-1 0,-1 1 0,1 0 0,0-1 0,-1 1 0,1 0 0,0 0 0,0-1 0,-1 1 0,1 0 0,0 0 0,-1 0 0,1 0 0,0-1 0,-1 1 0,1 0 0,0 0 0,-1 0 0,1 0 0,-1 0 0,1 0 0,0 0 0,-1 0 0,1 0 0,0 0 0,-1 0 0,0 0 0,-20-4 0,-33 0 0,-76 3 0,65 3 0,59-3 0,0 1 0,0 1 0,-1-1 0,1 1 0,0 0 0,0 0 0,0 1 0,1 0 0,-1 0 0,0 0 0,1 1 0,-1 0 0,1 0 0,0 0 0,0 1 0,0 0 0,0 0 0,1 0 0,-1 0 0,1 1 0,0-1 0,0 1 0,1 0 0,0 1 0,0-1 0,0 0 0,0 1 0,1 0 0,0-1 0,0 1 0,0 0 0,-1 12 0,2-12 0,0 1 0,0-1 0,0 1 0,1-1 0,0 1 0,1-1 0,-1 1 0,1 0 0,0-1 0,1 0 0,0 1 0,0-1 0,0 0 0,0 0 0,1 0 0,0 0 0,1 0 0,-1-1 0,1 1 0,0-1 0,0 0 0,1 0 0,0-1 0,-1 1 0,1-1 0,1 0 0,-1 0 0,1-1 0,-1 0 0,9 4 0,-5-2 0,1 0 0,0 0 0,0-1 0,0-1 0,1 1 0,0-2 0,-1 1 0,1-2 0,0 1 0,0-2 0,0 1 0,0-1 0,0-1 0,-1 0 0,1 0 0,0-2 0,0 1 0,-1-1 0,1 0 0,-1-1 0,0 0 0,0-1 0,-1 0 0,1-1 0,12-10 0,59-58 0,-73 64 0,1 1 0,-2-2 0,1 1 0,-2-1 0,1 1 0,7-20 0,-1 0 0,-2 0 0,-1-1 0,-1-1 0,-2 1 0,-1-1 0,3-49 0,-11-149 0,3 278 0,2-1 0,11 57 0,-9-62 0,-1 0 0,-3 55 0,2 27 0,-3-118 0,1 0 0,0 0 0,1-1 0,-1 1 0,1 0 0,0-1 0,0 1 0,1-1 0,-1 0 0,1 0 0,1 0 0,-1 0 0,0 0 0,9 7 0,-5-5 0,1-2 0,-1 1 0,1-1 0,0 0 0,0-1 0,1 0 0,-1 0 0,16 4 0,-1-2 0,1-2 0,-1 0 0,1-1 0,-1-2 0,1 0 0,38-5 0,-56 4 0,0-1 0,0 0 0,0-1 0,-1 0 0,1 1 0,0-2 0,-1 1 0,0-1 0,1 0 0,-1 0 0,0 0 0,-1 0 0,1-1 0,0 0 0,-1 0 0,0-1 0,0 1 0,0-1 0,-1 1 0,1-1 0,-1-1 0,5-10 0,-6 9 0,1 0 0,-1-1 0,0 0 0,0 1 0,-1-1 0,0 0 0,-1 0 0,1 0 0,-2 1 0,1-1 0,-1 0 0,0 0 0,-1 0 0,1 1 0,-2-1 0,1 1 0,-4-8 0,3 11 0,1 0 0,-1 1 0,1 0 0,-1-1 0,0 1 0,0 0 0,-1 0 0,1 1 0,0-1 0,-1 1 0,0 0 0,1 0 0,-1 0 0,0 0 0,0 0 0,0 1 0,-1 0 0,1 0 0,0 0 0,-9 0 0,10 0 0,0 1 0,-1 0 0,1 0 0,-1 0 0,1 0 0,0 0 0,-1 1 0,1-1 0,-1 1 0,1 0 0,0 0 0,0 0 0,0 1 0,0-1 0,0 1 0,0-1 0,0 1 0,0 0 0,0 0 0,1 1 0,-1-1 0,1 0 0,0 1 0,-1 0 0,1-1 0,-2 6 0,1-1 0,0 1 0,1-1 0,0 1 0,0 0 0,1 0 0,0 0 0,1 0 0,0 0 0,0 0 0,0 0 0,1 0 0,0 0 0,1 0 0,3 9 0,-4-12 0,0-1 0,1 1 0,0 0 0,0-1 0,1 1 0,-1-1 0,1 0 0,0 0 0,0 0 0,0 0 0,1 0 0,-1-1 0,1 1 0,0-1 0,0 0 0,0 0 0,0-1 0,1 1 0,-1-1 0,1 0 0,-1 0 0,1 0 0,7 1 0,-1-1 0,1-1 0,0 0 0,1-1 0,-1 0 0,0 0 0,0-2 0,0 1 0,-1-2 0,1 1 0,17-8 0,-21 7 0,0 0 0,0-1 0,-1 0 0,1-1 0,-1 0 0,0 0 0,-1 0 0,1-1 0,-1 0 0,0 0 0,-1 0 0,1-1 0,-1 0 0,-1 0 0,7-12 0,-3 3 0,-1 0 0,0-1 0,-1 1 0,-1-1 0,0 0 0,-2 0 0,4-31 0,-5 18 0,10-42 0,-6 44 0,3-54 0,-9-148 0,0 824 0,-1-592 0,1-1 0,0 1 0,0-1 0,0 0 0,0 1 0,0-1 0,0 1 0,1-1 0,-1 1 0,0-1 0,1 0 0,-1 1 0,1-1 0,0 0 0,-1 1 0,1-1 0,0 0 0,0 0 0,0 1 0,-1-1 0,1 0 0,1 0 0,-1 0 0,0 0 0,0-1 0,2 3 0,2-2 0,-1 0 0,0-1 0,0 1 0,1-1 0,-1 1 0,0-1 0,8-1 0,-10 0 0,19 0 0,-2-1 0,0 2 0,-1 0 0,33 4 0,-46-4 0,-1 1 0,1 0 0,-1 0 0,0 1 0,1 0 0,-1-1 0,0 1 0,0 1 0,0-1 0,0 1 0,0-1 0,0 1 0,-1 0 0,0 0 0,1 1 0,-1-1 0,0 1 0,-1 0 0,1-1 0,2 6 0,-2-3 0,1 2 0,0 0 0,0 0 0,-1 0 0,-1 0 0,3 10 0,-4-16 0,-1 0 0,0-1 0,0 1 0,0 0 0,0-1 0,0 1 0,0 0 0,0 0 0,-1-1 0,1 1 0,-1 0 0,1-1 0,-1 1 0,0 0 0,1-1 0,-1 1 0,0-1 0,0 1 0,0-1 0,0 0 0,0 1 0,0-1 0,-1 0 0,1 0 0,0 0 0,-1 0 0,1 0 0,-1 0 0,1 0 0,-1 0 0,1 0 0,-3 0 0,-4 2 0,0-1 0,0 0 0,-1 0 0,1-1 0,-12 0 0,16 0 0,0-1 0,1 0 0,-1 0 0,0-1 0,1 1 0,-1-1 0,0 1 0,1-1 0,-1 0 0,1-1 0,-1 1 0,1 0 0,0-1 0,-5-3 0,8 5 0,-1-1 0,1 0 0,0 1 0,-1-1 0,1 1 0,0-1 0,0 0 0,0 1 0,-1-1 0,1 0 0,0 1 0,0-1 0,0 0 0,0 1 0,0-1 0,0 0 0,0 1 0,1-1 0,-1 0 0,0 1 0,0-1 0,0 0 0,1 1 0,-1-1 0,0 1 0,1-1 0,-1 0 0,0 1 0,1-1 0,-1 1 0,1-1 0,-1 1 0,1-1 0,-1 1 0,1 0 0,-1-1 0,1 1 0,0 0 0,-1-1 0,1 1 0,0-1 0,27-14 0,-12 11 0,0 0 0,1 1 0,0 1 0,-1 0 0,26 2 0,-28 0 0,0 0 0,0 0 0,0-2 0,0 0 0,0 0 0,-1-1 0,1-1 0,24-10 0,20-8 0,-44 18 0,-1-1 0,1-1 0,23-12 0,-34 16 0,1-1 0,-1 1 0,-1 0 0,1-1 0,0 1 0,0-1 0,-1 0 0,0 0 0,0 0 0,1 0 0,-2 0 0,1-1 0,0 1 0,-1-1 0,1 1 0,-1-1 0,0 1 0,0-1 0,0-5 0,-1 7 0,1-1 0,-1 1 0,0 0 0,0 0 0,-1 0 0,1 0 0,0 0 0,-1-1 0,1 1 0,-1 0 0,0 0 0,1 0 0,-1 0 0,0 0 0,0 1 0,0-1 0,-1 0 0,1 0 0,0 1 0,-1-1 0,-2-2 0,1 2 0,0 0 0,0 0 0,0 1 0,0-1 0,0 1 0,-1-1 0,1 1 0,-1 0 0,1 0 0,-1 1 0,1-1 0,-5 1 0,3-1 0,-1 1 0,1 0 0,0 0 0,0 1 0,0 0 0,0 0 0,-1 0 0,1 0 0,0 1 0,0-1 0,1 1 0,-1 1 0,0-1 0,1 1 0,-1 0 0,1 0 0,0 0 0,-5 5 0,6-4 0,0-1 0,1 1 0,-1 1 0,1-1 0,0 0 0,0 0 0,0 1 0,0 0 0,1-1 0,0 1 0,0 0 0,0-1 0,0 1 0,1 0 0,0 0 0,0 0 0,0-1 0,1 1 0,-1 0 0,1 0 0,1-1 0,-1 1 0,0 0 0,1-1 0,0 1 0,0-1 0,0 0 0,1 0 0,0 0 0,-1 0 0,1 0 0,1 0 0,-1-1 0,0 1 0,1-1 0,0 0 0,0 0 0,0 0 0,0-1 0,0 0 0,0 1 0,1-1 0,-1-1 0,1 1 0,9 1 0,-4-1 0,1 0 0,-1-1 0,1 0 0,0-1 0,-1 0 0,1-1 0,0 0 0,-1-1 0,13-3 0,-19 3 0,0 1 0,1-1 0,-2 0 0,1 0 0,0 0 0,0-1 0,-1 1 0,1-1 0,-1 0 0,0 0 0,0 0 0,0-1 0,0 1 0,0-1 0,-1 1 0,1-1 0,-1 0 0,0 0 0,0 0 0,-1 0 0,1 0 0,-1 0 0,0-1 0,1-6 0,0-8 0,-1-1 0,0 1 0,-4-34 0,3 59 0,0 0 0,-1 0 0,1 0 0,0-1 0,1 1 0,0 0 0,-1 0 0,2-1 0,-1 1 0,1-1 0,0 1 0,3 6 0,0-5 0,0 0 0,1-1 0,0 0 0,0 0 0,0-1 0,0 0 0,1 0 0,0 0 0,0-1 0,0 0 0,1 0 0,-1 0 0,10 2 0,-5-2 0,1-1 0,0 0 0,0-1 0,0 0 0,0-1 0,0 0 0,21-2 0,-31 1 0,0-1 0,0 1 0,0-1 0,0 0 0,0 0 0,0 0 0,0-1 0,-1 1 0,1-1 0,0 1 0,-1-1 0,1 0 0,-1 0 0,0 0 0,0 0 0,1 0 0,-1-1 0,-1 1 0,3-3 0,-3 4 0,-1-1 0,1 1 0,-1 0 0,1-1 0,-1 1 0,0-1 0,1 1 0,-1 0 0,0-1 0,0 1 0,0-1 0,0 1 0,0-1 0,0 1 0,0-1 0,-1 1 0,1 0 0,0-1 0,-1 1 0,1-1 0,-1 1 0,0 0 0,1 0 0,-1-1 0,0 1 0,0 0 0,0 0 0,1 0 0,-1 0 0,-1 0 0,1 0 0,0 0 0,0 0 0,0 0 0,0 0 0,-1 1 0,1-1 0,0 0 0,-1 1 0,1-1 0,-2 1 0,-2-2 0,1 0 0,-1 0 0,0 1 0,0 0 0,0 0 0,0 0 0,0 0 0,0 1 0,0 0 0,0 0 0,0 0 0,0 1 0,0 0 0,0-1 0,0 2 0,0-1 0,0 1 0,1 0 0,-1 0 0,0 0 0,1 0 0,-8 6 0,9-5 0,0-1 0,0 1 0,1 0 0,-1 0 0,1 0 0,-1 0 0,1 1 0,0-1 0,0 0 0,1 1 0,-1 0 0,1-1 0,0 1 0,0 0 0,0 0 0,0 0 0,1 0 0,-1-1 0,1 1 0,0 0 0,0 0 0,0 0 0,1 0 0,0 0 0,-1 0 0,1 0 0,1-1 0,-1 1 0,3 6 0,-2-6 0,1-1 0,-1 1 0,0-1 0,1 0 0,0 0 0,0 1 0,0-2 0,0 1 0,0 0 0,1-1 0,-1 1 0,1-1 0,-1 0 0,1 0 0,0-1 0,0 1 0,0-1 0,0 0 0,0 0 0,0 0 0,0 0 0,0-1 0,0 1 0,1-1 0,-1 0 0,0-1 0,6 0 0,-3 0 0,0 0 0,0 0 0,-1 0 0,1-1 0,0 0 0,-1 0 0,0-1 0,1 0 0,-1 0 0,0-1 0,0 1 0,-1-1 0,1-1 0,-1 1 0,0-1 0,6-6 0,-4-2 0,0-1 0,0 0 0,-1 0 0,-1 0 0,-1-1 0,0 0 0,0 0 0,-2 0 0,2-19 0,-2-211 0,-4 129 0,7 89 0,1 22 0,1 16 0,8 28 0,46 129 0,-53-140 0,-1 0 0,-2 1 0,-1-1 0,1 37 0,-4-38 0,1-1 0,1 0 0,8 29 0,-6-28 0,-1 0 0,0 44 0,-6-125 0,-1 5 0,2 1 0,11-93 0,-8 131 0,0 1 0,1-1 0,1 1 0,-1 0 0,1 0 0,1 0 0,0 0 0,0 1 0,1 0 0,-1 0 0,2 0 0,-1 1 0,1 0 0,1 0 0,-1 0 0,1 1 0,0 1 0,0-1 0,1 1 0,-1 0 0,1 1 0,1 0 0,-1 1 0,0 0 0,12-3 0,19-3 0,27-5 0,-67 14 0,1 0 0,-1 0 0,0 0 0,0 0 0,1-1 0,-1 1 0,0 0 0,1 0 0,-1 0 0,0 0 0,0 0 0,1 0 0,-1 0 0,0 0 0,1 0 0,-1 0 0,0 0 0,1 0 0,-1 0 0,0 1 0,0-1 0,1 0 0,-1 0 0,0 0 0,1 0 0,-1 0 0,0 1 0,0-1 0,0 0 0,1 0 0,-1 0 0,0 1 0,0-1 0,0 0 0,1 0 0,-1 1 0,0-1 0,0 0 0,0 0 0,0 1 0,1-1 0,-11 12 0,-24 14 0,31-24 0,-114 88 0,112-87 0,0 0 0,1 1 0,-1-1 0,1 1 0,0 0 0,0 0 0,0 1 0,1-1 0,-1 1 0,1 0 0,0 0 0,-4 10 0,6-13 0,1 1 0,-1-1 0,0 1 0,1 0 0,0 0 0,0-1 0,-1 1 0,2 0 0,-1 0 0,0 0 0,0-1 0,1 1 0,0 0 0,-1-1 0,1 1 0,0 0 0,0-1 0,1 1 0,-1-1 0,0 0 0,1 1 0,0-1 0,-1 0 0,1 0 0,0 0 0,0 0 0,0 0 0,3 1 0,0 1 0,0-1 0,-1 0 0,2 0 0,-1-1 0,0 1 0,0-1 0,1 0 0,-1-1 0,11 3 0,57 1 0,-56-5 0,0 1 0,29 5 0,14 9 0,1-3 0,0-2 0,103 2 0,-44-13-1365,-94 1-5461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30.3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64 24575,'0'0'0,"0"-1"0,1 0 0,-1 0 0,0 0 0,1 0 0,-1 0 0,0 0 0,1 1 0,-1-1 0,1 0 0,0 0 0,-1 0 0,1 1 0,-1-1 0,1 0 0,0 1 0,0-1 0,-1 1 0,1-1 0,0 1 0,0-1 0,1 0 0,25-9 0,-13 5 0,2-1 0,1 0 0,-1 1 0,1 1 0,0 0 0,1 1 0,20 0 0,111 4 0,-67 1 0,-66 0 0,0-1 0,-1 2 0,1 0 0,-1 1 0,0 0 0,0 2 0,-1-1 0,27 16 0,-38-20 0,-1 0 0,1 0 0,-1 1 0,1-1 0,-1 1 0,0 0 0,0-1 0,0 1 0,0 0 0,0 0 0,0 0 0,0 1 0,-1-1 0,1 0 0,-1 1 0,1-1 0,-1 1 0,0-1 0,0 1 0,0 0 0,0-1 0,-1 1 0,1 0 0,-1 0 0,0-1 0,1 1 0,-1 0 0,-1 0 0,1 0 0,-1 4 0,-1-2 0,1 1 0,-1-1 0,-1 0 0,1 0 0,-1 0 0,1-1 0,-2 1 0,1 0 0,0-1 0,-1 0 0,0 0 0,0 0 0,0-1 0,-8 6 0,-15 10 0,-2-2 0,0-1 0,-57 22 0,60-26 0,0 0 0,-27 19 0,-6 3 0,29-19 0,17-10 0,0 2 0,0-1 0,1 2 0,-22 16 0,34-23 0,-1-1 0,0 1 0,0-1 0,0 1 0,1 0 0,-1 0 0,0-1 0,1 1 0,-1 0 0,0 0 0,1 0 0,-1 0 0,1 0 0,0 0 0,-1 0 0,1 0 0,0 0 0,-1 0 0,1 0 0,0 0 0,0 0 0,0 0 0,0 0 0,0 0 0,0 0 0,0 0 0,1 1 0,0 0 0,0-1 0,0 0 0,0 0 0,0 0 0,0 0 0,0 0 0,1 0 0,-1 0 0,0 0 0,1-1 0,-1 1 0,0 0 0,1-1 0,-1 1 0,4 0 0,7 1 0,1 0 0,-1-1 0,16 1 0,-28-2 0,404-3 0,-397 3 0,-3 0 0,-1 1 0,1-1 0,0 0 0,0 0 0,0-1 0,-1 1 0,1-1 0,0 0 0,-1 0 0,1 0 0,-1 0 0,1-1 0,-1 1 0,5-4 0,-8 5 1,0 0 0,0-1 1,1 1-1,-1-1 0,0 1 0,0 0 0,0-1 0,0 1 0,0 0 0,0-1 0,-1 1 1,1-1-1,0 1 0,0 0 0,0-1 0,0 1 0,0 0 0,0-1 0,-1 1 0,1 0 1,0-1-1,0 1 0,-1 0 0,1-1 0,0 1 0,0 0 0,-1 0 0,1-1 0,0 1 1,-1 0-1,1 0 0,0 0 0,-1-1 0,1 1 0,0 0 0,-1 0 0,1 0 0,-1 0 1,1 0-1,0 0 0,-1 0 0,1 0 0,0 0 0,-1 0 0,1 0 0,-1 0 0,1 0 1,-21-5-1421,-1 3-5407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30.5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33 24575,'0'-1'0,"0"0"0,0 0 0,1 0 0,-1 0 0,1 0 0,-1 0 0,1 0 0,-1 0 0,1 0 0,0 0 0,-1 0 0,1 1 0,0-1 0,0 0 0,-1 0 0,1 1 0,0-1 0,0 0 0,0 1 0,0-1 0,0 1 0,0 0 0,0-1 0,0 1 0,0-1 0,0 1 0,2 0 0,33-6 0,-34 5 0,313-4 0,-174 7 0,886-2-1223,-1015 0 1199,-1 1 1,0 0-1,0 1 0,0 0 1,12 4-1,-4 1-6802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35.0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572 0 24575,'0'1430'-2353,"-15"-1248"1902,0-12 49,14-142 376,0 54-500,-15 98-1,-14-23 527,14-86 0,4 1 0,-4 77 0,11-95 0,-2 0 0,-3-1 0,-17 54 0,-13 71 0,32-141 0,-1-1 0,-24 59 0,-3 9 0,23-67 0,-1-1 0,-23 41 0,24-56 426,0-1-1,-1 0 0,-21 21 1,16-19 226,-26 41 0,42-59-675,1 0 0,-1 0 0,0-1 0,0 1 0,0-1 0,-1 1 0,1-1 0,-1 0 0,0 0 0,1 0 0,-1-1 0,-9 5 0,-6 0-6590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35.5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1 154 24575,'0'-5'0,"0"0"0,0 0 0,1 0 0,-1 0 0,1 0 0,0 0 0,1 1 0,-1-1 0,1 0 0,0 1 0,0-1 0,0 1 0,1-1 0,-1 1 0,1 0 0,0 0 0,0 0 0,1 1 0,-1-1 0,1 1 0,0 0 0,0 0 0,0 0 0,0 0 0,0 1 0,6-3 0,2-1 0,0 0 0,1 1 0,-1 0 0,1 1 0,0 0 0,25-3 0,-2 4 0,49 2 0,-11 0 0,64 4 0,-133-2 0,-1-1 0,0 1 0,1 0 0,-1 0 0,0 0 0,0 0 0,0 1 0,0-1 0,0 1 0,0 0 0,0 1 0,-1-1 0,1 1 0,-1-1 0,0 1 0,1 0 0,-1 0 0,0 0 0,-1 1 0,4 4 0,-3-3 0,-1 0 0,0 0 0,0 0 0,-1 0 0,0 1 0,1-1 0,-2 0 0,1 1 0,-1-1 0,1 0 0,-2 1 0,1-1 0,0 1 0,-1-1 0,0 0 0,-2 7 0,-1-2 0,0 1 0,0 0 0,-1-1 0,0 0 0,-1 0 0,-8 10 0,-47 54 0,36-45 0,-71 85 0,91-108-11,0-1 0,0 0 0,0 0 0,-10 7 0,1-2-1299,0 2-5516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35.8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333 5 24575,'-47'-2'0,"31"1"0,1 0 0,-1 1 0,0 0 0,1 2 0,-1 0 0,-17 4 0,28-4 0,0 0 0,1 0 0,-1 1 0,0 0 0,1 0 0,-1 0 0,1 0 0,0 1 0,0-1 0,0 1 0,-3 5 0,-4 6 0,1-1 0,-8 18 0,-12 18 0,26-44 0,-1 1 0,2-1 0,-1 1 0,1 1 0,0-1 0,0 0 0,1 1 0,0-1 0,1 1 0,-1 0 0,1-1 0,1 1 0,-1 0 0,2 0 0,1 15 0,-1-18 0,0 0 0,0 0 0,1 0 0,-1 0 0,1 0 0,0-1 0,1 1 0,-1-1 0,1 1 0,0-1 0,0 0 0,0 0 0,1 0 0,-1 0 0,1-1 0,0 0 0,0 1 0,0-1 0,0-1 0,1 1 0,-1-1 0,1 1 0,0-1 0,9 2 0,10 1-9,1-2-1,0 0 0,0-2 0,0-1 1,33-4-1,4 1-1297,-36 3-5519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36.0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24575,'0'3'0,"1"-1"0,0 1 0,1 0 0,-1-1 0,0 1 0,1-1 0,-1 1 0,1-1 0,0 1 0,0-1 0,0 0 0,0 0 0,0 0 0,0 0 0,1 0 0,-1-1 0,0 1 0,1-1 0,3 2 0,13 11 0,-9-5 14,-1 1-1,0 0 0,0 1 0,-1 0 1,0 0-1,-1 1 0,0 0 1,8 20-1,-12-23-119,0 0 0,-1 0 0,0 0 0,-1 0 0,0 0 0,0 0-1,-1 0 1,0 0 0,0 0 0,-1 0 0,-1 0 0,0 0 0,-5 16 0,0-5-6720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36.5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64 1 24575,'-2'0'0,"-1"0"0,0 1 0,1-1 0,-1 1 0,1 0 0,-1 0 0,1 0 0,-1 0 0,1 0 0,0 0 0,-1 0 0,1 1 0,0 0 0,0-1 0,0 1 0,0 0 0,0 0 0,1 0 0,-1 0 0,0 0 0,1 0 0,0 1 0,-1-1 0,1 0 0,0 1 0,0-1 0,0 1 0,1-1 0,-1 1 0,0-1 0,1 6 0,-3 10 0,1 0 0,1 0 0,2 29 0,-1-27 0,-1 17 0,2 47 0,0-79 0,-1 1 0,1-1 0,0 0 0,1 0 0,-1 1 0,1-1 0,0 0 0,0 0 0,0-1 0,1 1 0,0 0 0,4 4 0,-6-7 0,0-1 0,0 1 0,0-1 0,0 0 0,0 0 0,0 0 0,1 1 0,-1-1 0,1 0 0,-1-1 0,0 1 0,1 0 0,-1 0 0,1-1 0,0 1 0,-1 0 0,1-1 0,0 0 0,-1 1 0,1-1 0,0 0 0,-1 0 0,1 0 0,0 0 0,-1 0 0,1 0 0,0-1 0,-1 1 0,1 0 0,0-1 0,-1 0 0,1 1 0,-1-1 0,1 0 0,-1 0 0,1 1 0,-1-1 0,1 0 0,-1-1 0,0 1 0,0 0 0,2-2 0,1-3 0,1 1 0,-1-1 0,-1 0 0,1 0 0,-1-1 0,0 1 0,-1-1 0,4-11 0,-3 3 0,2 0 0,-1 1 0,2 0 0,0 0 0,1 0 0,0 0 0,1 1 0,0 1 0,1-1 0,12-12 0,-19 24 0,-1 0 0,1 0 0,0 0 0,-1 0 0,1 0 0,0 0 0,0 0 0,0 0 0,0 1 0,0-1 0,0 1 0,0-1 0,0 1 0,0 0 0,0 0 0,0 0 0,0 0 0,0 0 0,0 0 0,0 0 0,0 1 0,0-1 0,0 1 0,0 0 0,0-1 0,-1 1 0,1 0 0,0 0 0,0 0 0,-1 1 0,1-1 0,0 0 0,-1 0 0,1 1 0,-1-1 0,3 4 0,5 7 0,1-1 0,-2 2 0,15 25 0,-16-25 0,1 3 0,0 0 0,6 24 0,11 22 0,17 41-42,-11-22-605,-21-58 660,-1 1 0,0 1 0,-2-1-1,-1 1 1,-1 1 0,-1-1 0,-1 1-1,-1 35 1,-2-22 329,1-19-289,-1 1 1,-1 0-1,-1-1 0,-6 32 0,6-47-54,0 1-1,0 0 0,0 0 1,-1-1-1,0 0 0,0 1 0,0-1 1,-1 0-1,1 0 0,-1-1 1,0 1-1,-1-1 0,1 0 0,-1 0 1,0 0-1,0-1 0,0 0 1,0 0-1,-11 4 0,-6 2 2,-1-2 0,0-1 0,0-1 0,-1 0 0,1-2 0,-1-1 0,0-1 0,0-1 0,-36-4 0,55 3 0,1 0 0,0 0 0,-1 0 0,1 0 0,0-1 0,0 1 0,0-1 0,0 0 0,0-1 0,0 1 0,1-1 0,-1 1 0,1-1 0,-4-3 0,2 0 0,0-1 0,0 1 0,0-1 0,1 0 0,0 0 0,0 0 0,-3-10 0,2 2 0,1 1 0,0-1 0,1 0 0,1-1 0,0 1 0,1 0 0,1-26 0,2 29 0,0 1 0,0 0 0,2 0 0,-1 0 0,1 0 0,1 0 0,0 1 0,0 0 0,1 0 0,0 0 0,13-14 0,9-8 0,61-52 0,-18 18 0,-63 58 33,1 1-1,0 0 1,12-7-1,21-16-1527,-29 16-5331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36.8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24575,'5'0'0,"2"5"0,5 7 0,0 7 0,3 4 0,-1 5 0,-2 2 0,-4 1 0,-9-5 0,-3-1 0,-6-5 0,-2-1 0,1-9 0,3-11 0,2-11 0,8-3 0,3-4 0,1 1-8191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37.1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33 24575,'15'-1'0,"-1"0"0,1-1 0,24-8 0,26-3 0,-22 10 0,-1 1 0,59 4 0,-98-1 0,0-1 0,0 1 0,-1 0 0,1-1 0,0 1 0,0 0 0,0 1 0,-1-1 0,1 0 0,0 1 0,-1 0 0,0-1 0,1 1 0,-1 0 0,0 0 0,0 1 0,0-1 0,0 0 0,0 1 0,0-1 0,-1 1 0,1-1 0,-1 1 0,0 0 0,2 5 0,-2-4 0,0 0 0,0 0 0,-1 0 0,1 0 0,-1 0 0,0 0 0,0 0 0,-1 0 0,1 0 0,-1 0 0,0 0 0,0 0 0,0-1 0,0 1 0,-1 0 0,1 0 0,-1-1 0,-4 7 0,-38 47 0,25-35 0,2 0 0,0 2 0,2-1 0,-24 51 0,39-73 0,-1 1 0,1-1 0,0 0 0,-1 0 0,1 0 0,0 1 0,0-1 0,0 0 0,0 0 0,0 0 0,0 1 0,0-1 0,0 0 0,0 0 0,1 0 0,-1 1 0,1-1 0,-1 0 0,1 0 0,-1 0 0,1 0 0,-1 0 0,1 0 0,0 0 0,0 0 0,-1 0 0,1 0 0,0 0 0,0-1 0,0 1 0,0 0 0,0-1 0,0 1 0,0 0 0,0-1 0,0 1 0,1-1 0,-1 0 0,0 1 0,0-1 0,0 0 0,0 0 0,2 0 0,8 2 0,0 0 0,0-1 0,20-1 0,-23 0 0,36 0 0,130-5 0,-168 5-124,0-1 0,0 0 0,0 0 0,-1-1 0,1 1 0,-1-1-1,1-1 1,-1 1 0,1-1 0,5-3 0,3-6-6702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37.3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24575,'1083'0'-1365,"-1054"0"-5461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37.9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1 24575,'-1'53'0,"0"-26"0,1 0 0,1-1 0,1 1 0,9 44 0,-4-38 0,-2 0 0,-1 0 0,0 37 0,7 57 0,-1-41 0,-4 0 0,-4 93 0,-3-118 0,2-43 0,-1-1 0,2 1 0,0-1 0,2 0 0,5 19 0,-8-31 0,1 0 0,-1 0 0,1 0 0,0-1 0,1 1 0,-1 0 0,1-1 0,0 0 0,0 0 0,0 1 0,1-2 0,-1 1 0,1 0 0,0-1 0,0 0 0,0 0 0,1 0 0,-1 0 0,1-1 0,-1 1 0,8 1 0,13 1-1365,-1-3-5461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38.3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371 35 24575,'-1'-1'0,"1"0"0,0 0 0,0 0 0,-1 0 0,1 0 0,-1 0 0,1 0 0,-1 0 0,0 0 0,1 0 0,-1 0 0,0 1 0,1-1 0,-1 0 0,0 0 0,0 1 0,0-1 0,0 0 0,0 1 0,0-1 0,1 1 0,-1-1 0,0 1 0,-1 0 0,1-1 0,-2 1 0,-32-7 0,32 7 0,-24-4 0,0 2 0,-1 0 0,1 2 0,-1 1 0,-42 8 0,64-8 0,1 1 0,0 0 0,-1 0 0,1 0 0,0 1 0,1 0 0,-1 0 0,0 0 0,1 0 0,0 1 0,-1 0 0,1 0 0,1 0 0,-1 0 0,1 1 0,-1-1 0,1 1 0,1 0 0,-1 0 0,1 0 0,0 0 0,0 0 0,0 1 0,1-1 0,-2 9 0,0 8 0,1 0 0,1 0 0,1 0 0,1 0 0,4 26 0,-5-45 0,1 0 0,0 0 0,-1 0 0,1 0 0,0 0 0,0 0 0,0 0 0,1 0 0,-1-1 0,1 1 0,0-1 0,-1 1 0,1-1 0,0 1 0,0-1 0,1 0 0,-1 0 0,0 0 0,1 0 0,-1 0 0,1-1 0,0 1 0,0-1 0,-1 0 0,1 0 0,0 0 0,0 0 0,4 1 0,8 0 0,0 0 0,0-1 0,0-1 0,25-2 0,-18 1 0,-17 1 0,1 0 0,0-1 0,-1 0 0,1 0 0,-1 0 0,0 0 0,1-1 0,-1 0 0,7-3 0,-9 3 0,0 0 0,-1-1 0,1 1 0,0 0 0,-1-1 0,0 0 0,1 0 0,-1 0 0,0 0 0,0 0 0,-1 0 0,1 0 0,-1-1 0,1 1 0,0-5 0,-1 5 0,0 0 0,0 0 0,0 0 0,0 0 0,1 0 0,0 0 0,-1 0 0,4-3 0,-5 6 0,0 0 0,1-1 0,-1 1 0,0 0 0,1 0 0,-1-1 0,0 1 0,1 0 0,-1 0 0,1 0 0,-1 0 0,0-1 0,1 1 0,-1 0 0,0 0 0,1 0 0,-1 0 0,1 0 0,-1 0 0,1 0 0,-1 0 0,0 0 0,1 0 0,-1 0 0,0 1 0,2-1 0,10 15 0,-3 4 0,-5-11 0,0-1 0,0 1 0,0 0 0,1-1 0,0 0 0,0 0 0,1-1 0,9 10 0,20 17 0,-28-25 0,1-1 0,-1 0 0,1-1 0,0 0 0,0 0 0,10 5 0,-17-10 4,0-1-1,0 1 0,-1-1 1,1 0-1,0 1 0,0-1 1,0 0-1,0 0 0,0 1 1,0-1-1,0 0 0,0 0 1,0 0-1,-1 0 0,1 0 1,0 0-1,0-1 0,0 1 1,0 0-1,0 0 0,0-1 1,0 1-1,0 0 1,-1-1-1,1 1 0,0-1 1,0 1-1,-1-1 0,1 1 1,0-1-1,-1 0 0,1 1 1,1-2-1,-1-1-167,1 0-1,-1 0 1,0 0 0,1 0-1,-1 0 1,0 0 0,-1 0-1,1-5 1,2-14-6662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38.5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33 24575,'0'-1'0,"0"0"0,1 0 0,-1 0 0,0 0 0,1 0 0,-1 0 0,1 0 0,-1 0 0,1 0 0,0 0 0,-1 0 0,1 1 0,0-1 0,0 0 0,-1 0 0,1 1 0,0-1 0,0 1 0,0-1 0,0 0 0,0 1 0,0 0 0,0-1 0,0 1 0,0 0 0,0-1 0,1 1 0,33-7 0,-31 7 0,80-6 0,106 7 0,-68 1 0,-84-2 0,-15-1 0,0 0 0,0 2 0,0 1 0,-1 0 0,1 2 0,43 13 0,-25-4 0,42 10 0,-49-15 0,0 2 0,47 19 0,-52-17 15,42 11-1,-28-10-1408,-13-3-5432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38.9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301 2 24575,'-66'-1'0,"-77"3"0,140-2 0,0 1 0,0-1 0,0 1 0,0 0 0,0 0 0,0 0 0,0 0 0,0 0 0,0 1 0,0-1 0,1 1 0,-1 0 0,1 0 0,-1 0 0,1 0 0,0 0 0,0 0 0,0 1 0,0-1 0,0 1 0,0-1 0,1 1 0,-1 0 0,1 0 0,0 0 0,0 0 0,0-1 0,0 2 0,1-1 0,-2 4 0,0 10 0,1 1 0,0 0 0,1-1 0,4 24 0,-2-8 0,-2 78 0,-1-61 0,9 88 0,-7-137 0,-1 0 0,1 0 0,-1 0 0,0-1 0,0 1 0,1 0 0,-1 0 0,0 0 0,0 0 0,0 0 0,0 0 0,0 0 0,0 0 0,0 0 0,-1 0 0,1 0 0,0-1 0,0 1 0,-1 0 0,1 0 0,-1 0 0,1 0 0,-1 0 0,1-1 0,-1 1 0,1 0 0,-1 0 0,1-1 0,-1 1 0,0-1 0,-1 2 0,1-2 0,0-1 0,0 1 0,0-1 0,0 1 0,0-1 0,0 1 0,0-1 0,0 0 0,0 0 0,0 1 0,1-1 0,-1 0 0,0 0 0,0 0 0,1 0 0,-1 0 0,1 0 0,-1 0 0,1 0 0,-1 0 0,1 0 0,0 0 0,-1 0 0,1 0 0,0-1 0,0 0 0,-3-8 15,1 1 0,1-1 0,-1 0 0,2 0 0,-1 0 0,1 0 0,3-20 0,-2 28-52,-1 0 0,0 0 0,1-1-1,0 1 1,-1 0 0,1 0 0,0 0 0,0 0 0,0 0 0,0 0 0,1 0-1,-1 0 1,0 0 0,1 1 0,-1-1 0,1 0 0,0 1 0,0 0 0,-1-1-1,1 1 1,0 0 0,0 0 0,0 0 0,0 0 0,1 0 0,-1 0 0,0 1-1,0-1 1,0 1 0,1-1 0,-1 1 0,0 0 0,0 0 0,1 0 0,-1 0-1,0 0 1,0 1 0,1-1 0,3 2 0,13 3-6789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39.2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24575,'5'5'0,"2"7"0,5 2 0,0-2-8191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40.6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0 309 24575,'1'0'0,"1"0"0,-1 1 0,0-1 0,0 1 0,0-1 0,1 1 0,-1-1 0,0 1 0,0 0 0,0 0 0,0-1 0,0 1 0,0 0 0,-1 0 0,1 0 0,0 0 0,0 0 0,-1 0 0,1 0 0,0 1 0,-1-1 0,0 0 0,1 0 0,-1 0 0,1 1 0,-1-1 0,0 2 0,7 44 0,-5-34 0,6 26 0,3-1 0,15 40 0,8 26 0,-31-95 0,-1 1 0,-1-1 0,1 19 0,-1-27 0,-1 1 0,0-1 0,0 1 0,0-1 0,0 1 0,0-1 0,0 0 0,0 1 0,-1-1 0,1 1 0,0-1 0,-1 0 0,1 1 0,-1-1 0,1 1 0,-1-1 0,0 0 0,0 0 0,1 0 0,-1 1 0,0-1 0,0 0 0,0 0 0,0 0 0,0 0 0,-1 0 0,1-1 0,0 1 0,0 0 0,-1 0 0,1-1 0,0 1 0,-1-1 0,-2 1 0,3-1 0,0 0 0,0-1 0,-1 1 0,1 0 0,0-1 0,0 0 0,0 1 0,0-1 0,0 0 0,0 1 0,0-1 0,0 0 0,0 0 0,0 0 0,0 0 0,0 0 0,1 0 0,-1 0 0,0 0 0,1 0 0,-1 0 0,1 0 0,-1 0 0,1-1 0,-1 1 0,1 0 0,0 0 0,-1-2 0,-6-39 0,7 40 0,-1-10 0,0 1 0,1-1 0,0 1 0,1 0 0,1-1 0,-1 1 0,2 0 0,3-13 0,-4 20 0,0-1 0,-1 1 0,2 0 0,-1 0 0,0 0 0,1 0 0,0 0 0,0 0 0,0 1 0,0-1 0,1 1 0,0 0 0,-1 0 0,1 0 0,0 0 0,0 1 0,0 0 0,1 0 0,-1 0 0,0 0 0,1 1 0,6-2 0,20-1 0,1 1 0,0 1 0,-1 2 0,52 7 0,-74-5 0,1 0 0,-1 1 0,1 0 0,-1 1 0,0 0 0,0 0 0,-1 1 0,1 0 0,-1 0 0,0 1 0,0 0 0,-1 1 0,0-1 0,0 2 0,0-1 0,-1 1 0,0 0 0,-1 0 0,0 0 0,0 1 0,-1 0 0,0 0 0,4 13 0,15 70 0,-20-81 0,1-1 0,0 1 0,1-1 0,0 0 0,1 0 0,9 12 0,-12-19 0,1 1 0,0-1 0,0 0 0,0 0 0,0 0 0,0-1 0,1 1 0,-1-1 0,1 0 0,-1-1 0,1 1 0,0-1 0,0 0 0,0 0 0,0 0 0,0-1 0,-1 1 0,1-1 0,0-1 0,7 0 0,-3 0 0,0 0 0,-1-1 0,0 0 0,1 0 0,-1-1 0,0 0 0,0 0 0,-1-1 0,1 0 0,-1-1 0,8-5 0,-6 2 0,0 0 0,0-1 0,0-1 0,-1 1 0,-1-1 0,0 0 0,0-1 0,-1 0 0,0 0 0,6-18 0,-10 23 0,0 1 0,-1-1 0,0 0 0,0 0 0,0 1 0,-1-1 0,0 0 0,0 0 0,0 0 0,-1 0 0,0 0 0,0 1 0,0-1 0,-1 0 0,0 1 0,0-1 0,0 1 0,-1 0 0,0 0 0,0 0 0,0 0 0,-1 0 0,1 0 0,-7-5 0,2 3 0,0 0 0,0 1 0,-1 1 0,0-1 0,0 1 0,0 0 0,0 1 0,-1 0 0,0 1 0,0 0 0,0 0 0,-14-1 0,19 3 0,1 1 0,-1-1 0,1 1 0,-1 0 0,1 0 0,-1 0 0,0 1 0,1-1 0,-1 1 0,1 0 0,0 1 0,-1-1 0,1 1 0,0 0 0,0 0 0,0 0 0,0 0 0,0 1 0,0 0 0,1-1 0,-1 1 0,1 1 0,0-1 0,0 0 0,0 1 0,0 0 0,1 0 0,-1-1 0,-2 9 0,1-3 0,1 0 0,0 0 0,1 1 0,0 0 0,1-1 0,0 1 0,0 0 0,1-1 0,0 1 0,1 0 0,3 17 0,-3-23 0,0 1 0,0-1 0,1 0 0,0 1 0,0-1 0,0 0 0,0 0 0,0 0 0,1 0 0,0-1 0,0 1 0,0-1 0,0 1 0,0-1 0,1 0 0,0 0 0,-1-1 0,1 1 0,0-1 0,0 0 0,0 0 0,1 0 0,-1 0 0,0-1 0,1 0 0,5 1 0,-5-1 0,-1-1 0,1 1 0,-1-1 0,0 0 0,1 0 0,-1-1 0,1 1 0,-1-1 0,0 0 0,0 0 0,1-1 0,-1 1 0,0-1 0,0 0 0,0 0 0,0 0 0,-1-1 0,1 1 0,-1-1 0,1 0 0,-1 0 0,0 0 0,0-1 0,3-3 0,4-9 0,0 0 0,-1 0 0,0-1 0,8-26 0,-7 18 0,49-127 0,-54 140 0,0-1 0,-1 1 0,-1-1 0,0 0 0,-1 0 0,1-19 0,-5-83 0,0 55 0,2-45 0,0 63 0,0 33 0,0 13 0,0 14 0,1 0 0,1 0 0,1 0 0,1 0 0,0 0 0,1-1 0,15 33 0,-14-32 0,-1-1 0,0 0 0,-2 1 0,0 0 0,1 20 0,-2-19 0,0 0 0,1 0 0,1-1 0,9 27 0,52 109 0,-51-128 0,0 0 0,27 35 0,-37-57 0,0 1 0,0-1 0,0-1 0,1 1 0,0-1 0,0 0 0,0 0 0,0 0 0,0-1 0,1 1 0,-1-1 0,1-1 0,-1 1 0,1-1 0,10 1 0,-7 0 0,1-2 0,-1 1 0,1-1 0,-1 0 0,1-1 0,-1 0 0,1-1 0,17-5 0,-22 5 0,0-1 0,-1 0 0,1 0 0,-1 0 0,0-1 0,0 1 0,0-1 0,0 0 0,-1 0 0,1 0 0,-1-1 0,0 1 0,0-1 0,-1 0 0,0 1 0,1-1 0,-1 0 0,-1-1 0,1 1 0,-1 0 0,1-8 0,0 3 0,-1 0 0,0 1 0,-1-1 0,0 0 0,-1 1 0,0-1 0,0 0 0,-1 1 0,0-1 0,-1 1 0,-4-12 0,6 19 0,1 0 0,-1 0 0,0 1 0,1-1 0,-1 0 0,0 1 0,0-1 0,0 0 0,-1 1 0,1 0 0,0-1 0,0 1 0,-1 0 0,1-1 0,-1 1 0,1 0 0,-1 0 0,0 0 0,1 1 0,-1-1 0,0 0 0,0 0 0,1 1 0,-1-1 0,0 1 0,0 0 0,0 0 0,0-1 0,-2 1 0,1 1 0,1 0 0,0 0 0,0 0 0,1 0 0,-1 1 0,0-1 0,0 0 0,0 1 0,1-1 0,-1 1 0,1 0 0,-1-1 0,1 1 0,0 0 0,0 0 0,0 0 0,0 0 0,0 0 0,0 0 0,0 0 0,0 0 0,1 0 0,0 1 0,-1 2 0,-1 7 0,0-1 0,0 1 0,2-1 0,-1 1 0,2-1 0,-1 1 0,4 15 0,-3-22 0,0 0 0,1 0 0,0 0 0,0 0 0,0-1 0,0 1 0,1-1 0,0 1 0,0-1 0,0 0 0,0 0 0,1 0 0,-1 0 0,1-1 0,0 0 0,0 1 0,0-1 0,9 4 0,-1-2 0,0 0 0,1 0 0,0-1 0,0 0 0,1-2 0,-1 1 0,1-2 0,-1 1 0,1-2 0,-1 0 0,1-1 0,-1 0 0,24-5 0,-33 5 0,0-1 0,-1 1 0,1-1 0,-1 0 0,1 0 0,-1 0 0,0 0 0,0-1 0,0 1 0,0-1 0,0 1 0,-1-1 0,1 0 0,-1 0 0,0-1 0,0 1 0,0 0 0,0-1 0,0 1 0,-1-1 0,0 0 0,1 1 0,0-6 0,0-7 0,0 0 0,-1 0 0,-1-1 0,-2-22 0,1 25 0,0 0 0,1 0 0,1 0 0,3-19 0,-4 32 0,0 0 0,0 0 0,0 0 0,0 0 0,1 0 0,-1 0 0,0 0 0,1 0 0,-1 0 0,1 0 0,-1 0 0,1 1 0,-1-1 0,1 0 0,0 0 0,-1 0 0,1 1 0,0-1 0,0 0 0,-1 1 0,1-1 0,0 1 0,0-1 0,0 1 0,0-1 0,0 1 0,0 0 0,0-1 0,0 1 0,0 0 0,0 0 0,0 0 0,0-1 0,0 1 0,0 0 0,0 1 0,0-1 0,0 0 0,0 0 0,0 0 0,0 0 0,0 1 0,0-1 0,0 1 0,0-1 0,0 1 0,-1-1 0,1 1 0,1 0 0,4 3 0,0 0 0,-1 0 0,0 0 0,0 1 0,0-1 0,4 7 0,176 191 0,-146-163 0,-37-37 0,-1 0 0,1 0 0,0 0 0,0 0 0,0-1 0,0 1 0,0-1 0,1 1 0,-1-1 0,0 0 0,1 0 0,-1 0 0,0 0 0,1 0 0,0-1 0,-1 1 0,1-1 0,-1 1 0,1-1 0,2 0 0,-3-1 0,0 0 0,0 0 0,0 0 0,0 0 0,-1 0 0,1 0 0,0 0 0,-1-1 0,1 1 0,-1 0 0,0-1 0,1 0 0,-1 1 0,0-1 0,0 0 0,0 1 0,0-1 0,0 0 0,0 0 0,-1 0 0,1 0 0,-1 0 0,1 0 0,-1 0 0,0 0 0,1-2 0,2-23-1365,-2 1-5461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40.8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305 1 24575,'-10'0'0,"-1"0"0,0 1 0,1 0 0,-1 0 0,-19 7 0,23-6 0,1 1 0,0 1 0,-1-1 0,1 1 0,0 0 0,1 1 0,-1-1 0,1 1 0,-8 9 0,-2 4 0,1 0 0,0 1 0,2 1 0,0 0 0,1 1 0,1 0 0,1 0 0,1 1 0,-10 43 0,7-17-115,5-31 164,2 1 0,0 0 0,1 0-1,0 23 1,3-36-117,0 0 0,0-1 0,1 1 1,0 0-1,-1-1 0,2 1 0,-1-1 0,1 1 0,-1-1 0,1 1 0,1-1 0,-1 0 0,0 0 0,1 0 0,0 0 0,0-1 1,0 1-1,0-1 0,1 0 0,-1 0 0,6 4 0,7 3-6758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42.5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490 160 24575,'0'-25'0,"1"15"0,-1-1 0,0 0 0,-1 0 0,0 1 0,-3-15 0,3 22 0,0 1 0,0-1 0,-1 0 0,1 1 0,0-1 0,-1 0 0,0 1 0,0 0 0,1-1 0,-1 1 0,-1 0 0,1 0 0,0 0 0,0 0 0,-1 0 0,1 1 0,-1-1 0,1 1 0,-1 0 0,0-1 0,0 1 0,1 1 0,-7-2 0,-17-2 0,-1 1 0,1 1 0,-1 2 0,-39 4 0,-6 0 0,64-4 0,1 0 0,-1 1 0,1 0 0,-1 0 0,1 1 0,0 0 0,-1 0 0,1 0 0,0 1 0,0 0 0,1 1 0,-1 0 0,1 0 0,-1 0 0,1 1 0,1-1 0,-1 2 0,1-1 0,0 0 0,0 1 0,0 0 0,1 0 0,0 1 0,0-1 0,0 1 0,1 0 0,0 0 0,0 0 0,1 0 0,0 1 0,1-1 0,-2 10 0,-1 7 0,2-1 0,0 1 0,2-1 0,0 1 0,2 0 0,6 37 0,-5-55 0,-1 0 0,1 0 0,0 0 0,1 0 0,-1-1 0,1 0 0,0 1 0,1-1 0,-1-1 0,1 1 0,0-1 0,0 1 0,0-1 0,1-1 0,0 1 0,-1-1 0,8 3 0,1 1 0,1-1 0,0-1 0,0 0 0,0-1 0,0-1 0,20 3 0,172-4 0,-112-4 0,-74 1 0,0-1 0,0-2 0,27-6 0,-5 0 0,-30 6 0,-1 0 0,0 0 0,0-1 0,0-1 0,0 0 0,-1 0 0,14-11 0,1-3 0,41-40 0,-62 54 0,-1 0 0,0 0 0,0-1 0,0 0 0,-1 0 0,0 0 0,0 0 0,0 0 0,-1-1 0,0 1 0,-1-1 0,0 1 0,0-1 0,-1 0 0,1 1 0,-2-1 0,1 0 0,-1 1 0,0-1 0,-5-14 0,6 20 0,-1 1 0,0-1 0,0 0 0,1 1 0,-1-1 0,0 1 0,-1-1 0,1 1 0,0 0 0,0-1 0,-1 1 0,-1-2 0,3 3 0,-1 0 0,0-1 0,1 1 0,-1 0 0,0 0 0,1-1 0,-1 1 0,0 0 0,1 0 0,-1 0 0,0 0 0,1 0 0,-1 0 0,0 0 0,0 0 0,1 0 0,-1 0 0,0 1 0,1-1 0,-1 0 0,0 0 0,0 1 0,-1 0 0,0 1 0,0 0 0,1-1 0,-1 1 0,0 0 0,1 0 0,0 0 0,-1 0 0,1 0 0,0 0 0,0 0 0,0 0 0,0 0 0,0 1 0,1-1 0,-2 5 0,1 1 0,0 1 0,1-1 0,0 1 0,0 0 0,1-1 0,0 1 0,0-1 0,1 1 0,0-1 0,0 0 0,1 0 0,0 0 0,7 11 0,-5-9 0,2 1 0,-1-1 0,1-1 0,1 0 0,0 0 0,0 0 0,0-1 0,1 0 0,13 9 0,-18-15 0,0 1 0,0-1 0,0 0 0,0 0 0,1 0 0,-1 0 0,1-1 0,-1 0 0,1 0 0,-1 0 0,1-1 0,-1 1 0,1-1 0,0 0 0,-1 0 0,1-1 0,0 1 0,-1-1 0,1 0 0,-1 0 0,0-1 0,1 1 0,-1-1 0,0 0 0,0 0 0,0-1 0,0 1 0,0-1 0,0 0 0,6-6 0,-5 4 0,-1 0 0,1 0 0,0 1 0,1-1 0,-1 1 0,12-6 0,-15 9 0,-1 1 0,1-1 0,-1 1 0,1-1 0,0 1 0,-1 0 0,1-1 0,-1 1 0,1 0 0,0 0 0,-1 0 0,1 1 0,0-1 0,-1 0 0,1 0 0,-1 1 0,1-1 0,0 1 0,-1 0 0,1-1 0,-1 1 0,0 0 0,1 0 0,-1 0 0,0 0 0,1 0 0,-1 0 0,0 0 0,0 0 0,0 1 0,0-1 0,0 0 0,1 3 0,-2-4 0,0 1 0,0-1 0,1 1 0,-1-1 0,0 0 0,0 1 0,0-1 0,1 1 0,-1-1 0,0 0 0,1 1 0,-1-1 0,0 1 0,1-1 0,-1 0 0,0 0 0,1 1 0,-1-1 0,1 0 0,-1 0 0,1 1 0,-1-1 0,1 0 0,-1 0 0,1 0 0,-1 0 0,0 0 0,1 0 0,-1 0 0,1 0 0,-1 0 0,1 0 0,0 0 0,7-14 0,-2 0 0,4-4 0,0 1 0,1 0 0,0 1 0,26-27 0,-31 37 0,0 0 0,1 1 0,0 0 0,0 0 0,1 0 0,-1 1 0,1 0 0,0 0 0,0 1 0,0 0 0,0 1 0,1 0 0,13-2 0,-10 2 0,0 1 0,1 1 0,-1 0 0,0 0 0,0 1 0,17 4 0,-25-4 0,0 0 0,0 1 0,0-1 0,0 1 0,0 0 0,-1 0 0,1 1 0,-1-1 0,1 1 0,-1-1 0,0 1 0,0 0 0,0 0 0,0 0 0,-1 1 0,1-1 0,-1 1 0,0 0 0,0-1 0,0 1 0,2 8 0,22 96 0,-15-52 0,-11-56 0,0 0 0,0 0 0,0 0 0,0 1 0,0-1 0,0 0 0,0 0 0,0 0 0,0 0 0,0 1 0,0-1 0,0 0 0,0 0 0,0 0 0,0 0 0,0 0 0,0 0 0,0 1 0,0-1 0,0 0 0,1 0 0,-1 0 0,0 0 0,0 0 0,0 0 0,0 0 0,0 1 0,0-1 0,1 0 0,-1 0 0,0 0 0,0 0 0,0 0 0,0 0 0,0 0 0,0 0 0,1 0 0,-1 0 0,0 0 0,0 0 0,0 0 0,0 0 0,1 0 0,-1 0 0,0 0 0,0 0 0,0 0 0,0 0 0,0 0 0,1 0 0,6-9 0,3-12 0,5-18-99,0 4-323,-2 0 0,9-39 0,-18 51-6404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43.5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125 0 24575,'0'34'0,"1"0"0,2 0 0,12 56 0,19 16 0,-7-29 0,-24-63 0,1-1 0,-2 1 0,0 0 0,-1-1 0,0 20 0,-1-29 0,0 0 0,-1 0 0,1 0 0,-1-1 0,0 1 0,0 0 0,-1-1 0,1 1 0,-1-1 0,-3 7 0,4-9 0,0 1 0,-1-1 0,1 1 0,-1-1 0,1 0 0,-1 0 0,1 0 0,-1 0 0,0 0 0,0 0 0,1 0 0,-1 0 0,0-1 0,0 1 0,0-1 0,0 1 0,0-1 0,0 0 0,0 0 0,0 1 0,0-1 0,-2-1 0,0 1 0,0-1 0,1 0 0,-1 1 0,0-2 0,0 1 0,0 0 0,1-1 0,-1 1 0,1-1 0,-1 0 0,1-1 0,0 1 0,0 0 0,0-1 0,-4-4 0,-3-4 0,1 0 0,-14-26 0,1 4 0,17 26 0,0-1 0,1 0 0,0-1 0,1 1 0,0-1 0,0 1 0,0-1 0,1 0 0,-1-15 0,1 2 0,1 0 0,4-42 0,-2 60 0,-1 0 0,1 0 0,-1 0 0,1 0 0,0 1 0,1-1 0,-1 0 0,1 0 0,0 0 0,-1 1 0,2-1 0,-1 1 0,0 0 0,1-1 0,-1 1 0,1 0 0,0 1 0,0-1 0,0 0 0,0 1 0,1 0 0,4-3 0,1 1 0,0 1 0,-1 0 0,2 1 0,-1 0 0,0 0 0,0 1 0,1 0 0,15 1 0,-5 0 0,0 1 0,0 1 0,27 5 0,-37-5 0,-1 1 0,1 1 0,-1 0 0,0 0 0,0 1 0,0 0 0,-1 0 0,14 12 0,17 18 0,61 74 0,-85-97 0,-6-13 0,-8-1 0,0 0 0,1 0 0,-1-1 0,0 1 0,0 0 0,0-1 0,-1 1 0,1-1 0,0-2 0,0 2 0,0-1 0,0 1 0,0-1 0,0 1 0,1-1 0,-1 1 0,1 0 0,2-4 0,0 4 0,0 0 0,0 0 0,0 0 0,0 0 0,0 1 0,1 0 0,-1 0 0,1 0 0,0 0 0,0 1 0,-1-1 0,1 1 0,0 1 0,6-1 0,12-1 0,42 3 0,-38 1 0,44-1 0,-3-1 0,-50 1 0,-16 0 0,-5 0 0,0-1 0,-1 1 0,1 0 0,0 0 0,-1 1 0,1-1 0,0 1 0,0-1 0,0 1 0,0 0 0,1 0 0,-1 1 0,0-1 0,1 0 0,-1 1 0,1 0 0,0-1 0,0 1 0,0 0 0,0 0 0,1 0 0,-1 0 0,1 1 0,0-1 0,0 0 0,0 1 0,0-1 0,0 0 0,1 1 0,-1 4 0,1 0 0,-1-1 0,1 1 0,0-1 0,0 1 0,1-1 0,0 0 0,1 1 0,-1-1 0,1 0 0,1 0 0,-1 0 0,1 0 0,4 7 0,-5-11 0,1 0 0,-1 1 0,1-1 0,-1 0 0,1 0 0,0 0 0,0-1 0,0 1 0,0-1 0,1 0 0,-1 1 0,1-1 0,-1-1 0,1 1 0,6 1 0,-8-2 0,0-1 0,1 0 0,-1 0 0,0 0 0,1 0 0,-1-1 0,0 1 0,1-1 0,-1 1 0,0-1 0,0 0 0,0 0 0,0 0 0,1 0 0,-1 0 0,-1-1 0,1 1 0,0 0 0,0-1 0,0 1 0,-1-1 0,1 0 0,-1 0 0,1 0 0,-1 0 0,0 0 0,1 0 0,0-2 0,1-4 0,0 0 0,0 0 0,0 0 0,-1 0 0,0 0 0,0-1 0,-1 1 0,-1-1 0,1 1 0,-1-1 0,-1-8 0,0 7 0,1-1 0,0 1 0,1-1 0,1 1 0,4-21 0,-4 28 0,-1 0 0,1 0 0,0 0 0,0 1 0,1-1 0,-1 0 0,0 1 0,1 0 0,0 0 0,-1-1 0,1 1 0,0 1 0,0-1 0,0 0 0,0 1 0,0 0 0,0-1 0,1 1 0,-1 1 0,0-1 0,1 0 0,-1 1 0,1 0 0,4-1 0,3 1 0,1 0 0,0 0 0,-1 1 0,1 0 0,22 6 0,-29-6 0,0 1 0,1 0 0,-1 0 0,0 1 0,0-1 0,0 1 0,0 0 0,0 1 0,-1-1 0,0 1 0,1 0 0,4 6 0,-2-1 0,-1 1 0,0-1 0,-1 1 0,0 1 0,4 11 0,9 17 0,2-2 0,1 0 0,30 37 0,-38-55 0,-2-7-107,-10-20 267,-11-32-471,7 28-796,-2-11-5719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43.7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24575,'0'5'0,"0"7"0,0 6 0,0 1-8191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44.0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64 1 24575,'-3'0'0,"1"0"0,0 0 0,0 0 0,-1 1 0,1-1 0,0 1 0,0-1 0,0 1 0,0 0 0,0 0 0,0 0 0,0 0 0,0 1 0,0-1 0,0 0 0,1 1 0,-1-1 0,0 1 0,1-1 0,-3 5 0,1-2 0,1 0 0,0 1 0,0-1 0,0 1 0,0 0 0,1 0 0,-1 0 0,1 0 0,0 7 0,0-6 0,0 1 0,1 0 0,0 0 0,1 0 0,-1 0 0,1-1 0,0 1 0,1 0 0,0-1 0,0 1 0,0-1 0,1 1 0,0-1 0,6 10 0,-8-15 0,0 1 0,0-1 0,0 0 0,1 0 0,-1 1 0,0-1 0,1 0 0,-1 0 0,1 0 0,-1 0 0,1-1 0,-1 1 0,1 0 0,0-1 0,-1 1 0,1-1 0,3 1 0,-4-1 0,0 0 0,0-1 0,0 1 0,1 0 0,-1-1 0,0 1 0,0 0 0,0-1 0,0 0 0,0 1 0,0-1 0,0 0 0,0 1 0,0-1 0,0 0 0,-1 0 0,1 0 0,0 0 0,1-1 0,1-4 0,-1 1 0,1-1 0,-1 1 0,0-1 0,0 0 0,0 0 0,-1 1 0,1-12 0,0-45-1365,-2 34-5461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44.2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1 24575,'-1'53'0,"-1"-26"0,2 0 0,1-1 0,1 1 0,9 44 0,8 9 0,13 124 0,-19-135 0,-8-48 0,-1 0 0,1 21 0,-3 147 32,-3-107-1429,0-56-5429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47.0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249 350 24575,'-37'0'0,"21"-1"0,0 0 0,0 2 0,-32 4 0,43-4 0,1 1 0,-1-1 0,1 1 0,-1 0 0,1 0 0,0 0 0,0 0 0,0 1 0,0-1 0,0 1 0,1 0 0,-1 0 0,1 1 0,0-1 0,0 1 0,0 0 0,0 0 0,-2 4 0,-2 8 0,0 1 0,1 0 0,1 0 0,0 0 0,1 0 0,1 1 0,1-1 0,0 1 0,1 0 0,1 0 0,1 0 0,3 17 0,-3-23 0,1 0 0,0-1 0,1 1 0,0-1 0,0 0 0,1 0 0,1 0 0,0 0 0,0-1 0,11 15 0,0-7 0,-11-12 0,0 0 0,0-1 0,1 1 0,-1-1 0,1 0 0,1 0 0,-1-1 0,13 7 0,1-3 0,1-1 0,0 0 0,1-2 0,0-1 0,0 0 0,0-2 0,0 0 0,0-1 0,0-2 0,27-3 0,-39 3 0,-1-1 0,1 0 0,-1-1 0,0 0 0,0 0 0,0-1 0,-1 0 0,1 0 0,-1-1 0,0 0 0,0-1 0,8-7 0,-4 2 0,-1-1 0,0 0 0,-1-1 0,-1 1 0,1-2 0,8-18 0,18-28 0,-27 49 0,-1-1 0,-1 0 0,0 0 0,-1-1 0,0 0 0,-1 0 0,-1 0 0,0-1 0,4-19 0,-4-40 0,-6-75 0,-1 41 0,3 98 0,0-1 0,-1 1 0,-1-1 0,1 1 0,-2 0 0,1-1 0,-1 1 0,-1 0 0,1 1 0,-2-1 0,-6-10 0,1-5 0,-8-14 0,17 37 0,0 0 0,1 0 0,-1-1 0,0 1 0,0 0 0,0 0 0,0 0 0,0 0 0,-1 0 0,1 0 0,0 0 0,0 1 0,-1-1 0,1 0 0,0 1 0,-1-1 0,1 1 0,0-1 0,-1 1 0,1 0 0,-3-1 0,2 1 0,1 1 0,0-1 0,0 1 0,0-1 0,-1 1 0,1-1 0,0 1 0,0-1 0,0 1 0,0 0 0,0 0 0,0 0 0,0 0 0,0 0 0,1-1 0,-1 1 0,0 1 0,1-1 0,-1 0 0,0 0 0,1 0 0,-1 0 0,1 0 0,-1 1 0,1-1 0,0 0 0,-1 2 0,-4 38 0,4-38 0,0 32 0,2 0 0,1 0 0,1 0 0,11 46 0,-9-48 0,-1 1 0,-2 34 0,2 8 0,-1-51 0,11 39 0,-6-29 0,5 11 0,31 73 0,-37-136 0,-4 6 0,1 0 0,1 0 0,7-14 0,-7 21 0,-1 0 0,1 0 0,-1 1 0,1-1 0,0 1 0,0 1 0,1-1 0,-1 1 0,1-1 0,-1 2 0,1-1 0,-1 0 0,1 1 0,0 0 0,0 1 0,0-1 0,0 1 0,8 1 0,1 0 0,0 0 0,0 1 0,0 1 0,0 0 0,0 1 0,14 6 0,-24-8 0,0 1 0,0 0 0,0 1 0,0-1 0,0 1 0,7 8 0,-8-8 0,0 0 0,0 0 0,0-1 0,1 1 0,0-1 0,-1 0 0,1 0 0,7 2 0,-8-3 0,1-1 0,-1 0 0,1 1 0,-1-2 0,1 1 0,0 0 0,0-1 0,-1 0 0,1 0 0,0 0 0,-1-1 0,1 0 0,5-1 0,-8 1 0,1 0 0,-1-1 0,1 1 0,-1-1 0,1 1 0,-1-1 0,0 0 0,0 0 0,0 0 0,0 0 0,0 0 0,0 0 0,-1-1 0,1 1 0,-1 0 0,1-1 0,-1 0 0,0 1 0,0-1 0,0 0 0,0 1 0,0-6 0,1-2 0,-1 0 0,0 0 0,-1 0 0,0-14 0,0 22 0,0 0 0,0 0 0,0 0 0,-1 0 0,1 0 0,0 0 0,-1 0 0,1 0 0,-1 1 0,0-1 0,1 0 0,-1 0 0,0 1 0,0-1 0,0 0 0,0 1 0,-1-1 0,1 1 0,0-1 0,-1 1 0,1 0 0,-1-1 0,1 1 0,-1 0 0,0 0 0,1 0 0,-1 0 0,0 1 0,-2-2 0,3 2 0,0 0 0,-1 1 0,1-1 0,0 0 0,0 0 0,0 1 0,0-1 0,0 1 0,0-1 0,0 1 0,-1-1 0,1 1 0,1 0 0,-1 0 0,0-1 0,0 1 0,0 0 0,0 0 0,1 0 0,-1 0 0,0 0 0,1 0 0,-1 0 0,0 0 0,1 0 0,0 0 0,-1 0 0,1 0 0,0 1 0,-1 1 0,-7 40 0,8-42 0,0 6 0,0-1 0,0 1 0,0 0 0,0 0 0,1 0 0,1-1 0,-1 1 0,1-1 0,0 1 0,0-1 0,1 0 0,0 1 0,0-1 0,0-1 0,1 1 0,0 0 0,0-1 0,0 0 0,1 0 0,0 0 0,9 7 0,-5-6 0,0 1 0,1-2 0,0 1 0,0-1 0,0-1 0,1 0 0,0 0 0,-1-1 0,1 0 0,0-1 0,1-1 0,15 1 0,-11-1 0,0-1 0,0 0 0,0-2 0,0 0 0,-1 0 0,27-9 0,-37 9 0,-1 0 0,0 0 0,1 0 0,-1 0 0,0-1 0,0 0 0,0 0 0,0 0 0,-1 0 0,1-1 0,-1 1 0,0-1 0,0 0 0,0 0 0,0 0 0,-1 0 0,0 0 0,1-1 0,-2 1 0,1-1 0,0 0 0,-1 1 0,0-1 0,0 0 0,0-9 0,-1 10 0,0 0 0,-1 0 0,0 0 0,1 1 0,-1-1 0,-1 0 0,1 0 0,0 1 0,-1-1 0,0 0 0,0 1 0,0 0 0,0-1 0,0 1 0,-1 0 0,0 0 0,1 0 0,-1 1 0,0-1 0,-5-3 0,-12-13 0,19 19 0,1 0 0,-1-1 0,1 1 0,-1-1 0,1 1 0,-1-1 0,1 1 0,-1-1 0,1 0 0,-1 1 0,1-1 0,0 0 0,-1 1 0,1-1 0,0 0 0,0 1 0,-1-1 0,1 0 0,0 1 0,0-1 0,0 0 0,0 0 0,0 1 0,0-1 0,0 0 0,0 1 0,0-1 0,1 0 0,-1 0 0,0 1 0,0-1 0,1-1 0,0 1 0,1 0 0,-1 0 0,0 0 0,1 0 0,-1 1 0,1-1 0,-1 0 0,1 1 0,0-1 0,-1 1 0,1-1 0,0 1 0,2 0 0,5-1 0,-1 0 0,1 1 0,0 1 0,15 1 0,110 26 0,-103-22 0,-1 2 0,1 0 0,42 20 0,-54-19 0,-1 0 0,0 1 0,0 1 0,-1 1 0,0 0 0,19 20 0,-29-25 0,-1 1 0,1-1 0,9 18 0,-14-23 0,-1 1 0,0-1 0,0 0 0,0 0 0,0 0 0,0 1 0,0-1 0,0 0 0,-1 1 0,1-1 0,-1 1 0,0-1 0,0 1 0,0-1 0,0 1 0,0-1 0,0 1 0,-1-1 0,1 0 0,-1 1 0,0 2 0,-4-6 0,1-9 0,-1-10 0,4 16 0,-2-13 0,1 0 0,0 0 0,1-1 0,2-22 0,-1 37 0,1 0 0,-1-1 0,1 1 0,-1 0 0,1-1 0,0 1 0,0 0 0,0 0 0,1 0 0,-1 0 0,1 0 0,0 0 0,0 0 0,0 1 0,0-1 0,0 1 0,1-1 0,-1 1 0,1 0 0,-1 0 0,1 0 0,0 0 0,0 0 0,0 1 0,0-1 0,0 1 0,0 0 0,0 0 0,4-1 0,7 0 0,0 0 0,0 1 0,0 0 0,0 1 0,1 0 0,-1 2 0,0-1 0,0 2 0,0 0 0,0 0 0,15 8 0,-21-8 0,-1 0 0,0 0 0,0 1 0,0 0 0,-1 0 0,0 1 0,1 0 0,-2 0 0,1 1 0,0-1 0,-1 1 0,0 0 0,-1 1 0,1-1 0,-1 1 0,-1 0 0,1 0 0,-1 0 0,0 0 0,-1 1 0,3 11 0,-2-7 0,-2 1 0,1-1 0,-2 0 0,-1 25 0,1-32 0,-1 0 0,0 1 0,-1-1 0,1 0 0,-1 0 0,0 0 0,0 0 0,-1-1 0,1 1 0,-1 0 0,0-1 0,0 0 0,-7 8 0,-59 47 80,44-39-803,-37 39 1,50-45-6104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47.2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1 129 24575,'0'-6'0,"0"-6"0,5-1 0,7 1 0,6 3 0,5-3 0,5 2 0,-4-3 0,0 0 0,2-2 0,-5 1-8191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47.5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0 24575,'-1'0'0,"0"0"0,0 1 0,0-1 0,0 1 0,0-1 0,0 1 0,0-1 0,0 1 0,0-1 0,0 1 0,1 0 0,-1-1 0,0 1 0,0 0 0,1 0 0,-1 0 0,0-1 0,1 1 0,-1 0 0,1 0 0,-1 0 0,1 0 0,-1 0 0,1 0 0,0 0 0,-1 2 0,-5 32 0,5-31 0,-3 63 0,4 83 0,1-62 0,1-62 0,1 1 0,1-1 0,2 0 0,9 30 0,-7-33 0,-2 1 0,-1 0 0,-1 0 0,0 0 0,-1 27 0,-3-48-97,0 0-1,-1 0 1,1 0-1,-1 0 1,1 0-1,-1 0 1,0 0-1,0-1 1,0 1-1,-1 0 1,1 0-1,-1-1 0,-2 4 1,-9 7-6729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48.9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33 24575,'24'-9'0,"-6"0"0,8 4 0,1 1 0,0 0 0,0 3 0,53 2 0,-36 0 0,-36-1 0,0 0 0,-1 1 0,1 0 0,0 0 0,-1 1 0,1 0 0,-1 1 0,0 0 0,0 0 0,0 0 0,0 1 0,6 4 0,4 5 0,-1 0 0,-1 1 0,16 19 0,-22-23 0,34 37 0,38 54 0,-76-95 0,1 2 0,0 1 0,0 0 0,6 13 0,-11-20 0,-1-1 0,1 1 0,-1-1 0,1 1 0,-1-1 0,0 1 0,0-1 0,1 1 0,-1-1 0,0 1 0,0-1 0,0 1 0,-1 2 0,1-4 0,-1 1 0,1 0 0,-1 0 0,1-1 0,-1 1 0,1 0 0,-1-1 0,1 1 0,-1 0 0,0-1 0,1 1 0,-1-1 0,0 1 0,0-1 0,1 1 0,-1-1 0,0 0 0,0 1 0,0-1 0,1 0 0,-1 0 0,0 1 0,0-1 0,0 0 0,-1 0 0,-1 0 0,-1 0 0,1-1 0,0 1 0,0 0 0,0-1 0,-1 0 0,1 0 0,0 0 0,0 0 0,0-1 0,0 1 0,1-1 0,-1 1 0,0-1 0,1 0 0,-1 0 0,1-1 0,-1 1 0,1 0 0,0-1 0,0 1 0,0-1 0,0 0 0,-1-3 0,-6-9 0,2-1 0,0 1 0,-7-21 0,14 34 0,-2-2 0,0 0 0,1-1 0,0 1 0,0-1 0,0 0 0,0 1 0,1-1 0,0 0 0,0 1 0,0-1 0,0 0 0,1 1 0,0-1 0,0 0 0,0 1 0,3-7 0,-2 7 0,1 1 0,-1-1 0,1 1 0,0 0 0,0 0 0,0 0 0,0 0 0,0 1 0,0-1 0,1 1 0,-1 0 0,1 0 0,0 0 0,0 0 0,0 1 0,0-1 0,0 1 0,8-1 0,10-2 0,-1 2 0,1 1 0,33 1 0,-28 1 0,38-4 0,-64 3 0,1 0 0,-1 0 0,1 0 0,-1 0 0,1 0 0,-1 0 0,1 0 0,-1 0 0,1 1 0,-1-1 0,1 0 0,-1 1 0,0 0 0,1-1 0,-1 1 0,0 0 0,1-1 0,-1 1 0,0 0 0,0 0 0,0 0 0,0 0 0,0 0 0,0 1 0,0-1 0,0 0 0,0 0 0,0 1 0,-1-1 0,1 0 0,0 1 0,-1-1 0,1 0 0,-1 1 0,0-1 0,1 1 0,-1 1 0,1 8 0,0 0 0,-1 0 0,0 0 0,-2 14 0,0-4 0,1-3 0,1 1 0,0-1 0,5 30 0,-4-43 0,0-1 0,0 1 0,0-1 0,1 1 0,0-1 0,0 0 0,0 1 0,0-1 0,1 0 0,-1-1 0,1 1 0,0 0 0,0-1 0,0 1 0,1-1 0,-1 0 0,1 0 0,0-1 0,6 5 0,3-1 0,0-1 0,-1 0 0,2-1 0,-1 0 0,0-1 0,26 2 0,-34-4 0,-1-1 0,0-1 0,1 1 0,-1 0 0,0-1 0,1 0 0,-1 0 0,0 0 0,0-1 0,0 1 0,5-4 0,-6 4 0,-1-1 0,0 0 0,1 0 0,-1 0 0,0 0 0,0 0 0,0-1 0,-1 1 0,1 0 0,-1-1 0,1 0 0,-1 1 0,0-1 0,0 0 0,0 0 0,0 1 0,0-1 0,0-4 0,-1 3 0,1-1 0,-1 0 0,-1 1 0,1-1 0,-1 1 0,0-1 0,0 1 0,0-1 0,0 1 0,-1 0 0,0-1 0,0 1 0,0 0 0,0 0 0,-1 0 0,1 1 0,-6-6 0,-7-8 0,0 1 0,-25-20 0,13 13 0,19 17 0,1 0 0,-2 0 0,1 1 0,0 1 0,-15-7 0,-14-8 0,36 19 0,1 0 0,0 0 0,0 0 0,0 0 0,0 0 0,0 0 0,-1 0 0,1 0 0,0 0 0,0 0 0,0 0 0,0 0 0,0 0 0,-1 0 0,1 0 0,0 0 0,0-1 0,0 1 0,0 0 0,0 0 0,0 0 0,0 0 0,-1 0 0,1 0 0,0-1 0,0 1 0,0 0 0,0 0 0,0 0 0,0 0 0,0 0 0,0-1 0,0 1 0,0 0 0,0 0 0,0 0 0,0 0 0,0-1 0,0 1 0,0 0 0,0 0 0,0 0 0,0 0 0,0-1 0,0 1 0,0 0 0,0 0 0,0 0 0,1 0 0,-1 0 0,0 0 0,0-1 0,0 1 0,0 0 0,13-4 0,17 3 0,31 0 0,159 5 0,-213-4 0,1 1 0,-1 1 0,1-1 0,-1 1 0,0 0 0,0 1 0,0 0 0,0 0 0,0 0 0,-1 1 0,1 0 0,-1 0 0,0 1 0,0-1 0,-1 1 0,1 1 0,-1-1 0,0 1 0,5 8 0,8 9 0,-11-16 0,-1 0 0,0 1 0,-1-1 0,0 1 0,0 0 0,-1 0 0,0 0 0,0 1 0,-1 0 0,0-1 0,3 18 0,-5-14 0,-1-8 0,0 0 0,0 0 0,1 0 0,-1-1 0,1 1 0,0 0 0,0-1 0,0 1 0,1 0 0,-1-1 0,5 7 0,-6-10 0,1 0 0,-1 0 0,0 1 0,1-1 0,-1 0 0,1 0 0,-1 0 0,0 0 0,1 0 0,-1 0 0,1 0 0,-1 0 0,1 0 0,-1 0 0,0 0 0,1 0 0,-1 0 0,1 0 0,-1 0 0,1 0 0,-1 0 0,0 0 0,1-1 0,-1 1 0,1 0 0,-1 0 0,0 0 0,1-1 0,-1 1 0,0 0 0,1-1 0,-1 1 0,0 0 0,1-1 0,-1 1 0,0 0 0,1-1 0,9-14 0,-6 8 0,0 0 0,1 0 0,-1 0 0,1 0 0,1 1 0,-1 0 0,1 0 0,0 1 0,1-1 0,-1 1 0,1 1 0,0-1 0,0 1 0,0 1 0,1-1 0,0 1 0,11-3 0,-13 4 0,1 0 0,-1 1 0,1 0 0,-1 0 0,1 1 0,-1 0 0,1 0 0,-1 0 0,1 1 0,-1 0 0,1 0 0,-1 1 0,0-1 0,0 2 0,1-1 0,-1 1 0,-1-1 0,12 8 0,-1 3 0,0 0 0,-1 1 0,-1 1 0,21 26 0,8 10 0,-38-47 0,-1 0 0,1 0 0,-1-1 0,1 0 0,0 1 0,0-2 0,1 1 0,-1-1 0,1 0 0,-1 0 0,1 0 0,-1-1 0,1 0 0,0 0 0,0 0 0,9-1 0,-12 0 0,1 0 0,-1 0 0,0 0 0,0-1 0,0 0 0,0 1 0,0-1 0,1 0 0,-1-1 0,-1 1 0,1 0 0,0-1 0,0 0 0,0 0 0,-1 1 0,1-1 0,-1-1 0,0 1 0,0 0 0,1-1 0,-1 1 0,-1-1 0,1 0 0,0 1 0,-1-1 0,1 0 0,-1 0 0,0 0 0,0 0 0,1-6 0,2-20 0,-2 0 0,-1-1 0,-5-53 0,1 8 0,2 63 0,0 0 0,0-1 0,-5-18 0,5 27 0,0 1 0,0 0 0,0-1 0,0 1 0,-1 0 0,1-1 0,-1 1 0,0 0 0,0 0 0,0 0 0,0 1 0,-1-1 0,1 0 0,-1 1 0,1 0 0,-7-5 0,9 7 0,-1 0 0,1 0 0,0 0 0,-1 0 0,1 0 0,-1 0 0,1 0 0,0 0 0,-1 0 0,1 0 0,-1 0 0,1 0 0,-1 1 0,1-1 0,0 0 0,-1 0 0,1 0 0,0 0 0,-1 1 0,1-1 0,0 0 0,-1 1 0,1-1 0,0 0 0,-1 0 0,1 1 0,0-1 0,0 0 0,0 1 0,-1-1 0,1 1 0,0-1 0,0 0 0,0 1 0,0-1 0,-1 1 0,1-1 0,0 0 0,0 1 0,0-1 0,0 1 0,-3 20 0,3-19 0,-1 23 0,0 0 0,2 0 0,1 1 0,1-1 0,1 0 0,2-1 0,0 1 0,1-1 0,2 0 0,0-1 0,2 0 0,18 31 0,21 48 0,-25-48 0,-9-12 0,-12-31 0,0 0 0,1 0 0,7 13 0,0-2 0,0 0 0,-2 1 0,0 0 0,-2 0 0,-1 1 0,5 26 0,-4-20 0,12 30 0,-14-44 0,0 1 0,0 0 0,-2 0 0,0 0 0,-1 1 0,1 30 0,-4-45 0,0-1 0,-1 1 0,1-1 0,0 1 0,-1-1 0,0 1 0,0-1 0,0 0 0,0 1 0,0-1 0,0 0 0,0 0 0,-1 1 0,1-1 0,-1 0 0,0-1 0,1 1 0,-4 2 0,2-1 0,-1-1 0,0 0 0,0 1 0,0-1 0,0-1 0,-1 1 0,1-1 0,-1 1 0,-6 0 0,-5 0 0,-1-1 0,0-1 0,1 0 0,-26-5 0,33 5 0,0-2 0,0 1 0,0-1 0,1-1 0,-1 0 0,1 0 0,-1 0 0,1-1 0,0-1 0,1 1 0,-1-1 0,1 0 0,0-1 0,0 0 0,0 0 0,1 0 0,0-1 0,0 0 0,-4-8 0,2 5 0,1 0 0,1-1 0,0 0 0,0 0 0,1 0 0,1-1 0,0 1 0,0-1 0,1 0 0,1 0 0,-2-17 0,3 6 0,0 0 0,2 0 0,1 0 0,7-37 0,-6 49 0,0 0 0,1 0 0,1 0 0,-1 0 0,2 1 0,-1 0 0,2 0 0,-1 0 0,1 1 0,16-17 0,10-8 0,2 2 0,0 1 0,2 1 0,2 2 0,74-40 0,-32 27-1365,-66 30-5461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49.5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190 3 24575,'-34'-1'0,"20"0"0,0 0 0,1 1 0,-1 1 0,-22 4 0,33-5 0,0 1 0,0 0 0,0 0 0,0 0 0,0 1 0,0-1 0,0 0 0,1 1 0,-1 0 0,1 0 0,-1 0 0,1 0 0,0 0 0,0 0 0,0 1 0,0-1 0,0 1 0,0-1 0,1 1 0,-1 0 0,1 0 0,0-1 0,0 1 0,0 0 0,-1 5 0,-2 19 0,2 0 0,1 1 0,0-1 0,6 34 0,-2 13 0,-3-73 0,0 11 0,0 0 0,1 0 0,1 1 0,5 22 0,-6-31 0,1 0 0,-1-1 0,1 1 0,0-1 0,0 0 0,0 0 0,0 0 0,1 0 0,-1 0 0,1 0 0,0 0 0,-1-1 0,1 1 0,1-1 0,-1 0 0,0 0 0,0 0 0,1 0 0,-1-1 0,6 2 0,13 2 0,0-1 0,0-1 0,1-2 0,-1 0 0,0-1 0,1-1 0,24-4 0,-39 3 0,1 0 0,0 0 0,-1-1 0,0 0 0,1 0 0,-1-1 0,0 0 0,11-8 0,57-48 0,-50 38 0,-9 9-1365,-2 2-5461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49.8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129 18 24575,'-6'0'0,"0"-1"0,1 0 0,-1 0 0,1-1 0,-7-2 0,8 2 0,-1 1 0,0-1 0,0 1 0,0 0 0,0 0 0,-7 0 0,10 1 0,1 0 0,-1 1 0,1-1 0,-1 0 0,1 1 0,-1-1 0,1 1 0,0 0 0,-1-1 0,1 1 0,0 0 0,-1 0 0,1 0 0,0 0 0,0 0 0,0 0 0,0 0 0,0 0 0,0 0 0,0 1 0,0-1 0,0 0 0,0 1 0,1-1 0,-2 3 0,-1 5 0,0 1 0,0 0 0,1 0 0,0 0 0,1 0 0,0 0 0,1 0 0,1 20 0,1-14 0,0 1 0,1-1 0,1 0 0,10 27 0,-11-37 0,0 1 0,0-1 0,1 1 0,0-1 0,0 0 0,0-1 0,1 1 0,0-1 0,0 0 0,1 0 0,-1 0 0,1-1 0,0 0 0,0 0 0,0 0 0,1-1 0,0 0 0,9 3 0,-2-1 0,1-2 0,0 0 0,0-1 0,0 0 0,0-1 0,0-1 0,28-3 0,-39 3 1,0-1 1,0 1-1,-1-1 0,1 0 0,0 0 0,-1 0 1,1 0-1,-1-1 0,1 1 0,-1-1 0,0 0 1,0 0-1,0 0 0,0-1 0,0 1 0,0-1 0,0 1 1,-1-1-1,0 0 0,1 0 0,-1 0 0,0 0 1,3-7-1,-1-1-21,-1-1 1,0 0-1,-1 0 1,0-1-1,1-21 0,4-26-1256,-2 40-5550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50.1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223 57 24575,'-6'-1'0,"1"0"0,0-1 0,0 0 0,0 0 0,0-1 0,0 1 0,-8-7 0,3 3 0,2 2 0,1 0 0,-1 0 0,0 1 0,1 0 0,-1 0 0,-1 1 0,1 0 0,0 1 0,-12-1 0,17 2 0,1 0 0,-1 0 0,0 0 0,1 1 0,-1-1 0,1 1 0,-1-1 0,1 1 0,-1 0 0,1 0 0,-1 0 0,1 1 0,0-1 0,-1 0 0,1 1 0,0 0 0,0-1 0,0 1 0,0 0 0,1 0 0,-1 0 0,0 0 0,1 0 0,-1 1 0,1-1 0,0 0 0,0 1 0,0-1 0,0 1 0,0-1 0,1 1 0,-2 4 0,-1 9 0,1 0 0,0 0 0,1 0 0,1 0 0,0-1 0,1 1 0,1 0 0,1 0 0,5 19 0,-8-33 0,1 0 0,0 0 0,0 0 0,0 1 0,1-2 0,-1 1 0,0 0 0,1 0 0,-1 0 0,1 0 0,-1-1 0,1 1 0,0-1 0,0 0 0,0 1 0,0-1 0,0 0 0,0 0 0,0 0 0,0 0 0,0 0 0,1-1 0,-1 1 0,0-1 0,0 1 0,1-1 0,-1 0 0,0 0 0,1 0 0,-1 0 0,0 0 0,3-1 0,0-1 0,0 1 0,0-1 0,-1 0 0,1 0 0,-1 0 0,0-1 0,1 1 0,-1-1 0,0 0 0,0 0 0,-1-1 0,1 1 0,-1-1 0,3-4 0,10-13-1365,-3 0-5461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50.6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 24575,'-1'97'0,"3"109"0,1-185 0,1 0 0,1 0 0,1-1 0,1 1 0,1-1 0,0-1 0,22 37 0,-22-46 0,0-1 0,1 0 0,0-1 0,0 0 0,1 0 0,0-1 0,1 0 0,-1-1 0,1 0 0,18 7 0,-7-8 0,0 0 0,1-2 0,-1 0 0,1-2 0,0 0 0,39-5 0,1 1 0,-25 4 0,-18 0 0,0-1 0,31-3 0,-47 2 0,1 0 0,0 0 0,-1 0 0,1-1 0,-1 1 0,1-1 0,-1 0 0,0 0 0,0-1 0,0 1 0,0-1 0,0 0 0,0 0 0,-1 0 0,6-7 0,-4 3 0,0 0 0,-1 0 0,0-1 0,0 1 0,-1-1 0,0 0 0,0 0 0,-1 0 0,0 0 0,0-1 0,-1 1 0,0 0 0,-1-1 0,1 1 0,-2-10 0,0 13 0,0 1 0,0-1 0,0 1 0,0-1 0,-1 1 0,1 0 0,-1-1 0,0 1 0,-1 0 0,1 0 0,-1 1 0,1-1 0,-1 0 0,0 1 0,-1 0 0,1 0 0,-1 0 0,1 0 0,-1 0 0,0 1 0,0-1 0,0 1 0,0 0 0,0 0 0,0 1 0,-1-1 0,1 1 0,-10-1 0,8 0 0,-1 1 0,1 0 0,-1 1 0,1 0 0,-1 0 0,0 0 0,1 1 0,-1-1 0,-9 4 0,13-3 0,1 0 0,-1 1 0,0-1 0,1 1 0,-1-1 0,1 1 0,-1 0 0,1 0 0,0 0 0,0 0 0,0 0 0,0 1 0,0-1 0,1 0 0,-1 1 0,1 0 0,-1-1 0,1 1 0,0 0 0,0 0 0,0-1 0,1 1 0,-2 4 0,0 9 0,-1-1 0,2 0 0,0 1 0,0 0 0,2-1 0,0 1 0,1-1 0,0 1 0,6 19 0,-6-28 0,1 0 0,0 0 0,0 0 0,0 0 0,1-1 0,0 1 0,0-1 0,1 0 0,-1 0 0,1-1 0,1 1 0,-1-1 0,1 0 0,0-1 0,0 1 0,0-1 0,1 0 0,-1-1 0,1 1 0,0-1 0,8 2 0,9 0 0,1-1 0,0 0 0,0-2 0,0-1 0,0-1 0,39-6 0,-56 5-85,1 0 0,0-1-1,0 0 1,-1-1 0,0 1-1,1-2 1,-1 1 0,0-1-1,0-1 1,-1 1 0,0-1-1,1-1 1,-1 1 0,-1-1-1,8-9 1,-1-4-6741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51.1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0 24575,'-2'119'0,"5"126"0,11-172 0,-9-54 0,-1 0 0,1 23 0,-5 21 0,-1-47 0,1 0 0,0 0 0,1 0 0,6 30 0,-7-45 0,0 0 0,0-1 0,1 1 0,-1 0 0,1 0 0,-1 0 0,0 0 0,1 0 0,-1-1 0,1 1 0,0 0 0,-1-1 0,1 1 0,0 0 0,-1-1 0,1 1 0,0-1 0,0 1 0,-1-1 0,1 1 0,0-1 0,0 1 0,0-1 0,0 0 0,0 1 0,0-1 0,0 0 0,-1 0 0,1 0 0,0 0 0,0 0 0,0 0 0,0 0 0,0 0 0,0 0 0,0 0 0,0-1 0,0 1 0,0 0 0,1-1 0,5-2 0,0 0 0,0-1 0,0 0 0,7-5 0,1 0 0,4 0 0,0 2 0,1 0 0,-1 2 0,2 0 0,-1 1 0,0 1 0,1 0 0,-1 2 0,1 0 0,0 2 0,27 4 0,-36-4 0,0 2 0,0 0 0,0 0 0,0 1 0,-1 0 0,1 1 0,15 10 0,-22-13 0,0 1 0,0 1 0,0-1 0,-1 1 0,0 0 0,0 0 0,0 0 0,0 0 0,0 1 0,-1-1 0,0 1 0,0 0 0,0 0 0,0 0 0,-1 0 0,0 1 0,2 9 0,-3-13 0,-1 0 0,0 0 0,0 0 0,0 1 0,0-1 0,-1 0 0,1 0 0,0 0 0,-1 0 0,0 0 0,1 0 0,-1 0 0,0 0 0,0 0 0,0 0 0,0-1 0,0 1 0,-1 0 0,1-1 0,0 1 0,-1-1 0,0 1 0,1-1 0,-1 0 0,0 1 0,1-1 0,-1 0 0,0 0 0,0 0 0,0 0 0,0-1 0,0 1 0,0-1 0,0 1 0,0-1 0,-3 1 0,-10 1 0,0 0 0,0-1 0,-28-1 0,33 0 0,-237-4 0,246 4 0,-1 0 0,0 0 0,0 0 0,1 0 0,-1 0 0,0 0 0,0-1 0,1 1 0,-1 0 0,0-1 0,1 1 0,-1-1 0,0 0 0,-2-1 0,4 1 0,0 1 0,0 0 0,0-1 0,0 1 0,0-1 0,0 1 0,0-1 0,0 1 0,0-1 0,0 1 0,0-1 0,0 1 0,0 0 0,0-1 0,0 1 0,0-1 0,1 1 0,-1-1 0,0 1 0,0 0 0,1-1 0,-1 1 0,0-1 0,0 1 0,1 0 0,-1-1 0,0 1 0,1 0 0,-1 0 0,0-1 0,1 1 0,0 0 0,5-5 0,1 0 0,0 0 0,1 1 0,10-4 0,42-16-1365,-33 15-5461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51.5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88 24575,'-1'40'0,"0"-18"0,1 1 0,0-1 0,2 0 0,5 30 0,-6-48 0,1 1 0,-1 0 0,0-1 0,1 1 0,0-1 0,0 1 0,1-1 0,-1 0 0,1 0 0,0 0 0,0 0 0,0-1 0,0 1 0,1-1 0,-1 0 0,1 0 0,0 0 0,0 0 0,0-1 0,1 1 0,-1-1 0,0 0 0,1-1 0,-1 1 0,8 1 0,6 0 0,-1 0 0,1-1 0,0-1 0,33-3 0,-42 1 0,0 0 0,-1 0 0,1-1 0,0 0 0,0-1 0,-1 0 0,0-1 0,1 1 0,-1-1 0,0-1 0,10-7 0,-15 8 0,1 1 0,0-1 0,-1 0 0,0-1 0,0 1 0,0 0 0,-1-1 0,1 0 0,-1 1 0,0-1 0,0 0 0,-1 0 0,0 0 0,0 0 0,0-1 0,0 1 0,-1 0 0,1 0 0,-2 0 0,1-1 0,0 1 0,-3-7 0,2 5 0,0 0 0,-1 0 0,0 0 0,-1 0 0,0 1 0,0-1 0,0 1 0,-1 0 0,0 0 0,0 0 0,0 0 0,-1 1 0,0 0 0,0-1 0,-10-6 0,-30-25 0,39 31 0,-1-1 0,0 1 0,0 0 0,-1 1 0,1 0 0,-1 0 0,0 0 0,-1 1 0,1 1 0,-1-1 0,-17-3 0,25 6 0,0 1 0,-1 0 0,1 0 0,-1-1 0,1 1 0,0 0 0,-1 0 0,1 0 0,0 1 0,-1-1 0,1 0 0,0 0 0,-1 1 0,1-1 0,0 1 0,0-1 0,-1 1 0,1 0 0,0-1 0,0 1 0,0 0 0,0 0 0,0 0 0,0 0 0,0 0 0,0 0 0,-1 2 0,1-1 0,1 0 0,-1-1 0,1 1 0,0 0 0,0 0 0,0 0 0,0 0 0,0 0 0,1 0 0,-1-1 0,0 1 0,1 0 0,0 0 0,-1 0 0,1-1 0,0 1 0,0 0 0,0-1 0,1 3 0,6 7 0,0-1 0,1 1 0,0-1 0,1-1 0,-1 0 0,16 10 0,-2-3 0,0-1 0,28 13 0,-42-25-227,0 1-1,0-1 1,0-1-1,1 1 1,15 0-1,-1 0-6598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51.8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128 59 24575,'-1'-1'0,"1"0"0,-1-1 0,1 1 0,-1 0 0,0-1 0,1 1 0,-1 0 0,0 0 0,0 0 0,0 0 0,0 0 0,0 0 0,0 0 0,0 0 0,-1 0 0,1 0 0,0 0 0,0 1 0,-1-1 0,1 1 0,-1-1 0,1 1 0,0-1 0,-1 1 0,1 0 0,-1 0 0,1-1 0,-1 1 0,-1 0 0,-2 0 0,0-1 0,0 1 0,-1 0 0,1 0 0,0 0 0,-10 2 0,12 0 0,0-1 0,1 1 0,-1-1 0,0 1 0,1 0 0,-1 0 0,1 0 0,0 1 0,0-1 0,0 0 0,0 1 0,0 0 0,0-1 0,1 1 0,-1 0 0,1 0 0,0 0 0,0 0 0,0 0 0,0 0 0,0 0 0,1 0 0,-1 5 0,-1 10 0,1 0 0,2 35 0,0-34 0,-1-6 0,0 1 0,1-1 0,1 1 0,0-1 0,7 23 0,-7-33 0,-1 0 0,0 0 0,1 0 0,0 0 0,-1 0 0,1 0 0,0-1 0,1 1 0,-1-1 0,0 1 0,1-1 0,0 0 0,-1 0 0,1 0 0,0 0 0,0 0 0,0-1 0,0 1 0,0-1 0,0 0 0,1 0 0,-1 0 0,0 0 0,1-1 0,-1 1 0,0-1 0,7 0 0,-6 0 0,0 0 0,-1-1 0,1 1 0,0-1 0,0 0 0,-1 0 0,1 0 0,-1-1 0,1 1 0,-1-1 0,0 0 0,1 0 0,-1 0 0,0 0 0,0-1 0,0 1 0,-1-1 0,1 0 0,-1 0 0,1 0 0,-1 0 0,0 0 0,0 0 0,0-1 0,-1 1 0,1 0 0,-1-1 0,0 0 0,0 1 0,1-8 0,1 1 0,-2-1 0,1 0 0,-1 0 0,-1 0 0,0 0 0,-1 0 0,0 0 0,0 0 0,-5-16 0,2 17 20,-1-1 0,0 1 0,0 0 0,-1 0-1,-7-9 1,7 10-267,0 0-1,0 0 1,1-1 0,0 0-1,-4-13 1,3 2-6579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52.0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24575,'2'1'0,"0"0"0,0 0 0,0 0 0,0 0 0,0 0 0,-1 0 0,1 0 0,-1 1 0,1-1 0,0 1 0,-1-1 0,0 1 0,1 0 0,-1 0 0,0-1 0,0 1 0,1 4 0,17 34 0,-8-7 0,-4-14 0,0 0 0,-2 0 0,6 37 0,-8-39 0,0 0 0,1-1 0,1 1 0,12 26 0,2 9 0,-13-30 0,6 44 0,-10-47 0,2 1 0,0-1 0,10 28 0,-4-23 0,-5-16 0,-1 1 0,-1 0 0,0 0 0,0 1 0,3 15 0,-6-24-52,0 0-1,0 1 1,0-1-1,0 0 1,-1 0-1,1 0 1,0 0-1,0 1 1,-1-1-1,1 0 1,-1 0-1,1 0 1,-1 0-1,1 0 1,-1 0-1,0 0 1,1 0-1,-1 0 1,0 0-1,0 0 1,0-1-1,0 1 0,0 0 1,0-1-1,-1 2 1,-12 5-6774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52.2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1 141 24575,'0'-1'0,"0"0"0,0 0 0,1 0 0,-1 0 0,0 1 0,1-1 0,-1 0 0,0 0 0,1 0 0,0 1 0,-1-1 0,1 0 0,-1 0 0,1 1 0,0-1 0,-1 0 0,1 1 0,0-1 0,0 1 0,-1-1 0,1 1 0,1-1 0,25-10 0,-13 7 0,55-26 0,85-24 0,-98 30 0,-50 23-1365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52.3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24575,'0'5'0,"0"0"0,0 0 0,0 0 0,1 0 0,0 0 0,0 0 0,0 0 0,1 0 0,3 8 0,-3-11 0,0 1 0,-1-1 0,1 0 0,1 1 0,-1-1 0,0 0 0,0-1 0,1 1 0,-1 0 0,1-1 0,0 1 0,-1-1 0,1 0 0,0 0 0,0 0 0,0 0 0,5 1 0,23 2 0,1 0 0,-1-2 0,1-2 0,37-4 0,7 1 0,289 3-1365,-339 0-5461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53.3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24575,'2'30'0,"1"0"0,8 36 0,-5-33 0,3 51 0,-8 211 0,-3-135 0,3-151 0,-1-1 0,1 1 0,0 0 0,1 0 0,0-1 0,0 1 0,7 12 0,-9-18 0,1-1 0,0 0 0,0 0 0,0 0 0,1 0 0,-1 0 0,0 0 0,1-1 0,-1 1 0,1 0 0,0-1 0,-1 1 0,1-1 0,0 1 0,0-1 0,0 0 0,0 0 0,0 0 0,0 0 0,1 0 0,-1-1 0,0 1 0,0-1 0,1 1 0,-1-1 0,0 0 0,0 1 0,1-1 0,-1-1 0,0 1 0,1 0 0,-1 0 0,4-2 0,-4 1-80,0 0 0,0 0-1,0 0 1,0 0 0,0 0-1,0-1 1,-1 1 0,1 0-1,-1-1 1,1 1 0,-1-1 0,1 0-1,-1 1 1,0-1 0,0 0-1,2-4 1,5-13-6746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53.5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24575,'544'0'-1365,"-518"0"-5461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53.9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24575,'0'25'0,"-1"5"0,7 57 0,-4-77 0,0 0 0,1 0 0,0-1 0,0 1 0,1-1 0,0 0 0,0 0 0,1 0 0,10 13 0,-7-12 0,1 0 0,-1-1 0,2 0 0,-1 0 0,1-1 0,0 0 0,1-1 0,0 0 0,0-1 0,0 0 0,1-1 0,0 0 0,0-1 0,0 0 0,0-1 0,1-1 0,0 0 0,-1 0 0,1-1 0,20-1 0,-9 0 0,-11 1 0,0-1 0,0 0 0,17-4 0,-27 4 0,1-1 0,-1 0 0,0 0 0,1 0 0,-1-1 0,0 1 0,0-1 0,0 0 0,0 0 0,0 0 0,0 0 0,-1 0 0,1 0 0,-1-1 0,0 0 0,1 1 0,1-4 0,2-4 0,-1 0 0,-1 0 0,0 0 0,0-1 0,-1 0 0,0 1 0,0-1 0,0-16 0,-1-8 0,-2-45 0,0 97 0,2 1 0,0-1 0,1 0 0,1 0 0,0 0 0,8 17 0,-9-26-195,2 0 0,-1 0 0,1 0 0,0 0 0,1-1 0,8 10 0,4-2-6631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54.2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 24575,'34'-1'0,"-20"0"0,-1 0 0,1 1 0,0 1 0,22 3 0,-33-3 0,0 0 0,0 0 0,0 0 0,0 0 0,0 0 0,-1 1 0,1-1 0,0 1 0,-1 0 0,1-1 0,-1 1 0,1 0 0,-1 1 0,0-1 0,0 0 0,0 1 0,0-1 0,-1 1 0,1 0 0,-1-1 0,1 1 0,-1 0 0,0 0 0,0 0 0,1 4 0,0 2 0,-1 0 0,0 0 0,0 1 0,-1-1 0,0 0 0,-1 0 0,0 0 0,0 0 0,-1 0 0,-3 11 0,-2-3 0,0 0 0,0-1 0,-2 0 0,-13 18 0,-1 10-1365,15-24-5461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54.5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23 165 24575,'0'0'0,"0"0"0,0-1 0,0 1 0,0 0 0,0 0 0,0-1 0,0 1 0,1 0 0,-1-1 0,0 1 0,0 0 0,0-1 0,0 1 0,0 0 0,0-1 0,0 1 0,-1 0 0,1-1 0,0 1 0,0 0 0,0-1 0,0 1 0,0 0 0,0 0 0,-1-1 0,1 1 0,0 0 0,0 0 0,0-1 0,-1 1 0,1 0 0,0 0 0,0-1 0,-1 1 0,1 0 0,0 0 0,0 0 0,-1 0 0,1 0 0,0-1 0,-1 1 0,1 0 0,0 0 0,-1 0 0,1 0 0,0 0 0,0 0 0,-1 0 0,1 0 0,0 0 0,-1 0 0,1 0 0,0 0 0,-1 0 0,1 0 0,0 0 0,-1 1 0,1-1 0,0 0 0,0 0 0,-1 0 0,0 1 0,0 0 0,0 0 0,0 0 0,0-1 0,0 1 0,1 0 0,-1 0 0,0 0 0,1 1 0,-1-1 0,0 0 0,1 0 0,-1 0 0,1 0 0,-1 3 0,1 0 0,1 0 0,0-1 0,-1 1 0,1 0 0,0 0 0,1 0 0,-1-1 0,1 1 0,0-1 0,0 1 0,0-1 0,0 0 0,3 4 0,0-1 0,-1 0 0,1-1 0,0 0 0,1 1 0,-1-2 0,9 7 0,3-2 0,0 0 0,28 9 0,-40-16 0,1 0 0,-1-1 0,1 1 0,-1-1 0,1 0 0,0-1 0,-1 1 0,1-1 0,0-1 0,0 1 0,-1-1 0,11-2 0,-13 1 0,0 0 0,0 0 0,0 0 0,0 0 0,-1-1 0,1 1 0,-1-1 0,1 0 0,-1 0 0,0 1 0,0-1 0,0-1 0,-1 1 0,1 0 0,-1 0 0,0-1 0,0 1 0,0-1 0,0 1 0,-1-1 0,1 1 0,-1-1 0,0-5 0,1-3 0,-1-1 0,0 1 0,-1-1 0,-1 1 0,-4-19 0,5 24 0,-1 0 0,0 0 0,-1 0 0,1 0 0,-2 1 0,1-1 0,0 1 0,-1-1 0,-1 1 0,1 1 0,-1-1 0,0 1 0,0-1 0,0 1 0,-1 1 0,1-1 0,-1 1 0,-1 0 0,1 0 0,-8-3 0,-6-3-1365,4 0-5461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54.7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 24575,'47'-1'0,"-31"-1"0,-1 1 0,1 1 0,0 1 0,0 0 0,-1 1 0,1 0 0,24 9 0,-36-9 0,1 1 0,-1 0 0,0 0 0,-1 0 0,1 0 0,0 1 0,-1-1 0,0 1 0,0 0 0,0 0 0,0 0 0,-1 1 0,1-1 0,-1 0 0,0 1 0,-1 0 0,3 5 0,0 7 0,0 0 0,0 0 0,1 29 0,-4 72-1365,-1-91-5461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55.6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24575,'3'1'0,"0"0"0,-1-1 0,1 1 0,-1 0 0,1 0 0,-1 1 0,1-1 0,-1 0 0,0 1 0,0 0 0,1-1 0,-1 1 0,0 0 0,-1 0 0,1 0 0,0 0 0,2 4 0,24 42 0,-23-39 0,-2 0 0,1 1 0,-1 0 0,-1-1 0,3 18 0,-4-23 0,-1-1 0,1 1 0,-1 0 0,0 0 0,0-1 0,-1 1 0,1 0 0,-1 0 0,1-1 0,-1 1 0,0 0 0,-1-1 0,1 1 0,-1-1 0,1 0 0,-1 1 0,-4 4 0,6-7 0,-1 0 0,1-1 0,-1 1 0,1-1 0,-1 1 0,0-1 0,1 1 0,-1-1 0,1 0 0,-1 1 0,0-1 0,1 1 0,-1-1 0,0 0 0,1 0 0,-1 0 0,0 1 0,0-1 0,1 0 0,-1 0 0,0 0 0,0 0 0,1 0 0,-1 0 0,0 0 0,1 0 0,-1 0 0,0-1 0,-1 1 0,1-1 0,0 0 0,0 0 0,0 0 0,0 0 0,0-1 0,0 1 0,0 0 0,0 0 0,0-1 0,0 1 0,1-1 0,-1 1 0,0-2 0,-2-6 0,1 1 0,0-1 0,-2-15 0,3 19 0,1 1 0,0-1 0,0 1 0,0-1 0,0 1 0,1-1 0,0 0 0,0 1 0,0 0 0,0-1 0,1 1 0,0 0 0,-1-1 0,6-6 0,-5 8 0,1 1 0,-1-1 0,1 1 0,-1 0 0,1 0 0,0 0 0,0 0 0,0 0 0,0 0 0,1 1 0,-1 0 0,0-1 0,0 1 0,1 1 0,-1-1 0,1 0 0,-1 1 0,1 0 0,-1-1 0,5 2 0,-2-1 0,0 1 0,0 0 0,0 0 0,0 0 0,-1 1 0,1 0 0,0 0 0,-1 0 0,1 1 0,-1 0 0,7 5 0,7 6 0,29 27 0,-6-5 0,0-2 0,-22-16 0,1-2 0,30 19 0,-44-31 0,1 0 0,0-1 0,0 0 0,0 0 0,0 0 0,1-1 0,-1 0 0,1-1 0,-1 0 0,1 0 0,11-1 0,-18 0 0,1 0 0,0-1 0,-1 1 0,1-1 0,0 1 0,-1-1 0,1 0 0,-1 0 0,1 0 0,-1 0 0,0-1 0,1 1 0,-1-1 0,0 1 0,0-1 0,0 0 0,0 0 0,0 0 0,2-2 0,-2-1 0,1 1 0,-1 0 0,0 0 0,0-1 0,-1 1 0,1-1 0,-1 0 0,0 0 0,0 1 0,0-7 0,-1-3 0,0-1 0,-1 0 0,0 1 0,-1-1 0,-1 1 0,-5-19 0,4 23 0,1-1 0,-2 0 0,-11-19 0,15 28 0,0 0 0,0 0 0,-1 0 0,1 0 0,-1 0 0,1 0 0,-1 0 0,0 1 0,0-1 0,1 1 0,-1-1 0,0 1 0,0-1 0,-1 1 0,1 0 0,0 0 0,0 0 0,-1 1 0,1-1 0,0 0 0,-1 1 0,1-1 0,0 1 0,-6 0 0,6 1 0,1-1 0,-1 1 0,0 0 0,0 0 0,1 0 0,-1 1 0,0-1 0,1 0 0,-1 1 0,1-1 0,0 1 0,-1-1 0,1 1 0,0 0 0,0-1 0,0 1 0,0 0 0,0 0 0,0 0 0,1-1 0,-1 1 0,1 0 0,-1 0 0,1 0 0,0 4 0,-1-1 0,0 1 0,1-1 0,-1 1 0,1-1 0,1 1 0,-1-1 0,1 1 0,2 6 0,-2-8 0,1-1 0,1 1 0,-1-1 0,0 0 0,1 0 0,-1 0 0,1-1 0,0 1 0,0 0 0,0-1 0,1 0 0,-1 0 0,0 0 0,1 0 0,-1 0 0,1-1 0,0 0 0,5 2 0,30 16 0,-26-9 0,-1 1 0,0 0 0,-1 1 0,0 0 0,-1 1 0,0 0 0,-1 1 0,-1-1 0,0 2 0,-1-1 0,0 1 0,5 19 0,68 170 0,-75-190 0,0 1 0,-1-1 0,-1 1 0,0 0 0,-1-1 0,1 23 0,-3 2 0,-5 49 0,4-84 0,1 0 0,-1 0 0,1 1 0,-1-1 0,0 0 0,-1 0 0,1 0 0,-1 0 0,1 0 0,-1 0 0,-1-1 0,1 1 0,0-1 0,-1 1 0,0-1 0,0 0 0,0 0 0,-3 3 0,0-3 0,1 0 0,-1 0 0,0-1 0,0 0 0,0 0 0,0 0 0,0-1 0,0 0 0,0 0 0,0 0 0,-11-1 0,-13 1 0,0-1 0,0-1 0,1-2 0,-42-9 0,62 10 0,1 0 0,-1-1 0,1 0 0,0 0 0,0-1 0,1 0 0,-1-1 0,1 0 0,0 0 0,0 0 0,0-1 0,1 0 0,0 0 0,0 0 0,1-1 0,0 0 0,0 0 0,0-1 0,-5-12 0,2 3 0,2 0 0,0-1 0,1 1 0,0-1 0,2 0 0,0-1 0,1 1 0,1 0 0,1-1 0,0 1 0,1-1 0,7-29 0,-6 42 0,0-1 0,1 1 0,0 0 0,0 0 0,1 0 0,0 0 0,0 1 0,0 0 0,1 0 0,-1 0 0,8-6 0,6-3 0,0 0 0,22-12 0,-20 15 0,2 1 0,35-12 0,5-1 0,-36 13-84,1 1 0,51-9 0,-47 12-1029,-5 0-5713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56.1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24575,'0'5'0,"1"-1"0,0 1 0,0-1 0,0 0 0,1 1 0,2 5 0,4 13 0,-6-13 0,1 0 0,1-1 0,-1 1 0,2-1 0,-1 0 0,1-1 0,11 17 0,3 5 0,-17-25 0,0 0 0,1-1 0,0 1 0,0-1 0,0 0 0,0 0 0,1 0 0,-1 0 0,1 0 0,0-1 0,0 0 0,7 4 0,0-1 0,-1-1 0,1 0 0,0-1 0,0 0 0,1-1 0,-1 0 0,1-1 0,13 2 0,-22-4 0,1 0 0,-1 0 0,1 0 0,-1 0 0,1 0 0,-1-1 0,1 0 0,-1 0 0,0 0 0,1 0 0,-1 0 0,0 0 0,0-1 0,0 0 0,0 1 0,0-1 0,0 0 0,0-1 0,-1 1 0,1 0 0,-1-1 0,0 0 0,0 1 0,0-1 0,0 0 0,0 0 0,0 0 0,-1 0 0,1 0 0,-1-1 0,2-5 0,1-14 0,-1 0 0,-1 0 0,-1 0 0,-2-1 0,-2-26 0,1 18 0,9 82 120,-6-45-269,0 1 1,0-1-1,1 1 1,0-1-1,1 0 1,-1 1-1,1-1 1,0 0-1,6 7 1,1-3-6678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56.3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 24575,'24'-1'0,"-13"1"0,-1-1 0,1 2 0,0-1 0,-1 1 0,15 4 0,-22-4 0,0 0 0,-1 0 0,1 0 0,0 1 0,-1-1 0,1 1 0,-1-1 0,1 1 0,-1 0 0,0 0 0,0 0 0,0 0 0,0 1 0,0-1 0,0 0 0,-1 1 0,1-1 0,-1 1 0,1 0 0,-1 0 0,0-1 0,0 1 0,1 6 0,0 3-68,0 0 0,-1 0-1,0 0 1,0 0 0,-1 0 0,-1 1-1,0-1 1,-1 0 0,-1 0 0,1 0-1,-2-1 1,0 1 0,0-1 0,-1 1-1,0-1 1,-1-1 0,0 1-1,-1-1 1,-10 12 0,3-7-6758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57.1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80 24575,'2'1'0,"-1"-1"0,0 0 0,1 1 0,-1-1 0,1 1 0,-1-1 0,0 1 0,1 0 0,-1 0 0,0-1 0,0 1 0,0 0 0,0 0 0,0 0 0,0 0 0,0 1 0,0-1 0,0 0 0,1 2 0,15 29 0,-13-23 0,8 16 0,-1 0 0,11 37 0,-22-83 0,0-1 0,7-32 0,-7 50 0,1 1 0,0-1 0,0 0 0,0 1 0,1-1 0,-1 1 0,1-1 0,0 1 0,0 0 0,0 0 0,0 0 0,1 0 0,-1 0 0,1 0 0,-1 1 0,1-1 0,0 1 0,0 0 0,0 0 0,4-2 0,-2 2 0,0 0 0,0 1 0,0 0 0,0 0 0,1 0 0,-1 1 0,0 0 0,0-1 0,0 2 0,1-1 0,-1 1 0,0 0 0,0 0 0,6 2 0,-5-1 0,0 1 0,0-1 0,0 1 0,0 0 0,0 0 0,-1 1 0,0 0 0,0 0 0,0 0 0,0 1 0,0-1 0,-1 1 0,0 0 0,5 8 0,3 7 0,0 1 0,13 38 0,9 13 0,-27-59 0,-3-5 0,0 0 0,1 0 0,0-1 0,0 1 0,12 11 0,-16-18 0,0 0 0,0 0 0,0 0 0,0 0 0,1-1 0,-1 1 0,0 0 0,0-1 0,1 1 0,-1-1 0,0 1 0,1-1 0,-1 0 0,0 0 0,1 0 0,-1 1 0,0-1 0,3-1 0,-2 1 0,0-1 0,0 0 0,0 0 0,0 0 0,0 0 0,-1 0 0,1 0 0,0 0 0,-1-1 0,1 1 0,-1-1 0,1 1 0,-1-1 0,0 0 0,1 1 0,0-3 0,2-3 0,-1 1 0,0-1 0,0 0 0,0 0 0,-1 0 0,0 0 0,-1-1 0,1 1 0,-1-12 0,-2-73 0,0 57 0,0 20 0,0 0 0,-1 0 0,0 0 0,-1 0 0,-1 0 0,0 1 0,-1 0 0,-9-18 0,13 30 0,1 1 0,-1 0 0,0-1 0,0 1 0,0 0 0,0 0 0,0 0 0,0 0 0,0 0 0,0 0 0,0 0 0,0 0 0,-1 0 0,1 0 0,0 0 0,-1 1 0,1-1 0,0 0 0,-3 0 0,3 2 0,0-1 0,0 0 0,0 0 0,0 0 0,0 1 0,1-1 0,-1 0 0,0 1 0,0-1 0,0 1 0,0-1 0,1 1 0,-1 0 0,0-1 0,0 1 0,1 0 0,-1-1 0,1 1 0,-1 0 0,1 0 0,-1 0 0,0 1 0,-2 4 0,0 0 0,1 0 0,0 0 0,0 1 0,0-1 0,1 1 0,-1 7 0,1 7 0,1 0 0,1 0 0,0 0 0,2-1 0,0 1 0,2 0 0,0-1 0,1 0 0,1-1 0,1 1 0,0-1 0,2-1 0,18 29 0,-18-31 0,0 1 0,12 32 0,1 4 0,38 91 0,-16-36 0,-40-94 0,0 0 0,-1 0 0,-1 0 0,0 1 0,-1-1 0,0 24 0,-1 1 0,-7 48 0,6-84 0,-1 0 0,1 0 0,-1 0 0,1 0 0,-1 0 0,0 0 0,0-1 0,-1 1 0,1 0 0,0-1 0,-1 1 0,1-1 0,-1 1 0,0-1 0,0 0 0,0 0 0,0 0 0,0 0 0,-1 0 0,-3 2 0,1-2 0,1 0 0,-1 0 0,0 0 0,0-1 0,0 0 0,0 0 0,0 0 0,0 0 0,0-1 0,0 0 0,-6 0 0,-2-2 0,1 1 0,-1-2 0,0 1 0,1-2 0,0 0 0,0 0 0,0-1 0,-20-12 0,21 8 0,1-1 0,0 0 0,1-1 0,0 0 0,1 0 0,0-1 0,-11-23 0,14 25 0,1-1 0,1 1 0,-1-1 0,2 1 0,-1-1 0,1 0 0,1 0 0,0-11 0,0-10 0,6-47 0,-4 71 0,1 0 0,-1 1 0,1-1 0,1 1 0,-1 0 0,1 0 0,1 0 0,-1 0 0,1 0 0,0 1 0,1-1 0,0 1 0,7-8 0,5-2 0,1 1 0,40-27 0,-34 26 0,29-25 0,-44 34 0,0 0 0,1 1 0,-1 0 0,21-8 0,26-16 0,-39 17 24,-1 1 0,0-2 0,0 0 0,17-21 0,-28 27-138,0 1 0,0-1-1,0 1 1,-1-2 0,0 1 0,0 0-1,-1-1 1,0 1 0,-1-1 0,0 0-1,0 0 1,0-11 0,-1-6-6712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2:57.3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1 315 24575,'0'-1'0,"1"-1"0,-1 0 0,1 0 0,-1 0 0,1 0 0,0 1 0,-1-1 0,1 0 0,0 1 0,0-1 0,0 0 0,1 1 0,-1 0 0,0-1 0,0 1 0,3-2 0,29-21 0,-24 18 0,260-147 0,-112 61-1365,-143 82-5461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3:59.2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91 0 24575,'1'78'0,"-3"85"0,-2-138 0,-10 42 0,5-33 0,-4 16 0,7-33 0,1 1 0,2 1 0,-4 25 0,7-43 0,-2 40 0,-1-1 0,-10 41 0,12-73-99,0-4-59,1-1 0,-1 1-1,1 0 1,-1 0 0,0 0 0,-1 0-1,-2 6 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3:59.5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57 24575,'5'0'0,"7"0"0,7 0 0,5 0 0,3 0 0,3 0 0,-5-5 0,0-3 0,0 2 0,2 0 0,0 2 0,1-3 0,1-1 0,1 1 0,-4 1-8191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3:59.8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24575,'1'1'0,"-1"1"0,0-1 0,1 0 0,0 1 0,-1-1 0,1 0 0,0 0 0,0 0 0,0 1 0,0-1 0,0 0 0,0 0 0,0 0 0,0 0 0,0-1 0,0 1 0,1 0 0,-1 0 0,0-1 0,0 1 0,1-1 0,-1 1 0,1-1 0,-1 1 0,0-1 0,1 0 0,2 0 0,46 6 0,-45-5 0,113-1 0,11 1 0,-120 0-170,1 1-1,0-1 0,-1 2 1,1-1-1,-1 1 0,0 1 1,16 8-1,-9-2-6655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00.0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24575,'696'0'-1365,"-670"0"-5461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00.8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0 630 24575,'1'-3'0,"-1"1"0,1-1 0,0 0 0,0 1 0,0-1 0,0 1 0,0 0 0,0-1 0,0 1 0,1 0 0,0 0 0,-1 0 0,3-3 0,30-27 0,-21 20 0,-3 1 0,1 1 0,0 0 0,-1-1 0,0-1 0,-1 1 0,0-2 0,9-17 0,-12 17 0,6-10 0,0-2 0,-2 1 0,9-38 0,-10 29 0,2 1 0,15-32 0,15-45 0,-40 106 0,0 0 0,0 0 0,0 0 0,0 0 0,0 1 0,0-1 0,1 0 0,0 1 0,-1 0 0,5-5 0,-6 7 0,0 0 0,1-1 0,-1 1 0,1 0 0,-1 0 0,1-1 0,-1 1 0,0 0 0,1 0 0,-1 0 0,1 0 0,-1 0 0,1-1 0,-1 1 0,1 0 0,-1 0 0,1 0 0,-1 0 0,1 0 0,-1 1 0,1-1 0,-1 0 0,1 0 0,-1 0 0,1 1 0,1-1 0,-1 1 0,0 0 0,0 0 0,1 1 0,-1-1 0,0 0 0,0 0 0,0 0 0,0 1 0,0-1 0,1 3 0,4 10 0,-1-1 0,0 1 0,-1 0 0,-1 0 0,3 23 0,-4-22 0,1 0 0,0-1 0,1 1 0,0-1 0,12 24 0,-10-27 0,0 0 0,0-1 0,1 0 0,1 0 0,13 14 0,-17-21 0,0 0 0,0 0 0,0 0 0,0-1 0,0 1 0,1-1 0,-1 0 0,1 0 0,-1-1 0,1 1 0,0-1 0,0 0 0,-1 0 0,1-1 0,0 1 0,8-1 0,-6-1 0,-1 1 0,1-1 0,0 0 0,-1-1 0,1 0 0,-1 0 0,0 0 0,0 0 0,0-1 0,0 0 0,0-1 0,0 1 0,-1-1 0,0 0 0,0 0 0,0-1 0,0 1 0,0-1 0,-1 0 0,0-1 0,0 1 0,-1-1 0,1 1 0,2-9 0,22-34 0,25-54 0,-35 59 0,16-31 0,-31 73 0,-1 8 0,-1 11 0,-3 317 0,1-311 42,-1 0 0,-9 37 0,-2 11-1533,11-47-5335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01.3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1 670 24575,'1'0'0,"1"0"0,0-1 0,0 1 0,0-1 0,0 0 0,-1 1 0,1-1 0,0 0 0,-1 0 0,1 0 0,0 0 0,-1 0 0,1 0 0,-1-1 0,0 1 0,3-3 0,19-28 0,-17 23 0,4-8 0,-1 0 0,-1-1 0,10-28 0,13-28 0,33-31 0,10-40 0,-38 87 0,-26 43 0,1-1 0,10-23 0,-18 31 0,1 1 0,0 0 0,0 1 0,0-1 0,1 1 0,6-7 0,-10 12 0,-1 1 0,1-1 0,0 0 0,-1 1 0,1-1 0,0 1 0,0-1 0,-1 1 0,1-1 0,0 1 0,0 0 0,0-1 0,0 1 0,-1 0 0,1-1 0,0 1 0,0 0 0,0 0 0,0 0 0,0 0 0,0 0 0,0 0 0,1 1 0,0 0 0,-1 0 0,0 0 0,0 0 0,0 0 0,0 0 0,0 1 0,0-1 0,0 0 0,0 1 0,0-1 0,-1 1 0,1-1 0,-1 1 0,1-1 0,-1 1 0,1-1 0,-1 1 0,0 0 0,0 1 0,26 183 0,-20-134 0,-3 0 0,-7 88 0,4-135 0,-1-1 0,0 0 0,0 1 0,0-1 0,0 0 0,-1 0 0,0 0 0,0 0 0,0 0 0,0 0 0,0 0 0,-1-1 0,0 1 0,0-1 0,0 0 0,0 0 0,0 0 0,-1 0 0,1-1 0,-1 1 0,0-1 0,0 0 0,1 0 0,-2 0 0,1 0 0,0-1 0,0 0 0,0 0 0,-1 0 0,-5 0 0,-11 2 0,0-1 0,0-2 0,0 0 0,0-1 0,-22-5 0,38 5 0,0 0 0,0 0 0,0-1 0,1 0 0,-1 0 0,1 0 0,-1-1 0,1 1 0,0-1 0,-1 0 0,1 0 0,1-1 0,-1 1 0,1-1 0,-5-5 0,7 8 0,0-1 0,0 1 0,0-1 0,0 0 0,0 1 0,0-1 0,0 0 0,0 0 0,1 1 0,-1-1 0,1 0 0,-1 0 0,1 0 0,0 0 0,0 0 0,0 0 0,0 0 0,0 0 0,0 1 0,0-1 0,1 0 0,-1 0 0,1 0 0,-1 0 0,1 0 0,0 1 0,0-1 0,0 0 0,0 1 0,0-1 0,0 0 0,0 1 0,0-1 0,1 1 0,-1 0 0,0-1 0,1 1 0,-1 0 0,1 0 0,3-2 0,7-3 0,1 0 0,-1 1 0,1 0 0,1 1 0,-1 0 0,1 1 0,23-2 0,33-9 0,-35 8-218,0 0-1,0 3 1,1 1-1,39 2 1,-68 0-55,20 1-6553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01.6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24575,'5'0'0,"2"0"-8191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01.7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24575,'0'5'0,"5"2"0,7 0 0,7-2 0,5-1 0,-2-1-8191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03.6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605 128 24575,'0'-6'0,"0"-1"0,0 1 0,-1-1 0,0 1 0,0-1 0,0 1 0,-1 0 0,0 0 0,0 0 0,-6-12 0,5 15 0,1 0 0,-1-1 0,0 1 0,0 1 0,0-1 0,0 0 0,0 1 0,-1-1 0,1 1 0,-1 0 0,0 0 0,1 1 0,-1-1 0,0 1 0,0 0 0,0 0 0,0 0 0,-6 0 0,-33-3 0,0 2 0,-59 5 0,15 0 0,77-3 0,0 1 0,1 0 0,-1 1 0,1 0 0,-1 0 0,1 1 0,0 0 0,0 1 0,0 0 0,0 0 0,1 1 0,0 0 0,0 1 0,0 0 0,1 0 0,-1 0 0,2 1 0,-1 0 0,1 0 0,-6 9 0,4-4 0,0 1 0,1-1 0,1 1 0,0 0 0,1 0 0,0 1 0,1 0 0,1-1 0,0 1 0,1 1 0,0-1 0,1 0 0,1 16 0,1-24 0,-1-1 0,1 1 0,0-1 0,0 1 0,1-1 0,-1 1 0,1-1 0,0 0 0,1 0 0,-1 0 0,1 0 0,0 0 0,0-1 0,1 1 0,0-1 0,-1 0 0,1 0 0,0 0 0,9 5 0,3 1 0,1 0 0,0-2 0,1 0 0,26 7 0,-14-4 0,-13-5 0,0-2 0,0 0 0,1-1 0,34 2 0,74-6 0,-55-1 0,-17 2 0,-19 1 0,0-2 0,0-1 0,47-9 0,-29 0 0,-38 9 0,1 0 0,-1-1 0,0-1 0,-1-1 0,1 0 0,-1-1 0,0 0 0,0-1 0,19-13 0,-20 11 0,1 0 0,0 1 0,16-7 0,-17 9 0,-1 0 0,0-1 0,0 0 0,-1 0 0,11-10 0,-14 9 0,0-1 0,-1 1 0,0-1 0,0-1 0,-1 1 0,0-1 0,0 0 0,-1 0 0,7-21 0,-11 28 0,0 0 0,0-1 0,-1 1 0,1 0 0,-1-1 0,1 1 0,-1-1 0,0 1 0,0 0 0,-1-1 0,1 1 0,-1-1 0,0 1 0,0 0 0,0-1 0,0 1 0,0 0 0,-1 0 0,1 0 0,-1 0 0,0 0 0,0 0 0,0 1 0,0-1 0,0 1 0,-1-1 0,1 1 0,-1 0 0,0 0 0,0 0 0,0 0 0,0 0 0,0 1 0,0-1 0,0 1 0,-4-1 0,-19-7 0,-1 1 0,0 2 0,0 0 0,-45-2 0,25 7 0,-89 6 0,130-4 0,0 0 0,0 0 0,0 1 0,0 0 0,1 0 0,-1 0 0,1 0 0,0 1 0,-1 0 0,1 0 0,0 1 0,1-1 0,-1 1 0,1 0 0,-1 0 0,1 0 0,0 1 0,1 0 0,-1 0 0,1 0 0,-5 9 0,6-10 0,1 0 0,-1 0 0,1 1 0,0-1 0,0 1 0,0-1 0,1 1 0,0-1 0,-1 1 0,1-1 0,1 1 0,-1-1 0,1 1 0,0-1 0,0 1 0,0-1 0,1 0 0,-1 0 0,1 1 0,0-1 0,0 0 0,0-1 0,1 1 0,0 0 0,-1-1 0,1 1 0,1-1 0,6 6 0,-1-1 0,0-1 0,1 0 0,0-1 0,0 0 0,1 0 0,-1-1 0,1-1 0,17 6 0,-9-6 0,0-1 0,0 0 0,0-2 0,29 0 0,-22-1 0,-15 0 0,0 0 0,0 0 0,0-1 0,0 0 0,14-4 0,-22 4 0,-1 0 0,1 0 0,0 0 0,-1-1 0,1 1 0,-1-1 0,1 1 0,-1-1 0,0 0 0,0 0 0,0 0 0,0 0 0,0-1 0,0 1 0,0 0 0,-1-1 0,1 1 0,-1-1 0,0 0 0,1 1 0,-1-1 0,-1 0 0,1 0 0,1-5 0,-1 0 14,-1-1-1,1 0 1,-2 0-1,1 1 0,-1-1 1,0 0-1,-3-9 1,-4-29-1487,8 32-5353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03.9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336 135 24575,'-56'-2'0,"32"1"0,0 0 0,0 2 0,0 0 0,-29 6 0,46-5 0,1 0 0,0 0 0,-1 0 0,1 1 0,0 0 0,0 0 0,1 0 0,-1 1 0,1 0 0,-1 0 0,1 1 0,0-1 0,1 1 0,-1 0 0,1 0 0,0 0 0,-6 12 0,5-7 0,0 1 0,1 0 0,1 1 0,0-1 0,0 0 0,1 1 0,1 0 0,0-1 0,0 16 0,1-16 0,0 0 0,1-1 0,0 1 0,1 0 0,0 0 0,5 13 0,-6-22 0,0 0 0,-1 0 0,1 0 0,0 0 0,1 0 0,-1 0 0,0 0 0,0 0 0,1-1 0,-1 1 0,1 0 0,0-1 0,-1 1 0,1-1 0,0 0 0,0 0 0,0 1 0,0-1 0,0-1 0,0 1 0,0 0 0,0 0 0,0-1 0,0 1 0,1-1 0,-1 1 0,0-1 0,0 0 0,0 0 0,1 0 0,-1 0 0,0-1 0,0 1 0,1-1 0,-1 1 0,0-1 0,4-1 0,-1 0 0,0-1 0,0 1 0,0-1 0,0 0 0,-1 0 0,1 0 0,-1-1 0,0 0 0,0 0 0,0 0 0,0 0 0,5-9 0,2-6 0,0 1 0,8-23 0,3-4 0,-10 23 0,0-1 0,-1 0 0,-2-1 0,12-43 0,-15 39-455,2 1 0,12-33 0,-11 42-6371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04.4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24575,'0'667'0,"0"-656"0,1 1 0,0-1 0,1 0 0,0 0 0,0 0 0,1 0 0,1 0 0,0 0 0,0-1 0,10 17 0,-10-22 0,-1 1 0,1-1 0,1 0 0,-1 0 0,1 0 0,0 0 0,0-1 0,0 0 0,0 0 0,1-1 0,-1 1 0,1-1 0,0 0 0,0-1 0,1 1 0,-1-1 0,0 0 0,1-1 0,8 2 0,-5-2 0,0-1 0,1 1 0,-1-2 0,0 1 0,0-1 0,0-1 0,0 0 0,0 0 0,-1-1 0,11-4 0,-13 3 0,-1 1 0,1-1 0,-1 0 0,0 0 0,0-1 0,-1 0 0,1 0 0,-1 0 0,0 0 0,-1-1 0,1 0 0,-1 0 0,0 0 0,4-11 0,0 0 0,-1 0 0,0 0 0,-2-1 0,5-21 0,-9 31 0,1-1 0,-2 1 0,1 0 0,-1-1 0,-1 1 0,1 0 0,-1-1 0,-1 1 0,1 0 0,-2 0 0,-4-13 0,5 18 0,1-1 0,-1 1 0,0 1 0,-1-1 0,1 0 0,0 0 0,-1 1 0,0 0 0,1-1 0,-1 1 0,0 0 0,0 0 0,0 1 0,-1-1 0,1 0 0,0 1 0,0 0 0,-1 0 0,1 0 0,-1 0 0,-3 0 0,4 1 0,1 0 0,-1-1 0,0 1 0,1 0 0,-1 1 0,0-1 0,1 0 0,-1 1 0,0-1 0,1 1 0,-1 0 0,1 0 0,-1 0 0,1 0 0,-1 0 0,1 1 0,0-1 0,-1 1 0,1 0 0,0-1 0,0 1 0,0 0 0,1 0 0,-1 0 0,0 0 0,1 1 0,-3 3 0,0 5 0,1 0 0,0 0 0,1 0 0,0 0 0,0 0 0,1 0 0,1 16 0,8 78 0,-8-100 0,1-1 0,0 1 0,0-1 0,1 0 0,-1 0 0,1 0 0,0 0 0,0 0 0,0 0 0,1 0 0,-1-1 0,1 1 0,0-1 0,0 0 0,0 0 0,1 0 0,-1 0 0,1 0 0,-1-1 0,1 0 0,0 1 0,0-1 0,0-1 0,0 1 0,0 0 0,9 1 0,2 0 0,0-1 0,0 0 0,0 0 0,1-2 0,-1 0 0,23-3 0,-32 1 0,0 1 0,0-1 0,0 0 0,0-1 0,-1 1 0,1-1 0,-1 0 0,0 0 0,1-1 0,-1 0 0,-1 0 0,1 0 0,-1 0 0,1-1 0,-1 1 0,-1-1 0,6-9 0,6-11 0,-1 0 0,16-40 0,-21 45 0,5-10 0,-8 18 0,0-1 0,-1 0 0,0 0 0,-1 0 0,5-27 0,-4 7-69,2 0-1,19-53 0,-14 48-1086,-6 18-5670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06.0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 1 24575,'0'575'0,"-2"-551"0,0 0 0,-11 45 0,0-4 0,7-34 0,0-1 0,-12 30 0,39-78 0,1 2 0,0 1 0,2 0 0,0 2 0,0 1 0,31-12 0,-31 19 0,1 1 0,-1 0 0,1 2 0,0 1 0,0 1 0,28 3 0,7-1 0,-46-1 0,0 0 0,0 0 0,-1 2 0,1-1 0,25 10 0,-35-10 0,0-1 0,0 1 0,0 0 0,0 0 0,0 0 0,0 0 0,-1 1 0,1-1 0,-1 1 0,0 0 0,0 0 0,0 0 0,0 1 0,0-1 0,-1 1 0,1-1 0,-1 1 0,0 0 0,0 0 0,-1 0 0,1 0 0,1 7 0,-3-8 0,0 0 0,0 0 0,0-1 0,0 1 0,0 0 0,-1 0 0,1 0 0,-1-1 0,0 1 0,1 0 0,-2-1 0,1 1 0,0-1 0,0 1 0,-1-1 0,1 1 0,-1-1 0,0 0 0,0 0 0,1 0 0,-2 0 0,1 0 0,0 0 0,0-1 0,0 1 0,-1-1 0,1 1 0,-1-1 0,1 0 0,-1 0 0,-3 1 0,-8 3 0,-1-1 0,0 0 0,0-1 0,-19 1 0,29-4 0,-75 11 0,31-3 0,-68 1 0,-112-10 0,266 0 0,0-1 0,0-1 0,0-3 0,-1-1 0,43-13 0,-37 9 0,57-8 0,33-7 0,-40 5 0,-64 16 0,-1-1 0,1-1 0,42-18 0,-27 7 0,37-19 0,-73 33 0,0 0 0,-1 0 0,1-1 0,-1 0 0,0 0 0,0 0 0,-1-1 0,7-8 0,-11 14 0,-1-1 0,1 0 0,-1 1 0,1-1 0,-1 1 0,1-1 0,-1 0 0,0 1 0,0-1 0,1 0 0,-1 0 0,0 1 0,0-1 0,0 0 0,1 0 0,-1 1 0,0-1 0,0 0 0,0 0 0,-1 1 0,1-1 0,0 0 0,0 0 0,0 1 0,0-1 0,-1 0 0,1 1 0,0-1 0,-1 0 0,1 1 0,-1-2 0,-1 1 0,1-1 0,-1 1 0,0 0 0,0 0 0,0 0 0,0 0 0,0 0 0,0 0 0,0 1 0,0-1 0,-3 0 0,-9-1 0,0 0 0,-23 1 0,33 1 0,0 0 0,-1 0 0,0 0 0,0 0 0,0 0 0,1 1 0,-1 0 0,0 0 0,1 1 0,-1-1 0,1 1 0,-1 0 0,1 0 0,0 0 0,-5 4 0,6-3 0,0 0 0,1 0 0,-1 0 0,1 1 0,-1-1 0,1 1 0,0 0 0,1-1 0,-1 1 0,1 0 0,-1 0 0,1 0 0,0 0 0,1 0 0,-1 0 0,1 8 0,-2 24 0,2 0 0,6 47 0,-6-80 0,1 0 0,-1 0 0,1 0 0,0 0 0,0 0 0,1 0 0,-1 0 0,1 0 0,-1 0 0,1 0 0,0-1 0,0 1 0,0-1 0,0 1 0,0-1 0,1 0 0,-1 0 0,1 0 0,-1 0 0,1 0 0,0-1 0,0 1 0,0-1 0,0 0 0,0 1 0,0-1 0,0-1 0,0 1 0,4 0 0,11 1 0,0 0 0,0-2 0,-1 0 0,24-3 0,-8 0 0,-8 3 0,-10 0 0,0-1 0,0 0 0,19-5 0,-29 4 0,1 1 0,-1-1 0,1-1 0,-1 1 0,0-1 0,0 0 0,0 0 0,0-1 0,0 1 0,-1-1 0,8-8 0,-7 6 0,-1 0 0,0 0 0,-1 0 0,1-1 0,-1 1 0,-1-1 0,1 0 0,-1 0 0,0 0 0,-1 0 0,1 0 0,-1-10 0,1 5 0,0 1 0,1-1 0,4-14 0,-5 24 0,-1-1 0,1 0 0,0 0 0,0 1 0,0-1 0,0 1 0,0 0 0,0-1 0,1 1 0,-1 0 0,1 1 0,-1-1 0,1 0 0,0 1 0,0-1 0,0 1 0,0 0 0,0 0 0,0 0 0,0 0 0,0 0 0,5 1 0,9-2 0,-1 1 0,1 1 0,19 2 0,-14-1 0,-4 1 0,28-1 0,-44-1 0,1 0 0,-1 0 0,1 0 0,0-1 0,-1 1 0,1-1 0,-1 0 0,0 0 0,1 0 0,-1 0 0,0 0 0,1 0 0,1-2 0,-3 3 0,-1-1 0,0 1 0,0 0 0,0 0 0,0 0 0,0 0 0,0 0 0,0 0 0,1 0 0,-1-1 0,0 1 0,0 0 0,0 0 0,0 0 0,0 0 0,0-1 0,0 1 0,0 0 0,0 0 0,0 0 0,0 0 0,0 0 0,0-1 0,0 1 0,0 0 0,0 0 0,0 0 0,0 0 0,0-1 0,0 1 0,0 0 0,0 0 0,0 0 0,0 0 0,-1 0 0,1-1 0,0 1 0,0 0 0,0 0 0,0 0 0,0 0 0,0 0 0,0 0 0,-1 0 0,-9-5 0,-11 0 0,15 4 0,1 1 0,-1-1 0,0 1 0,1 1 0,-1-1 0,0 1 0,1 0 0,-1 0 0,1 0 0,-1 1 0,1 0 0,0 0 0,-8 4 0,10-4 0,-1 0 0,1 1 0,0 0 0,0 0 0,0 0 0,0 0 0,1 0 0,-1 0 0,1 1 0,0-1 0,0 1 0,0 0 0,0-1 0,1 1 0,-1 0 0,1 0 0,0 0 0,-1 9 0,0-3 0,1 1 0,1 0 0,0 0 0,0 0 0,1 0 0,0 0 0,1-1 0,0 1 0,1 0 0,7 18 0,-8-24 0,1 0 0,0-1 0,-1 1 0,2-1 0,-1 1 0,0-1 0,1 0 0,0 0 0,0-1 0,0 1 0,0-1 0,1 0 0,-1 0 0,1 0 0,0-1 0,0 1 0,0-1 0,0 0 0,0-1 0,0 1 0,0-1 0,1 0 0,8 0 0,-11-1 0,-1 1 0,0-1 0,0 0 0,0-1 0,0 1 0,0 0 0,0-1 0,0 1 0,0-1 0,0 1 0,0-1 0,0 0 0,0 0 0,0 0 0,0 0 0,-1 0 0,1-1 0,0 1 0,1-2 0,-1 0 0,1 0 0,-1 0 0,0 0 0,-1 0 0,1-1 0,0 1 0,-1-1 0,0 1 0,0-1 0,1-4 0,0-10 0,0 0 0,-1 0 0,-3-31 0,1 30 0,-1-18 0,1 12 0,0 1 0,5-37 0,-3 53 0,0-1 0,1 1 0,1 0 0,0 0 0,0 0 0,0 0 0,1 0 0,0 0 0,0 1 0,11-14 0,83-94 0,-51 53 0,64-114 0,-96 147 0,26-35 0,-38 63 0,0 9 0,-2 10 0,-2 465 0,-1-177 0,-3-256 0,5-49 0,-1 1 0,1 0 0,-1-1 0,1 1 0,-1-1 0,0 1 0,1-1 0,-1 1 0,0-1 0,0 1 0,-2 2 0,2-4 0,0 0 0,1 0 0,-1 1 0,1-1 0,-1 0 0,1 0 0,-1 0 0,0 1 0,1-1 0,-1 0 0,0 0 0,1 0 0,-1 0 0,1 0 0,-1 0 0,0 0 0,1-1 0,-1 1 0,0 0 0,1 0 0,-1 0 0,1-1 0,-1 1 0,1 0 0,-1-1 0,1 1 0,-1 0 0,1-1 0,-1 1 0,1-1 0,-1 1 0,0-1 0,-1-2 0,-1 0 0,1 0 0,0 0 0,0 0 0,0-1 0,0 1 0,1 0 0,0-1 0,-1 1 0,1-1 0,0 1 0,1-1 0,-2-4 0,-2-53 0,4 49 0,0 0 0,-1 0 0,2 0 0,0-1 0,0 1 0,1 0 0,1 0 0,0 0 0,0 0 0,1 1 0,1 0 0,0-1 0,0 1 0,1 1 0,1-1 0,0 1 0,0 0 0,1 1 0,0 0 0,1 0 0,0 1 0,0 0 0,17-11 0,138-72 0,-172 99 0,2-1 0,-1 2 0,1-1 0,1 1 0,-6 11 0,-34 65 0,42-79 0,1 0 0,-1 1 0,1-1 0,0 1 0,0 0 0,1-1 0,0 1 0,0 0 0,1 0 0,0 0 0,0 0 0,0 0 0,1 0 0,3 11 0,-3-13 0,1-1 0,0 1 0,1-1 0,-1 0 0,1 1 0,-1-1 0,1 0 0,1 0 0,-1-1 0,0 1 0,1-1 0,0 1 0,0-1 0,0-1 0,0 1 0,0 0 0,1-1 0,-1 0 0,1 0 0,9 3 0,6 0 0,0-1 0,31 3 0,11 2 0,133 26 0,-168-30-341,0-2 0,-1 0-1,31-2 1,-31-1-6485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06.6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1 124 24575,'5'-1'0,"0"-1"0,0 1 0,0-1 0,0 0 0,0 0 0,-1-1 0,6-2 0,9-6 0,-17 11 0,22-12 0,1 2 0,1 0 0,0 2 0,0 1 0,0 1 0,30-3 0,-28 6 0,39-9 0,-35 5 0,37-2 0,-61 8 0,1 1 0,-1 0 0,1 1 0,0-1 0,-1 2 0,1-1 0,-1 1 0,0 0 0,9 5 0,-11-4 0,-1 0 0,0 1 0,0 0 0,0 0 0,-1 0 0,1 1 0,-1 0 0,0 0 0,0 0 0,-1 0 0,0 0 0,1 1 0,-2-1 0,1 1 0,-1 0 0,0 0 0,0 0 0,0 0 0,1 12 0,-2-8 0,1 1 0,-1-1 0,-1 1 0,0 0 0,0-1 0,-1 1 0,0-1 0,-1 1 0,0-1 0,-1 0 0,-4 12 0,-3-7 0,0 0 0,-1 0 0,0-1 0,-1 0 0,-1-1 0,0 0 0,-22 15 0,-14 16 0,33-30 0,-29 19 0,34-26 0,0 1 0,1 0 0,-1 0 0,2 1 0,-1 1 0,-14 18 0,20-22 0,0 0 0,0 1 0,0 0 0,0 0 0,0 0 0,-3 11 0,7-16 0,0-1 0,-1 0 0,1 1 0,0-1 0,0 1 0,0-1 0,0 1 0,0-1 0,0 1 0,0-1 0,0 1 0,1-1 0,-1 1 0,1-1 0,-1 1 0,1-1 0,-1 0 0,1 1 0,0-1 0,0 0 0,-1 0 0,1 1 0,0-1 0,0 0 0,0 0 0,1 0 0,-1 0 0,0 0 0,0 0 0,0-1 0,1 1 0,-1 0 0,0-1 0,1 1 0,2 0 0,12 3 0,0 0 0,0-2 0,1 0 0,-1 0 0,1-2 0,-1 0 0,27-4 0,7 2 0,369 0-1365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09.2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1057 503 24575,'0'-1'0,"0"0"0,0 0 0,-1 0 0,1 0 0,-1 0 0,1 0 0,-1 0 0,1 0 0,-1 0 0,1 0 0,-1 0 0,0 0 0,0 1 0,1-1 0,-1 0 0,0 0 0,0 1 0,0-1 0,0 1 0,0-1 0,0 1 0,0-1 0,0 1 0,0 0 0,0-1 0,0 1 0,-1 0 0,-33-7 0,31 7 0,-33-3 0,-46 3 0,58 2 0,-1-2 0,1-1 0,-1-1 0,-45-9 0,43 4 0,0 2 0,-1 0 0,-37 0 0,-89 7 0,57 0 0,62-3 0,11 0 0,-1 1 0,1 1 0,0 1 0,-41 9 0,60-10 0,1 1 0,1-1 0,-1 1 0,0 0 0,0 0 0,1 0 0,-1 1 0,1 0 0,-1 0 0,1 0 0,0 0 0,0 1 0,1-1 0,-1 1 0,1 0 0,0 0 0,0 0 0,0 1 0,0-1 0,1 1 0,0-1 0,0 1 0,0 0 0,0 0 0,1 0 0,0 0 0,0 0 0,-1 9 0,2-10 0,0 0 0,0 0 0,0 0 0,1 0 0,-1 0 0,1-1 0,0 1 0,0 0 0,0 0 0,0-1 0,1 1 0,-1-1 0,1 1 0,0-1 0,0 0 0,0 1 0,4 3 0,-1-3 0,0 0 0,0 0 0,0 0 0,0-1 0,0 0 0,1 0 0,0 0 0,-1 0 0,13 2 0,3 0 0,1-1 0,0 0 0,0-2 0,44-2 0,513-4-371,-400 4 108,-163 0 263,0-2 0,0 0 0,-1-1 0,1-1 0,19-6 0,75-35 0,-93 38 0,11-5 106,-1-1 0,0-1 0,45-34 1,-64 42-95,-1 1 0,0-2 1,0 1-1,-1-1 0,0 0 1,0-1-1,0 0 0,-1 1 1,0-2-1,-1 1 0,0 0 1,0-1-1,0 0 0,-2 0 1,1 0-1,2-14 0,-4 16-12,-1-1 0,1 1 0,-1-1 0,0 1 0,-1-1 0,0 1 0,0 0 0,-3-9 0,3 13 0,0 0 0,0 1 0,-1-1 0,1 1 0,-1-1 0,0 1 0,0-1 0,0 1 0,0 0 0,0 0 0,0 0 0,0 0 0,-1 1 0,1-1 0,-1 0 0,1 1 0,-1 0 0,0-1 0,1 1 0,-1 0 0,0 1 0,0-1 0,-4 0 0,4 0 0,-1 0 0,1 1 0,0-1 0,0 1 0,0 0 0,-1 0 0,1 0 0,0 1 0,0-1 0,0 1 0,-1 0 0,1-1 0,0 1 0,0 1 0,0-1 0,0 0 0,1 1 0,-1-1 0,0 1 0,0 0 0,-2 3 0,2-2 0,0 1 0,0 0 0,1 0 0,-1 1 0,1-1 0,0 0 0,0 1 0,1-1 0,-1 1 0,1 0 0,0-1 0,0 1 0,0 9 0,0 1 0,0 1 0,1 0 0,1-1 0,0 1 0,1 0 0,9 30 0,-9-38 0,1 0 0,1 0 0,0 0 0,0 0 0,0 0 0,1-1 0,0 0 0,0 0 0,1 0 0,0-1 0,0 0 0,1 0 0,-1 0 0,9 4 0,1 1 0,1-1 0,1 0 0,28 10 0,-39-17 0,-1-1 0,1 0 0,0-1 0,0 0 0,0 0 0,0 0 0,0-1 0,0 0 0,-1 0 0,1-1 0,0 0 0,0 0 0,13-5 0,-15 4 0,0 0 0,0-1 0,0 0 0,0 0 0,0 0 0,-1-1 0,0 1 0,1-1 0,-1 0 0,0-1 0,5-8 0,-2 4 0,-1-1 0,-1 0 0,1-1 0,5-19 0,-9 25 0,0 1 0,0 0 0,0 1 0,0-1 0,0 0 0,1 1 0,-1-1 0,5-4 0,-6 8 0,-1-1 0,1 1 0,0-1 0,-1 1 0,1-1 0,0 1 0,-1-1 0,1 1 0,0 0 0,-1-1 0,1 1 0,0 0 0,0 0 0,-1 0 0,1 0 0,0-1 0,0 1 0,-1 0 0,1 0 0,0 0 0,1 1 0,-1-1 0,0 1 0,0-1 0,-1 1 0,1 0 0,0-1 0,0 1 0,0 0 0,0 0 0,-1 0 0,1 0 0,0-1 0,-1 1 0,1 0 0,0 0 0,-1 0 0,0 0 0,1 1 0,-1-1 0,1 1 0,10 39 0,-9-47 0,1 0 0,0 0 0,0 1 0,1-1 0,0 1 0,0 0 0,0 0 0,1 0 0,-1 1 0,1-1 0,0 1 0,1 0 0,-1 1 0,0-1 0,1 1 0,0 0 0,0 1 0,0-1 0,0 1 0,0 1 0,9-3 0,11-1 0,0 1 0,0 1 0,51 1 0,-43 1 0,-15 0 0,-1 1 0,0 0 0,34 6 0,-49-5 0,1 0 0,0 0 0,-1 0 0,1 0 0,-1 0 0,0 1 0,1-1 0,-1 1 0,0 0 0,0 0 0,0 0 0,0 1 0,0-1 0,-1 1 0,1-1 0,-1 1 0,1 0 0,-1 0 0,0 0 0,0 0 0,-1 0 0,1 1 0,0-1 0,1 6 0,0 10 0,-1 0 0,0 0 0,-2 1 0,0-1 0,-3 20 0,6-107 0,21-26 0,-16 69 0,-1 0 0,-1 0 0,-1-1 0,1-32 0,-5 30 0,2 1 0,10-51 0,-9 55 0,2-44 0,-3 20 0,-2 43 0,0 0 0,0 1 0,0-1 0,0 1 0,0 0 0,1-1 0,-1 1 0,1 0 0,0 0 0,4-5 0,-6 7 0,1 0 0,-1 1 0,1-1 0,-1 1 0,1 0 0,-1-1 0,1 1 0,-1-1 0,1 1 0,0 0 0,-1-1 0,1 1 0,-1 0 0,1 0 0,0-1 0,-1 1 0,1 0 0,0 0 0,0 0 0,-1 0 0,1 0 0,0 0 0,0 0 0,0 1 0,0-1 0,0 1 0,0 0 0,0-1 0,0 1 0,0 0 0,0 0 0,0 0 0,0 0 0,-1 0 0,1 0 0,0 0 0,-1 0 0,1 0 0,-1 0 0,1 0 0,-1 0 0,1 2 0,7 25 0,8 41 0,-9-38 0,-1 11 0,-2-1 0,-1 1 0,-5 61 0,1-35 0,1-61 0,-1-1 0,1 1 0,-1-1 0,-1 1 0,1-1 0,-1 0 0,0 1 0,-1-1 0,1 0 0,-1-1 0,0 1 0,-1 0 0,1-1 0,-1 1 0,0-1 0,-1 0 0,1-1 0,-1 1 0,0-1 0,0 0 0,0 0 0,-1 0 0,1-1 0,-1 0 0,0 0 0,0 0 0,0-1 0,0 0 0,-1 0 0,-6 1 0,9-2 0,0 0 0,0-1 0,-1 1 0,1-1 0,0 0 0,0 0 0,-1 0 0,1-1 0,0 1 0,0-1 0,0 0 0,0 0 0,0-1 0,0 1 0,0-1 0,0 0 0,0 0 0,1 0 0,-1 0 0,1-1 0,-5-3 0,5 2 0,-1 0 0,1-1 0,1 1 0,-1 0 0,1-1 0,-1 0 0,1 1 0,0-1 0,1 0 0,0 0 0,-1 0 0,1 0 0,1 0 0,-1-1 0,1 1 0,0 0 0,1-6 0,0 5 0,0 0 0,1 0 0,0 1 0,0-1 0,0 1 0,1-1 0,0 1 0,0 0 0,0 0 0,1 0 0,0 0 0,0 1 0,0-1 0,0 1 0,1 0 0,6-4 0,0-1 0,0 1 0,1 1 0,0 0 0,0 0 0,1 1 0,14-4 0,0 4 0,-1 1 0,1 2 0,0 1 0,1 1 0,46 4 0,-11-1 0,-53-2 0,0 1 0,0 0 0,-1 1 0,1 0 0,-1 1 0,1 0 0,-1 0 0,0 1 0,0 0 0,8 5 0,-12-6 0,0 0 0,0 1 0,-1-1 0,1 1 0,-1 0 0,0 0 0,0 0 0,0 1 0,-1-1 0,0 1 0,0 0 0,0 0 0,0 0 0,-1 0 0,0 1 0,0-1 0,0 1 0,1 6 0,-3-9 0,0-1 0,0 1 0,0-1 0,-1 1 0,1 0 0,-1-1 0,1 0 0,-1 1 0,-1 2 0,-4 1 0,0-17 0,6 10 0,-1-1 0,1 1 0,0 0 0,0-1 0,0 1 0,0 0 0,0-1 0,0 1 0,1 0 0,-1-1 0,0 1 0,1 0 0,-1 0 0,0-1 0,1 1 0,0 0 0,-1 0 0,1 0 0,0 0 0,-1 0 0,3-2 0,-1 1 0,0 0 0,1 0 0,-1 0 0,1 1 0,-1-1 0,1 1 0,0 0 0,0-1 0,3 0 0,5-1 0,1 1 0,0-1 0,20 0 0,25 4 0,-45 0 0,-1 0 0,1-1 0,0 0 0,-1-1 0,1-1 0,-1 1 0,0-2 0,16-4 0,-27 7 0,1 0 0,-1 0 0,0 0 0,0 0 0,0 0 0,1 0 0,-1 0 0,0 0 0,0 0 0,0-1 0,1 1 0,-1 0 0,0 0 0,0 0 0,0 0 0,1 0 0,-1 0 0,0 0 0,0-1 0,0 1 0,0 0 0,0 0 0,1 0 0,-1 0 0,0-1 0,0 1 0,0 0 0,0 0 0,0 0 0,0-1 0,0 1 0,0 0 0,0 0 0,0 0 0,0-1 0,0 1 0,1 0 0,-2 0 0,1 0 0,0-1 0,0 1 0,0 0 0,0 0 0,0 0 0,0-1 0,0 1 0,0 0 0,0-1 0,-13-4 0,-19 0 0,27 5 0,1-1 0,0 1 0,-1 0 0,1 1 0,-1-1 0,1 1 0,0-1 0,-1 1 0,1 1 0,0-1 0,0 1 0,0-1 0,0 1 0,0 0 0,-5 4 0,6-3 0,0 0 0,1 0 0,-1 0 0,0 1 0,1-1 0,0 1 0,0-1 0,0 1 0,0 0 0,1 0 0,-1 0 0,1 0 0,0 0 0,0 0 0,1 0 0,-1 7 0,0-2 0,0 0 0,1 0 0,0 0 0,1 0 0,0 0 0,0 0 0,1 0 0,0 0 0,1 0 0,0 0 0,8 16 0,-8-21 0,0 1 0,0 0 0,0-1 0,1 0 0,0 0 0,0 0 0,0 0 0,0-1 0,1 1 0,-1-1 0,1 0 0,0 0 0,0-1 0,0 0 0,0 1 0,0-2 0,1 1 0,-1-1 0,1 1 0,9-1 0,-11 0 0,1 0 0,0-1 0,-1 0 0,1 0 0,0 0 0,-1-1 0,1 0 0,0 0 0,-1 0 0,1 0 0,-1-1 0,0 1 0,1-1 0,-1 0 0,0-1 0,0 1 0,0-1 0,0 0 0,4-3 0,-4 1 0,-1 0 0,1 0 0,-1 0 0,0-1 0,0 1 0,0-1 0,-1 1 0,0-1 0,0 0 0,-1 0 0,1 0 0,-1 0 0,0 0 0,-1-8 0,1 6 0,0 1 0,-1-1 0,0 1 0,-1 0 0,1-1 0,-2 1 0,1 0 0,-1-1 0,0 1 0,0 0 0,-1 0 0,0 1 0,0-1 0,-1 0 0,-8-11 0,12 18 0,-1-1 0,1 0 0,-1 1 0,1-1 0,-1 0 0,1 1 0,-1-1 0,1 0 0,0 0 0,-1 0 0,1 1 0,0-1 0,0 0 0,0 0 0,-1 0 0,1 0 0,0 1 0,0-1 0,0 0 0,0 0 0,1 0 0,-1 0 0,0 1 0,0-1 0,1-2 0,0 2 0,0 1 0,0-1 0,0 0 0,0 0 0,0 0 0,0 1 0,0-1 0,0 0 0,0 1 0,0-1 0,1 1 0,-1-1 0,0 1 0,0 0 0,2-1 0,8 0 0,0 0 0,0 0 0,14 2 0,-16-1 0,1 0 0,1 0 0,0 1 0,-1 0 0,1 1 0,-1 0 0,1 0 0,15 7 0,-22-7 0,0 0 0,0 1 0,-1-1 0,1 1 0,-1-1 0,1 1 0,-1 0 0,0 1 0,0-1 0,-1 0 0,1 1 0,-1 0 0,1-1 0,-1 1 0,0 0 0,0 0 0,-1 0 0,0 1 0,1-1 0,-1 0 0,0 7 0,1 6 0,0 0 0,-3 31 0,0-36 0,0-1 0,1 1 0,1 0 0,0 0 0,0 0 0,1 0 0,6 20 0,5-13 0,-12-18 0,-1-1 0,1 0 0,-1 1 0,1-1 0,-1 0 0,0 0 0,1 1 0,-1-1 0,1 0 0,-1 0 0,1 0 0,0 0 0,-1 0 0,1 0 0,-1 0 0,1 0 0,-1 0 0,1 0 0,-1 0 0,1 0 0,-1 0 0,1 0 0,-1 0 0,2-1 0,-1 0 0,1 0 0,-1-1 0,0 1 0,1-1 0,-1 1 0,0-1 0,0 0 0,0 0 0,0 1 0,0-1 0,0 0 0,0 0 0,-1 0 0,1 0 0,0 0 0,-1 0 0,1-4 0,4-47 0,-3-1 0,-4-73 0,-1 21 0,1 44 0,0 31 0,2 0 0,5-44 0,-5 74 3,0 1-1,0-1 1,1 0-1,-1 1 1,0-1-1,0 1 0,1-1 1,-1 0-1,1 1 1,-1-1-1,0 1 1,1-1-1,-1 1 1,1-1-1,-1 1 1,1 0-1,-1-1 1,1 1-1,0 0 1,-1-1-1,1 1 0,-1 0 1,1-1-1,0 1 1,-1 0-1,1 0 1,0 0-1,-1 0 1,1 0-1,0 0 1,-1 0-1,1 0 1,0 0-1,-1 0 0,1 0 1,0 0-1,-1 0 1,1 1-1,0-1 1,-1 0-1,1 0 1,-1 1-1,1-1 1,-1 0-1,1 1 1,0-1-1,0 1 0,30 19-1485,-17-7-5343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09.5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308 1 24575,'-66'-1'0,"-78"3"0,140-1 0,0-1 0,0 1 0,1 0 0,-1 0 0,0 0 0,0 0 0,1 0 0,-1 1 0,1 0 0,-1 0 0,1 0 0,-1 0 0,1 1 0,0-1 0,0 1 0,-3 3 0,3-1 0,-1 0 0,1 0 0,0 0 0,0 1 0,0-1 0,1 1 0,0 0 0,0 0 0,-2 9 0,1 5 0,1 1 0,1 0 0,1-1 0,1 1 0,3 21 0,-3-36 0,-1 0 0,1 0 0,1-1 0,-1 1 0,1-1 0,0 1 0,0-1 0,0 0 0,1 1 0,0-1 0,0 0 0,0-1 0,1 1 0,-1-1 0,1 1 0,9 6 0,-7-7 0,0 0 0,1 0 0,0-1 0,-1 0 0,1 0 0,1-1 0,-1 0 0,0 0 0,0-1 0,1 0 0,-1 0 0,12 0 0,-10-1 0,1 0 0,0 0 0,-1-1 0,1 0 0,0 0 0,-1-1 0,0 0 0,1-1 0,-1 0 0,0-1 0,0 0 0,0 0 0,-1-1 0,0 0 0,0 0 0,0-1 0,0 0 0,-1-1 0,0 1 0,0-1 0,-1-1 0,0 1 0,7-12 0,5-8-341,-2-1 0,0 0-1,11-30 1,-18 34-6485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09.7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24575,'0'515'0,"3"-482"0,1-1 0,2 1 0,1-1 0,18 50 0,-14-48 0,-10-30-124,0-1 0,0 1 0,1-1 0,-1 0 0,1 0 0,0 0-1,0 0 1,0 0 0,1 0 0,2 3 0,10 5-6702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10.8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85 24575,'24'-10'0,"-7"2"0,109-18 0,-99 20 0,1 1 0,-1 2 0,1 0 0,35 2 0,-31 1 0,1-2 0,47-8 0,-50 4-1365,-4 1-5461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11.1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0 24575,'-1'0'0,"0"0"0,0 1 0,0-1 0,0 1 0,0-1 0,0 1 0,0-1 0,0 1 0,0-1 0,0 1 0,0 0 0,0-1 0,1 1 0,-1 0 0,0 0 0,1 0 0,-1-1 0,0 1 0,1 0 0,-1 0 0,1 0 0,-1 0 0,1 0 0,0 0 0,-1 0 0,1 0 0,0 2 0,-7 32 0,7-32 0,-2 14 0,0 1 0,2-1 0,1 23 0,-1-35 0,1 0 0,0 0 0,0 0 0,0 0 0,1-1 0,-1 1 0,1 0 0,0-1 0,1 1 0,-1-1 0,1 0 0,-1 0 0,1 0 0,1 0 0,-1-1 0,6 6 0,1-1 0,-1 0 0,1-1 0,1 0 0,-1-1 0,1 0 0,1 0 0,-1-2 0,1 1 0,-1-1 0,1-1 0,0 0 0,1-1 0,15 2 0,-12-4 0,0 1 0,0 1 0,0 0 0,-1 2 0,1-1 0,-1 2 0,24 10 0,-37-14 0,0 0 0,1 1 0,-1 0 0,0-1 0,0 1 0,0 0 0,0 0 0,-1 0 0,1 0 0,0 1 0,-1-1 0,0 0 0,1 1 0,-1-1 0,0 1 0,0-1 0,-1 1 0,1-1 0,0 1 0,-1 0 0,1-1 0,-1 1 0,0 0 0,0-1 0,0 1 0,0 0 0,-1-1 0,1 1 0,-1 0 0,0-1 0,1 1 0,-1-1 0,0 1 0,0-1 0,-1 1 0,1-1 0,-1 0 0,1 1 0,-1-1 0,1 0 0,-1 0 0,0 0 0,0 0 0,0-1 0,0 1 0,-5 2 0,-16 5 33,-41 11-1,47-15-270,0 0 0,1 0-1,-1 2 1,1 0-1,-18 11 1,18-8-6588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11.5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86 24575,'0'-5'0,"5"-2"0,7 1 0,6 0 0,6 3 0,-2-5 0,1 0 0,1 1 0,3 2 0,0 2 0,-3-4 0,-1-1 0,1 1 0,-4 2-8191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11.9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24575,'-2'77'0,"5"87"0,-3-158 0,1-1 0,0 1 0,1 0 0,-1-1 0,1 1 0,0-1 0,1 0 0,-1 0 0,1 0 0,0 0 0,1 0 0,-1 0 0,1-1 0,-1 0 0,2 0 0,6 7 0,6 1 0,0-1 0,0 0 0,26 11 0,-20-11 0,-9-4 0,1-2 0,0 0 0,15 3 0,-14-3 0,1-1 0,21 11 0,-1 1 0,-26-12 0,0 0 0,-1 1 0,0 0 0,0 1 0,0 0 0,-1 0 0,1 1 0,12 12 0,-21-18 0,0 0 0,-1 0 0,1 0 0,0 0 0,0 0 0,-1 1 0,1-1 0,0 0 0,-1 0 0,1 1 0,-1-1 0,0 0 0,1 1 0,-1-1 0,0 0 0,0 1 0,0-1 0,0 1 0,0-1 0,0 0 0,0 1 0,0-1 0,-1 3 0,-1-2 0,1 1 0,0-1 0,-1 0 0,1 0 0,-1 0 0,0 0 0,1 0 0,-1 0 0,0-1 0,0 1 0,-5 2 0,-4 3 0,-1-1 0,0-1 0,-24 8 0,17-8-273,-2-1 0,1 0 0,0-1 0,-23 0 0,17-2-6553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14.7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62 24575,'19'-1'0,"-1"-1"0,1-1 0,22-6 0,-20 4 0,42-5 0,17 10 0,-57 1 0,0-1 0,0-1 0,0-1 0,37-8 0,-26 3-273,1 1 0,-1 2 0,1 2 0,49 2 0,-58 0-6553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14.9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24 24575,'516'0'0,"-499"-1"-287,0-1 0,0 0 0,31-10-1,-45 11 72,18-4-6610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15.1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 0 24575,'18'17'0,"1"-2"0,37 24 0,-32-24 0,33 28 0,-50-36 0,1 1 0,-1-1 0,-1 1 0,0 0 0,0 1 0,0-1 0,-1 1 0,7 16 0,-10-19 0,0 0 0,0 0 0,0 0 0,-1 0 0,0 1 0,-1-1 0,1 0 0,-1 0 0,0 1 0,-1-1 0,1 0 0,-1 0 0,0 0 0,-1 0 0,-3 10 0,2-11 0,1 1 0,-1-1 0,-1 0 0,1 0 0,-1 0 0,0 0 0,0-1 0,0 1 0,-1-1 0,1 0 0,-8 4 0,-6 3 0,0-1 0,-19 8 0,-10 6 0,-20 11-1365,51-24-5461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44.6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97 273 24575,'0'2'0,"1"-1"0,-1 0 0,0 0 0,1 0 0,-1 0 0,1 0 0,-1 0 0,1 0 0,-1 0 0,1 0 0,0 0 0,0 0 0,-1 0 0,1 0 0,0 0 0,0 0 0,0-1 0,0 1 0,0 0 0,0-1 0,0 1 0,0-1 0,0 1 0,0-1 0,0 0 0,1 1 0,-1-1 0,0 0 0,0 0 0,0 1 0,0-1 0,1 0 0,1-1 0,2 2 0,0-1 0,0-1 0,0 1 0,0-1 0,0 1 0,9-4 0,-7 1 0,-1 0 0,1 0 0,-1-1 0,0 0 0,0 0 0,0 0 0,0-1 0,-1 0 0,0 0 0,0 0 0,0 0 0,0-1 0,-1 0 0,0 0 0,-1-1 0,1 1 0,-1-1 0,0 1 0,-1-1 0,1 0 0,-1 0 0,-1 0 0,1 0 0,-1 0 0,-1-1 0,1 1 0,-1 0 0,-1 0 0,1-1 0,-1 1 0,0 0 0,-1 0 0,0 0 0,-2-7 0,1 9 0,0 1 0,0 0 0,0 0 0,-1 0 0,0 0 0,0 1 0,0-1 0,0 1 0,0 0 0,0 0 0,-1 0 0,0 1 0,1-1 0,-1 1 0,0 1 0,-7-3 0,-6-1 0,1 1 0,-1 0 0,-27-1 0,42 4 0,-1 1 0,0 0 0,1 0 0,-1 0 0,0 0 0,0 1 0,1-1 0,-1 1 0,1 0 0,-1 0 0,1 0 0,-1 1 0,1-1 0,-1 1 0,1 0 0,0 0 0,-5 4 0,5-3 0,1 0 0,-1 1 0,1 0 0,0-1 0,0 1 0,0 0 0,0 0 0,1 0 0,-1 1 0,1-1 0,0 0 0,1 0 0,-1 1 0,0 8 0,0 0 0,1 1 0,0 0 0,1 0 0,0 0 0,1-1 0,8 28 0,-7-31 0,2-1 0,-1 1 0,1-1 0,0 0 0,1 0 0,0 0 0,1-1 0,0 0 0,14 13 0,-8-9 0,1 0 0,0 0 0,18 10 0,-24-18 0,0 0 0,0-1 0,0 0 0,0 0 0,0-1 0,1 0 0,-1 0 0,18 1 0,-14-3-107,54 1 347,-62-1-355,0 0 0,1-1 0,-1 0-1,0 0 1,1 0 0,-1 0 0,0-1-1,0 0 1,0 0 0,0 0 0,-1 0-1,5-3 1,5-9-6711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44.8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1 102 24575,'0'-5'0,"5"-3"0,7 2 0,7 0 0,4 2 0,5 2 0,2 1 0,1 0 0,-5-4 0,-1-2 0,0 1 0,1 1 0,1 2 0,-4-4 0,-1-1 0,1 1 0,-3-3 0,-6-1-8191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45.2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24575,'-1'87'0,"3"99"0,-2-183 0,1-1 0,-1 1 0,0-1 0,1 1 0,-1 0 0,1-1 0,0 1 0,0-1 0,0 1 0,0-1 0,1 0 0,-1 0 0,0 1 0,1-1 0,0 0 0,-1 0 0,1 0 0,0-1 0,0 1 0,0 0 0,0-1 0,5 3 0,1-1 0,-1 0 0,2-1 0,-1 1 0,0-2 0,15 2 0,-16-3 0,0 1 0,0 0 0,-1 0 0,1 1 0,0-1 0,-1 1 0,1 1 0,-1-1 0,0 1 0,11 7 0,-14-8 4,-1 0 0,1 0-1,-1 0 1,0 0-1,0 1 1,0-1 0,0 1-1,0 0 1,0 0 0,-1-1-1,1 1 1,-1 0-1,0 0 1,0 0 0,0 0-1,0 1 1,0-1 0,-1 0-1,1 0 1,-1 0-1,0 1 1,0-1 0,0 0-1,-1 0 1,1 1 0,-1-1-1,0 0 1,0 0-1,0 0 1,0 0 0,0 0-1,-4 5 1,2-2-103,-1 0 0,-1 0 0,1-1 0,-1 0 0,0 0 0,0 0 0,-1 0 0,0-1 0,1 0 0,-1 0 0,-1-1 0,1 1 0,0-2 0,-8 4 0,-7 0-6727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45.4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71 24575,'5'0'0,"7"0"0,7 0 0,-1-5 0,3-1 0,2-1 0,3 2 0,2-4 0,1 0 0,1 1 0,-5-3 0,-6 1-8191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45.8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24575,'0'10'0,"-1"0"0,2-1 0,-1 1 0,1-1 0,1 1 0,0-1 0,0 0 0,1 0 0,0 1 0,0-2 0,1 1 0,1 0 0,-1-1 0,1 0 0,1 0 0,-1 0 0,1-1 0,1 1 0,-1-2 0,14 12 0,39 24 0,-44-33 0,-1 1 0,0 0 0,-1 1 0,0 0 0,0 1 0,14 19 0,-26-29 4,1 0 0,-1 1 0,1-1 0,-1 1 0,0 0-1,0-1 1,-1 1 0,1 0 0,0-1 0,-1 1 0,0 0 0,1 0-1,-1 0 1,0-1 0,-1 1 0,1 0 0,0 0 0,-1 0 0,1-1 0,-1 1-1,0 0 1,0-1 0,0 1 0,0 0 0,-1-1 0,1 0 0,-1 1-1,1-1 1,-1 0 0,-2 3 0,0-2-87,1 1 1,0-1-1,-1 0 1,1 0-1,-1 0 1,0-1-1,0 1 1,0-1-1,0 0 1,-1 0-1,1 0 1,-1-1-1,1 0 1,-1 0-1,1 0 1,-1 0-1,-6 0 1,-10-4-6744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46.1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64 24575,'19'-1'0,"-1"-1"0,1-1 0,22-6 0,-20 4 0,42-4 0,-30 6 0,-1-1 0,38-10 0,-32 8-45,1 1 0,0 2 0,73 4 0,-51 0-1140,-35-1-5641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46.4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24575,'546'0'-1365,"-521"0"-5461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46.7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190 1 24575,'-17'0'0,"3"-1"0,0 1 0,1 1 0,-1 0 0,-23 6 0,33-6 0,0 0 0,0 0 0,1 1 0,-1 0 0,1 0 0,-1 0 0,1 0 0,-1 1 0,1-1 0,0 1 0,0 0 0,0 0 0,1 0 0,-1 0 0,1 0 0,-1 1 0,1-1 0,0 1 0,1-1 0,-3 7 0,-1 10 0,1-1 0,1 0 0,1 1 0,0 0 0,2 0 0,0-1 0,4 22 0,-1 16 0,-4-1-120,0-32 171,1 0-1,1 0 1,1 0-1,9 42 1,-10-60-116,1 0 0,0 0 0,1 0-1,0 0 1,0 0 0,0 0 0,1-1 0,-1 1 0,1-1 0,1 0 0,-1-1-1,1 1 1,0-1 0,0 1 0,0-2 0,0 1 0,1 0 0,-1-1 0,1 0-1,0 0 1,0-1 0,9 3 0,11 2-6761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47.2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93 24575,'0'-2'0,"1"1"0,-1-1 0,1 0 0,-1 0 0,1 0 0,0 1 0,-1-1 0,1 1 0,0-1 0,0 0 0,0 1 0,0-1 0,1 1 0,-1 0 0,0-1 0,3-1 0,28-20 0,-22 17 0,-2 1 0,1 0 0,-1 1 0,1 0 0,0 1 0,0 0 0,0 0 0,0 1 0,0 0 0,0 1 0,1 0 0,-1 0 0,1 1 0,-1 0 0,1 1 0,9 1 0,-7 0 0,0 1 0,0 0 0,0 1 0,0 0 0,0 0 0,-1 2 0,0-1 0,0 1 0,0 1 0,18 15 0,-25-18 0,0 0 0,0 1 0,0 0 0,-1 0 0,0 0 0,0 0 0,0 0 0,0 1 0,-1 0 0,0-1 0,0 1 0,-1 0 0,0 0 0,0 0 0,0 0 0,0 0 0,-1 0 0,0 0 0,-1 6 0,0-3 0,0-1 0,0 1 0,-1-1 0,0 0 0,-1 0 0,0 0 0,0 0 0,0 0 0,-1 0 0,-1-1 0,1 0 0,-10 12 0,-17 13 0,11-11 0,-34 44 0,49-59 0,1 0 0,0 1 0,0 0 0,1 0 0,0 0 0,0 0 0,1 1 0,0-1 0,0 0 0,0 1 0,1 0 0,0 7 0,1-11 0,0-1 0,0 0 0,1 0 0,-1 1 0,1-1 0,0 0 0,0 0 0,0 0 0,0 0 0,0 0 0,1 0 0,-1 0 0,1 0 0,0-1 0,0 1 0,4 4 0,-2-4 0,0 0 0,0 0 0,0 0 0,1 0 0,-1-1 0,1 1 0,0-1 0,-1-1 0,10 3 0,6 0 0,1-1 0,-1-1 0,1-1 0,24-2 0,-37 1 0,46-1 0,-1-3 0,55-12 0,-79 11-1365,-3 1-5461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47.5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24575,'5'0'0,"7"0"0,2 5 0,2 7 0,0 6 0,-3 6 0,-5 3 0,-2 3 0,-3 1 0,-2 1 0,-7-6 0,-1-1 0,-5-6 0,-1 0 0,-3-4 0,2 1 0,2-2-8191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48.0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1 503 24575,'1'-4'0,"0"0"0,1 0 0,0 0 0,0 1 0,0-1 0,0 0 0,0 1 0,1-1 0,-1 1 0,6-6 0,11-16 0,109-209 0,-120 218 0,-2 0 0,0 0 0,-1 0 0,0-1 0,-2 0 0,0 0 0,-1 0 0,0 0 0,-2-31 0,3 61 0,0 1 0,1 0 0,8 19 0,-3-9 0,11 46 0,-15-34 0,-2-1 0,-1 1 0,-6 72 0,3-101 0,-1 1 0,0 0 0,0-1 0,0 0 0,-1 1 0,-1-1 0,-6 12 0,2-5 0,7-13 0,1 0 0,-1 0 0,1-1 0,0 1 0,-1 0 0,1 0 0,0 0 0,0 0 0,-1-1 0,1 1 0,0 0 0,0 0 0,0 0 0,0 0 0,0 0 0,0 0 0,0 0 0,0 0 0,1-1 0,-1 1 0,0 0 0,0 0 0,1 0 0,-1 0 0,1 0 0,0 1 0,0-1 0,1 0 0,-1 0 0,0 0 0,1 0 0,-1-1 0,0 1 0,1 0 0,-1 0 0,1-1 0,-1 1 0,1-1 0,2 1 0,6 0 0,1 1 0,1-2 0,14 0 0,-17 0 0,14 0-102,17 1-214,0-3 1,0 0-1,78-17 0,-97 14-6510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48.6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24575,'5'1'0,"0"1"0,-1 0 0,1 1 0,-1-1 0,1 1 0,-1 0 0,0 0 0,0 0 0,0 1 0,-1-1 0,1 1 0,2 4 0,4 2 0,15 13 0,-2 3 0,0 0 0,26 38 0,-41-51 0,-1 0 0,0 0 0,0 1 0,-1 0 0,-1 0 0,-1 1 0,0-1 0,0 1 0,-2 0 0,2 17 0,-3-15 0,-1-1 0,0 1 0,-1 0 0,0-1 0,-2 1 0,0-1 0,-1 0 0,0 0 0,-1 0 0,-1 0 0,-1-1 0,0 0 0,-1 0 0,0-1 0,-18 22 0,-27 29-1365,34-44-5461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50.6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 36 24575,'0'271'0,"-4"-244"0,-2-21 0,-2-17 0,3-10 0,1 1 0,1-1 0,0 1 0,2-1 0,0 0 0,4-37 0,-1 6 0,-3 48 0,1-1 0,0 1 0,1-1 0,-1 1 0,1-1 0,0 1 0,0 0 0,0-1 0,1 1 0,-1 0 0,1 0 0,0 0 0,0 0 0,4-5 0,-3 6 0,0 1 0,0-1 0,1 1 0,-1 0 0,1 0 0,-1 0 0,1 0 0,-1 1 0,1-1 0,0 1 0,0 0 0,0 0 0,0 0 0,0 1 0,0-1 0,6 1 0,-4 0 0,-1 0 0,0 0 0,0 1 0,1-1 0,-1 1 0,0 1 0,0-1 0,0 0 0,0 1 0,0 0 0,0 1 0,-1-1 0,1 1 0,0-1 0,-1 1 0,0 1 0,6 5 0,2 4 0,-1 0 0,0 1 0,17 31 0,-18-28 0,1 0 0,20 24 0,-26-35 0,0 0 0,-1 0 0,0 0 0,0 1 0,-1 0 0,0 0 0,4 12 0,-4-12 0,-4-11 0,1 0 0,0 0 0,1 0 0,-1 0 0,1 1 0,0-1 0,0 0 0,0 0 0,0 0 0,1 1 0,2-7 0,27-51 0,-26 52 0,-4 6 0,1 0 0,0 0 0,0-1 0,1 1 0,-1 0 0,1 1 0,-1-1 0,1 0 0,0 1 0,0 0 0,0-1 0,0 1 0,1 0 0,-1 1 0,1-1 0,-1 1 0,1-1 0,-1 1 0,1 0 0,0 0 0,-1 1 0,1-1 0,0 1 0,0 0 0,0 0 0,-1 0 0,1 0 0,0 1 0,0-1 0,-1 1 0,1 0 0,0 0 0,-1 0 0,1 1 0,-1-1 0,1 1 0,-1 0 0,0 0 0,0 0 0,0 1 0,0-1 0,0 1 0,0-1 0,-1 1 0,1 0 0,-1 0 0,0 0 0,0 0 0,0 1 0,0-1 0,0 1 0,1 4 0,1 13-37,-1-1-1,-1 0 0,-1 0 1,-1 1-1,-3 22 0,2-8-1101,0-8-5687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50.9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85 24575,'5'0'0,"2"-5"0,5-2 0,0-4 0,4-1 0,3 2 0,5 2 0,2 3 0,3 2 0,-4-3 0,-1-1 0,0 1 0,-3 1-8191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51.2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24575,'0'1'0,"0"12"0,0 0 0,1 1 0,0-1 0,5 20 0,-5-29 0,0 0 0,1 0 0,0 0 0,0-1 0,0 1 0,0-1 0,0 1 0,1-1 0,-1 0 0,1 0 0,0 0 0,0 0 0,0 0 0,0-1 0,1 0 0,-1 1 0,1-1 0,5 3 0,9 3 0,0-1 0,-1 1 0,0 1 0,-1 0 0,18 14 0,-31-20-34,-1-1 0,1 1 0,-1 0 0,1 0 0,-1 1-1,0-1 1,0 0 0,-1 1 0,1-1 0,-1 1 0,1-1 0,-1 1 0,0 0-1,0 0 1,-1-1 0,1 1 0,-1 0 0,0 0 0,0 0 0,0 0-1,-1-1 1,1 1 0,-1 0 0,0 0 0,0 0 0,0-1 0,-1 1 0,1-1-1,-1 1 1,0-1 0,0 0 0,0 1 0,0-1 0,0 0 0,-1 0 0,0 0-1,1-1 1,-1 1 0,-4 2 0,-11 4-6792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51.4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99 24575,'5'0'0,"1"-6"0,6-1 0,5 0 0,6 2 0,3 1 0,3 2 0,-4-5 0,-1 0 0,1 1 0,-5-5 0,1 1 0,1-3 0,-3 0-8191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51.7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24575,'0'10'0,"1"-1"0,-1 1 0,2-1 0,-1 0 0,2 0 0,-1 0 0,1 0 0,0 0 0,1 0 0,0-1 0,1 1 0,-1-1 0,1 0 0,1-1 0,0 1 0,0-1 0,0 0 0,1-1 0,0 1 0,0-1 0,1-1 0,0 1 0,0-1 0,10 4 0,-14-6 8,0 0 0,0-1 0,0 1 0,0 0 0,0 1 0,-1-1 0,0 1 0,1 0 0,-1 0 0,-1 0 0,1 0 0,0 0 0,-1 0 0,3 9 0,-4-9-79,0-1 1,0 1-1,0-1 0,-1 1 0,0-1 1,0 1-1,0-1 0,0 1 1,0-1-1,-1 1 0,1-1 0,-1 1 1,0-1-1,0 1 0,0-1 1,-1 0-1,1 1 0,-1-1 0,0 0 1,-4 5-1,-6 7-6755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52.0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0 123 24575,'0'-1'0,"1"0"0,-1 0 0,0 0 0,0 0 0,1 0 0,-1 0 0,1 1 0,-1-1 0,1 0 0,-1 0 0,1 0 0,-1 1 0,1-1 0,0 0 0,-1 0 0,1 1 0,0-1 0,0 1 0,-1-1 0,1 1 0,0-1 0,0 1 0,0-1 0,0 1 0,0 0 0,1-1 0,30-6 0,-21 5 0,184-50 0,-69 27 0,-100 19-273,0 1 0,0 2 0,0 0 0,32 2 0,-32 1-6553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52.3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 24575,'5'0'0,"7"0"0,6 0 0,6 0 0,4 0 0,2 0 0,1 0 0,0 0 0,1 0 0,-1 0 0,0 0 0,0 0 0,-1 0 0,1 0 0,-1-5 0,-5-2-8191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52.6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217 1 24575,'-10'0'0,"-1"0"0,1 1 0,0 0 0,-1 0 0,-16 6 0,21-5 0,0 1 0,0 0 0,0 0 0,0 1 0,1 0 0,-1 0 0,1 0 0,0 0 0,-8 10 0,6-7 0,0 1 0,1-1 0,0 1 0,0 0 0,1 0 0,0 1 0,0-1 0,1 1 0,0 0 0,0 1 0,1-1 0,1 1 0,0-1 0,0 1 0,-1 19 0,1 41 0,7 72 0,-3-134 8,-1-1 0,1 1-1,0-1 1,0 1 0,1-1 0,0 0-1,1 0 1,-1 0 0,1-1 0,1 1-1,-1-1 1,1 0 0,0 0 0,10 8-1,5 4-459,2-2 1,40 25-1,-58-39 326,14 10-6700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53.1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 24575,'117'-3'0,"129"6"0,-241-2 0,-1-1 0,1 1 0,-1 0 0,0 0 0,0 0 0,0 1 0,1-1 0,-1 1 0,-1 0 0,1 0 0,0 0 0,0 1 0,-1-1 0,1 1 0,-1 0 0,0 0 0,0 0 0,0 1 0,0-1 0,-1 1 0,1-1 0,-1 1 0,0 0 0,0 0 0,0 0 0,-1 0 0,1 0 0,-1 1 0,0-1 0,0 0 0,-1 0 0,1 1 0,-1-1 0,0 1 0,0-1 0,0 0 0,-1 1 0,1-1 0,-1 0 0,0 1 0,-1-1 0,-1 6 0,0-4 0,0-1 0,0 1 0,-1-1 0,1 1 0,-1-1 0,-1 0 0,1 0 0,-1-1 0,-8 8 0,-55 32 0,52-35 0,0 1 0,-26 21 0,28-19 0,-1-1 0,-30 17 0,28-18 0,1 0 0,-17 15 0,32-25 0,1 0 0,-1 1 0,1-1 0,-1 0 0,1 1 0,-1-1 0,1 1 0,-1-1 0,1 0 0,-1 1 0,1-1 0,0 1 0,-1-1 0,1 1 0,0-1 0,-1 1 0,1 0 0,0-1 0,0 1 0,-1-1 0,1 1 0,0 0 0,0-1 0,0 1 0,0-1 0,0 1 0,0 0 0,0-1 0,0 1 0,0 0 0,0-1 0,0 1 0,1-1 0,-1 1 0,0 1 0,2-1 0,-1 0 0,1 0 0,-1 0 0,1 0 0,0 0 0,-1-1 0,1 1 0,0 0 0,-1-1 0,1 1 0,0-1 0,2 1 0,58 3 0,-59-4 0,309-3-1365,-286 3-5461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53.3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131 0 24575,'0'6'0,"0"5"0,0 8 0,0 4 0,-5 0 0,-2-1 0,-4 3 0,-1 1 0,2 2 0,-3-4 0,-4-6 0,1-1 0,3 2 0,-1-3 0,1-4-8191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54.7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0 24575,'-1'57'0,"-1"-32"0,2 0 0,0 1 0,8 47 0,-7-69 4,0-1-1,0 1 1,0-1-1,0 0 1,1 1-1,-1-1 1,1 0-1,0 0 1,0 0-1,0 0 1,0 0 0,1 0-1,-1-1 1,1 1-1,-1-1 1,1 0-1,0 0 1,0 0-1,0 0 1,0 0-1,0 0 1,1-1-1,-1 0 1,0 1-1,1-1 1,-1-1-1,1 1 1,-1 0-1,1-1 1,-1 0-1,1 1 1,-1-2-1,7 1 1,-5-1-75,1 0 1,-1 0-1,1-1 0,-1 1 0,1-1 1,-1 0-1,0-1 0,0 1 1,0-1-1,0 0 0,0 0 0,-1-1 1,1 1-1,-1-1 0,0 0 1,0 0-1,0-1 0,-1 1 0,0-1 1,6-8-1,-1-7-6755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54.9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24575,'0'5'0,"0"8"0,0 5 0,0 6 0,0 4 0,0 1 0,0 2 0,0 1 0,0 0 0,0-1 0,0 0 0,0 0 0,0-1 0,0 1 0,0-1 0,0 0 0,0 0 0,0-5-8191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55.1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 24575,'0'-6'0,"5"0"0,2-1-8191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55.3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98 0 24575,'5'0'0,"2"5"0,5 7 0,0 7 0,-1 5 0,-3 3 0,-9-2 0,-8-6 0,-3-1 0,-5-3 0,-4 0 0,1 4 0,-1-2 0,3 1 0,0-2 0,2-4-8191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55.8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0 389 24575,'1'-6'0,"1"1"0,-1 0 0,1 0 0,0 1 0,0-1 0,1 0 0,3-4 0,4-11 0,64-147 0,-58 126 0,42-74 0,-55 114 0,-1 8 0,0 10 0,-4 469-1365,2-460-5461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56.0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24575,'5'0'0,"2"5"0,0 7 0,-2 6 0,-1 6 0,-1 4 0,-2 2 0,-1 1 0,0 0 0,0 1 0,0-1 0,-1-5-8191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56.5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35 24575,'1'-1'0,"-1"0"0,0 0 0,1 0 0,-1 0 0,0 0 0,1 0 0,-1 0 0,1 0 0,0 0 0,-1 0 0,1 0 0,0 1 0,-1-1 0,1 0 0,0 0 0,0 1 0,0-1 0,0 1 0,0-1 0,0 0 0,0 1 0,0 0 0,0-1 0,0 1 0,0 0 0,2-1 0,32-6 0,-32 7 0,98-7 0,-90 6 0,0 2 0,0 0 0,0 0 0,0 1 0,-1 0 0,1 1 0,12 4 0,-20-5 0,0-1 0,0 1 0,0 0 0,-1-1 0,1 1 0,-1 0 0,1 1 0,-1-1 0,0 0 0,0 1 0,0-1 0,0 1 0,0 0 0,-1 0 0,1 0 0,-1-1 0,1 1 0,-1 1 0,0-1 0,-1 0 0,1 0 0,0 0 0,-1 0 0,0 1 0,1-1 0,-1 0 0,-1 0 0,1 4 0,-1 0 0,0-1 0,-1 1 0,1-1 0,-1 0 0,0 1 0,-1-1 0,1 0 0,-1 0 0,-1-1 0,1 1 0,-1-1 0,0 1 0,-5 4 0,-7 5 0,12-11 0,0-1 0,-1 1 0,1-1 0,1 1 0,-1 1 0,1-1 0,-1 0 0,1 1 0,0 0 0,1 0 0,-1 0 0,1 0 0,0 0 0,-2 7 0,4-11 0,0 1 0,1-1 0,-1 1 0,0-1 0,1 1 0,-1-1 0,1 0 0,-1 1 0,1-1 0,0 0 0,0 1 0,-1-1 0,1 0 0,0 0 0,0 1 0,0-1 0,0 0 0,0 0 0,1 0 0,-1-1 0,0 1 0,0 0 0,1 0 0,-1-1 0,0 1 0,1 0 0,-1-1 0,1 1 0,-1-1 0,1 0 0,-1 0 0,3 1 0,7 1 0,0-1 0,0 0 0,13-1 0,-17 0 0,4 0-227,1-1-1,-1 0 1,0-1-1,0 0 1,17-6-1,-7 1-6598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4:56.7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320 0 24575,'6'2'0,"0"0"0,0 1 0,0 0 0,0 0 0,0 0 0,-1 0 0,11 9 0,14 17 0,39 46 0,-21-21 0,-27-28 0,-1 2 0,-1 0 0,20 41 0,-33-57 0,-1-2 0,0 1 0,-1 0 0,-1 0 0,0 0 0,0 1 0,-1-1 0,1 22 0,-2-5 0,-1 0 0,-5 29 0,2-43 0,-1-1 0,0 1 0,-1-1 0,-1 0 0,0-1 0,-1 1 0,0-1 0,-10 13 0,-16 29 0,9-12 0,-2-1 0,-42 49 0,15-20 0,-71 78-916,53-70 916,26-32 0,-19 16 301,-5 7-1814,53-50-4550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37.3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24575,'1'1'0,"0"-1"0,0 0 0,0 1 0,0-1 0,1 1 0,-1-1 0,0 1 0,0-1 0,0 1 0,-1 0 0,1 0 0,0-1 0,0 1 0,0 0 0,0 0 0,-1 0 0,1 0 0,0 0 0,-1 0 0,1 0 0,-1 0 0,1 0 0,-1 0 0,0 0 0,1 2 0,10 38 0,-7-22 0,7 21 0,13 80 0,-14-59 0,-5-27 0,-1 0 0,-1 0 0,-2 0 0,-4 42 0,-1-51-1365,-3-6-5461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37.6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0 24575,'0'6'0,"0"5"0,0 8 0,0 5 0,-5-2 0,-2-4-8191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38.0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24575,'2'5'0,"0"0"0,0-1 0,0 1 0,1-1 0,-1 0 0,1 0 0,0 0 0,0 0 0,0 0 0,1-1 0,0 1 0,3 2 0,4 4 0,0 3 0,0 1 0,-1 0 0,0 1 0,-1 0 0,-1 0 0,0 1 0,-1 0 0,-1 0 0,-1 0 0,0 1 0,-1 0 0,-1 0 0,0 1 0,0 17 0,-5-60 0,0-5 0,2-33 0,0 56 0,0 1 0,1-1 0,0 1 0,0-1 0,1 1 0,-1-1 0,1 1 0,1 0 0,-1 0 0,1 0 0,7-10 0,-6 12 0,0 1 0,0 0 0,1 0 0,0 0 0,-1 1 0,1-1 0,0 1 0,0 0 0,0 0 0,0 1 0,0 0 0,1 0 0,-1 0 0,0 0 0,11 1 0,8 0 0,0 1 0,25 4 0,-42-5 0,-1 1 0,1 1 0,0-1 0,-1 1 0,0 1 0,1-1 0,-1 1 0,0 0 0,0 0 0,0 1 0,-1 0 0,1 0 0,-1 0 0,0 1 0,0-1 0,-1 1 0,1 0 0,-1 1 0,0-1 0,-1 1 0,1 0 0,-1 0 0,4 11 0,0 1 0,-2 1 0,-1 0 0,0 1 0,-1-1 0,-1 0 0,-1 39 0,-2-52 14,1 0-1,1 0 0,-1-1 0,1 1 1,0 0-1,0 0 0,1 0 1,2 7-1,-3-11-84,1 0 1,-1 1-1,1-1 0,0 0 0,-1 0 1,1 0-1,0 0 0,0 0 1,0 0-1,0-1 0,1 1 0,-1-1 1,0 1-1,1-1 0,-1 0 1,1 0-1,0 0 0,-1 0 0,1 0 1,2 0-1,18 2-6755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38.3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251 33 24575,'-24'-9'0,"6"0"0,6 5 0,-1 1 0,-1 0 0,1 1 0,0 1 0,0 0 0,-1 0 0,1 2 0,-1-1 0,1 2 0,-17 3 0,27-3 0,0-1 0,0 1 0,0 0 0,1 0 0,-1 0 0,1 0 0,-1 0 0,1 0 0,0 1 0,0-1 0,0 1 0,0-1 0,1 1 0,-1 0 0,1 0 0,-1 0 0,1 0 0,0 0 0,0 0 0,0 0 0,1 0 0,-1 0 0,1 4 0,-2 10 0,1 0 0,1 1 0,2 18 0,-1-14 0,0-10 0,0 0 0,0 0 0,1 0 0,1-1 0,0 1 0,0-1 0,1 0 0,1 0 0,0 0 0,7 10 0,-8-14 0,0-2 0,0 1 0,1 0 0,0-1 0,1 0 0,-1 0 0,1-1 0,0 1 0,0-1 0,0 0 0,0-1 0,1 0 0,-1 0 0,1 0 0,0-1 0,0 0 0,11 2 0,-6-2 0,0 0 0,1-1 0,-1 0 0,1-1 0,-1 0 0,20-4 0,-28 4 0,0-1 0,0-1 0,0 1 0,1-1 0,-2 1 0,1-1 0,0 0 0,0 0 0,0-1 0,-1 1 0,0-1 0,1 0 0,-1 0 0,0 0 0,0 0 0,-1 0 0,1-1 0,-1 0 0,1 1 0,-1-1 0,3-7 0,44-109-1365,-42 95-5461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38.7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24575,'0'637'0,"0"-633"0,0 1 0,0 0 0,0-1 0,1 1 0,-1 0 0,1-1 0,1 1 0,-1-1 0,1 1 0,-1-1 0,1 0 0,0 1 0,5 5 0,-5-7 0,1-1 0,-1 0 0,1 0 0,0 0 0,0 0 0,0 0 0,0 0 0,0-1 0,0 0 0,0 1 0,0-1 0,1 0 0,-1-1 0,0 1 0,1 0 0,-1-1 0,1 0 0,-1 0 0,7-1 0,-4 1 0,0 0 0,0-1 0,1 0 0,-1 0 0,0-1 0,0 1 0,0-1 0,0-1 0,-1 1 0,1-1 0,-1 0 0,1 0 0,-1-1 0,0 0 0,0 0 0,0 0 0,-1 0 0,0-1 0,6-6 0,-5 3 0,1-1 0,-1-1 0,-1 1 0,0 0 0,0-1 0,-1 0 0,0 0 0,0 0 0,-1 0 0,1-19 0,-2 9 0,-2 22 0,0 34 0,2-27 0,1-1 0,0 1 0,0 0 0,0-1 0,1 1 0,0-1 0,1 0 0,0 0 0,9 13 0,4 3 0,32 34 0,-20-25 0,-23-27 0,1-1 0,-1 1 0,1-1 0,0-1 0,0 1 0,1-1 0,-1-1 0,1 1 0,0-1 0,14 3 0,-6-1 0,1-2 0,-1 0 0,1-1 0,22 1 0,-13-6-1365,-6-3-5461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38.9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24575,'3'2'0,"-1"-1"0,1 1 0,0 0 0,-1 0 0,1 0 0,-1 0 0,1 0 0,-1 0 0,0 1 0,0-1 0,0 1 0,0-1 0,0 1 0,2 5 0,14 16 0,46 28 0,30 28 0,-83-71-151,0 0-1,0-2 0,1 1 0,0-1 1,0-1-1,0 0 0,1 0 1,23 5-1,-15-5-6674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39.1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390 2 24575,'-39'-1'0,"13"0"0,0 2 0,-45 6 0,62-6 0,0 1 0,1 1 0,-1 0 0,1 0 0,0 0 0,0 1 0,0 1 0,1-1 0,-1 1 0,1 0 0,0 1 0,-6 6 0,-2 3 0,1 0 0,0 1 0,2 1 0,0 0 0,0 0 0,2 1 0,-13 28 0,22-42-136,0 0-1,0-1 1,0 1-1,0 0 1,1 0-1,-1 0 1,1 0-1,0 0 0,1 6 1,3 7-6690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39.4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92 24575,'0'-1'0,"0"0"0,0 0 0,1 0 0,-1 0 0,1 0 0,-1 0 0,1 0 0,-1 0 0,1 0 0,-1 0 0,1 1 0,0-1 0,0 0 0,-1 0 0,1 1 0,0-1 0,0 0 0,0 1 0,0-1 0,0 1 0,0-1 0,0 1 0,0-1 0,0 1 0,0 0 0,2-1 0,32-5 0,-31 5 0,44-3 0,-23 2 0,41-8 0,-35 5 0,39-3 0,-42 6 0,57-13 0,-50 8-273,1 2 0,0 1 0,0 2 0,43 2 0,-53 1-6553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39.6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99 24575,'97'1'0,"110"-3"0,-188-1 0,0-1 0,0 0 0,0-1 0,17-8 0,-16 5 0,-1 2 0,1 0 0,24-3 0,-32 8-195,1-1 0,-1 0 0,-1-1 0,1-1 0,0 0 0,14-7 0,-5-1-6631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39.8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80 24575,'0'-5'0,"5"-2"0,7 1 0,7 0 0,5 3 0,3 0 0,3 2 0,1 1 0,1-5 0,-1-2 0,1 1 0,-1 1 0,-1 1 0,-5-3 0,-1-1 0,-5 1-8191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40.1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0 24575,'-10'25'0,"2"-8"0,6-12 0,1 0 0,0 0 0,0 0 0,0 0 0,1-1 0,0 1 0,0 0 0,0 0 0,0 0 0,1 0 0,0 0 0,0 0 0,0-1 0,4 10 0,-1-6 0,1 0 0,0 0 0,1 0 0,-1-1 0,1 0 0,1 0 0,8 7 0,27 23 0,-24-23 0,-2 0 0,1 2 0,-2 0 0,23 31 0,-30-35 0,2 3 0,0 0 0,14 31 0,-22-41 0,-1 0 0,1-1 0,-1 1 0,0 0 0,0 0 0,0-1 0,-1 1 0,0 0 0,0 0 0,0 0 0,0 0 0,-1 0 0,0 0 0,0-1 0,-2 8 0,2-9 7,0-1-1,-1 0 1,1 0 0,0 0-1,-1 0 1,1 0-1,-1 0 1,0 0 0,0-1-1,1 1 1,-1 0-1,0-1 1,-1 0 0,1 1-1,0-1 1,0 0-1,-4 1 1,-1 1-304,0-1 0,0-1 1,-1 1-1,-10 0 0,-8-1-6529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40.3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34 24575,'28'0'0,"0"-1"0,0-2 0,49-12 0,-38 9-51,1 1 0,0 2-1,74 4 1,-54 0-1109,-33-1-5666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40.7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0 24575,'0'6'0,"1"0"0,-1 0 0,1-1 0,0 1 0,1 0 0,-1-1 0,1 1 0,0-1 0,0 0 0,1 0 0,-1 1 0,1-2 0,1 1 0,-1 0 0,0-1 0,8 7 0,-4-1 0,17 19 0,55 51 0,-36-46 0,-26-21 0,-1 1 0,20 21 0,-31-29 0,-1-1 0,1 1 0,-1 0 0,-1 0 0,1 1 0,-1-1 0,0 1 0,-1-1 0,0 1 0,0 0 0,2 8 0,-3-7 0,0 0 0,0 0 0,-1-1 0,0 1 0,0 0 0,-1 0 0,0 0 0,-4 14 0,4-18 0,-1 0 0,0 0 0,0 0 0,0 0 0,-1 0 0,1 0 0,-1-1 0,0 1 0,0-1 0,0 0 0,-1 0 0,1 0 0,-1 0 0,1-1 0,-1 1 0,-7 2 0,-28 14-273,-1-1 0,-1-2 0,0-3 0,-48 11 0,67-20-6553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40.9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24575,'5'0'0,"2"5"0,-1 7 0,5 2 0,0 3 0,-2 4 0,-2 3 0,-3 4 0,-2 1 0,-1 1 0,-6-4 0,-2-2 0,-5-5 0,-6 0 0,0-3-8191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42.2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401 123 24575,'-1'-3'0,"1"0"0,-1 0 0,0 0 0,0 1 0,0-1 0,-1 0 0,1 0 0,0 1 0,-1-1 0,0 1 0,0 0 0,0-1 0,0 1 0,0 0 0,-3-3 0,-38-26 0,29 23 0,0 1 0,-1 1 0,0 0 0,0 1 0,0 1 0,-1 0 0,1 1 0,-1 1 0,0 0 0,-29 1 0,38 2 0,1 0 0,-1 0 0,0 0 0,1 0 0,-1 1 0,1 0 0,0 1 0,0 0 0,-1 0 0,2 0 0,-1 0 0,-6 5 0,8-4 0,0 0 0,1 0 0,-1 0 0,1 1 0,-1-1 0,1 1 0,1 0 0,-1 0 0,1 0 0,-1 0 0,2 0 0,-1 1 0,0-1 0,1 1 0,0-1 0,0 9 0,-2 16 0,1 1 0,2 0 0,6 50 0,-4-69 0,0 0 0,1 1 0,0-1 0,1-1 0,0 1 0,1 0 0,0-1 0,1 0 0,0 0 0,1-1 0,15 18 0,-16-23 0,0 1 0,0-2 0,0 1 0,1-1 0,0 0 0,0 0 0,0-1 0,0 0 0,1 0 0,10 2 0,12 2 0,40 4 0,-50-8 0,44 10 0,-42-8 0,-1-1 0,25 2 0,-19-5 0,-1 0 0,1-2 0,45-7 0,-63 7 0,-1-1 0,0-1 0,1 1 0,-1-1 0,0 0 0,-1-1 0,1 0 0,0 0 0,-1-1 0,0 0 0,0 0 0,-1-1 0,1 1 0,-1-2 0,9-10 0,-11 10 0,-1 0 0,1 0 0,-1-1 0,0 0 0,-1 1 0,0-1 0,0 0 0,-1 0 0,1-16 0,-1 13 0,-1-1 0,0 0 0,-1 0 0,-1 0 0,0 1 0,-3-14 0,3 21 0,0 0 0,0 0 0,0 0 0,-1 0 0,1 0 0,-1 1 0,0-1 0,0 1 0,0 0 0,-1 0 0,1 0 0,-1 0 0,1 0 0,-1 1 0,0 0 0,0 0 0,0 0 0,0 0 0,0 1 0,-1-1 0,1 1 0,0 0 0,-9-1 0,-4 0 0,0 1 0,0 0 0,-1 2 0,-31 3 0,45-3 0,-1-1 0,1 1 0,-1 0 0,1 0 0,-1 0 0,1 1 0,0 0 0,0-1 0,0 2 0,0-1 0,0 0 0,0 1 0,0 0 0,1-1 0,-1 1 0,1 1 0,-3 3 0,3-2 0,0 0 0,0 1 0,1 0 0,-1-1 0,1 1 0,1 0 0,-1 0 0,1 0 0,0 0 0,0 1 0,1 11 0,0-14 0,-1 1 0,1-1 0,1 0 0,-1 0 0,1 0 0,-1 1 0,1-1 0,0 0 0,1 0 0,-1 0 0,1 0 0,0-1 0,0 1 0,0 0 0,0-1 0,3 4 0,-1-4 0,-1 0 0,1 0 0,-1-1 0,1 1 0,0-1 0,0 0 0,0 0 0,1-1 0,-1 1 0,0-1 0,0 0 0,1 0 0,-1 0 0,1-1 0,5 1 0,-3 0 0,-1-1 0,1 1 0,0-1 0,0-1 0,0 1 0,-1-1 0,1 0 0,0 0 0,-1-1 0,1 0 0,-1 0 0,1-1 0,-1 0 0,0 0 0,0 0 0,0-1 0,-1 0 0,1 0 0,-1 0 0,0-1 0,7-7 0,-2 1-120,-5 4-4,0 1-1,0 1 1,1-1-1,0 1 1,0 0-1,0 1 0,0-1 1,1 1-1,8-4 1,7 1-6702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42.5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342 65 24575,'0'-2'0,"-1"0"0,1 0 0,-1 0 0,0 0 0,1 0 0,-1 0 0,0 0 0,0 0 0,0 1 0,0-1 0,-1 0 0,1 0 0,0 1 0,-1-1 0,1 1 0,-1-1 0,1 1 0,-1 0 0,0 0 0,0-1 0,1 1 0,-1 0 0,0 1 0,-3-2 0,-3-2 0,-1 1 0,0 0 0,0 1 0,-10-2 0,-12 0 0,0 1 0,0 2 0,-61 5 0,89-4 0,0 1 0,0-1 0,0 1 0,0 0 0,0 0 0,0 0 0,1 0 0,-1 0 0,0 1 0,1 0 0,-1-1 0,1 1 0,-1 0 0,1 0 0,0 0 0,0 0 0,0 0 0,0 1 0,-3 4 0,2-2 0,1-1 0,0 1 0,1 0 0,-1-1 0,1 1 0,0 0 0,0 0 0,0 0 0,0 0 0,1 0 0,1 8 0,-1-6 0,1-1 0,0 1 0,0-1 0,1 1 0,0-1 0,0 0 0,0 0 0,1 0 0,3 6 0,-4-9 0,0 0 0,1 0 0,-1 0 0,0 0 0,1 0 0,0 0 0,-1-1 0,1 1 0,0-1 0,1 0 0,-1 0 0,0 0 0,1 0 0,-1-1 0,6 3 0,-3-3 0,0 1 0,0-1 0,0 0 0,0-1 0,1 1 0,-1-1 0,0 0 0,0-1 0,1 0 0,-1 0 0,0 0 0,0 0 0,0-1 0,0 0 0,0-1 0,0 1 0,-1-1 0,1 0 0,-1 0 0,0-1 0,0 0 0,0 0 0,0 0 0,-1 0 0,0-1 0,1 1 0,-2-1 0,1 0 0,0-1 0,-1 1 0,0-1 0,-1 1 0,3-8 0,19-55-1365,-19 47-5461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44.1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2 117 24575,'-1'97'0,"3"110"0,2-184 0,11 40 0,-5-25 0,-8-28 0,1 0 0,1 0 0,0-1 0,0 1 0,1-1 0,0 0 0,1 0 0,0-1 0,0 0 0,1 0 0,0 0 0,0-1 0,1 0 0,0 0 0,0-1 0,1 0 0,-1 0 0,1-1 0,0 0 0,1-1 0,-1 0 0,1 0 0,0-1 0,0-1 0,0 1 0,18 0 0,-14-1 0,1-2 0,-1 0 0,1 0 0,0-2 0,16-3 0,-27 4 0,0 0 0,0 0 0,0-1 0,0 1 0,0-1 0,-1 0 0,1 0 0,0-1 0,-1 1 0,0-1 0,0 0 0,1 0 0,-2 0 0,1 0 0,0 0 0,-1-1 0,1 1 0,-1-1 0,0 1 0,0-1 0,0 0 0,1-6 0,-1 3 0,0-1 0,0 0 0,-1 1 0,0-1 0,-1 0 0,0 0 0,0 0 0,0 1 0,-1-1 0,0 0 0,-1 0 0,0 1 0,0-1 0,-1 1 0,-3-9 0,4 11 0,-1 0 0,0 1 0,1-1 0,-1 1 0,-1 0 0,1 0 0,-1 0 0,1 0 0,-1 0 0,0 1 0,-1 0 0,1 0 0,-1 0 0,1 0 0,-1 1 0,0-1 0,0 1 0,0 1 0,0-1 0,0 1 0,0-1 0,0 2 0,-6-2 0,8 2 0,1 0 0,0 0 0,-1 0 0,1 0 0,0 0 0,0 1 0,0-1 0,-1 1 0,1 0 0,0-1 0,0 1 0,0 0 0,0 0 0,0 0 0,0 0 0,0 1 0,0-1 0,0 0 0,1 1 0,-1-1 0,-1 3 0,1-1 0,0 0 0,0 1 0,1-1 0,-1 0 0,1 0 0,0 1 0,0-1 0,0 0 0,1 1 0,-1-1 0,1 1 0,0 6 0,0-5 0,0 1 0,0-1 0,1 1 0,0-1 0,0 1 0,0-1 0,1 1 0,0-1 0,0 0 0,0 0 0,1 0 0,0 0 0,0-1 0,0 1 0,0-1 0,1 1 0,7 6 0,-6-8 0,1 0 0,0 0 0,0-1 0,0 1 0,1-1 0,-1 0 0,1-1 0,-1 0 0,1 0 0,7 0 0,71-3 0,-47 0 0,-33 2 0,0 0 0,0 0 0,0-1 0,0 1 0,1-1 0,-1 0 0,0-1 0,0 1 0,-1-1 0,1 0 0,0 0 0,0-1 0,-1 1 0,0-1 0,1 0 0,-1 0 0,0-1 0,0 1 0,-1-1 0,1 0 0,-1 0 0,0 0 0,0 0 0,0-1 0,3-7 0,2-5 0,-1 0 0,-2 0 0,1 0 0,-2-1 0,0 0 0,2-35 0,-7-113 0,-2 71 0,4 81 0,-1 0 0,-1-1 0,0 1 0,-1 0 0,0 0 0,-2 0 0,1 0 0,-8-18 0,8 31 0,0 9 0,1 9 0,3 0 0,0-1 0,1 1 0,1-1 0,5 19 0,-2-13 0,3 39 0,-6 238 0,-5-156 0,4-148 0,0 1 0,0 0 0,0-1 0,0 1 0,1 0 0,0 0 0,0 0 0,0 0 0,0 0 0,1 1 0,-1 0 0,1-1 0,5-2 0,-1-1 0,1 1 0,-1 0 0,1 0 0,0 1 0,0 0 0,18-6 0,-11 7 0,-1 1 0,1 1 0,21-1 0,-32 3 0,-1 0 0,1 0 0,0 0 0,-1 0 0,1 1 0,-1 0 0,1 0 0,-1 0 0,1 0 0,-1 1 0,1 0 0,-1 0 0,0 0 0,0 0 0,5 5 0,-8-7 0,0 1 0,-1 0 0,1 0 0,-1 0 0,1 0 0,-1 0 0,1 0 0,-1 0 0,1 0 0,-1 0 0,0 0 0,0 0 0,1 0 0,-1 1 0,0-1 0,0 0 0,0 0 0,0 0 0,0 0 0,-1 0 0,1 0 0,0 0 0,0 0 0,-1 0 0,1 0 0,-1 0 0,1 0 0,-1 0 0,1 0 0,-1 0 0,0 0 0,1 0 0,-1 0 0,0 0 0,1-1 0,-1 1 0,0 0 0,-2 0 0,-1 3 0,0-1 0,-1 1 0,1-1 0,-1 0 0,0-1 0,-7 4 0,-6-2 0,0 0 0,0-1 0,0-1 0,0 0 0,0-1 0,-1-2 0,-20-2 0,18 2 0,-1 0 0,1 1 0,-1 1 0,-26 5 0,28 2 0,20-8 0,0 0 0,0 1 0,0-1 0,0 0 0,0 0 0,-1 0 0,1 1 0,0-1 0,0 0 0,0 0 0,0 0 0,0 1 0,0-1 0,0 0 0,0 0 0,0 0 0,0 1 0,0-1 0,1 0 0,-1 0 0,0 0 0,0 1 0,0-1 0,0 0 0,0 0 0,0 0 0,0 0 0,0 1 0,1-1 0,-1 0 0,0 0 0,0 0 0,0 0 0,0 0 0,1 1 0,-1-1 0,0 0 0,0 0 0,0 0 0,1 0 0,-1 0 0,0 0 0,0 0 0,1 0 0,3 2 0,1 0 0,0-1 0,0 0 0,0 0 0,9 1 0,25 0 0,0-1 0,0-2 0,0-2 0,0-1 0,0-2 0,71-21 0,-86 19 0,-10 5 0,-1-1 0,1-1 0,-1 0 0,0-1 0,17-10 0,-28 15 0,0-1 0,1 0 0,-1 0 0,0 0 0,0 0 0,0 0 0,0 0 0,0-1 0,0 1 0,-1-1 0,1 1 0,-1-1 0,0 0 0,1 1 0,-1-1 0,-1 0 0,1 0 0,0 0 0,-1 0 0,1 0 0,-1 0 0,0 0 0,0 1 0,0-1 0,0 0 0,-1 0 0,1 0 0,-1 0 0,0 0 0,0 0 0,-2-4 0,2 4 0,-1 0 0,0 0 0,0 0 0,0 1 0,0-1 0,0 1 0,-1-1 0,1 1 0,-1 0 0,1 0 0,-1 0 0,0 0 0,0 1 0,0-1 0,0 1 0,0 0 0,0-1 0,0 1 0,0 1 0,0-1 0,-1 0 0,-4 1 0,-12-2 0,1 1 0,-33 2 0,31 0 0,-4 0 0,11-2 0,0 2 0,1 0 0,-1 0 0,-18 5 0,28-5 0,0 1 0,1-1 0,-1 1 0,0-1 0,1 1 0,-1 0 0,1 1 0,0-1 0,0 0 0,0 1 0,0 0 0,0 0 0,0 0 0,1 0 0,-1 0 0,1 0 0,0 1 0,0-1 0,-2 7 0,2-6 0,0 1 0,0 0 0,1-1 0,0 1 0,0 0 0,0 0 0,0 0 0,1 0 0,0 0 0,0 0 0,0 0 0,1 0 0,1 7 0,-1-9 0,0 0 0,0-1 0,1 1 0,-1-1 0,1 1 0,-1-1 0,1 1 0,0-1 0,0 0 0,0 0 0,0 0 0,0 0 0,0 0 0,1 0 0,-1-1 0,1 1 0,-1-1 0,1 1 0,0-1 0,-1 0 0,1 0 0,0 0 0,0-1 0,3 1 0,7 2 0,1-1 0,0-1 0,0 0 0,0-1 0,-1 0 0,1-1 0,22-4 0,-29 3 0,-1 1 0,1-1 0,-1-1 0,1 1 0,-1-1 0,0 0 0,0-1 0,0 1 0,0-1 0,0 0 0,-1-1 0,0 1 0,0-1 0,0 0 0,-1-1 0,8-10 0,-5 4 0,-1 0 0,-1-1 0,0 0 0,0 0 0,-1-1 0,3-21 0,-7 33 0,0 1 0,1-1 0,-1 0 0,0 0 0,1 0 0,0 0 0,-1 1 0,1-1 0,0 0 0,0 0 0,0 1 0,0-1 0,0 1 0,0-1 0,0 1 0,1-1 0,-1 1 0,1 0 0,-1 0 0,1 0 0,-1 0 0,1 0 0,0 0 0,2-1 0,1 1 0,0 0 0,1 0 0,-1 1 0,1 0 0,-1 0 0,0 1 0,7 1 0,1-1 0,19 1 0,23 2 0,-51-3 0,0-1 0,-1 1 0,1 0 0,-1 0 0,1 0 0,-1 1 0,1-1 0,-1 1 0,0 0 0,0 0 0,4 3 0,-6-3 0,1 0 0,-1-1 0,0 1 0,0 0 0,0 0 0,-1-1 0,1 1 0,0 0 0,-1 0 0,1 0 0,-1 0 0,0 0 0,1 0 0,-1 0 0,0 0 0,0 0 0,-1 3 0,-7 40 0,3-23 0,4-15 0,-2 5 0,2-1 0,-1 1 0,2 0 0,-1 0 0,2 0 0,-1 0 0,4 12 0,-4-23 0,0 0 0,0 0 0,1 0 0,-1 0 0,0 0 0,1 0 0,-1 0 0,1 0 0,-1 0 0,1 0 0,0 0 0,-1 0 0,1 0 0,0 0 0,0 0 0,0-1 0,-1 1 0,3 1 0,-3-2 0,1 0 0,0 0 0,-1 0 0,1 0 0,0 0 0,-1 0 0,1 0 0,0 0 0,-1 0 0,1 0 0,0 0 0,-1-1 0,1 1 0,-1 0 0,1 0 0,0-1 0,-1 1 0,1 0 0,-1-1 0,1 1 0,-1 0 0,2-2 0,0 0 0,0-1 0,1 1 0,-1-1 0,0 0 0,0 0 0,-1 0 0,1 0 0,0 0 0,1-7 0,3-21 0,-2-1 0,-1 0 0,-2-1 0,-1 1 0,-6-53 0,1 53-81,3 28 14,1 0-1,0-1 1,1 1-1,-1 0 0,1-1 1,0 1-1,0 0 1,0-1-1,0 1 0,1 0 1,0-1-1,0 1 1,0 0-1,0 0 0,1 0 1,0 0-1,-1 0 1,4-5-1,5-5-6758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44.6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24575,'3'0'0,"-1"0"0,0 1 0,1-1 0,-1 1 0,0-1 0,1 1 0,-1 0 0,0 0 0,0 0 0,0 0 0,0 0 0,0 0 0,0 1 0,0-1 0,0 1 0,0-1 0,-1 1 0,1 0 0,-1-1 0,1 1 0,-1 0 0,2 3 0,3 6 0,-1 0 0,0 0 0,4 17 0,5 11 0,-4-13 0,-1 0 0,-1 1 0,8 51 0,-5-19 0,0-11 0,-1-8 0,-2 0 0,-2 0 0,2 52 0,-7-69 0,0-9 0,-1 0 0,0 0 0,-3 16 0,2-27 0,1-1 0,0 1 0,-1 0 0,0-1 0,0 1 0,0-1 0,0 0 0,0 1 0,0-1 0,0 0 0,-1 0 0,1 1 0,-1-1 0,0 0 0,1-1 0,-1 1 0,0 0 0,0 0 0,0-1 0,-1 1 0,1-1 0,-4 2 0,4-2 0,-1-1 0,1 1 0,0-1 0,0 0 0,0 0 0,0 0 0,0 0 0,0 0 0,0-1 0,0 1 0,0-1 0,0 1 0,0-1 0,0 0 0,0 0 0,0 0 0,0 0 0,0 0 0,0 0 0,1 0 0,-1 0 0,1-1 0,-1 1 0,1-1 0,-1 1 0,1-1 0,0 0 0,-3-3 0,0-1 0,0-1 0,1 1 0,0-1 0,0 0 0,0 0 0,1 0 0,-2-7 0,1-3 0,1 0 0,1 1 0,1-1 0,0 0 0,1 1 0,1-1 0,0 0 0,2 1 0,0 0 0,0 0 0,2 0 0,0 0 0,0 1 0,2 0 0,0 0 0,1 1 0,0 0 0,1 0 0,0 1 0,17-15 0,-23 22 0,1 1 0,-1-1 0,0 0 0,-1 0 0,1 0 0,-1-1 0,-1 1 0,4-11 0,-4 11 0,0 78 0,-2-60 0,1 0 0,-1 0 0,2 0 0,0-1 0,0 1 0,1 0 0,0-1 0,1 0 0,1 0 0,0 0 0,0 0 0,1-1 0,0 1 0,1-1 0,12 13 0,4 4 0,-20-22 0,0 0 0,1-1 0,0 1 0,0-1 0,0 0 0,1 0 0,-1 0 0,1 0 0,0-1 0,0 0 0,0 0 0,0 0 0,1-1 0,-1 1 0,1-2 0,11 4 0,7-2 0,0-1 0,0 0 0,0-2 0,1-1 0,-1-1 0,35-7 0,-51 6-227,0 0-1,0 0 1,0-1-1,-1 0 1,14-10-1,-5 4-6598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45.3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24575,'5'0'0,"8"0"0,5 0 0,6 0 0,-2 5 0,-4 1-8191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45.5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98 24575,'0'2'0,"0"-1"0,1 0 0,-1 0 0,1 0 0,-1 0 0,1 0 0,-1 0 0,1 0 0,-1-1 0,1 1 0,0 0 0,-1 0 0,1 0 0,0-1 0,0 1 0,0 0 0,-1-1 0,1 1 0,0 0 0,0-1 0,0 1 0,0-1 0,0 0 0,0 1 0,0-1 0,3 1 0,31 5 0,-32-6 0,20 3 0,-1-2 0,1-1 0,0-1 0,-1 0 0,0-2 0,1-1 0,39-11 0,-50 9-136,0 0-1,0 0 1,-1-1-1,0 0 1,0-1-1,-1 0 1,0-1-1,0 0 0,11-14 1,-8 7-6690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46.0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26 24575,'1'-2'0,"-1"1"0,1 0 0,-1-1 0,1 1 0,0 0 0,-1 0 0,1-1 0,0 1 0,0 0 0,0 0 0,0 0 0,0 0 0,0 0 0,0 0 0,1 0 0,-1 1 0,0-1 0,0 0 0,1 1 0,-1-1 0,0 1 0,1-1 0,-1 1 0,1-1 0,-1 1 0,0 0 0,1 0 0,-1 0 0,3 0 0,3-1 0,0 0 0,1 1 0,-1 0 0,12 2 0,-14-1 0,0 0 0,1 1 0,-1 0 0,0 0 0,0 0 0,-1 0 0,1 1 0,0 0 0,-1 0 0,1 0 0,-1 1 0,0-1 0,6 8 0,-4-4 0,0 1 0,-1 0 0,0 0 0,-1 1 0,1-1 0,-2 1 0,5 12 0,-3-2 0,0 0 0,-2 1 0,0 0 0,-1 0 0,-1-1 0,-3 40 0,1-52 0,0 0 0,-1 0 0,0 0 0,0 0 0,-1 0 0,1 0 0,-2 0 0,1-1 0,-1 1 0,0-1 0,-7 9 0,-5 2 0,0 0 0,-25 19 0,25-24 0,0 2 0,2 0 0,-19 22 0,31-33 0,0-1 0,0 1 0,0 0 0,1-1 0,-1 1 0,1 0 0,0 0 0,0 0 0,0 0 0,0 0 0,0 0 0,1 0 0,-1 0 0,1 0 0,0 0 0,0 1 0,0-1 0,0 0 0,0 0 0,1 0 0,0 0 0,-1 0 0,1 0 0,0 0 0,3 5 0,-1-4 0,-1 0 0,1-1 0,0 0 0,0 0 0,0 0 0,1 0 0,-1 0 0,1 0 0,0-1 0,-1 0 0,1 0 0,0 0 0,1 0 0,-1 0 0,0-1 0,0 0 0,9 2 0,27 1 0,1-1 0,0-3 0,46-4 0,14 0 0,37 4 0,-252-2 0,-125 5 0,184 10-100,38-8-1165,-4 0-5561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46.5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74 24575,'25'-10'0,"-7"2"0,6 3 0,1 0 0,-1 2 0,1 1 0,47 2 0,-43 1 0,-1-1 0,1-2 0,37-7 0,-26 3 0,-1 1 0,49 0 0,-13 1 0,-45-1-1365,-5-1-5461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5:07.3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213 1 24575,'2'87'0,"-5"98"0,-1-164 0,-1-1 0,-1 0 0,0 0 0,-2 0 0,0-1 0,-2-1 0,-16 27 0,-5 13 0,17-30 0,4-7 0,0-1 0,-1 0 0,-1-1 0,-16 20 0,28-39-2,0 0-42,0 1 0,-1-1 0,1 1 0,0-1 0,-1 1 0,1-1 0,-1 1 0,1-1 0,-1 1 0,1-1 0,-1 1 0,1-1 0,-1 0 0,1 1 0,-1-1 1,1 0-1,-1 1 0,0-1 0,1 0 0,-1 0 0,0 0 0,1 0 0,-1 0 0,1 1 0,-1-1 0,0 0 0,1 0 0,-1-1 0,0 1 0,0 0 0,-4-5-6782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5:07.5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24575,'5'0'0,"7"0"0,6 0 0,6 0 0,4 0 0,1 0 0,3 0 0,-1 0 0,1 0 0,-1 0 0,0 0 0,0 0 0,-1 0 0,1 0 0,-1 0 0,-5 0-8191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5:07.7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24575,'5'0'0,"7"0"0,6 0 0,6 5 0,4 1 0,1 1 0,3-2 0,-1-1 0,1 3 0,-1 1 0,0-1 0,0-2 0,-1-1 0,1-2 0,-1-1 0,-5-1-8191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5:07.9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24575,'607'0'-1365,"-582"0"-5461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5:08.5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1 617 24575,'4'-1'0,"1"-1"0,-1 1 0,0-1 0,0 0 0,0 0 0,0 0 0,0-1 0,0 1 0,0-1 0,5-6 0,9-4 0,-7 5 0,0 0 0,0 0 0,-1-1 0,0-1 0,-1 1 0,0-2 0,0 1 0,-1-1 0,-1 0 0,0-1 0,0 0 0,-1 0 0,-1 0 0,0-1 0,0 0 0,-1 0 0,-1 0 0,3-24 0,12-75 0,-5 44 0,-9 45 0,1 1 0,2-1 0,0 1 0,12-27 0,-18 49 0,-1-1 0,0 1 0,0 0 0,0-1 0,0 1 0,0-1 0,0 1 0,1-1 0,-1 1 0,0-1 0,0 1 0,1 0 0,-1-1 0,0 1 0,1 0 0,-1-1 0,0 1 0,1 0 0,-1-1 0,1 1 0,-1 0 0,0 0 0,1-1 0,-1 1 0,1 0 0,-1 0 0,1 0 0,-1-1 0,1 1 0,-1 0 0,1 0 0,-1 0 0,1 0 0,-1 0 0,1 0 0,-1 0 0,2 1 0,-1 0 0,0 0 0,0 0 0,0 0 0,0 0 0,0 1 0,0-1 0,0 1 0,0-1 0,0 0 0,0 1 0,0 2 0,15 52 0,-14-50 0,10 37 0,-6-23 0,-1-1 0,4 32 0,-7-40 0,-1-1 0,1 1 0,1-1 0,0 1 0,1-1 0,0 0 0,0 0 0,1 0 0,0-1 0,1 0 0,0 0 0,9 11 0,-10-13 0,-1-1 0,0 0 0,1-1 0,0 1 0,0-1 0,0 0 0,7 5 0,-11-10 0,1 1 0,-1 0 0,0-1 0,0 1 0,1-1 0,-1 1 0,0-1 0,1 0 0,-1 1 0,0-1 0,1 0 0,-1 0 0,1 0 0,-1 0 0,0 0 0,1-1 0,-1 1 0,1 0 0,-1-1 0,0 1 0,1-1 0,-1 1 0,0-1 0,0 1 0,1-1 0,-1 0 0,0 0 0,0 0 0,0 1 0,0-1 0,0 0 0,0 0 0,0-1 0,0 1 0,-1 0 0,1 0 0,0 0 0,0-2 0,33-53 0,-3 0 0,24-63 0,-41 89 0,-10 20 0,-1-1 0,0 0 0,2-13 0,-4 17 0,0 0 0,1 0 0,-1 0 0,1 1 0,1-1 0,-1 0 0,1 1 0,1 0 0,6-12 0,-9 18 0,-1-1 0,0 1 0,1-1 0,-1 1 0,0-1 0,1 1 0,-1-1 0,1 1 0,-1-1 0,1 1 0,-1 0 0,1-1 0,-1 1 0,1 0 0,-1-1 0,1 1 0,-1 0 0,1 0 0,0 0 0,-1 0 0,1-1 0,-1 1 0,1 0 0,0 0 0,-1 0 0,1 0 0,-1 0 0,1 0 0,0 0 0,-1 1 0,2-1 0,-1 1 0,0 0 0,0 0 0,0 0 0,-1 0 0,1 0 0,0 0 0,0 0 0,-1 0 0,1 1 0,0-1 0,-1 0 0,0 0 0,1 3 0,6 42 0,-5 218 88,-4-125-1541,2-114-5373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5:08.9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1 769 24575,'44'-40'0,"-31"30"0,0-2 0,-1 0 0,0-1 0,15-21 0,-17 19 0,0 2 0,-2 0 0,1-1 0,10-28 0,23-52 0,-26 62 0,15-46 0,-10 14 0,24-88 0,-26 85 0,-17 61 0,1 0 0,0 0 0,0 0 0,0 0 0,0 1 0,1-1 0,0 1 0,6-6 0,-9 10 0,-1 1 0,1-1 0,-1 1 0,1-1 0,-1 1 0,1-1 0,-1 1 0,1 0 0,0-1 0,-1 1 0,1 0 0,-1-1 0,1 1 0,0 0 0,-1 0 0,1-1 0,0 1 0,0 0 0,-1 0 0,1 0 0,0 0 0,-1 0 0,1 0 0,0 0 0,0 0 0,-1 1 0,1-1 0,1 0 0,-1 1 0,0 0 0,0 0 0,0 0 0,-1 0 0,1 0 0,0 0 0,0 0 0,0 1 0,-1-1 0,1 0 0,-1 0 0,1 0 0,0 3 0,6 43 0,-3-9 0,2-1 0,14 50 0,-11-54 0,-1 1 0,-2 0 0,2 45 0,-6-52 0,0 0 0,12 52 0,-14-77-45,7 44 216,-7-43-271,0-1 1,0 1 0,0 0-1,0-1 1,-1 1-1,1-1 1,-1 1 0,0 0-1,0-1 1,0 1 0,0-1-1,0 0 1,0 1-1,-4 3 1,-8 6-6727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5:09.0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94 24575,'5'-1'0,"-1"0"0,0 1 0,1-1 0,-1-1 0,0 1 0,6-3 0,14-5 0,-10 6 0,184-37 0,-133 26 0,-46 9 0,1 1 0,30-3 0,296 5 70,-175 4-1505,-138-2-5391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5:09.3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96 1 24575,'-2'0'0,"0"0"0,0 1 0,0-1 0,1 1 0,-1-1 0,0 1 0,1 0 0,-1 0 0,0 0 0,1 0 0,-1 0 0,1 0 0,-1 0 0,1 0 0,0 1 0,-3 2 0,-18 28 0,16-22 0,0-1 0,1 0 0,1 1 0,0 0 0,0 0 0,1 0 0,0 0 0,0 1 0,2-1 0,-2 16 0,1 15 0,5 47 0,-1-27 0,-2-22 0,1 39 0,0-71 0,0 0 0,0 0 0,1 0 0,0 0 0,0 0 0,1 0 0,0-1 0,5 11 0,66 120 0,-67-125 0,1 0 0,0 0 0,1-1 0,0 0 0,1 0 0,0-1 0,13 10 0,-8-7-227,2-1-1,-1-1 1,1-1-1,1 0 1,30 12-1,-28-15-6598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5:10.4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24575,'5'0'0,"7"0"0,1 0-8191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5:15.6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1 520 24575,'32'0'0,"5"1"0,37-6 0,-61 4 0,0-2 0,0 0 0,0 0 0,0-1 0,-1-1 0,18-9 0,-11 4 0,-1-1 0,-1-1 0,0 0 0,0-2 0,-1 0 0,-1 0 0,-1-2 0,0 0 0,20-30 0,-26 32 0,0 0 0,-2 0 0,0-1 0,0 0 0,-1 0 0,-1 0 0,-1-1 0,0 0 0,-1 1 0,0-28 0,-2 38 0,0 1 0,-1-1 0,0 0 0,0 0 0,0 1 0,-1-1 0,1 1 0,-1-1 0,0 1 0,0 0 0,-1-1 0,1 1 0,-1 0 0,0 1 0,-5-6 0,3 4 0,-1 1 0,1 0 0,-1 0 0,0 0 0,0 1 0,0 0 0,-1 0 0,1 0 0,-12-2 0,-2 1 0,0 0 0,-1 2 0,1 0 0,-1 2 0,1 0 0,-26 4 0,41-4 0,1 1 0,-1 0 0,0 0 0,1 1 0,-1-1 0,1 1 0,0 0 0,0 0 0,-1 1 0,2-1 0,-1 1 0,0 0 0,0 0 0,-6 6 0,5-2 0,0-1 0,0 1 0,1 0 0,0 0 0,0 1 0,1-1 0,0 1 0,-3 8 0,2 3 0,0 0 0,0 0 0,2 0 0,0 1 0,2-1 0,2 31 0,-1-35 0,1 1 0,1-1 0,7 22 0,-8-32 0,-1-1 0,1 1 0,0-1 0,0 0 0,1 0 0,-1 0 0,1 0 0,0 0 0,0-1 0,0 1 0,1-1 0,-1 0 0,1 0 0,0 0 0,6 4 0,6 0 6,0-1-1,0 0 1,0-1-1,1-1 0,-1-1 1,1 0-1,17 0 1,125-4-234,-77-1-953,-56 2-5645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5:15.8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89 24575,'0'-5'0,"5"-2"0,7 1 0,6 1 0,6 1 0,4 2 0,-4-5 0,1 0 0,0 0 0,1 2 0,-4-3 0,0-1 0,1 2 0,2 1 0,-4 3-8191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5:16.2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 0 24575,'-1'0'0,"0"1"0,0-1 0,0 0 0,0 1 0,0-1 0,0 1 0,0-1 0,0 1 0,0-1 0,0 1 0,0 0 0,1-1 0,-1 1 0,0 0 0,0 0 0,1 0 0,-1 0 0,0-1 0,1 1 0,-1 0 0,1 0 0,-1 0 0,1 0 0,0 0 0,-1 0 0,1 0 0,0 2 0,-7 32 0,7-32 0,-7 98 0,6-90 0,2 0 0,0 0 0,0 0 0,1 0 0,0 0 0,1 0 0,4 11 0,-4-17 0,0 0 0,0 0 0,0-1 0,1 1 0,0-1 0,-1 0 0,2 0 0,-1 0 0,0 0 0,6 3 0,55 31 0,-36-23 0,-16-7 0,1 0 0,-1 0 0,0 1 0,-1 1 0,0 1 0,-1-1 0,0 2 0,14 18 0,-24-29 3,-1-1-1,1 1 1,0 0 0,-1 0-1,1-1 1,-1 1-1,1 0 1,-1 0 0,1 0-1,-1 0 1,1 0-1,-1 0 1,0 0 0,0 0-1,0 0 1,1 0-1,-1 0 1,0 0 0,0 0-1,0 0 1,-1 0-1,1 0 1,0 0 0,0 0-1,0 0 1,-1 0-1,1 0 1,0 0 0,-1 0-1,1 0 1,-1-1-1,1 1 1,-1 0 0,0 0-1,1 0 1,-1-1-1,0 1 1,0 0-1,1-1 1,-1 1 0,0 0-1,0-1 1,0 1-1,0-1 1,-1 1 0,-4 1-251,0 0 1,0-1-1,0 1 1,0-1-1,-12 0 1,-8 0-6579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5:16.5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1 102 24575,'0'-5'0,"5"-2"0,8 1 0,5 1 0,6 1 0,-2-4 0,1 0 0,2 2 0,1 0 0,-3-3 0,-1 0 0,1 2 0,-3-4 0,-5 0-8191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5:16.9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 0 24575,'-1'0'0,"0"1"0,0-1 0,0 0 0,0 1 0,0-1 0,0 1 0,0-1 0,0 1 0,0-1 0,0 1 0,0 0 0,0-1 0,1 1 0,-1 0 0,0 0 0,1 0 0,-1 0 0,0-1 0,1 1 0,-1 0 0,1 0 0,-1 0 0,1 0 0,0 0 0,-1 0 0,1 3 0,-7 30 0,7-30 0,-1 4 0,0 0 0,0 0 0,1 0 0,0 0 0,0 0 0,1 0 0,0 0 0,0 0 0,1-1 0,0 1 0,1 0 0,0-1 0,0 1 0,0-1 0,1 0 0,0 0 0,0 0 0,1-1 0,10 12 0,11 10 0,-17-16 0,1-1 0,1-1 0,-1 0 0,2 0 0,-1-1 0,1-1 0,23 13 0,21 3 0,-28-12 0,0 0 0,-1 1 0,-1 2 0,41 30 0,-65-44 0,0 0 0,0 1 0,-1-1 0,1 1 0,0-1 0,-1 1 0,1 0 0,-1 0 0,0 0 0,0-1 0,0 1 0,0 0 0,0 0 0,0 1 0,0-1 0,0 0 0,-1 0 0,1 0 0,-1 0 0,0 1 0,0-1 0,0 0 0,0 0 0,0 3 0,-1-3 0,0 0 0,0 0 0,0 0 0,0 0 0,-1 0 0,1-1 0,-1 1 0,1 0 0,-1-1 0,0 1 0,1-1 0,-1 0 0,0 1 0,0-1 0,0 0 0,0 0 0,0 0 0,0-1 0,0 1 0,0 0 0,-1-1 0,1 1 0,-5-1 0,-11 4-170,-2-2-1,1-1 0,0 0 1,0-1-1,0-1 0,-1-1 1,-25-6-1,24 1-6655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5:17.2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24575,'4'1'0,"0"-1"0,0 0 0,0 1 0,0 0 0,-1 0 0,1 0 0,0 0 0,-1 1 0,1 0 0,-1-1 0,1 1 0,-1 0 0,0 1 0,6 4 0,2 3 0,-2 1 0,17 21 0,2 4 0,-19-27 0,11 12 0,-1 0 0,-1 2 0,0 0 0,-2 1 0,13 26 0,-24-42 0,0-1 0,0 1 0,11 12 0,-10-13 0,0 0 0,-1 1 0,9 14 0,41 72 0,-17-33 0,-29-45 0,2 0 0,-2 1 0,0 1 0,-1 0 0,-1 0 0,6 21 0,-6-8 0,1-3 0,-2 0 0,4 52 0,-9-71 0,-1-1 0,0 1 0,-1-1 0,0 0 0,-1 1 0,1-1 0,-1 0 0,-1 0 0,0 0 0,0 0 0,-1 0 0,1-1 0,-2 0 0,-5 8 0,-10 12-118,0 1 244,-32 33 0,44-54-293,0 1 1,0-1-1,-1-1 1,0 0-1,0 0 1,0 0-1,-1-1 1,-15 5-1,6-4-6659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19.7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1 455 24575,'0'4'0,"0"0"0,0 0 0,1-1 0,-1 1 0,1 0 0,0-1 0,0 1 0,0-1 0,1 1 0,-1-1 0,1 0 0,0 1 0,0-1 0,0 0 0,0 0 0,1 0 0,-1-1 0,1 1 0,0 0 0,-1-1 0,1 0 0,0 0 0,1 0 0,-1 0 0,0 0 0,0 0 0,1-1 0,-1 0 0,1 0 0,0 0 0,6 1 0,11 2 0,0-2 0,1 0 0,-1-1 0,31-3 0,-22 0 0,-11 1 0,0-1 0,0-1 0,-1-1 0,1-1 0,32-12 0,-17 2 0,0-1 0,31-20 0,-50 27 0,-1 0 0,0-1 0,0 0 0,-1-1 0,-1-1 0,0 0 0,-1 0 0,19-27 0,-1 1 0,-25 34 0,0-1 0,0 0 0,0 0 0,-1 0 0,1 0 0,-1 0 0,0-1 0,-1 0 0,0 1 0,1-1 0,-2 0 0,2-7 0,-1 1 0,0 0 0,-1 0 0,-1 0 0,0 0 0,-1 0 0,-3-19 0,3 27 0,0 0 0,0 0 0,0 0 0,-1-1 0,0 2 0,0-1 0,0 0 0,0 0 0,-1 1 0,0-1 0,1 1 0,-1 0 0,0-1 0,-1 1 0,1 1 0,0-1 0,-1 0 0,0 1 0,1 0 0,-9-4 0,-3 0 0,0 0 0,-1 1 0,1 1 0,-1 0 0,0 1 0,-25-2 0,36 5 0,0 0 0,0 1 0,0-1 0,1 1 0,-1 0 0,0 0 0,0 0 0,0 0 0,1 1 0,-1 0 0,0 0 0,1 1 0,0-1 0,0 1 0,0 0 0,0 0 0,0 0 0,0 0 0,1 1 0,-1-1 0,1 1 0,0 0 0,0 0 0,1 1 0,-3 4 0,-1 4 0,1 0 0,0 1 0,1-1 0,0 1 0,1 0 0,1 0 0,-1 17 0,5 105 0,0-66 0,-2-68 0,0 29 0,6 41 0,-4-61 0,0 0 0,1 0 0,0 0 0,1 0 0,0-1 0,1 1 0,7 10 0,-3-7 0,0 0 0,1-1 0,0 0 0,1-1 0,0 0 0,1-1 0,15 11 0,-19-16 0,1 0 0,0 0 0,0-1 0,0-1 0,0 1 0,1-1 0,-1-1 0,1 0 0,0 0 0,0-1 0,0 0 0,1-1 0,-1 0 0,20-1 0,-23 0 9,0 0 1,0-1-1,0 1 0,0-2 0,0 1 1,0-1-1,0 0 0,0 0 0,-1-1 0,1 0 1,-1 0-1,12-8 0,-11 5-158,0 0 1,0-1-1,0 0 1,-1 0-1,0 0 1,0-1-1,-1 0 1,0 0-1,4-10 1,0 1-6678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20.0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24575,'5'0'0,"7"0"0,6 0 0,6 0 0,4 0 0,2 0 0,1 0 0,0 0 0,1 0 0,-1 0 0,0 0 0,0 0 0,-1 0 0,-4 0-8191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20.4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 0 24575,'-2'47'0,"1"-32"0,0 0 0,1-1 0,0 1 0,1 0 0,1-1 0,5 24 0,-5-34 0,-1-1 0,1 0 0,0-1 0,0 1 0,0 0 0,0 0 0,0-1 0,0 1 0,1-1 0,-1 0 0,1 0 0,0 0 0,0 0 0,0 0 0,4 2 0,53 17 0,-25-11 0,23 5 0,-46-13 0,0 1 0,0 0 0,20 8 0,-29-9 0,-1 0 0,1 0 0,0 0 0,-1 0 0,1 0 0,-1 1 0,1-1 0,-1 1 0,0 0 0,0-1 0,-1 1 0,1 0 0,0 0 0,-1 0 0,0 0 0,1 0 0,-1 1 0,-1-1 0,1 0 0,0 1 0,-1-1 0,0 0 0,1 1 0,-1-1 0,-1 0 0,1 1 0,0-1 0,-1 0 0,-1 5 0,1-1 0,-1 0 0,0-1 0,0 1 0,-1-1 0,1 1 0,-2-1 0,1 0 0,-1 0 0,1 0 0,-1-1 0,-1 1 0,1-1 0,-9 7 0,5-7 0,0-1 0,-1 0 0,1 0 0,-1-1 0,0 0 0,1-1 0,-18 3 0,-7 2 0,22-3-136,-1-1-1,1-1 1,-1 0-1,1 0 1,-1-1-1,0-1 1,1 0-1,-1-1 0,-13-2 1,6-3-6690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20.6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24575,'5'0'0,"7"0"0,7 0 0,5 0 0,3 0 0,3 0 0,1 0 0,1 0 0,-6 0-8191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21.0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149 0 24575,'0'14'0,"0"0"0,1-1 0,1 1 0,0-1 0,5 16 0,-5-23 0,0-1 0,0 1 0,1-1 0,0 0 0,0 0 0,0 0 0,1 0 0,-1 0 0,1-1 0,0 1 0,1-1 0,-1 0 0,1-1 0,6 5 0,-4-3 0,0 1 0,-1 0 0,0 0 0,0 0 0,-1 1 0,0 0 0,0 0 0,0 0 0,-1 0 0,5 12 0,-6-13 0,-1-1 0,1 1 0,-1 0 0,-1 0 0,1 0 0,-1 0 0,0 0 0,0 1 0,-1-1 0,0 0 0,0 0 0,0 0 0,-1 1 0,-2 10 0,2-14 0,-1-1 0,1 1 0,-1-1 0,0 1 0,1-1 0,-1 0 0,0 0 0,0 0 0,-1 0 0,1 0 0,0 0 0,-1-1 0,1 1 0,-1-1 0,1 0 0,-1 1 0,0-1 0,1 0 0,-1-1 0,0 1 0,0 0 0,-3-1 0,-9 2 0,0 0 0,0-2 0,-16-1 0,19 1 0,-2-1 30,0 0 0,0-1 0,-21-5 0,30 6-144,-1-1 0,1 1-1,0-1 1,1 0 0,-1-1 0,0 1-1,0-1 1,1 0 0,0 0 0,0-1-1,0 1 1,-5-6 0,-2-7-6712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21.5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24575,'56'-1'0,"66"3"0,-119-2 0,0 1 0,0-1 0,0 1 0,0-1 0,0 1 0,0 0 0,-1 0 0,1 0 0,0 0 0,-1 1 0,1-1 0,-1 1 0,1 0 0,-1-1 0,0 1 0,1 0 0,-1 1 0,0-1 0,0 0 0,-1 0 0,1 1 0,0-1 0,-1 1 0,0 0 0,1-1 0,-1 1 0,0 0 0,0 0 0,-1 0 0,2 5 0,-2-2 0,1 0 0,-1 0 0,0 0 0,0 0 0,-1 0 0,0 0 0,0-1 0,0 1 0,-1 0 0,0 0 0,0-1 0,-1 1 0,1-1 0,-6 8 0,2-3 0,-13 19 0,-2-1 0,-28 31 0,48-58 0,-1 1 0,1-1 0,-1 1 0,1-1 0,0 1 0,0 0 0,-1-1 0,1 1 0,0 0 0,1 0 0,-1 0 0,0 0 0,0 0 0,1 0 0,0 0 0,-1 0 0,1 0 0,0 0 0,0 2 0,0-2 0,1 0 0,-1 0 0,1 0 0,0-1 0,0 1 0,0 0 0,0-1 0,0 1 0,0-1 0,0 1 0,0-1 0,1 1 0,-1-1 0,0 0 0,1 0 0,0 0 0,1 1 0,9 5 0,0-1 0,1-1 0,0 0 0,23 5 0,-18-5 0,1 0 0,5 3 0,0-1 0,1-1 0,0-1 0,47 3 0,48-9-1365,-93 1-5461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22.0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24575,'515'0'-1365,"-489"0"-5461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22.2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24575,'1'1'0,"-1"1"0,1-1 0,-1 0 0,1 1 0,0-1 0,-1 0 0,1 0 0,0 1 0,0-1 0,0 0 0,0 0 0,0 0 0,0 0 0,0 0 0,0 0 0,1-1 0,-1 1 0,0 0 0,0-1 0,1 1 0,-1 0 0,0-1 0,1 0 0,-1 1 0,1-1 0,-1 0 0,3 1 0,46 5 0,-45-6 0,304 2 64,-160-4-1493,-123 2-5397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23.6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24575,'2'1'0,"0"-1"0,0 1 0,0 0 0,0 0 0,0 0 0,0 0 0,0 0 0,0 0 0,-1 1 0,1-1 0,0 0 0,-1 1 0,3 2 0,9 8 0,5 1 0,-2 1 0,1 0 0,-2 1 0,0 1 0,-1 0 0,0 1 0,19 33 0,-22-34 0,68 91 0,-44-53 0,41 79 0,-76-131-45,4 7-285,0-1 0,1 0 0,10 15 0,-8-16-6496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24.1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286 0 24575,'-1'5'0,"-1"0"0,1 1 0,-1-1 0,-1-1 0,1 1 0,-1 0 0,-5 7 0,2-1 0,-77 124 0,78-127 0,0 0 0,0-1 0,-11 12 0,10-12 0,0-1 0,1 2 0,0-1 0,-6 11 0,2-1 0,-1-1 0,-24 30 0,23-32 0,1 0 0,0 1 0,-13 25 0,22-39 0,1 0 0,0 0 0,-1 0 0,1 1 0,0-1 0,-1 0 0,1 0 0,0 0 0,0 0 0,0 1 0,0-1 0,0 0 0,0 0 0,0 0 0,1 1 0,-1-1 0,0 0 0,1 0 0,-1 0 0,1 0 0,-1 0 0,1 0 0,-1 0 0,1 0 0,0 0 0,-1 0 0,1 0 0,0 0 0,0 0 0,0-1 0,0 1 0,0 0 0,0 0 0,0-1 0,0 1 0,0-1 0,0 1 0,0-1 0,0 1 0,0-1 0,0 0 0,1 0 0,-1 1 0,0-1 0,1 0 0,9 2 0,0-1 0,0 0 0,20 0 0,-25-1 0,9-1 0,0 0 0,0-1 0,-1-1 0,1 0 0,-1-1 0,0-1 0,0 0 0,0-1 0,21-12 0,-14 5 0,0 0 0,-1-2 0,-1 0 0,0-1 0,17-20 0,-31 30 0,0 0 0,-1-1 0,1 0 0,-2 0 0,1 0 0,-1-1 0,0 1 0,0-1 0,1-8 0,-2 12 0,-1 1 0,-1-1 0,1 0 0,-1 1 0,1-1 0,-1 0 0,0 0 0,0 1 0,-1-1 0,1 0 0,-1 0 0,1 1 0,-1-1 0,-1 1 0,1-1 0,0 1 0,-1-1 0,0 1 0,1 0 0,-1 0 0,-3-4 0,4 6 0,0 0 0,0 0 0,0 0 0,0 0 0,0 0 0,0 1 0,-1-1 0,1 0 0,0 1 0,0-1 0,0 1 0,-1-1 0,1 1 0,0-1 0,-1 1 0,1 0 0,0 0 0,-1 0 0,1 0 0,0 0 0,-1 0 0,1 0 0,0 0 0,-1 0 0,1 1 0,0-1 0,-1 0 0,1 1 0,0-1 0,0 1 0,-1 0 0,1-1 0,0 1 0,0 0 0,0 0 0,0 0 0,0-1 0,0 1 0,0 0 0,0 0 0,0 1 0,1-1 0,-1 0 0,-1 2 0,-1 2 0,-1 1 0,1 0 0,0 0 0,1 0 0,0 0 0,-1 1 0,-1 10 0,1 3 0,1 0 0,0 1 0,2-1 0,0 0 0,5 35 0,-4-49 0,0 0 0,0-1 0,1 1 0,0 0 0,0-1 0,0 1 0,1-1 0,0 0 0,0 0 0,0 0 0,0 0 0,1 0 0,0-1 0,0 1 0,0-1 0,0 0 0,1 0 0,0-1 0,0 0 0,0 1 0,0-2 0,0 1 0,11 4 0,-2-4 15,0 1 0,1-2 0,0 0 0,0-1 0,-1 0 0,1-1 0,22-3 0,-25 2-164,0-1 1,-1 0-1,1-1 1,0-1-1,-1 0 1,0 0-1,0-1 1,0 0-1,15-11 1,-6 0-6678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24.3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338 5 24575,'-67'-2'0,"40"0"0,0 1 0,0 2 0,0 1 0,-35 6 0,57-7 0,1 0 0,-1 1 0,1 0 0,0 0 0,-1 0 0,1 0 0,0 1 0,0-1 0,1 1 0,-1 0 0,0 0 0,1 1 0,-6 6 0,4-3 0,1 0 0,0 0 0,1 0 0,0 0 0,0 0 0,0 1 0,-2 13 0,1 0 0,1 0 0,2 1 0,0-1 0,1 1 0,4 26 0,-4-44 0,1 1 0,-1-1 0,1 0 0,0 0 0,0 0 0,1 1 0,-1-1 0,1 0 0,0-1 0,0 1 0,0 0 0,0 0 0,1-1 0,-1 0 0,1 1 0,0-1 0,7 5 0,-5-4 0,1-1 0,-1-1 0,1 1 0,0-1 0,0 0 0,0-1 0,0 1 0,0-1 0,1 0 0,-1-1 0,10 1 0,230-6-1365,-220 5-5461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24.7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51 0 24575,'2'32'0,"2"0"0,1-1 0,16 56 0,-14-61 0,0 0 0,-2 0 0,0 1 0,-2 0 0,-1 51 0,-2-75 6,0 0 0,-1 0-1,1-1 1,-1 1 0,0-1-1,0 1 1,1 0 0,-2-1 0,1 0-1,0 1 1,0-1 0,-1 0-1,0 1 1,1-1 0,-1 0 0,0 0-1,0 0 1,0-1 0,0 1-1,-3 2 1,0-2-155,0 0 1,0 0-1,0 0 1,0 0-1,0-1 1,0 1-1,0-1 1,-1-1-1,-5 1 1,-14 0-6678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25.4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0 298 24575,'6'-2'0,"-1"1"0,0-1 0,0 1 0,0-1 0,-1-1 0,1 1 0,4-4 0,11-4 0,-1 2 0,1 2 0,0 0 0,0 1 0,0 1 0,40-2 0,108 7 0,-74 2 0,45-3 0,-145-1 0,1 2 0,-1-1 0,1 0 0,-1 1 0,1 0 0,-1 1 0,1-1 0,0 1 0,-1 0 0,1 0 0,0 1 0,0-1 0,0 1 0,1 0 0,-1 1 0,1-1 0,0 1 0,0 0 0,0 0 0,0 0 0,-3 5 0,2 0 0,0-1 0,1 1 0,0 0 0,0 0 0,1 0 0,1 0 0,-1 1 0,2-1 0,-1 1 0,1 0 0,0 14 0,1-22 0,0 9 0,0 0 0,0-1 0,1 1 0,1 0 0,3 14 0,-4-23 0,0 1 0,0-1 0,0 1 0,0-1 0,0 0 0,1 0 0,-1 1 0,1-1 0,-1 0 0,1 0 0,0 0 0,0 0 0,0-1 0,0 1 0,0-1 0,1 1 0,-1-1 0,0 0 0,1 1 0,-1-1 0,1 0 0,-1-1 0,1 1 0,-1 0 0,1-1 0,-1 1 0,4-1 0,2 0 0,0 0 0,0-1 0,0 0 0,0 0 0,-1-1 0,1 0 0,-1 0 0,1-1 0,-1 0 0,0 0 0,0-1 0,0 0 0,0 0 0,-1-1 0,1 0 0,-1 0 0,-1 0 0,11-12 0,-8 8 0,-1 0 0,0 0 0,0-1 0,-1 0 0,0 0 0,-1 0 0,-1-1 0,1 1 0,-2-1 0,1 0 0,-1-1 0,1-15 0,-2 5 0,-1 0 0,-1 0 0,-3-26 0,2 40 0,-1 0 0,0 0 0,0 1 0,0-1 0,-1 1 0,0-1 0,-1 1 0,0 0 0,0 0 0,0 0 0,-1 1 0,-5-6 0,10 9 0,9 6 0,12 8 0,85 73 0,-90-72 0,0 1 0,0 0 0,-1 1 0,-1 0 0,-1 1 0,0 1 0,18 27 0,-5-8 0,-19-28 0,-1 0 0,-1 1 0,1 0 0,-1 0 0,0 0 0,-1 1 0,3 8 0,-4-12 0,-1-8 0,0-24 0,-3-51 0,1 61 0,1 1 0,0 0 0,1 0 0,1 0 0,1 1 0,0-1 0,1 1 0,0 0 0,2 0 0,0 1 0,0 0 0,1 0 0,10-12 0,-10 17 0,0 1 0,1 0 0,0 1 0,0 0 0,1 0 0,0 1 0,0 0 0,0 1 0,1 0 0,15-5 0,25-13 0,-10 5-1365,-22 12-5461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26.7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397 2 24575,'-77'-1'0,"-87"3"0,157-2 0,1 1 0,-1 0 0,0 0 0,1 1 0,0 0 0,-1 0 0,1 0 0,0 1 0,0 0 0,0 0 0,1 1 0,-1-1 0,1 1 0,0 0 0,0 1 0,0-1 0,1 1 0,-1 0 0,1 0 0,-4 7 0,3-2 0,0 0 0,0 1 0,1-1 0,1 1 0,-1 0 0,2 0 0,0 0 0,0 1 0,1-1 0,0 20 0,1-18 0,1-1 0,0 0 0,0 0 0,1 0 0,7 22 0,-6-28 0,0 1 0,0-1 0,0 0 0,0 0 0,1-1 0,0 1 0,1-1 0,-1 0 0,1 0 0,0 0 0,11 8 0,-6-7 0,0 0 0,0 0 0,1-1 0,0 0 0,0-1 0,0-1 0,1 1 0,-1-2 0,1 1 0,13 0 0,15-1 0,67-5 0,-31 1 0,-68 1 0,-1 1 0,1-1 0,0 0 0,-1 0 0,1-1 0,-1 0 0,1 0 0,-1-1 0,14-7 0,-10 3 0,0 0 0,-1-1 0,0 0 0,-1-1 0,11-12 0,10-6 0,-25 23 0,0 0 0,0-1 0,-1 1 0,1-1 0,-1 0 0,0 0 0,0 0 0,4-8 0,10-20 0,-9 17 0,0-1 0,0 0 0,-2 0 0,8-28 0,-14 42 0,0-1 0,0 0 0,0 0 0,-1 0 0,0 0 0,0 0 0,0 0 0,0 0 0,0 0 0,-1 0 0,0 1 0,0-1 0,0 0 0,0 0 0,-1 0 0,1 1 0,-1-1 0,0 1 0,0-1 0,0 1 0,0 0 0,-1 0 0,0 0 0,1 0 0,-1 0 0,0 1 0,-4-3 0,5 3 0,-1 0 0,1 0 0,-1 1 0,1-1 0,-1 1 0,0 0 0,0 0 0,0 0 0,1 0 0,-1 0 0,0 1 0,0-1 0,0 1 0,0 0 0,0 0 0,0 0 0,0 0 0,0 0 0,0 1 0,0-1 0,0 1 0,0 0 0,0 0 0,0 0 0,0 0 0,1 1 0,-1-1 0,1 1 0,-1-1 0,1 1 0,-1 0 0,1 0 0,0 0 0,0 0 0,0 1 0,0-1 0,-3 5 0,-1 1 0,1 1 0,0 0 0,0 0 0,1 0 0,0 1 0,0-1 0,1 1 0,1 0 0,0 0 0,-2 12 0,3-6 0,-1 0 0,1 0 0,1 0 0,0 0 0,4 22 0,-4-35 0,1 0 0,-1 1 0,1-1 0,0 0 0,0 0 0,1 0 0,-1 0 0,0 0 0,1 0 0,0-1 0,0 1 0,0 0 0,0-1 0,0 0 0,0 1 0,1-1 0,-1 0 0,1 0 0,-1 0 0,1 0 0,0-1 0,0 1 0,0-1 0,0 0 0,0 0 0,0 0 0,5 1 0,-3 0 0,0-1 0,1-1 0,-1 1 0,0 0 0,1-1 0,-1 0 0,1-1 0,-1 1 0,0-1 0,0 0 0,1 0 0,-1-1 0,0 1 0,0-1 0,0 0 0,0-1 0,-1 1 0,1-1 0,0 0 0,-1 0 0,0-1 0,0 1 0,0-1 0,0 0 0,-1 0 0,1 0 0,-1 0 0,0-1 0,0 1 0,3-9 0,6-13 0,-8 15 0,1 0 0,0 0 0,11-16 0,-15 25 0,0 1 0,1-1 0,-1 0 0,0 1 0,1-1 0,-1 1 0,1-1 0,0 1 0,-1 0 0,1 0 0,0 0 0,0 0 0,-1 0 0,1 0 0,0 0 0,0 1 0,0-1 0,0 1 0,0-1 0,0 1 0,0 0 0,1-1 0,-1 1 0,0 0 0,0 1 0,3-1 0,-3 1 0,0 0 0,0 0 0,0 0 0,0 1 0,0-1 0,0 0 0,-1 1 0,1-1 0,0 1 0,-1-1 0,1 1 0,-1 0 0,0 0 0,0 0 0,1 0 0,-1 0 0,-1 0 0,2 3 0,15 45 0,-13-35 0,-1-5 0,-3-7 0,1 0 0,-1 1 0,1-1 0,0 0 0,0 0 0,0 0 0,1-1 0,-1 1 0,1 0 0,0 0 0,0-1 0,-1 1 0,2-1 0,2 4 0,-5-6 0,1 0 0,-1 0 0,0 0 0,1 0 0,-1 0 0,1 0 0,-1 0 0,1 0 0,-1 0 0,0 0 0,1 0 0,-1 0 0,1 0 0,-1-1 0,1 1 0,-1 0 0,0 0 0,1 0 0,-1-1 0,0 1 0,1 0 0,-1 0 0,0-1 0,1 1 0,-1 0 0,0-1 0,1 1 0,-1 0 0,0-1 0,0 1 0,1 0 0,-1-1 0,0 1 0,0-1 0,0 1 0,0-1 0,0 1 0,1 0 0,-1-1 0,0 1 0,0-1 0,0 0 0,4-21 0,-4 21 0,2-19 0,-2 13 0,1 0 0,-1 0 0,1 0 0,0 0 0,1 0 0,0 0 0,0 0 0,0 0 0,1 1 0,0-1 0,0 1 0,1 0 0,0 0 0,0 0 0,0 0 0,7-6 0,-2 4 0,1 0 0,-1 0 0,1 1 0,1 0 0,0 1 0,-1 0 0,2 1 0,-1 0 0,1 1 0,16-4 0,-9 4 0,0 1 0,0 1 0,0 1 0,1 1 0,36 3 0,-50-2 0,-1-1 0,1 1 0,-1 1 0,1-1 0,-1 1 0,0-1 0,0 2 0,1-1 0,-1 0 0,-1 1 0,1 0 0,0 0 0,-1 1 0,1-1 0,-1 1 0,0 0 0,5 6 0,-5-3 0,0-1 0,-1 1 0,0 0 0,0 0 0,0 0 0,-1 0 0,0 1 0,0-1 0,-1 1 0,0-1 0,0 1 0,0 8 0,-2 26 0,0-31 0,0-31 0,0-161-1365,1 153-5461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27.2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246 1 24575,'2'127'0,"-5"140"0,2-251 0,-1 0 0,-1 0 0,-1 0 0,0 0 0,-13 27 0,13-34 0,-1 0 0,0 0 0,0-1 0,-1 1 0,0-1 0,0-1 0,-1 1 0,0-1 0,0 0 0,-15 9 0,20-14 0,-1 0 0,1-1 0,0 0 0,-1 1 0,0-1 0,1 0 0,-1 0 0,0-1 0,1 1 0,-1-1 0,0 1 0,0-1 0,0 0 0,1 0 0,-1 0 0,0 0 0,0 0 0,0-1 0,1 1 0,-1-1 0,0 0 0,0 0 0,1 0 0,-1 0 0,1 0 0,-1-1 0,1 1 0,0-1 0,-1 0 0,1 1 0,0-1 0,-4-4 0,2 0 0,-1 1 0,1-1 0,0 0 0,1 0 0,-1 0 0,1 0 0,0-1 0,1 1 0,-1-1 0,1 0 0,1 1 0,-2-10 0,1 4 0,1 0 0,1 0 0,0 0 0,1 0 0,0 0 0,0 0 0,1 0 0,6-18 0,-6 25 0,0 0 0,1 0 0,0 0 0,0 0 0,0 1 0,0-1 0,1 1 0,-1 0 0,1 0 0,0 0 0,0 0 0,1 1 0,-1 0 0,1 0 0,0 0 0,0 0 0,0 1 0,0-1 0,0 1 0,9-2 0,3 0 0,1 1 0,-1 0 0,1 2 0,-1 0 0,1 0 0,0 2 0,-1 0 0,1 1 0,-1 1 0,0 1 0,0 0 0,0 1 0,0 1 0,-1 0 0,0 1 0,0 1 0,18 12 0,-27-15 0,0 0 0,-1 0 0,0 1 0,0 0 0,0 0 0,-1 0 0,1 0 0,-1 1 0,-1 0 0,0 0 0,0 1 0,0-1 0,4 14 0,-4-6 0,0 0 0,-2-1 0,1 1 0,-2 0 0,0 0 0,-2 23 0,1-46 0,0-2 0,0 1 0,1-1 0,0 1 0,0 0 0,1-1 0,1 1 0,3-11 0,-2 12 10,1 0 0,-1 0 0,2 0 0,-1 1 0,1 0 0,0 0 0,0 0 0,1 1 0,0 0 0,0 0 0,12-7 0,-6 6-222,-1 1 0,1 0 0,0 1-1,0 1 1,1 0 0,26-4 0,-18 5-6614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27.6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251 90 24575,'-56'-1'0,"-66"2"0,119 0 0,0-1 0,0 1 0,0-1 0,0 1 0,0 0 0,0 0 0,0 0 0,1 0 0,-1 1 0,0-1 0,1 1 0,-1 0 0,1-1 0,-1 1 0,1 0 0,0 1 0,0-1 0,-3 4 0,3-2 0,-1 0 0,1 1 0,0-1 0,0 1 0,0 0 0,1-1 0,-1 1 0,1 0 0,0 0 0,0 8 0,1-5 0,0-1 0,0 1 0,0-1 0,1 0 0,0 0 0,1 1 0,0-1 0,0 0 0,0 0 0,1 0 0,0-1 0,0 1 0,1-1 0,0 1 0,7 8 0,-6-11 0,0 0 0,0 0 0,0-1 0,1 0 0,-1 0 0,1 0 0,-1-1 0,1 1 0,0-1 0,0-1 0,0 1 0,1-1 0,-1 0 0,0-1 0,0 0 0,0 1 0,10-3 0,-11 2 0,-1 0 0,1-1 0,-1 0 0,1 0 0,-1 0 0,0 0 0,1-1 0,-1 0 0,0 0 0,0 0 0,0 0 0,0-1 0,0 1 0,0-1 0,-1 0 0,0 0 0,1 0 0,-1-1 0,0 1 0,-1-1 0,1 0 0,0 0 0,3-8 0,-3 1 0,0-1 0,-1 1 0,0-1 0,-1 0 0,0 0 0,-1 0 0,0 0 0,-1 0 0,0 1 0,-1-1 0,0 0 0,-1 1 0,0-1 0,-1 1 0,0 0 0,-1 0 0,0 0 0,-1 1 0,0-1 0,-11-12 0,8 11-1365,5 4-5461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27.8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24575,'0'16'0,"2"0"0,0 0 0,1-1 0,0 1 0,8 21 0,35 73 0,-43-103 0,23 58 76,9 20-1517,-26-68-5385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28.0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24575,'0'5'0,"5"2"0,7-1 0,1 4 0,4 1 0,-1 3 0,-4 4 0,2 0 0,-2-4-8191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28.2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430 1 24575,'-335'0'0,"331"0"0,0 0 0,0 0 0,-1 0 0,1 1 0,0-1 0,-1 1 0,1 0 0,0 0 0,0 1 0,0-1 0,0 1 0,0 0 0,0 0 0,1 0 0,-5 3 0,6-2 0,-1 0 0,1 1 0,-1-1 0,1 0 0,0 1 0,0 0 0,1 0 0,-1-1 0,1 1 0,0 0 0,0 0 0,0 0 0,0 0 0,1 0 0,0 0 0,-1 5 0,1 2 0,-1-1 0,2 1 0,-1-1 0,1 1 0,1-1 0,5 19 0,-6-25 0,1 1 0,0-1 0,1 1 0,-1-1 0,1 0 0,0 1 0,0-1 0,0-1 0,0 1 0,1 0 0,-1-1 0,1 0 0,0 0 0,0 0 0,1 0 0,5 3 0,7 3 0,1-1 0,-1 0 0,1-1 0,1-1 0,0 0 0,-1-2 0,1 0 0,1-1 0,25 0 0,-17-2 0,10 0 0,46-6 0,-73 4 0,0-1 0,0 0 0,0-1 0,0 0 0,-1-1 0,0 0 0,0 0 0,18-12 0,-23 12 0,0 0 0,0-1 0,-1 1 0,0-1 0,7-9 0,12-14 0,3-5-1365,-17 16-5461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28.5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24575,'0'486'0,"2"-467"0,0 1 0,2-1 0,0 0 0,1 0 0,14 34 0,1 8 0,-8-25 0,-6-20 0,-1 0 0,-1 0 0,3 24 0,-2-5 42,2-1 0,12 36 0,-9-35-788,9 60 1,-17-69-6081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31.6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335 4 24575,'-53'-1'0,"31"-1"0,0 1 0,-1 2 0,1 0 0,0 1 0,-1 2 0,1 0 0,-22 8 0,39-10 0,0 1 0,1 0 0,0 0 0,-1 0 0,1 0 0,0 1 0,1 0 0,-1 0 0,1 0 0,-1 0 0,1 0 0,1 1 0,-1-1 0,1 1 0,-1 0 0,1 0 0,1 0 0,-3 8 0,-1 5 0,1 0 0,1 0 0,1 0 0,0 19 0,1-25 0,1 0 0,1 0 0,0 0 0,0 0 0,2 0 0,-1-1 0,6 16 0,-6-22 0,0-1 0,0 0 0,0 0 0,1 0 0,0 0 0,-1 0 0,1 0 0,1 0 0,-1-1 0,0 0 0,1 0 0,0 0 0,0 0 0,0 0 0,0-1 0,0 1 0,0-1 0,1 0 0,-1-1 0,1 1 0,6 1 0,17 1 0,1-2 0,0 0 0,-1-2 0,30-3 0,9 0 0,-52 3 0,0-2 0,1 0 0,-1 0 0,0-2 0,0 0 0,-1 0 0,1-2 0,-1 1 0,0-2 0,0 0 0,-1-1 0,0 0 0,-1-1 0,14-11 0,-16 11 0,-1 0 0,0-1 0,0 0 0,-1-1 0,0 1 0,-1-2 0,0 1 0,0-1 0,-2 0 0,1 0 0,-2 0 0,1-1 0,-2 0 0,0 0 0,0 0 0,1-18 0,-5 29 0,1 1 0,0 0 0,0 0 0,0-1 0,1 1 0,-1 0 0,0 0 0,0-1 0,1 1 0,-1 0 0,1 0 0,-1-1 0,1 1 0,-1 0 0,1 0 0,1-1 0,-2 1 0,1 1 0,-1 0 0,0 0 0,1 0 0,-1 0 0,1 0 0,-1 0 0,1 1 0,-1-1 0,1 0 0,-1 0 0,1 0 0,-1 0 0,0 0 0,1 1 0,-1-1 0,1 0 0,-1 0 0,0 1 0,1-1 0,-1 0 0,0 0 0,1 1 0,-1-1 0,0 0 0,1 1 0,-1-1 0,0 1 0,25 41 0,-23-37 0,7 10 0,-1 0 0,2-1 0,0 0 0,0 0 0,1-1 0,1-1 0,0 1 0,24 16 0,-2-1 0,-30-24 0,1 0 0,-1 0 0,1 0 0,0-1 0,0 1 0,0-1 0,1 0 0,-1-1 0,1 1 0,-1-1 0,1 0 0,11 2 0,-4-2 0,0-1 0,0 0 0,0-1 0,1 0 0,23-4 0,-33 4 0,0-1 0,-1 0 0,1 0 0,0 0 0,-1-1 0,1 1 0,-1-1 0,0 0 0,1 0 0,-1 0 0,0 0 0,0 0 0,0-1 0,0 1 0,-1-1 0,1 0 0,-1 0 0,0 0 0,1 0 0,-1 0 0,-1-1 0,1 1 0,0-1 0,1-5 0,0-5 0,-1 0 0,0-1 0,-1 1 0,-1 0 0,-2-19 0,3 43 0,-2-1 0,2 0 0,-1 0 0,1 0 0,0 0 0,1 0 0,0 0 0,1 0 0,7 16 0,-8-21 6,1 0 1,0 1-1,0-1 0,0-1 0,0 1 0,1 0 0,0-1 1,0 0-1,0 1 0,0-2 0,0 1 0,0 0 0,1-1 0,0 0 1,-1 0-1,1 0 0,8 2 0,4-2-307,0 0-1,0 0 1,33-3-1,-43 1 32,20-1-6556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32.0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252 35 24575,'-1'-1'0,"1"-1"0,-1 1 0,1 0 0,-1-1 0,0 1 0,1 0 0,-1 0 0,0 0 0,0-1 0,0 1 0,0 0 0,0 0 0,0 0 0,0 0 0,0 1 0,-1-1 0,1 0 0,0 0 0,0 1 0,-1-1 0,1 1 0,0-1 0,-1 1 0,1-1 0,-1 1 0,1 0 0,-3 0 0,-46-6 0,45 5 0,-9 0 0,1 0 0,1 0 0,0 1 0,-1 0 0,1 1 0,-14 3 0,23-4 0,0 1 0,0 0 0,1 0 0,-1 0 0,0 1 0,0-1 0,1 0 0,-1 1 0,1 0 0,-1 0 0,1 0 0,0 0 0,0 0 0,0 0 0,0 0 0,0 1 0,0-1 0,0 1 0,1-1 0,0 1 0,-1 0 0,1 0 0,0 0 0,0-1 0,0 1 0,0 4 0,-2 9 0,1 0 0,1 0 0,0 0 0,1 1 0,0-1 0,2 0 0,0 0 0,8 31 0,-8-43 0,0-1 0,0 0 0,1 0 0,-1 0 0,1 0 0,0 0 0,0-1 0,0 1 0,0-1 0,0 0 0,1 0 0,-1 0 0,0 0 0,1-1 0,0 1 0,-1-1 0,1 0 0,0 0 0,0 0 0,0-1 0,-1 1 0,1-1 0,7 0 0,-7 0 0,0 0 0,0 0 0,0 0 0,0 0 0,0-1 0,0 0 0,0 0 0,-1 0 0,1 0 0,0 0 0,0-1 0,-1 0 0,1 1 0,-1-1 0,0-1 0,0 1 0,1 0 0,-1-1 0,-1 0 0,1 1 0,0-1 0,-1 0 0,4-5 0,3-32 0,-9 36 0,0-1 0,1 1 0,0 0 0,0-1 0,0 1 0,0 0 0,1 0 0,0 0 0,0 0 0,3-5 0,-5 8 0,1 1 0,0-1 0,0 1 0,-1-1 0,1 1 0,0-1 0,0 1 0,0-1 0,0 1 0,0 0 0,-1-1 0,1 1 0,0 0 0,0 0 0,0 0 0,0 0 0,0 0 0,0 0 0,0 0 0,0 0 0,0 0 0,0 0 0,0 1 0,0-1 0,0 0 0,0 1 0,-1-1 0,1 0 0,0 1 0,0-1 0,0 1 0,-1-1 0,1 1 0,0 0 0,0-1 0,-1 1 0,1 0 0,-1 0 0,2 1 0,2 2 0,-1 0 0,1 0 0,-1 0 0,0 1 0,5 8 0,7 38 0,-12-41 0,-1 1 0,2-1 0,-1 0 0,10 18 0,3 2-17,-11-20-253,1 0 1,-1 0-1,2-1 0,7 10 1,-7-13-6557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7:32.3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24575,'97'-2'0,"110"5"0,-199-3 0,0 2 0,0-1 0,0 1 0,0 0 0,0 1 0,0 0 0,-1 0 0,1 0 0,-1 1 0,0 0 0,0 1 0,0 0 0,9 8 0,-13-10 0,0 0 0,-1 0 0,0-1 0,0 2 0,0-1 0,0 0 0,0 0 0,-1 1 0,1-1 0,-1 1 0,0-1 0,0 1 0,0-1 0,0 1 0,-1 0 0,1-1 0,-1 1 0,0 0 0,0 0 0,-1-1 0,1 1 0,-1 0 0,0-1 0,0 1 0,0-1 0,0 1 0,-1-1 0,1 1 0,-1-1 0,0 0 0,-4 6 0,1-3 0,0-1 0,0 0 0,0 0 0,-1-1 0,0 1 0,0-1 0,0 0 0,0-1 0,0 0 0,-1 0 0,0 0 0,-9 2 0,5-1 0,0 1 0,0 0 0,-18 11 0,-23 21-1365,35-29-5461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8:16.6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 0 24575,'0'395'0,"0"-392"0,-2 28 0,3-30 0,-1-1 0,0 1 0,0 0 0,0 0 0,0 0 0,0 0 0,-1 0 0,1-1 0,0 1 0,0 0 0,-1 0 0,1 0 0,0-1 0,-1 1 0,1 0 0,0 0 0,-1-1 0,1 1 0,-1 0 0,0-1 0,1 1 0,-1-1 0,1 1 0,-1 0 0,0-1 0,1 0 0,-2 2 0,1-3 0,0 1 0,0-1 0,1 1 0,-1-1 0,0 1 0,1-1 0,-1 0 0,1 1 0,-1-1 0,1 0 0,-1 1 0,1-1 0,-1 0 0,1 0 0,-1 1 0,1-1 0,0 0 0,0 0 0,-1 0 0,1 0 0,0 1 0,0-1 0,0-1 0,-4-25 0,3 24 0,-3-46 0,2 1 0,6-76 0,-3 120 0,0 0 0,0 0 0,0 0 0,0 0 0,1 0 0,0 0 0,0 1 0,0-1 0,0 0 0,1 1 0,-1 0 0,1-1 0,0 1 0,0 0 0,0 1 0,0-1 0,0 0 0,1 1 0,-1 0 0,1 0 0,0 0 0,-1 0 0,1 1 0,0-1 0,6-1 0,-4 2 0,0-1 0,0 1 0,0 0 0,0 0 0,1 0 0,-1 1 0,0 0 0,0 1 0,0-1 0,0 1 0,0 0 0,0 0 0,0 1 0,0 0 0,0 0 0,10 6 0,-12-6 0,0 1 0,0 0 0,-1 1 0,1-1 0,-1 0 0,0 1 0,0 0 0,0 0 0,0 0 0,0 0 0,-1 0 0,4 9 0,-2 1 0,-1-1 0,0 1 0,2 15 0,4 23 0,4 12 0,-11-79 0,1-1 0,0 1 0,9-25 0,-4 14 0,-6 21 0,0 0 0,0 0 0,1 0 0,0 0 0,0 1 0,0-1 0,1 1 0,-1 0 0,1 0 0,0 0 0,0 1 0,8-6 0,-9 6 0,0 1 0,1 0 0,-1 0 0,1 0 0,0 0 0,0 0 0,0 1 0,-1 0 0,1-1 0,1 1 0,-1 1 0,0-1 0,0 1 0,0-1 0,0 1 0,0 1 0,5 0 0,-7-1 0,0 1 0,0 0 0,0 0 0,0 0 0,0 1 0,-1-1 0,1 0 0,0 1 0,-1-1 0,1 1 0,-1 0 0,0-1 0,1 1 0,-1 0 0,0 0 0,0 0 0,0 0 0,0 0 0,0 0 0,-1 0 0,1 0 0,-1 0 0,1 3 0,1 7 0,-1 0 0,1 23 0,-2-28 0,-3 50 0,1-44 0,0 1 0,2-1 0,0 1 0,0-1 0,1 1 0,1-1 0,4 18 0,-5-29 0,0 1 0,0-1 0,0 0 0,0 0 0,0 0 0,0 0 0,1 0 0,-1 0 0,1 0 0,0 0 0,-1-1 0,1 1 0,0-1 0,0 1 0,0-1 0,0 0 0,0 1 0,0-1 0,0 0 0,0-1 0,1 1 0,-1 0 0,0 0 0,1-1 0,-1 0 0,0 1 0,1-1 0,-1 0 0,1 0 0,-1 0 0,0 0 0,1-1 0,-1 1 0,0-1 0,1 0 0,2-1 0,4 0 0,-1-2 0,0 1 0,0-1 0,0-1 0,-1 1 0,1-1 0,-1-1 0,9-8 0,-2 2-341,0 1 0,0 0-1,17-9 1,-14 10-6485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8:17.0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42 24575,'19'-1'0,"-1"-1"0,1-1 0,22-6 0,-20 4 0,42-5 0,79 11 0,20-3 0,-137-2-1365,-6-3-5461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8:17.3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137 0 24575,'1'9'0,"0"0"0,1 0 0,1 0 0,-1 0 0,1-1 0,1 0 0,0 1 0,7 10 0,4 11 0,0 2 0,2-2 0,37 52 0,-22-50 0,-27-27 0,1 0 0,0 1 0,-1-1 0,0 1 0,0 0 0,5 9 0,-9-13 0,-1 1 0,1-1 0,0 0 0,0 1 0,-1-1 0,0 0 0,1 1 0,-1-1 0,0 1 0,0-1 0,0 0 0,0 1 0,-1-1 0,1 1 0,-1-1 0,1 0 0,-1 1 0,0-1 0,0 0 0,0 0 0,0 1 0,0-1 0,-1 0 0,-2 3 0,0 0 0,0-1 0,0 1 0,-1-1 0,1 0 0,-1-1 0,0 1 0,0-1 0,0 0 0,-1 0 0,1-1 0,-1 1 0,1-1 0,-1-1 0,0 1 0,0-1 0,-10 2 0,-10-1 0,0-1 0,-42-3 0,26 0 0,32 1-341,1 1 0,-1-1-1,-16-4 1,6-2-6485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8:17.6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32 24575,'5'0'0,"2"-5"0,4-2 0,7 1 0,4 1 0,4 1 0,3 2 0,1 0 0,1 2 0,1 0 0,-1 0 0,0 0 0,0 1 0,-1-1 0,1 0 0,-6 0-8191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8:17.9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 0 24575,'0'4'0,"1"-1"0,0 1 0,-1-1 0,1 1 0,0-1 0,1 0 0,-1 1 0,1-1 0,-1 0 0,1 0 0,0 0 0,0 0 0,0 0 0,1-1 0,-1 1 0,1 0 0,-1-1 0,1 0 0,5 4 0,8 4 0,1 0 0,28 12 0,-11-5 0,19 4 0,-38-16 0,0 1 0,-1 0 0,1 0 0,17 13 0,-29-17 0,-1-1 0,1 1 0,-1 0 0,0 1 0,1-1 0,-1 0 0,0 1 0,0-1 0,-1 1 0,1-1 0,0 1 0,-1 0 0,0 0 0,1 0 0,-1 0 0,0 0 0,-1 0 0,1 0 0,0 0 0,-1 0 0,0 0 0,0 1 0,0-1 0,0 0 0,0 0 0,-1 5 0,-1-4 0,1-1 0,-1 1 0,0-1 0,1 1 0,-2-1 0,1 0 0,0 0 0,-1 0 0,1 0 0,-1 0 0,0-1 0,0 1 0,0-1 0,0 0 0,-5 3 0,-57 28 0,51-26 0,6-4 0,-5 4 0,0-1 0,0-1 0,0 0 0,-1-1 0,1-1 0,-18 3 0,-13 3 0,38-6 0,-2-1 0,1-1 0,0 1 0,0-1 0,0 0 0,-1-1 0,1 0 0,-11-1 0,16 1-68,1-1 0,-1 1-1,1-1 1,-1 0 0,1 0 0,0 0-1,-1 0 1,1 0 0,0 0 0,0 0-1,-1 0 1,1 0 0,0-1 0,0 1-1,0 0 1,0-1 0,1 1-1,-1-1 1,-1-1 0,-4-15-6758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8:18.1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65 24575,'30'-2'0,"-1"-1"0,37-7 0,-34 3 0,52-2 0,-62 9 0,13-1 0,1-1 0,66-12 0,-55 6 0,0 3 0,0 1 0,94 6 0,-42 1 0,53-3-1365,-127 0-5461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8:18.3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24575,'939'0'-1365,"-913"0"-5461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8:20.2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214 0 24575,'-1'48'0,"-1"0"0,-13 67 0,6-66 0,7-27 0,-2 0 0,0 0 0,-2 0 0,0-1 0,-1 0 0,-2 0 0,-10 19 0,11-24 0,1 0 0,0 1 0,1 0 0,1 1 0,0-1 0,-1 22 0,1-14 0,-1 0 0,-10 28 0,-5 4 0,18-56 0,1-9 0,0-9 0,-12-114 0,7 89 0,-2-59 0,8 41 0,4-122 0,-2 177 0,0 0 0,0 0 0,0 1 0,0-1 0,1 1 0,-1-1 0,1 1 0,0-1 0,1 1 0,-1 0 0,1 0 0,0 0 0,0 0 0,0 1 0,0-1 0,7-5 0,-8 8 0,1-1 0,-1 1 0,0 0 0,1-1 0,-1 1 0,1 1 0,-1-1 0,1 0 0,-1 0 0,1 1 0,0 0 0,-1-1 0,1 1 0,-1 0 0,1 0 0,0 1 0,-1-1 0,1 0 0,0 1 0,-1 0 0,1-1 0,-1 1 0,1 0 0,-1 0 0,0 1 0,1-1 0,-1 0 0,0 1 0,0-1 0,0 1 0,3 3 0,6 6 0,-1 1 0,-1-1 0,0 2 0,0-1 0,-1 1 0,-1 0 0,0 1 0,7 24 0,-8-26 0,0 1 0,0-1 0,2 0 0,13 19 0,-12-18 0,0 0 0,-1 0 0,9 19 0,7 11 0,4 8 0,-27-49 0,1 1 0,-1 0 0,0 1 0,0-1 0,-1 0 0,1 0 0,-1 0 0,1 0 0,-1 1 0,0-1 0,0 0 0,-1 0 0,0 5 0,0-5 0,0-1 0,-1 1 0,1-1 0,-1 0 0,0 0 0,0 0 0,0 0 0,0 0 0,0 0 0,0 0 0,0-1 0,0 1 0,-1-1 0,1 1 0,-1-1 0,1 0 0,-1 0 0,1 0 0,-1 0 0,0-1 0,1 1 0,-1-1 0,0 0 0,-4 1 0,-3-1 0,0 1 0,0-1 0,1-1 0,-1 1 0,-16-5 0,10 1 0,1-1 0,0 0 0,0-1 0,0-1 0,1-1 0,0 0 0,0 0 0,1-2 0,-19-16 0,30 24 0,0 0 0,0-1 0,0 1 0,0-1 0,0 1 0,0-1 0,1 0 0,-1 0 0,1 0 0,0 0 0,0 0 0,0 0 0,0 0 0,0-5 0,1 7 0,0-1 0,0 0 0,0 1 0,0-1 0,0 0 0,1 1 0,-1-1 0,1 0 0,-1 1 0,1-1 0,-1 1 0,1-1 0,0 1 0,0-1 0,0 1 0,0 0 0,0-1 0,0 1 0,0 0 0,1 0 0,-1 0 0,0 0 0,1 0 0,-1 0 0,0 0 0,1 0 0,-1 0 0,4 0 0,33-13 0,0 3 0,50-9 0,-30 7 0,-12 6 86,11-2-1537,-38 2-5375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8:20.7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1 122 24575,'3'0'0,"1"1"0,-1-1 0,1 1 0,-1 0 0,0 0 0,1 0 0,-1 0 0,0 0 0,0 1 0,0 0 0,0-1 0,0 1 0,0 0 0,3 3 0,36 40 0,-35-36 0,1-1 0,0 1 0,10 7 0,-7-6 0,0 0 0,0 1 0,-1 0 0,0 1 0,12 20 0,-13-18 0,1 0 0,1-1 0,0-1 0,13 13 0,3 0 0,-2 1 0,31 39 0,9 11 0,-37-36 0,-24-33 0,0 0 0,0-1 0,1 1 0,0-1 0,7 6 0,-12-11 0,1 0 0,-1-1 0,1 1 0,-1-1 0,1 0 0,0 1 0,-1-1 0,1 1 0,0-1 0,-1 0 0,1 1 0,0-1 0,-1 0 0,1 0 0,0 0 0,-1 1 0,1-1 0,0 0 0,0 0 0,-1 0 0,1 0 0,0 0 0,0 0 0,-1 0 0,1-1 0,0 1 0,-1 0 0,1 0 0,0-1 0,-1 1 0,1 0 0,0-1 0,-1 1 0,1 0 0,0-1 0,-1 1 0,1-1 0,-1 1 0,1-1 0,-1 1 0,1-1 0,-1 0 0,0 1 0,1-1 0,-1 1 0,0-1 0,1 0 0,-1 1 0,0-1 0,0 0 0,1 0 0,-1 1 0,0-1 0,0 0 0,0-1 0,7-44 0,-7 45 0,1-297 0,-4 134 0,3 152 20,1 0 0,0 1 0,0-1 0,1 0 0,5-14 0,-6 23-94,0-1-1,1 0 1,-1 0 0,1 1 0,0-1-1,0 1 1,0 0 0,1 0 0,-1 0-1,1 0 1,-1 0 0,1 0 0,0 0-1,0 1 1,0 0 0,1-1 0,-1 1-1,1 0 1,3-1 0,13-3-6752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8:21.1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306 31 24575,'-4'-4'0,"-1"1"0,1 0 0,-1 1 0,0-1 0,0 1 0,0 0 0,0 0 0,0 0 0,-1 1 0,1-1 0,0 1 0,-7 0 0,-5-1 0,-1 1 0,-23 2 0,36-1 0,0 1 0,0 0 0,0 0 0,0 1 0,1 0 0,-1-1 0,0 1 0,1 1 0,0-1 0,-1 1 0,1-1 0,0 1 0,0 1 0,0-1 0,1 0 0,-1 1 0,1 0 0,0 0 0,-4 5 0,1 2 0,0-1 0,1 1 0,0-1 0,0 2 0,1-1 0,-4 22 0,-1 4 0,3-7 0,0-1 0,-3 56 0,8-64 0,1-4 0,0 0 0,4 32 0,-4-45 0,1 1 0,0-1 0,1 1 0,-1-1 0,1 0 0,0 1 0,0-1 0,0 0 0,1 0 0,-1 0 0,1-1 0,0 1 0,0-1 0,0 1 0,6 3 0,-1-1 0,0-1 0,1 0 0,0-1 0,0 0 0,0 0 0,0-1 0,1 0 0,-1-1 0,1 0 0,13 1 0,11-1 0,57-3 0,-36-1 0,-50 2 0,0 0 0,1 0 0,-1-1 0,0 0 0,0 0 0,0 0 0,0 0 0,0-1 0,8-3 0,-11 3 0,1 0 0,0 0 0,-1 0 0,1-1 0,-1 1 0,0-1 0,0 1 0,0-1 0,0 0 0,0 0 0,0 0 0,-1 0 0,0 0 0,1 0 0,0-6 0,-1 7 0,-1-1 0,1 1 0,0-1 0,0 1 0,0-1 0,0 1 0,0 0 0,1 0 0,-1 0 0,3-4 0,5 8 0,1 16 0,-6-10 0,5 9 0,-1 1 0,-1-1 0,0 1 0,7 37 0,-14-53-3,1 0-1,-1 0 0,0 0 1,0 0-1,-1 0 0,1 0 1,0 0-1,-1 0 0,1 0 1,-1 0-1,1 0 0,-1 0 1,0-1-1,0 1 0,0 0 1,0-1-1,0 1 0,0 0 1,-1-1-1,1 1 0,-3 2 1,0-2 23,1 0 0,-1 0 0,0 0 0,0 0 0,0 0 0,0-1 0,0 1 0,0-1 0,-8 1 0,0-1-206,1 0 1,-1-1-1,1 0 0,-1-1 1,1 0-1,0 0 1,-12-4-1,2-3-6640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8:21.3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1 123 24575,'0'-1'0,"1"-1"0,-1 1 0,1-1 0,-1 1 0,1-1 0,0 1 0,0 0 0,0-1 0,0 1 0,0 0 0,0 0 0,0 0 0,0 0 0,1 0 0,-1 0 0,3-1 0,24-15 0,-27 17 0,10-5 0,0 0 0,1 1 0,-1 1 0,0 0 0,1 1 0,0 0 0,16-1 0,90 5 0,-57 0 0,-24-2 0,1-2 0,69-13 0,-74 10 0,66-1 0,-21 3 0,-4-11 0,-54 9 0,39-4 0,-1 7-1365,-32 2-5461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8:32.7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183 0 24575,'-2'1'0,"0"-1"0,0 0 0,0 1 0,0-1 0,0 1 0,1 0 0,-1 0 0,0-1 0,0 1 0,1 0 0,-1 1 0,1-1 0,-1 0 0,1 0 0,0 1 0,-3 1 0,-19 29 0,17-23 0,-3 7 0,0 0 0,1 0 0,0 1 0,2-1 0,0 2 0,1-1 0,0 1 0,-3 32 0,-18 75 0,11-42 0,9-59 0,1-1 0,-1 26 0,5 101-1365,2-124-5461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8:33.7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 24575,'-1'46'0,"1"44"0,1-82 0,0 1 0,0-1 0,1 0 0,0 0 0,1 0 0,0 0 0,0 0 0,6 9 0,-5-10 0,10 16 0,-1 1 0,18 42 0,-30-63-62,0-1 0,-1 1 0,1-1 0,0 0 0,0 0 0,1 1 0,-1-1 0,0 0 0,1 0 0,-1 0 0,1 0 0,0 0-1,-1-1 1,1 1 0,0 0 0,0-1 0,0 1 0,0-1 0,1 0 0,-1 0 0,3 1 0,8-1-6764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8:36.0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280 282 24575,'-1'-1'0,"1"0"0,0 0 0,-1 0 0,1 0 0,0 0 0,-1 0 0,1 0 0,-1 0 0,0 0 0,1 0 0,-1 0 0,0 1 0,1-1 0,-1 0 0,0 0 0,0 1 0,0-1 0,0 1 0,0-1 0,0 0 0,0 1 0,0 0 0,0-1 0,0 1 0,0 0 0,-2-1 0,-32-6 0,31 7 0,-10-2 0,-1 1 0,1 1 0,-1 0 0,1 0 0,-1 2 0,-25 5 0,36-6 0,-1 0 0,1 1 0,-1 0 0,1 0 0,0 0 0,-1 0 0,1 0 0,0 1 0,0 0 0,1 0 0,-1 0 0,1 0 0,-1 1 0,1 0 0,0-1 0,0 1 0,1 0 0,-1 0 0,1 0 0,0 1 0,0-1 0,0 1 0,1-1 0,-2 7 0,-1 20 0,1 0 0,1 0 0,2 0 0,7 53 0,-7-78 0,1-1 0,-1 1 0,1-1 0,1 1 0,-1-1 0,1 0 0,0 0 0,0 1 0,1-1 0,-1-1 0,1 1 0,0 0 0,0-1 0,1 1 0,-1-1 0,1 0 0,0 0 0,0 0 0,1-1 0,-1 0 0,1 1 0,-1-2 0,1 1 0,0 0 0,0-1 0,0 0 0,8 2 0,26 4 0,-3 1 0,0-3 0,62 4 0,-52-9 0,-2 1 0,1-2 0,55-8 0,-88 6 0,1 0 0,-1-1 0,0-1 0,0 1 0,0-2 0,-1 0 0,1 0 0,-1-1 0,0-1 0,-1 1 0,1-2 0,15-14 0,0-5 0,-2-1 0,-1-1 0,26-41 0,-44 60 0,-1 0 0,0 0 0,-1 0 0,0-1 0,-1 1 0,0-1 0,0 0 0,-1 0 0,-1 1 0,1-1 0,-2 0 0,0 0 0,0 0 0,-1 0 0,0 1 0,-1-1 0,0 1 0,-1 0 0,-9-19 0,10 24 0,-1 1 0,-1 0 0,1-1 0,-1 1 0,1 1 0,-1-1 0,0 1 0,-1 0 0,1 0 0,0 0 0,-1 1 0,0 0 0,1 0 0,-9-2 0,7 3 0,0-1 0,0 1 0,-1 0 0,1 1 0,0 0 0,0 0 0,0 0 0,0 1 0,0 0 0,0 0 0,-13 5 0,16-4 0,1 0 0,0 0 0,0 1 0,0-1 0,0 1 0,1 0 0,-1-1 0,1 1 0,0 1 0,-1-1 0,1 0 0,1 0 0,-1 1 0,0-1 0,1 1 0,0-1 0,0 1 0,0 0 0,0-1 0,0 1 0,1 0 0,0 0 0,0 4 0,-1 7 0,1-1 0,1 1 0,0 0 0,6 24 0,-4-28 0,0 0 0,1-1 0,0 1 0,1-1 0,0 0 0,1 0 0,0 0 0,0-1 0,1 0 0,0 0 0,1-1 0,15 13 0,-3-5 0,1-1 0,1-1 0,0-1 0,37 17 0,-46-26 0,-1 0 0,1 0 0,0-1 0,0 0 0,0-1 0,19 0 0,0-2 0,47-5 0,-74 5 0,0-1 0,0 0 0,0-1 0,0 1 0,0-1 0,0 0 0,0 0 0,-1-1 0,1 1 0,-1-1 0,0 0 0,0 0 0,0 0 0,0-1 0,0 0 0,-1 0 0,5-5 0,-2 0 0,0 0 0,-1-1 0,0 1 0,-1-1 0,1-1 0,3-18 0,-7 31 0,3 20 0,4-18 0,8-14 0,11-21 0,-21 23 0,1 0 0,0 0 0,11-10 0,-13 15 0,13-12 0,2 1 0,21-13 0,-33 23 0,0 0 0,1 1 0,-1 0 0,1 0 0,0 1 0,0 0 0,0 0 0,15 0 0,-5 1 0,0-1 0,0 2 0,-1 0 0,37 6 0,-50-6 0,-1 1 0,1 1 0,-1-1 0,0 0 0,0 1 0,0 0 0,0 0 0,0 0 0,0 1 0,0-1 0,-1 1 0,1 0 0,-1 0 0,0 0 0,0 1 0,0-1 0,0 1 0,-1-1 0,1 1 0,-1 0 0,3 7 0,24 69 0,-24-126 0,-5-21 0,-3-85 0,0 129 0,-12-41 0,5 26 0,7 27 0,0-1 0,0 0 0,-1 0 0,-1 1 0,-9-17 0,13 27 0,1 1 0,0-1 0,0 1 0,0-1 0,-1 1 0,1-1 0,0 1 0,-1-1 0,1 1 0,0-1 0,-1 1 0,1 0 0,-1-1 0,1 1 0,-1 0 0,1-1 0,-1 1 0,1 0 0,-1-1 0,1 1 0,-1 0 0,1 0 0,-1 0 0,1 0 0,-1 0 0,1-1 0,-1 1 0,0 0 0,1 0 0,-1 0 0,1 0 0,-2 1 0,1 0 0,1-1 0,-1 1 0,0 0 0,0 0 0,0 0 0,1 0 0,-1 0 0,1 0 0,-1 0 0,1 0 0,-1 1 0,1-1 0,0 0 0,-1 1 0,-5 44 0,6-22 0,1 0 0,2 0 0,8 41 0,-5-35 0,4 54 0,-9-66 0,0-1 0,0-1 0,-1 1 0,-1-1 0,-1 1 0,-3 16 0,4-31 0,1 1 0,-1-1 0,0 1 0,0-1 0,0 0 0,0 1 0,0-1 0,0 0 0,-1 0 0,1 0 0,-1 1 0,1-2 0,-1 1 0,0 0 0,0 0 0,0 0 0,0-1 0,0 1 0,0-1 0,0 0 0,-1 0 0,1 0 0,0 0 0,-1 0 0,1 0 0,-1 0 0,1-1 0,-1 1 0,1-1 0,-1 0 0,0 0 0,1 0 0,-1 0 0,1 0 0,-1 0 0,1-1 0,-1 0 0,1 1 0,-4-2 0,0 0 0,1-1 0,-1 1 0,1-1 0,0 0 0,0 0 0,0 0 0,1 0 0,-1-1 0,1 0 0,0 0 0,0 0 0,0-1 0,0 0 0,1 1 0,0-1 0,0 0 0,0 0 0,1-1 0,-1 1 0,1-1 0,0 1 0,1-1 0,-2-10 0,2 12 0,0-1 0,0 0 0,1 0 0,0 0 0,0 0 0,0 0 0,0 0 0,1 1 0,0-1 0,0 0 0,0 0 0,1 0 0,-1 1 0,1-1 0,0 1 0,0-1 0,1 1 0,0 0 0,-1 0 0,1 0 0,1 0 0,-1 1 0,0-1 0,1 1 0,0 0 0,0 0 0,0 0 0,5-3 0,28-9 0,1 1 0,50-12 0,-76 23 0,0 0 0,0 1 0,0 1 0,0 0 0,0 0 0,1 1 0,-1 1 0,15 2 0,-21-2 0,0 1 0,0-1 0,0 1 0,0 1 0,0-1 0,-1 1 0,1 0 0,-1 0 0,0 1 0,0-1 0,0 1 0,0 0 0,-1 1 0,1-1 0,-1 1 0,0 0 0,5 9 0,101 146 0,-110-159 0,0-1 0,0 0 0,0 1 0,1-1 0,-1 1 0,0-1 0,0 1 0,1-1 0,-1 0 0,0 1 0,1-1 0,-1 0 0,0 1 0,1-1 0,-1 0 0,0 1 0,1-1 0,-1 0 0,1 0 0,-1 1 0,0-1 0,1 0 0,-1 0 0,1 0 0,-1 0 0,1 0 0,-1 0 0,1 1 0,-1-1 0,1 0 0,0-1 0,5-13 0,-3-38 0,-2 39 0,-1 8 0,0 1 0,1-1 0,-1 0 0,1 1 0,1-1 0,-1 1 0,0-1 0,1 1 0,0 0 0,0 0 0,0-1 0,1 2 0,0-1 0,-1 0 0,1 0 0,0 1 0,1-1 0,-1 1 0,1 0 0,-1 0 0,1 1 0,0-1 0,0 1 0,0-1 0,0 1 0,1 0 0,-1 1 0,0-1 0,1 1 0,-1 0 0,1 0 0,0 0 0,-1 1 0,1 0 0,0 0 0,-1 0 0,1 0 0,0 1 0,6 1 0,-9-2 0,-1 1 0,0-1 0,1 1 0,-1 0 0,0-1 0,0 1 0,0 0 0,0 0 0,0 0 0,0 0 0,0-1 0,0 1 0,0 1 0,0-1 0,0 0 0,-1 0 0,1 0 0,0 0 0,-1 1 0,1-1 0,-1 0 0,1 0 0,-1 1 0,0-1 0,0 0 0,1 1 0,-1-1 0,0 2 0,-1 45 0,0-37 0,0 2 0,0 0 0,1-1 0,1 1 0,0 0 0,5 22 0,-4-30 0,0 0 0,0-1 0,0 1 0,0-1 0,1 0 0,-1 0 0,1 0 0,0 0 0,0 0 0,1-1 0,-1 1 0,1-1 0,0 0 0,0 0 0,0 0 0,0-1 0,0 1 0,7 1 0,0 1 0,-1-2 0,2 1 0,-1-2 0,0 0 0,0 0 0,19 0 0,-3-1 0,44-6 0,-68 5 0,0 0 0,0-1 0,0 1 0,0-1 0,-1 0 0,1 0 0,0 0 0,0 0 0,0 0 0,-1-1 0,1 1 0,-1-1 0,1 0 0,-1 0 0,0 0 0,0 0 0,0 0 0,0 0 0,0-1 0,3-3 0,-3 1 0,0 0 0,0 1 0,-1-1 0,1 0 0,-1 0 0,0 0 0,-1 0 0,1-1 0,-1 1 0,0 0 0,-1-7 0,0-1 0,-1 1 0,-1-1 0,0 0 0,-1 1 0,0-1 0,-1 1 0,0 0 0,-13-21 0,14 29 0,1 0 0,-1 1 0,0-1 0,0 1 0,0 0 0,0 0 0,0 0 0,-1 1 0,1-1 0,-1 1 0,0 1 0,-10-4 0,9 3 0,-1 0 0,1-1 0,-1 0 0,1 0 0,-7-5 0,13 4 0,8 1 0,10 1 0,-3 1 0,-2 0 0,1 1 0,0 0 0,17 3 0,-27-3 0,0 1 0,-1 0 0,1 0 0,0 1 0,-1-1 0,1 0 0,-1 1 0,1 0 0,-1 0 0,0 0 0,0 0 0,0 1 0,0-1 0,0 1 0,0 0 0,3 4 0,4 10 0,0 0 0,-2 1 0,1 0 0,-2 0 0,-1 1 0,0 0 0,5 34 0,-9-44 0,1 0 0,0 1 0,0-2 0,1 1 0,0 0 0,6 8 0,-9-15 0,0 1 0,1-1 0,-1 1 0,1-1 0,0 0 0,0 0 0,0 0 0,0 0 0,0 0 0,0 0 0,1 0 0,-1 0 0,0-1 0,1 0 0,-1 1 0,1-1 0,0 0 0,0 0 0,-1 0 0,1 0 0,0-1 0,0 1 0,4-1 0,-5 0-62,-1-1 0,1 1 0,-1-1 0,1 1 0,-1-1 0,0 0 0,1 1 0,-1-1 0,0 0 0,0 0 0,0 0 0,0 0-1,0 0 1,0 0 0,0-1 0,0 1 0,0 0 0,0 0 0,0-1 0,-1 1 0,2-2 0,5-16-6764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8:36.1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24575,'0'5'0,"6"2"0,6-1 0,1 4 0,4 1 0,-1 3 0,-3-1-8191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8:36.4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282 4 24575,'-57'-1'0,"32"-1"0,0 2 0,0 0 0,-49 9 0,70-8 0,0 0 0,0 1 0,0 0 0,0 0 0,0 0 0,0 1 0,1-1 0,-1 1 0,1 0 0,0 0 0,-1 0 0,1 0 0,1 1 0,-1-1 0,0 1 0,1 0 0,0-1 0,0 1 0,0 0 0,0 1 0,1-1 0,-1 0 0,1 0 0,0 1 0,0-1 0,0 7 0,0 0 0,0 0 0,1-1 0,0 1 0,1-1 0,0 1 0,1 0 0,0-1 0,0 0 0,1 1 0,6 13 0,-6-19 0,0 0 0,1 0 0,-1 0 0,1-1 0,0 0 0,1 1 0,-1-1 0,1 0 0,-1-1 0,1 1 0,0-1 0,1 0 0,-1-1 0,0 1 0,1-1 0,0 0 0,-1 0 0,1 0 0,8 0 0,3 1 0,1-1 0,0 0 0,0-1 0,0-1 0,20-3 0,-30 2 11,0-1 0,-1 0 0,1 0 0,-1 0 0,1-1 0,-1 0-1,0-1 1,0 0 0,-1 0 0,13-10 0,-6 3-382,0-1-1,-1 0 1,20-26 0,-22 23-6455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8:36.6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24575,'0'606'0,"2"-585"0,1-1 0,0 1 0,2-1 0,0 1 0,2-1 0,13 30 0,-17-42 0,-1-4 12,-1-1 0,1 1 0,0-1 0,0 1 0,0-1 0,0 0 0,1 0 0,0 0 0,4 5 0,-5-7-71,-1 0-1,0 0 1,1-1-1,-1 1 1,1 0 0,-1 0-1,1-1 1,0 1-1,-1-1 1,1 1 0,0-1-1,-1 0 1,1 0-1,0 1 1,-1-1 0,1-1-1,0 1 1,-1 0-1,1 0 1,0 0 0,-1-1-1,1 1 1,0-1-1,1 0 1,14-9-6767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8:36.8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425 0 24575,'1'5'0,"1"0"0,0-1 0,0 1 0,0-1 0,1 1 0,0-1 0,-1 0 0,2 0 0,5 6 0,7 11 0,3 11 0,-3-3 0,2 0 0,38 47 0,-32-47-196,-1 2 1,-2 0-1,25 52 0,16 23 210,-51-86 47,-1-1 0,-1 2-1,-1-1 1,7 29 0,1 1 404,-10-32-465,0 1 0,-2 0 0,0 0 0,-1 0 0,0 39 0,-3-48 0,0-1 0,-1 1 0,0-1 0,0 0 0,-1 1 0,-1-1 0,0 0 0,0 0 0,0-1 0,-1 1 0,-1 0 0,1-1 0,-1 0 0,-8 9 0,1-3 0,0-1 0,-1-1 0,-1 0 0,0 0 0,0-2 0,-1 0 0,0 0 0,-1-2 0,-25 11 0,-172 57 0,186-67 0,0-2 0,-36 4 0,31-5 0,-37 10 0,2 7 16,31-9-1068,-44 9 0,57-19-5051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8:37.5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1 650 24575,'0'-1'0,"0"0"0,1 0 0,-1 0 0,1 0 0,-1 0 0,0 0 0,1 0 0,0 0 0,-1 0 0,1 0 0,0 0 0,-1 0 0,1 0 0,0 1 0,0-1 0,-1 0 0,1 1 0,0-1 0,0 1 0,0-1 0,0 1 0,0-1 0,0 1 0,0-1 0,0 1 0,2-1 0,32-5 0,-31 6 0,79-6 0,107 7 0,-71 1 0,-83-2-489,86 0-599,163-19-1,-189 10-101,177 6 0,-18 1 149,-89-14 1041,-46 3 0,464-59-1735,-356 39 1196,-22 4 202,24-18 614,-153 32-277,125-43 0,-112 30 0,-3 6 0,26-9 0,96-31 0,-94 22 307,-78 25 230,47-11 1,97-29 1579,-80 37 440,-82 11-8383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8:57.7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 24575,'0'205'0,"1"-209"0,0-1 0,0 1 0,0-1 0,0 1 0,1-1 0,0 1 0,0 0 0,0 0 0,1 0 0,4-7 0,33-38 0,-37 47 0,7-9 0,2 1 0,-1 1 0,2 0 0,-1 0 0,1 2 0,0-1 0,1 2 0,0-1 0,0 2 0,0 0 0,0 1 0,1 0 0,21-2 0,-18 4 0,0 1 0,0 0 0,22 3 0,-35-2 0,0 1 0,-1 0 0,1 0 0,0 0 0,-1 1 0,1-1 0,-1 1 0,1 0 0,-1 1 0,0-1 0,0 1 0,0 0 0,0 0 0,0 0 0,0 0 0,5 8 0,-1 3 0,0 0 0,-1 1 0,-1 0 0,0 1 0,-1-1 0,-1 1 0,0 0 0,2 29 0,6 20 0,-11-61-136,0 0-1,0 0 1,1 0-1,-1 0 1,1 0-1,0 0 1,0-1-1,1 1 0,4 5 1,7 5-6690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8:59.7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206 262 24575,'-21'-1'0,"8"1"0,-1 0 0,0 1 0,-23 4 0,32-4 0,1 0 0,0 0 0,0 1 0,0-1 0,0 1 0,0 0 0,0 1 0,0-1 0,1 1 0,-1-1 0,1 1 0,0 0 0,0 1 0,0-1 0,-5 7 0,2-1 0,1 0 0,0 0 0,0 1 0,1-1 0,0 1 0,1 0 0,0 0 0,1 0 0,-3 21 0,5-27 0,0 0 0,0 0 0,0 1 0,1-1 0,-1 0 0,1 0 0,0 0 0,0 0 0,1 0 0,-1 0 0,1-1 0,0 1 0,0 0 0,0-1 0,0 1 0,1-1 0,-1 0 0,1 0 0,0 0 0,0 0 0,0 0 0,0-1 0,1 1 0,-1-1 0,1 0 0,-1 0 0,1 0 0,5 1 0,22 8 0,1-2 0,0-1 0,0-1 0,1-2 0,0-2 0,0-1 0,0-1 0,62-7 0,-80 4 0,-1-2 0,1 0 0,-1 0 0,0-2 0,15-6 0,22-9 0,-46 18 0,1 1 0,0-1 0,-1 0 0,1-1 0,-1 1 0,0-1 0,0 0 0,0 0 0,-1-1 0,0 0 0,1 1 0,-2-1 0,1-1 0,0 1 0,-1 0 0,0-1 0,-1 0 0,1 0 0,-1 0 0,0 0 0,0 0 0,-1 0 0,0 0 0,0-1 0,0 1 0,-1 0 0,0-1 0,0 1 0,-1 0 0,1-1 0,-2 1 0,-2-11 0,3 14 0,-1 1 0,0-1 0,0 0 0,0 0 0,-1 1 0,1-1 0,0 1 0,-1 0 0,0 0 0,1 0 0,-1 0 0,0 0 0,0 1 0,0-1 0,0 1 0,-1 0 0,1 0 0,0 0 0,0 0 0,-1 0 0,-4 0 0,-4 0 0,-1 0 0,0 0 0,0 1 0,-16 3 0,26-3 0,0 1 0,0-1 0,-1 1 0,1 0 0,0 0 0,0 0 0,1 0 0,-1 1 0,0-1 0,0 1 0,1 0 0,-1 0 0,0 0 0,1 0 0,0 0 0,0 0 0,-1 0 0,1 1 0,1 0 0,-1-1 0,0 1 0,1 0 0,-1 0 0,1-1 0,0 1 0,0 0 0,0 0 0,-1 5 0,0 7 0,0 0 0,1 0 0,0 1 0,3 25 0,-1-21 0,-1-15 0,1 0 0,-1 0 0,0-1 0,1 1 0,0 0 0,0 0 0,1-1 0,-1 1 0,1 0 0,0-1 0,0 0 0,1 1 0,3 5 0,-3-7 0,0-1 0,1 1 0,-1-1 0,0 1 0,1-1 0,-1 0 0,1-1 0,0 1 0,0 0 0,-1-1 0,1 0 0,0 0 0,0 0 0,0-1 0,0 1 0,7-1 0,0 1 0,0-1 0,0-1 0,0 1 0,0-1 0,-1-1 0,1 0 0,12-5 0,-17 5 0,1-1 0,-2 0 0,1 0 0,0 0 0,-1-1 0,1 0 0,-1 0 0,0 0 0,0 0 0,-1-1 0,0 0 0,1 0 0,3-7 0,35-70 0,-43 81 0,0 0 0,1 0 0,-1 1 0,1-1 0,-1 0 0,1 0 0,0 1 0,-1-1 0,1 0 0,0 1 0,-1-1 0,1 1 0,0-1 0,0 1 0,-1-1 0,1 1 0,0-1 0,0 1 0,0 0 0,0-1 0,0 1 0,-1 0 0,1 0 0,0 0 0,0 0 0,0 0 0,0 0 0,0 0 0,0 0 0,0 0 0,0 0 0,0 0 0,0 1 0,-1-1 0,1 0 0,0 1 0,0-1 0,0 0 0,0 1 0,-1-1 0,1 1 0,0-1 0,-1 1 0,1 0 0,0 0 0,5 5 0,0 0 0,-1 1 0,0 0 0,6 10 0,3 4 0,-13-20 0,-1-1 0,1 1 0,-1-1 0,1 1 0,0-1 0,-1 1 0,1-1 0,0 1 0,-1-1 0,1 0 0,0 1 0,-1-1 0,1 0 0,0 0 0,0 0 0,0 1 0,-1-1 0,1 0 0,0 0 0,0 0 0,-1 0 0,1 0 0,0 0 0,0 0 0,0-1 0,-1 1 0,1 0 0,0 0 0,0-1 0,-1 1 0,1 0 0,0-1 0,-1 1 0,1 0 0,0-1 0,-1 1 0,1-1 0,-1 0 0,1 1 0,-1-1 0,1 1 0,0-2 0,21-36 0,-12 19 0,-5 11 0,2 1 0,-1-1 0,1 1 0,0 1 0,0-1 0,1 1 0,0 0 0,0 1 0,0 0 0,1 0 0,0 1 0,0 0 0,0 0 0,0 1 0,0 1 0,1-1 0,-1 1 0,1 1 0,0 0 0,0 0 0,-1 1 0,1 0 0,11 2 0,-16-1 0,0 0 0,0 0 0,-1 1 0,1-1 0,0 1 0,-1 0 0,1 1 0,-1-1 0,1 1 0,-1-1 0,0 1 0,0 1 0,-1-1 0,1 0 0,-1 1 0,5 5 0,-1 0 0,-1 0 0,0 1 0,0 0 0,-1 0 0,-1 0 0,5 13 0,-8-19 0,1-1 0,-1 1 0,1-1 0,0 0 0,0 1 0,0-1 0,1 0 0,-1 0 0,5 4 0,-6-6 0,-1-1 0,1 0 0,0 1 0,-1-1 0,1 1 0,0-1 0,-1 0 0,1 1 0,0-1 0,-1 0 0,1 0 0,0 1 0,0-1 0,-1 0 0,1 0 0,0 0 0,0 0 0,-1 0 0,1 0 0,0 0 0,0 0 0,1-1 0,-1 0 0,0 1 0,-1-1 0,1 0 0,0 1 0,0-1 0,0 0 0,0 0 0,0 0 0,-1 0 0,1 0 0,0 0 0,-1 0 0,1 0 0,-1 0 0,1 0 0,-1 0 0,1-2 0,4-17 0,-2-1 0,0 0 0,-1 0 0,-1 0 0,0 1 0,-5-36 0,1-4 0,2 16 0,-3 1 0,-10-53 0,5 49 0,5 117 0,6 15 0,-3 113 0,0-195 0,1 0 0,0 0 0,-1-1 0,0 1 0,0 0 0,0-1 0,0 1 0,0-1 0,0 1 0,0-1 0,-1 1 0,0-1 0,1 0 0,-1 0 0,0 0 0,0 0 0,0 0 0,0 0 0,0 0 0,-1-1 0,1 1 0,0-1 0,-1 1 0,1-1 0,-1 0 0,1 0 0,-1 0 0,0-1 0,0 1 0,-4 0 0,4-1 0,-1 1 0,1-1 0,-1 0 0,1-1 0,-1 1 0,1-1 0,-1 1 0,1-1 0,0 0 0,-1 0 0,1 0 0,0-1 0,0 1 0,0-1 0,0 0 0,0 0 0,0 0 0,1 0 0,-1 0 0,1-1 0,-1 1 0,1-1 0,0 0 0,-3-4 0,-48-100 0,50 102 0,0 0 0,1-1 0,0 1 0,0-1 0,1 0 0,-1 1 0,1-1 0,0 0 0,1 0 0,-1 0 0,2-10 0,-1 13 0,1 1 0,-1-1 0,1 1 0,0-1 0,0 1 0,0 0 0,1-1 0,-1 1 0,0 0 0,1 0 0,-1 0 0,1 0 0,0 0 0,0 0 0,0 0 0,0 1 0,0-1 0,0 1 0,0-1 0,0 1 0,1 0 0,-1 0 0,0 0 0,1 0 0,-1 0 0,1 1 0,-1-1 0,5 0 0,27-3 0,0 2 0,0 1 0,53 5 0,0 0 0,-60-5 0,55 4 0,-75-2 0,-1 0 0,1 1 0,-1-1 0,1 1 0,-1 0 0,0 1 0,1 0 0,-1 0 0,9 6 0,-9-2 0,0-1 0,-1 1 0,0 0 0,0 1 0,-1-1 0,0 1 0,0 0 0,-1 0 0,0 0 0,0 0 0,1 9 0,5 10 0,-8-24 0,1 1 0,0 0 0,-1 0 0,1 1 0,-1-1 0,0 0 0,-1 1 0,1-1 0,-1 1 0,1-1 0,-2 1 0,1 6 0,-8-42 0,8 28 0,0-1 0,0 0 0,0 1 0,1-1 0,0 1 0,-1-1 0,2 1 0,-1-1 0,0 1 0,0 0 0,1-1 0,0 1 0,0 0 0,0 0 0,0 0 0,4-4 0,-2 4 0,0-1 0,0 1 0,1 0 0,0 0 0,-1 1 0,1-1 0,0 1 0,0 0 0,0 0 0,6-1 0,11-1 0,0 1 0,1 1 0,-1 1 0,29 3 0,-35-2 0,94 2 0,-115-1 0,-1 1 0,0-1 0,1 1 0,-1 0 0,1 0 0,0 0 0,-1 1 0,1 0 0,0 0 0,1 0 0,-1 1 0,0-1 0,1 1 0,0 0 0,0 1 0,0-1 0,1 1 0,-1-1 0,1 1 0,0 0 0,0 1 0,1-1 0,-3 8 0,3-6 0,0 0 0,1 0 0,0 0 0,1 0 0,-1 0 0,2 0 0,-1 0 0,1 1 0,-1-1 0,4 8 0,-3-11 0,0-1 0,0 1 0,1-1 0,0 1 0,0-1 0,0 1 0,0-1 0,0 0 0,1 0 0,-1 0 0,1 0 0,0-1 0,0 1 0,0-1 0,0 1 0,0-1 0,0 0 0,1 0 0,-1-1 0,5 3 0,-5-3 0,85 27 0,-81-26 0,0 0 0,0-1 0,0 0 0,-1 0 0,1-1 0,0 0 0,0 0 0,0-1 0,0 0 0,13-3 0,-17 3 0,-1-1 0,1 0 0,0 0 0,-1 0 0,0 0 0,1 0 0,-1 0 0,0-1 0,0 1 0,0-1 0,0 1 0,-1-1 0,1 0 0,-1 0 0,0 0 0,1 0 0,-1 0 0,-1 0 0,1 0 0,0 0 0,-1 0 0,1-5 0,0-5 0,0-1 0,-1 1 0,-3-25 0,3 32 0,-2 0 0,1 1 0,-1 0 0,1-1 0,-2 1 0,1 0 0,0 0 0,-1 0 0,0 0 0,0 1 0,-5-7 0,-5-2 0,0 0 0,-15-12 0,-2-1 0,30 26 0,0 0 0,0 0 0,0 0 0,1 0 0,-1 0 0,0 0 0,0 0 0,0 0 0,0 0 0,0 0 0,0 0 0,0 0 0,0 0 0,0 0 0,0 0 0,0 0 0,0 0 0,1 0 0,-1 0 0,0 0 0,0 0 0,0 0 0,0 0 0,0 0 0,0 0 0,0 0 0,0 0 0,0 0 0,0 0 0,0 0 0,0 0 0,1 0 0,-1 0 0,0 0 0,0 0 0,0 0 0,0 0 0,0 0 0,0-1 0,0 1 0,0 0 0,0 0 0,0 0 0,0 0 0,0 0 0,0 0 0,0 0 0,0 0 0,0 0 0,0 0 0,0 0 0,0 0 0,0-1 0,0 1 0,0 0 0,0 0 0,0 0 0,0 0 0,0 0 0,0 0 0,0 0 0,0 0 0,0 0 0,0 0 0,0 0 0,0 0 0,0-1 0,14 3 0,25 5 0,-23-4 0,178 35 0,-191-37 0,0 0 0,0 0 0,0 0 0,0 1 0,0-1 0,0 1 0,-1-1 0,1 1 0,0 0 0,-1 0 0,1 0 0,-1 0 0,0 1 0,0-1 0,0 1 0,0-1 0,0 1 0,2 4 0,1 4 0,0 1 0,0 0 0,4 19 0,-7-19 0,2 0 0,0-1 0,8 17 0,50 68 0,-62-96-2,0 1 0,0-1 0,0 1 0,1-1-1,-1 0 1,0 1 0,0-1 0,0 0 0,1 1-1,-1-1 1,0 0 0,0 1 0,1-1 0,-1 0-1,0 1 1,0-1 0,1 0 0,-1 0 0,0 1 0,1-1-1,-1 0 1,1 0 0,-1 0 0,0 0 0,1 0-1,-1 1 1,1-1 0,-1 0 0,0 0 0,1 0-1,-1 0 1,1 0 0,-1 0 0,0 0 0,1 0 0,-1 0-1,1 0 1,-1-1 0,0 1 0,1 0 0,0 0-1,5-20 194,-4-36-1132,-2 52 418,-1-23-6303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8:59.9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24575,'5'0'0,"2"5"0,0 7 0,4 2 0,-1 3 0,-1 4 0,3-1 0,-1 0 0,-2 3 0,-3 1 0,3-2 0,0 0 0,-2 2 0,-2-4-8191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9:00.3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186 1 24575,'-17'0'0,"4"-1"0,-1 1 0,0 1 0,0 0 0,-23 6 0,33-6 0,1 0 0,-1 1 0,0-1 0,0 1 0,1 0 0,-1 0 0,1 0 0,0 1 0,0-1 0,-1 1 0,2 0 0,-1 0 0,0 0 0,0 0 0,1 0 0,0 1 0,0-1 0,0 1 0,0 0 0,-2 6 0,2-5 0,-1 1 0,1 0 0,1 0 0,-1 0 0,1 0 0,0 0 0,1 1 0,-1-1 0,1 0 0,0 0 0,1 0 0,0 1 0,0-1 0,0 0 0,0 0 0,1 0 0,0 0 0,1-1 0,-1 1 0,1 0 0,0-1 0,0 0 0,1 0 0,-1 0 0,1 0 0,1 0 0,-1-1 0,0 1 0,1-1 0,0-1 0,0 1 0,0-1 0,1 1 0,-1-1 0,1-1 0,-1 1 0,1-1 0,0 0 0,0 0 0,0-1 0,11 1 0,-10 0 0,0-1 0,0-1 0,0 1 0,0-1 0,0 0 0,1-1 0,-1 0 0,0 0 0,0 0 0,0-1 0,0 0 0,7-4 0,-9 4 0,-1-1 0,1-1 0,0 1 0,-1-1 0,0 1 0,0-1 0,0 0 0,0-1 0,-1 1 0,0-1 0,0 1 0,0-1 0,0 0 0,-1 0 0,0-1 0,2-4 0,5-18-1365,-3 2-5461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9:00.5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24575,'0'637'0,"3"-608"0,0 1 0,2 0 0,16 50 0,-18-67 0,5 17-455,-2 1 0,5 57 0,-9-62-6371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9:27.0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428 32 24575,'-4'-3'0,"0"0"0,0 0 0,-1 0 0,1 1 0,-1 0 0,1 0 0,-1 0 0,0 0 0,1 1 0,-1 0 0,-7-1 0,-60-3 0,56 5 0,-8-1 0,1 1 0,-1 1 0,-26 5 0,43-5 0,-1 1 0,1 0 0,0 0 0,0 1 0,0 0 0,0 0 0,1 1 0,-1 0 0,1 0 0,0 0 0,0 1 0,0 0 0,-9 11 0,9-9 0,0 0 0,1 1 0,0 0 0,0 1 0,1-1 0,0 1 0,0-1 0,1 1 0,-4 16 0,4-4 0,1 0 0,0 0 0,2 27 0,1-34 0,-1 1 0,1-1 0,1 0 0,1 0 0,4 13 0,-5-21 0,0-1 0,0 1 0,1-1 0,0 0 0,0 0 0,1 0 0,-1 0 0,1 0 0,0-1 0,0 0 0,0 0 0,1 0 0,0 0 0,8 4 0,-1-1 0,1-1 0,1 0 0,-1-1 0,1 0 0,-1-1 0,1-1 0,1 0 0,19 1 0,0-3 0,1-1 0,46-5 0,-69 3 0,0 0 0,0 0 0,0-1 0,0-1 0,0 0 0,-1 0 0,0-2 0,0 1 0,0-1 0,0-1 0,-1 0 0,0 0 0,10-11 0,25-24 0,-34 32 0,0 1 0,-1-1 0,0-1 0,9-12 0,-9 8 0,0 0 0,-1 0 0,0-1 0,12-34 0,-19 123 0,-3-61 0,1-2 0,0 0 0,0-1 0,0 1 0,1 0 0,4 14 0,-4-21 0,0 0 0,0-1 0,0 1 0,1-1 0,-1 1 0,1-1 0,-1 0 0,1 1 0,0-1 0,0 0 0,0 0 0,0 0 0,0-1 0,1 1 0,-1 0 0,0-1 0,1 0 0,-1 1 0,1-1 0,-1 0 0,1 0 0,0 0 0,0-1 0,2 1 0,1 0 0,-1 0 0,1 0 0,-1-1 0,1 0 0,0 0 0,-1-1 0,1 0 0,-1 0 0,1 0 0,-1 0 0,0-1 0,0 0 0,1 0 0,-1 0 0,0-1 0,-1 0 0,1 0 0,0 0 0,-1 0 0,0-1 0,1 0 0,-2 0 0,8-8 0,-4 3 0,-1 0 0,0 0 0,-1-1 0,1 0 0,-2 0 0,0 0 0,0 0 0,-1-1 0,0 0 0,-1 1 0,2-16 0,-4 22 0,8-53 0,-7 55 0,-1 0 0,0 0 0,1-1 0,0 1 0,-1 0 0,1 0 0,0 0 0,0 0 0,0 0 0,0 0 0,0 1 0,1-1 0,-1 0 0,1 1 0,-1-1 0,1 0 0,-1 1 0,1 0 0,0-1 0,0 1 0,3-2 0,-4 3 0,0 1 0,0-1 0,0 0 0,0 1 0,0-1 0,0 1 0,0-1 0,0 1 0,0-1 0,0 1 0,0 0 0,0-1 0,-1 1 0,1 0 0,0 0 0,-1-1 0,1 1 0,0 0 0,-1 0 0,1 1 0,17 27 0,-12-19 0,9 15 0,1-2 0,2 0 0,0-1 0,1-1 0,1 0 0,32 24 0,-46-42-151,-1 0-1,1 0 0,0 0 0,1-1 1,-1 0-1,0 0 0,1-1 1,11 2-1,5-1-6674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9:27.5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157 1 24575,'-7'0'0,"-1"0"0,1 0 0,-1 1 0,1 1 0,0-1 0,0 1 0,0 0 0,0 1 0,0-1 0,0 1 0,1 1 0,-11 6 0,13-7 0,-1 1 0,1 0 0,0 0 0,1 0 0,-1 0 0,1 1 0,0-1 0,0 1 0,0 0 0,1 0 0,-1 0 0,1 0 0,0 1 0,1-1 0,-1 0 0,1 1 0,0 6 0,-1 1 0,1-1 0,0 1 0,1-1 0,0 1 0,3 18 0,-2-28 0,0 0 0,-1 0 0,1 0 0,0 0 0,1 0 0,-1-1 0,1 1 0,-1 0 0,1 0 0,0-1 0,0 1 0,0-1 0,0 0 0,0 1 0,0-1 0,1 0 0,-1 0 0,1-1 0,0 1 0,-1 0 0,1-1 0,0 0 0,0 0 0,0 1 0,0-2 0,6 2 0,1 0 0,1 0 0,-1-1 0,1-1 0,-1 0 0,1 0 0,-1-1 0,0 0 0,1-1 0,10-3 0,-14 3 0,-1 0 0,0-1 0,1 0 0,-1 0 0,0 0 0,-1-1 0,1 0 0,-1 0 0,0 0 0,0-1 0,0 0 0,0 0 0,-1 0 0,8-12 0,68-112 0,-80 128 0,0 1 0,0 0 0,0-1 0,0 1 0,0 0 0,0-1 0,0 1 0,1-1 0,-1 1 0,0 0 0,0-1 0,0 1 0,1 0 0,-1-1 0,0 1 0,1 0 0,-1 0 0,0-1 0,0 1 0,1 0 0,-1 0 0,1-1 0,-1 1 0,0 0 0,1 0 0,-1 0 0,0 0 0,1 0 0,-1 0 0,1 0 0,-1 0 0,0-1 0,1 1 0,-1 0 0,1 1 0,-1-1 0,0 0 0,1 0 0,-1 0 0,1 0 0,-1 0 0,7 20 0,-5 36 0,-2-53 0,0 8 0,0-1 0,1 1 0,0-1 0,1 1 0,0-1 0,1 0 0,0 0 0,1 0 0,7 15 0,-9-23-75,-2-2 44,-1 0 1,1 0-1,0 0 0,0 0 0,0 0 0,0 0 1,0 0-1,0 0 0,0 0 0,0 0 0,0 0 1,0 0-1,0 0 0,0 0 0,0 0 0,0 0 1,0 0-1,0 1 0,0-1 0,-1 0 0,1 0 0,0 0 1,0 0-1,0 0 0,0 0 0,0 0 0,0 0 1,0 0-1,0 0-366,-7-5-6429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9:27.7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 24575,'87'-2'0,"97"5"0,-177-3 0,0 1 0,-1 0 0,1 1 0,-1 0 0,1 0 0,-1 0 0,0 1 0,0 0 0,0 0 0,0 0 0,7 6 0,-11-7 0,1 0 0,-1 1 0,1-1 0,-1 0 0,0 1 0,0 0 0,0-1 0,0 1 0,-1 0 0,1 0 0,-1 0 0,0 0 0,0 1 0,0-1 0,0 0 0,0 0 0,-1 0 0,1 1 0,-1-1 0,0 0 0,0 1 0,0-1 0,-1 0 0,0 4 0,-3 11 23,-2 0-1,0-1 0,-1 0 1,-9 17-1,-12 27-1499,20-37-5349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9: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24575,'0'5'0,"0"8"0,0 5 0,0 6 0,0 4 0,0 1 0,0 2 0,0 1 0,0 0 0,0-1 0,0 0 0,0 0 0,0-1 0,5-5 0,7-7 0,1-6-8191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9:28.1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 24575,'0'-5'0,"0"4"0,0 6 0,0 3-8191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9:28.5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34 24575,'0'230'0,"0"-237"0,-1-17 0,7-47 0,-5 65 0,0-1 0,1 0 0,0 1 0,0 0 0,0-1 0,1 1 0,0 0 0,0 0 0,1 1 0,-1-1 0,1 1 0,5-6 0,-1 3 0,0 1 0,0 0 0,1 0 0,0 1 0,0 0 0,1 0 0,-1 1 0,1 0 0,0 1 0,0 0 0,1 1 0,-1 0 0,1 1 0,0 0 0,0 1 0,-1 0 0,23 0 0,-24 1 0,-1 0 0,0 0 0,1 1 0,-1 0 0,0 1 0,0 0 0,0 0 0,0 0 0,0 1 0,0 0 0,0 1 0,-1 0 0,0 0 0,0 0 0,13 12 0,7 11 0,19 24 0,-35-36 0,0 0 0,1-1 0,1-1 0,0 0 0,1 0 0,15 10 0,-19-17 0,-1 0 0,1-1 0,1 0 0,-1 0 0,1-1 0,-1-1 0,1 0 0,0 0 0,0-1 0,0-1 0,13 1 0,16 0-273,0-1 0,0-3 0,0-1 0,43-9 0,-57 6-6553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9:28.7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369 32 24575,'-19'-1'0,"1"-1"0,-1 0 0,-22-8 0,20 5 0,-42-4 0,59 9 0,-11-2 0,0 2 0,0 0 0,1 0 0,-28 5 0,38-4 0,0 0 0,0 1 0,1-1 0,-1 1 0,0-1 0,1 1 0,-1 0 0,1 0 0,-1 1 0,1-1 0,0 1 0,0 0 0,0 0 0,1-1 0,-1 2 0,1-1 0,-1 0 0,1 1 0,0-1 0,0 1 0,1-1 0,-3 8 0,0 8 0,0 0 0,2 0 0,0 0 0,1 1 0,1-1 0,5 38 0,-5-54 0,1 0 0,-1 0 0,1 0 0,-1 0 0,1 0 0,0 0 0,1 0 0,-1 0 0,0 0 0,1-1 0,-1 1 0,1-1 0,0 1 0,0-1 0,0 1 0,0-1 0,0 0 0,1 0 0,4 3 0,-3-3 0,-1 0 0,1-1 0,0 1 0,0-1 0,0 0 0,0 0 0,0-1 0,0 1 0,0-1 0,0 0 0,0 0 0,0 0 0,7-2 0,-5 1 0,0 0 0,0 0 0,0-1 0,0 0 0,0 0 0,0-1 0,0 0 0,-1 0 0,1 0 0,-1-1 0,0 1 0,0-1 0,0 0 0,-1-1 0,1 1 0,-1-1 0,0 0 0,-1 0 0,6-9 0,43-129-1365,-44 119-5461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9:29.2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24575,'1'1'0,"0"-1"0,0 0 0,0 0 0,0 1 0,0-1 0,-1 0 0,1 1 0,0-1 0,0 1 0,0-1 0,0 1 0,-1-1 0,1 1 0,0 0 0,-1-1 0,1 1 0,0 0 0,-1-1 0,1 1 0,-1 0 0,1 0 0,-1 0 0,0 0 0,1 0 0,-1-1 0,1 3 0,6 28 0,-5-20 0,6 22 0,0-6 0,-2 0 0,-2 1 0,3 40 0,-8 415 0,1-481 0,0-1 0,0 0 0,-1 1 0,1-1 0,1 1 0,-1-1 0,0 0 0,0 1 0,0-1 0,1 1 0,-1-1 0,1 0 0,-1 1 0,1-1 0,-1 0 0,1 0 0,0 0 0,0 1 0,-1-1 0,1 0 0,0 0 0,0 0 0,0 0 0,0 0 0,2 0 0,-2 0 0,1-1 0,0 0 0,-1 0 0,1 0 0,-1 0 0,1-1 0,0 1 0,-1 0 0,1-1 0,-1 1 0,1-1 0,-1 1 0,1-1 0,-1 0 0,1 0 0,-1 1 0,0-1 0,1 0 0,-1 0 0,0-1 0,2-1 0,25-23 0,-2-2 0,24-33 0,35-36 0,-78 89 0,1 0 0,-1-1 0,-1 0 0,0-1 0,0 1 0,-1-1 0,7-17 0,-9 21 0,-1 0 0,0 0 0,0-1 0,-1 1 0,0 0 0,0-1 0,-1 1 0,1-1 0,-2 1 0,1-1 0,-1 0 0,1 1 0,-2 0 0,-1-9 0,2 13 0,0 0 0,0 0 0,1 0 0,-2-1 0,1 1 0,0 0 0,0 1 0,0-1 0,-1 0 0,1 0 0,-1 0 0,0 1 0,1-1 0,-1 1 0,0 0 0,0-1 0,0 1 0,0 0 0,0 0 0,0 0 0,0 0 0,0 0 0,-1 1 0,1-1 0,0 1 0,0-1 0,-1 1 0,1 0 0,0 0 0,-1 0 0,1 0 0,0 0 0,0 1 0,-1-1 0,1 1 0,0-1 0,-4 3 0,1-1 0,0 0 0,1 0 0,-1 0 0,1 1 0,0 0 0,0 0 0,0 0 0,0 0 0,1 1 0,-1 0 0,1-1 0,0 1 0,0 0 0,0 1 0,1-1 0,-4 8 0,2 0 0,1 0 0,0 0 0,1 0 0,0 1 0,1-1 0,0 0 0,1 1 0,1-1 0,0 1 0,0-1 0,6 22 0,-4-30 0,-1-1 0,0 0 0,1 0 0,-1 0 0,1 0 0,0-1 0,0 1 0,0-1 0,0 1 0,0-1 0,1 0 0,-1 0 0,1-1 0,-1 1 0,1-1 0,0 0 0,0 0 0,-1 0 0,1 0 0,0 0 0,6-1 0,-1 1 0,-1 0 0,1-1 0,0 0 0,-1-1 0,1 0 0,-1 0 0,1-1 0,15-4 0,-19 3-124,0 0 0,-1 0 0,1 0 0,0 0 0,-1 0 0,0-1-1,0 0 1,0 0 0,0 0 0,3-6 0,4-7-6702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9:29.4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24575,'3'1'0,"0"0"0,0 0 0,-1 0 0,1 0 0,0 1 0,-1-1 0,1 1 0,-1 0 0,0-1 0,1 1 0,-1 0 0,0 0 0,0 1 0,0-1 0,-1 0 0,1 1 0,0-1 0,2 6 0,9 10 0,26 22 0,57 65 0,-85-94 0,0 1 0,1-1 0,26 17 0,-2 0 0,-33-25-97,1 0-1,-1 0 1,1 0-1,0-1 1,-1 0-1,1 1 1,0-1-1,0-1 1,1 1-1,-1-1 1,0 1-1,1-1 0,5 1 1,5-4-6729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9:29.5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268 0 24575,'-13'0'0,"-1"1"0,1 0 0,0 1 0,0 0 0,-1 1 0,-23 9 0,31-10 0,0 1 0,1 0 0,-1 0 0,1 0 0,-1 1 0,1 0 0,0 0 0,0 0 0,1 1 0,-1 0 0,1 0 0,0 0 0,1 0 0,-1 0 0,1 1 0,-5 10 0,-53 135-1365,55-132-5461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9:29.8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92 24575,'55'0'0,"0"-3"0,77-12 0,33-17 0,-39 9 0,-106 18-341,0 0 0,0 2-1,23-1 1,-18 3-6485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9:30.0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51 24575,'107'2'0,"119"-5"0,-153-11 0,-54 9 0,0 1 0,22-2 0,-27 5-341,-1 0 0,1-2-1,22-6 1,-17 2-6485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9:30.2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0 100 24575,'5'0'0,"2"-5"0,5-1 0,5-1 0,6 2 0,-2-4 0,1 0 0,1 1 0,3 3 0,2 1 0,1 2 0,1 1 0,0 1 0,-5-5 0,-1-2 0,0 1 0,-4-4 0,-5-1-8191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9:30.4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 0 24575,'-1'10'0,"0"-1"0,-1 0 0,0 1 0,0-1 0,-5 10 0,-7 36 0,14-49 0,-1 0 0,1 0 0,0 0 0,1 0 0,-1 0 0,1 0 0,0 0 0,1 0 0,-1 0 0,1-1 0,0 1 0,1-1 0,-1 1 0,5 6 0,3 1 0,0-1 0,1 0 0,23 20 0,-7-6 0,10 5 0,8 8 0,-27-21 0,-11-11 0,1 0 0,-1 0 0,0 1 0,-1 0 0,8 12 0,-13-19 0,-1 1 0,1-1 0,-1 1 0,1-1 0,-1 0 0,1 1 0,-1 0 0,0-1 0,1 1 0,-1-1 0,0 1 0,0-1 0,0 1 0,-1-1 0,1 1 0,0-1 0,-1 3 0,0-3 0,0 1 0,0 0 0,0-1 0,0 1 0,-1 0 0,1-1 0,0 0 0,-1 1 0,0-1 0,1 0 0,-1 0 0,1 0 0,-1 0 0,0 0 0,0 0 0,-3 1 0,-2 1-273,-1-1 0,1 0 0,-1-1 0,-13 1 0,-5 0-6553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9:30.6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1 145 24575,'23'-9'0,"-5"0"0,108-16 0,100-27 0,-210 47 28,0-1-1,20-10 1,-1 1-1476,-15 7-5378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10:19:30.9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855 1 24575,'-1'0'0,"0"0"0,0 0 0,0 0 0,0 1 0,0-1 0,1 0 0,-1 0 0,0 1 0,0-1 0,0 1 0,1-1 0,-1 0 0,0 1 0,1 0 0,-1-1 0,0 1 0,1-1 0,-1 1 0,1 0 0,-1-1 0,1 1 0,-1 0 0,1 0 0,-1-1 0,1 1 0,0 0 0,-1 0 0,1 0 0,0 0 0,0-1 0,0 1 0,0 0 0,0 0 0,0 0 0,0 0 0,0 0 0,0-1 0,0 1 0,0 0 0,1 1 0,-1 1 0,0 0 0,1 0 0,0 0 0,-1 0 0,1 0 0,0 0 0,1 0 0,-1 0 0,0-1 0,4 5 0,6 3 0,0-2 0,0 1 0,1-1 0,1-1 0,-1 0 0,24 9 0,14 9 0,-43-21 0,1 1 0,-1 1 0,-1-1 0,1 1 0,-1 1 0,0-1 0,-1 1 0,1 0 0,-1 0 0,-1 1 0,1-1 0,-1 1 0,-1 0 0,4 10 0,-5-13 0,0 0 0,-1 0 0,1 0 0,-1 1 0,-1-1 0,1 0 0,-1 1 0,0-1 0,0 0 0,0 1 0,-1-1 0,0 0 0,0 1 0,0-1 0,0 0 0,-1 0 0,0 0 0,0 0 0,-1 0 0,1-1 0,-1 1 0,0-1 0,0 1 0,-5 4 0,-11 7 0,0-1 0,-1-1 0,0-1 0,-29 14 0,-4 3 0,10-8 0,-1-2 0,0-1 0,-73 19 0,77-25 0,-39 20-224,63-25 152,1-1 0,-1 0 0,0-2 0,-1 1 1,-27 4-1,16-5 72,0 1 0,0 2 0,1 1 0,-29 13 0,-3 1 0,-81 35-1256,110-49-5024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04:26.3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122 0 24575,'0'520'0,"-1"-496"0,-2-1 0,0 1 0,-2-1 0,-14 43 0,13-51 0,-1 0 0,-17 27 0,15-27 0,0-1 0,-11 29 0,13-24-1365,-2-3-5461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04:27.1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138 136 24575,'0'-4'0,"0"-1"0,0 1 0,1 0 0,-1-1 0,1 1 0,0 0 0,0-1 0,0 1 0,1 0 0,-1 0 0,1 0 0,0 0 0,0 0 0,1 1 0,-1-1 0,1 1 0,0-1 0,0 1 0,0 0 0,0 0 0,0 0 0,1 0 0,-1 1 0,1-1 0,0 1 0,0 0 0,0 0 0,0 1 0,0-1 0,0 1 0,0-1 0,5 1 0,-8 0 0,163-27 0,-159 28 0,0 0 0,0 0 0,0 0 0,0 1 0,0-1 0,0 1 0,0 1 0,8 2 0,-12-4 0,0 0 0,0 1 0,-1-1 0,1 1 0,0-1 0,0 1 0,-1-1 0,1 1 0,0 0 0,0-1 0,-1 1 0,1 0 0,-1 0 0,1-1 0,-1 1 0,1 0 0,-1 0 0,1 0 0,-1-1 0,1 3 0,-1-2 0,0 1 0,-1-1 0,1 1 0,0-1 0,0 0 0,-1 1 0,1-1 0,-1 0 0,1 1 0,-1-1 0,0 0 0,1 1 0,-1-1 0,0 0 0,0 0 0,0 0 0,0 0 0,-2 1 0,-8 8 0,-1-1 0,0 0 0,-1-1 0,-21 10 0,11-5 0,-3 2 0,-83 42 0,95-51 0,0-1 0,0 0 0,0-1 0,0 0 0,0-2 0,-20 2 0,29-3 0,1-1 0,-1 0 0,1 1 0,-1 0 0,1-1 0,0 2 0,0-1 0,-1 1 0,1-1 0,0 1 0,0 0 0,0 0 0,1 1 0,-6 4 0,7-5 0,0 0 0,1 0 0,-1 0 0,1 1 0,0-1 0,0 0 0,0 1 0,0-1 0,0 1 0,0 0 0,1-1 0,-1 1 0,1-1 0,0 1 0,0 0 0,0-1 0,0 1 0,0 0 0,0-1 0,1 1 0,-1 0 0,1-1 0,0 1 0,0-1 0,0 1 0,2 2 0,7 18 0,1 0 0,2-1 0,0 0 0,1-1 0,19 22 0,94 87 0,-108-114 0,1-1 0,35 19 0,-55-34 0,3 2-124,-1-1 0,1 0 0,-1 1 0,1-1 0,-1-1 0,1 1-1,0 0 1,0-1 0,-1 1 0,6 0 0,5-3-6702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04:27.7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332 0 24575,'-18'0'0,"0"1"0,0 0 0,-28 6 0,38-5 0,1 0 0,-1 1 0,1 0 0,0 0 0,0 1 0,0 0 0,0 1 0,1-1 0,-1 1 0,-8 9 0,3-3 0,1 0 0,-1 0 0,2 2 0,0-1 0,0 1 0,1 1 0,1 0 0,0 0 0,1 0 0,-6 20 0,3 2 0,2 0 0,1 1 0,2 0 0,1 1 0,3-1 0,5 71 0,-4-102 0,1 0 0,1 0 0,-1 0 0,1-1 0,0 1 0,1 0 0,-1-1 0,1 1 0,0-1 0,0 0 0,1 0 0,0 0 0,0 0 0,8 8 0,-5-8 0,1 1 0,-1-1 0,1 0 0,0 0 0,0-1 0,0 0 0,0-1 0,1 0 0,10 3 0,17 2 0,-1-1 0,1-1 0,0-3 0,40 0 0,-65-3 0,0 0 0,0-1 0,-1 0 0,1-1 0,0 0 0,-1 0 0,11-5 0,-15 4 0,-1 0 0,1 0 0,-1-1 0,0 1 0,1-1 0,-2 0 0,1 0 0,-1-1 0,1 0 0,-1 0 0,0 0 0,-1 0 0,5-8 0,-3 3 0,0 0 0,-1-1 0,0 1 0,-1-1 0,0 0 0,0 0 0,-2 0 0,1 0 0,-1 0 0,-1-14 0,0 17 0,-1 1 0,1-1 0,-1 1 0,-1-1 0,0 1 0,0-1 0,0 1 0,-1 0 0,0 0 0,0 0 0,-1 0 0,0 1 0,0-1 0,0 1 0,-10-10 0,4 6 0,-1 0 0,0 1 0,-1 0 0,0 1 0,0 1 0,-1 0 0,0 0 0,0 1 0,0 1 0,-16-4 0,-7-4-106,23 8 152,1 0 0,-2 1 1,1 1-1,-15-3 0,25 6-104,1 0 1,-1-1 0,0 1-1,0 0 1,1 1 0,-1-1 0,0 0-1,0 1 1,1 0 0,-1-1-1,0 1 1,1 0 0,-1 0-1,1 1 1,-1-1 0,1 0 0,0 1-1,0 0 1,-1-1 0,1 1-1,0 0 1,0 0 0,1 0 0,-1 0-1,-2 4 1,-4 9-6769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04:27.9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24575,'8'1'0,"0"0"0,0 1 0,-1 0 0,1 1 0,-1 0 0,1 0 0,9 5 0,7 4 0,61 29 0,-52-24 0,38 14 0,-14-13 0,32 13 0,-73-25 0,1-1 0,26 6 0,25 8 0,81 30 0,-131-45-341,-1-1 0,1-1-1,26 0 1,-21-2-6485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04:28.2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29 24575,'9'0'0,"0"-1"0,0-1 0,-1 0 0,17-5 0,24-5 0,166 8 9,-128 5-1383,-63-1-5452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04:28.7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55 24575,'2'5'0,"-1"0"0,1-1 0,-1 1 0,1-1 0,1 1 0,-1-1 0,5 7 0,-1-2 0,24 57 0,-24-50 0,1 0 0,17 31 0,-10-24 0,18 41 0,1 3 0,-12-23 0,-17-33 0,1-1 0,0 0 0,1 0 0,0 0 0,14 17 0,-18-24 0,1-1 0,0 1 0,-1 0 0,1-1 0,0 1 0,0-1 0,1 0 0,-1 0 0,0 0 0,5 1 0,-7-3 0,0 0 0,1 0 0,-1 0 0,1 0 0,-1 0 0,0 0 0,1 0 0,-1 0 0,0-1 0,1 1 0,-1-1 0,0 1 0,1-1 0,-1 1 0,0-1 0,0 0 0,0 0 0,1 1 0,-1-1 0,0 0 0,0 0 0,0 0 0,0 0 0,-1 0 0,1 0 0,0-1 0,0 1 0,-1 0 0,1 0 0,0-3 0,4-6 0,-1 1 0,-1-1 0,0 0 0,-1 0 0,3-13 0,3-15 0,-5 26 0,6-19 0,1-1 0,15-33 0,-17 46 0,-2 0 0,0 0 0,5-36 0,-2 9 0,-3 3 0,-6 36 0,1 0 0,-1 0 0,1-1 0,1 1 0,0 0 0,-1 0 0,2 0 0,-1 1 0,7-13 0,-28 92 0,11-52-1365,0-3-5461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04:29.1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0 656 24575,'5'-2'0,"0"0"0,0-1 0,-1 1 0,1-1 0,-1 0 0,1-1 0,-1 1 0,0-1 0,0 1 0,-1-1 0,1 0 0,2-6 0,9-12 0,23-47 0,-29 50 0,1 1 0,0 0 0,2 0 0,21-26 0,-28 38 0,0-1 0,0 0 0,-1 0 0,0-1 0,0 1 0,2-9 0,18-31 0,-16 34 0,0-1 0,8-21 0,-10 21 0,1 0 0,14-23 0,-12 24 0,-1-2 0,-1 1 0,9-24 0,-11 24 0,1 0 0,0 0 0,1 1 0,10-15 0,-17 28 0,1 0 0,-1-1 0,0 1 0,0-1 0,0 1 0,1 0 0,-1-1 0,0 1 0,1 0 0,-1 0 0,0-1 0,1 1 0,-1 0 0,0-1 0,1 1 0,-1 0 0,1 0 0,-1 0 0,1 0 0,-1-1 0,0 1 0,1 0 0,-1 0 0,1 0 0,-1 0 0,1 0 0,-1 0 0,0 0 0,1 0 0,-1 0 0,1 0 0,-1 1 0,1-1 0,-1 0 0,0 0 0,1 0 0,-1 0 0,1 1 0,-1-1 0,0 0 0,1 0 0,-1 1 0,0-1 0,1 0 0,-1 1 0,0-1 0,1 0 0,-1 1 0,0-1 0,0 0 0,1 1 0,-1-1 0,0 1 0,0-1 0,0 0 0,0 1 0,0-1 0,1 1 0,-1-1 0,0 1 0,0 0 0,10 39 0,-7-26 0,27 62 0,-22-57 0,-1 0 0,0 0 0,6 30 0,19 74 0,-6-26 0,-22-84 0,0-1 0,0 0 0,12 21 0,-10-21 0,0 0 0,-1 0 0,5 20 0,-8-24-112,4 27 358,-6-34-314,0 1 0,0-1 0,-1 1-1,1-1 1,0 1 0,-1-1 0,1 1 0,-1-1 0,1 0 0,-1 1-1,1-1 1,-1 0 0,0 1 0,0-1 0,0 0 0,0 0 0,0 0 0,0 0-1,0 0 1,0 0 0,-2 1 0,-11 5-6758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04:33.9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28 24575,'5'0'0,"6"0"0,6 0 0,4 0 0,4 0 0,2 0 0,1 0 0,1 0 0,-1 0 0,-4-4 0,-2-2 0,0 0 0,0 1 0,2 2 0,2 1 0,-5 1-8191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04:34.3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24575,'2'0'0,"-1"0"0,0 1 0,-1-1 0,1 0 0,0 1 0,0-1 0,0 1 0,0 0 0,0-1 0,0 1 0,-1 0 0,1-1 0,0 1 0,0 0 0,-1 0 0,1 0 0,-1-1 0,1 1 0,-1 0 0,1 0 0,-1 0 0,1 0 0,-1 0 0,1 2 0,8 34 0,-5-19 0,3 4 0,-1 0 0,-1 1 0,-1 0 0,1 35 0,-6 95 0,-1-62 0,2-10-1365,0-57-5461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04:34.6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24575,'5'0'0,"6"0"0,6 0 0,4 0 0,4 0 0,2 0 0,1 0 0,1 0 0,-1 0 0,1 0 0,-1 0 0,-1 0 0,1 0 0,-1 0 0,1 0 0,-6 0-8191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04:34.9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24575,'6'1'0,"0"0"0,0 0 0,0 1 0,-1-1 0,11 5 0,17 5 0,37 3 0,-44-8 0,-1 0 0,50 2 0,-64-8-59,19 0-128,0 0 1,0 2-1,0 2 1,0 0-1,-1 2 1,43 14-1,-55-13-6639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04:35.1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29 24575,'115'2'0,"126"-5"0,-175-9 0,-49 7 0,0 2 0,20-3 0,75 5-1365,-82 1-5461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05:00.4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24575,'0'0'-8191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26.3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0 301 24575,'9'-1'0,"0"1"0,0-2 0,-1 1 0,1-1 0,-1 0 0,1-1 0,-1 0 0,0 0 0,11-7 0,5-4 0,36-29 0,-15 10 0,-34 25 0,-1-1 0,0-1 0,-1 0 0,0 0 0,9-15 0,13-13 0,-9 5 0,-19 28 0,-1 0 0,1 0 0,0 0 0,1 1 0,-1-1 0,8-6 0,-10 11 0,-1-1 0,0 1 0,0 0 0,1 0 0,-1 0 0,0 0 0,0 0 0,1 0 0,-1 0 0,0 0 0,0 0 0,1 0 0,-1 0 0,0 0 0,1 0 0,-1 0 0,0 0 0,0 0 0,1 1 0,-1-1 0,0 0 0,0 0 0,1 0 0,-1 0 0,0 0 0,0 1 0,0-1 0,1 0 0,-1 0 0,0 0 0,0 1 0,0-1 0,0 0 0,0 0 0,1 1 0,-1-1 0,0 0 0,0 0 0,0 1 0,0-1 0,0 0 0,0 0 0,0 1 0,0-1 0,0 0 0,0 0 0,0 1 0,0-1 0,0 0 0,0 1 0,2 16 0,-2-16 0,1 303 0,-3-141 0,2 0-1365,0-139-5461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26.6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24575,'657'0'-1365,"-633"0"-5461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26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1 24575,'0'0'0,"0"0"0,0 0 0,0 0 0,1 0 0,-1 0 0,0 0 0,0 0 0,0 0 0,0 0 0,1 0 0,-1 0 0,0 0 0,0 0 0,0 1 0,0-1 0,0 0 0,1 0 0,-1 0 0,0 0 0,0 0 0,0 1 0,0-1 0,0 0 0,0 0 0,0 0 0,0 0 0,0 1 0,1-1 0,-1 0 0,0 0 0,0 0 0,0 0 0,0 1 0,0-1 0,0 0 0,0 0 0,0 0 0,0 1 0,-1-1 0,1 0 0,0 0 0,0 0 0,0 0 0,0 1 0,0-1 0,-6 15 0,-10 12 0,2-5 0,-1-1 0,-1 0 0,-1-2 0,0 0 0,-1 0 0,-1-2 0,-38 26 0,37-29-1365,3-1-5461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28.1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569 59 24575,'-4'-1'0,"1"1"0,0-2 0,0 1 0,0 0 0,0-1 0,0 1 0,0-1 0,1 0 0,-1 0 0,0 0 0,-3-4 0,-20-12 0,14 13 0,0 2 0,0-1 0,-1 2 0,1 0 0,-24-1 0,-68 5 0,40 1 0,-2-4 0,-58 3 0,122-2 0,-1 0 0,1 0 0,0 0 0,0 1 0,0-1 0,0 0 0,0 1 0,0 0 0,0-1 0,0 1 0,0 0 0,0 0 0,0 0 0,0 0 0,1 1 0,-1-1 0,0 0 0,1 1 0,-1-1 0,1 1 0,-1 0 0,1-1 0,-2 4 0,2-2 0,1 0 0,-1 0 0,1 0 0,-1 0 0,1 0 0,0 0 0,0 0 0,0 0 0,1 0 0,-1 0 0,1-1 0,-1 1 0,1 0 0,3 5 0,1 4 0,1 0 0,0 0 0,1-1 0,0 0 0,1-1 0,17 18 0,-3-10 0,1 0 0,0-1 0,45 23 0,12 8 0,-68-40 0,0 1 0,-1 1 0,0-1 0,0 2 0,-1-1 0,0 1 0,-1 1 0,12 18 0,-20-28 0,0 0 0,0 1 0,0-1 0,-1 0 0,1 0 0,-1 1 0,1-1 0,-1 0 0,0 1 0,0-1 0,0 0 0,0 1 0,0-1 0,0 1 0,-1-1 0,1 0 0,-1 0 0,0 1 0,0-1 0,1 0 0,-3 3 0,1-2 0,-1 1 0,0-1 0,0 1 0,0-1 0,0 0 0,-1-1 0,1 1 0,-1 0 0,0-1 0,-6 4 0,-6 0 0,0 0 0,0 0 0,-1-2 0,1 0 0,-18 2 0,17-3 0,0-1 0,0-1 0,0 0 0,0-1 0,-1-1 0,1-1 0,-17-3 0,34 5 0,-1 0 0,1 0 0,-1 0 0,0-1 0,1 1 0,-1 0 0,1 0 0,-1-1 0,1 1 0,-1 0 0,0 0 0,1-1 0,-1 1 0,1-1 0,0 1 0,-1 0 0,1-1 0,-1 1 0,1-1 0,0 1 0,-1-1 0,1 0 0,0 1 0,-1-1 0,1 1 0,0-1 0,0 1 0,0-1 0,-1 0 0,1 1 0,0-1 0,0 0 0,1-1 0,-1 1 0,1-1 0,-1 1 0,1-1 0,0 1 0,0 0 0,0-1 0,0 1 0,-1 0 0,2 0 0,-1 0 0,2-2 0,3-2 0,0 0 0,0 1 0,1 0 0,9-5 0,180-66-1365,-178 66-5461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28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24575,'5'0'0,"1"5"0,0 5 0,-1 7 0,-1 4 0,-2 4 0,-1 2 0,-1 1 0,0 1 0,0-1 0,0 0 0,0 1 0,-1-2 0,1 1 0,0-1 0,0-4-8191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28.7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59 24575,'0'-3'0,"0"1"0,1 0 0,-1-1 0,1 1 0,-1-1 0,1 1 0,0 0 0,0 0 0,0-1 0,0 1 0,0 0 0,1 0 0,-1 0 0,1 0 0,-1 1 0,1-1 0,0 0 0,0 1 0,0-1 0,-1 1 0,1-1 0,1 1 0,-1 0 0,0 0 0,0 0 0,0 0 0,1 0 0,-1 0 0,0 1 0,1-1 0,3 1 0,10-3 0,1 1 0,-1 1 0,28 2 0,-27-1 0,96-1 0,105 5 0,-192-1 0,0 2 0,-1 0 0,0 2 0,47 19 0,-69-25-136,0 0-1,0 1 1,0 0-1,0-1 1,0 1-1,-1 1 1,1-1-1,-1 0 0,4 5 1,4 7-6690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28.9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24575,'684'0'-1365,"-661"0"-5461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29.5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114 198 24575,'0'21'0,"1"17"0,-2 1 0,-1-1 0,-12 57 0,1-23 0,9-43 0,-12 39 0,-11-168 0,13 27 0,8 49 0,1 0 0,-3-46 0,6 28 0,0 18 0,2 0 0,0-1 0,1 1 0,1 0 0,1 0 0,13-45 0,-14 65 0,0 1 0,0 0 0,0 0 0,0 0 0,0 0 0,1 0 0,0 1 0,-1-1 0,1 1 0,0-1 0,0 1 0,0 0 0,1 0 0,-1 1 0,0-1 0,1 1 0,-1-1 0,1 1 0,-1 0 0,1 0 0,0 1 0,-1-1 0,5 1 0,9-2 0,0 2 0,0 0 0,29 4 0,-38-3 0,0 1 0,1 0 0,-1 1 0,0-1 0,-1 1 0,1 1 0,0-1 0,-1 2 0,11 6 0,1 5 0,34 33 0,-17-14 0,-19-18 0,-1 0 0,-1 2 0,24 36 0,-36-49 0,1 0 0,-1 1 0,-1 0 0,1 0 0,-1-1 0,0 1 0,-1 0 0,0 1 0,0-1 0,0 0 0,-1 0 0,0 0 0,-2 14 0,2-16 0,-1 0 0,0-1 0,-1 1 0,1 0 0,-1 0 0,0 0 0,0-1 0,0 1 0,-1-1 0,0 0 0,1 0 0,-2 0 0,1 0 0,0 0 0,-1-1 0,0 1 0,1-1 0,-1 0 0,-1 0 0,-4 3 0,-3 0 0,-1 1 0,-1 0 0,-1 0 0,1-2 0,-1 1 0,0-2 0,-24 5 0,23-8-455,0 2 0,-20 6 0,18-4-6371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30.2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24575,'70'-1'0,"77"3"0,-144-2 0,-1 0 0,0 0 0,0 1 0,1-1 0,-1 1 0,0-1 0,0 1 0,1 0 0,-1-1 0,0 1 0,0 0 0,0 1 0,0-1 0,0 0 0,-1 1 0,1-1 0,0 1 0,0-1 0,-1 1 0,1 0 0,-1 0 0,0-1 0,1 1 0,-1 0 0,0 0 0,0 0 0,0 1 0,0-1 0,-1 0 0,2 4 0,-2-2 0,0-1 0,0 1 0,0-1 0,-1 1 0,1-1 0,-1 1 0,0-1 0,0 1 0,0-1 0,0 1 0,0-1 0,-1 0 0,0 0 0,0 0 0,0 0 0,0 0 0,0 0 0,-5 5 0,-3 2 0,0 0 0,1 0 0,0 2 0,1-1 0,0 1 0,-12 23 0,18-30 0,0-1 0,1 0 0,0 1 0,0-1 0,0 0 0,0 1 0,0-1 0,1 1 0,0 0 0,0-1 0,0 1 0,1-1 0,-1 1 0,1-1 0,0 1 0,1-1 0,-1 0 0,1 1 0,-1-1 0,1 0 0,1 0 0,-1 0 0,1 0 0,-1-1 0,5 5 0,4 3 0,0-1 0,1 0 0,1 0 0,-1-1 0,16 7 0,28 21 0,-31-20 0,-19-13 0,1 0 0,-1 1 0,0-1 0,9 11 0,15 9 0,-26-21 0,-1-1 0,1 0 0,-1 1 0,1-1 0,-1 1 0,0 0 0,0 0 0,-1 0 0,1 1 0,0-1 0,-1 1 0,3 5 0,-5-8 0,0-1 0,0 1 0,0 0 0,0 0 0,0 0 0,0-1 0,0 1 0,0 0 0,0 0 0,0 0 0,-1-1 0,1 1 0,0 0 0,-1 0 0,1-1 0,0 1 0,-1 0 0,1-1 0,-1 1 0,1 0 0,-1-1 0,1 1 0,-1-1 0,0 1 0,1-1 0,-1 1 0,0-1 0,1 1 0,-1-1 0,0 0 0,1 1 0,-1-1 0,0 0 0,0 0 0,1 1 0,-1-1 0,-1 0 0,-33 5 0,34-5 0,-53 3 0,-91-8 0,136 4-170,0 0-1,0-1 0,-1-1 1,2 1-1,-1-1 0,0-1 1,-12-6-1,8 1-6655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32.3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0 913 24575,'4'-1'0,"0"-1"0,0 0 0,0 1 0,0-1 0,-1 0 0,1-1 0,-1 1 0,1-1 0,-1 0 0,0 1 0,4-5 0,10-9 0,32-16 0,46-33 0,-25-9 0,-61 66 0,1 0 0,-1 0 0,0-1 0,-1 0 0,0 0 0,0-1 0,-1-1 0,-1 1 0,1-1 0,-2 0 0,1 0 0,4-16 0,-3 3 0,0-1 0,-1 1 0,-2-2 0,-1 1 0,1-38 0,-4 54 0,0-1 0,-1 1 0,1-1 0,-2 1 0,0 0 0,-4-14 0,6 21 0,-1 0 0,0 0 0,0 0 0,0 0 0,-1 0 0,1 1 0,0-1 0,-1 0 0,1 1 0,-1-1 0,0 1 0,1-1 0,-1 1 0,0 0 0,0 0 0,0 0 0,0 0 0,0 0 0,0 0 0,0 0 0,0 1 0,0-1 0,-1 1 0,1-1 0,0 1 0,0 0 0,0 0 0,-1 0 0,1 0 0,0 0 0,0 1 0,0-1 0,-4 2 0,2-1 0,1 0 0,0 0 0,-1 0 0,1 1 0,0 0 0,0-1 0,0 1 0,0 0 0,0 1 0,0-1 0,0 0 0,1 1 0,0 0 0,-1-1 0,1 1 0,0 0 0,0 0 0,0 0 0,1 1 0,-1-1 0,-1 5 0,-2 8 0,0 0 0,1 1 0,-3 22 0,4-20 0,-3 33 0,3 0 0,3 73 0,1-50 0,1-60 0,0 0 0,1 0 0,0 0 0,1-1 0,1 1 0,0-1 0,1 0 0,0 0 0,1-1 0,1 0 0,0 0 0,1-1 0,0 0 0,1 0 0,0-1 0,22 18 0,-23-23 0,0 1 0,1-2 0,0 1 0,20 7 0,-25-11 0,0 0 0,0 0 0,1 0 0,-1-1 0,1 0 0,-1 0 0,1-1 0,0 1 0,-1-1 0,1 0 0,9-2 0,-11 0 0,0 0 0,1-1 0,-1 1 0,0-1 0,0 0 0,-1 0 0,1 0 0,-1 0 0,1-1 0,-1 0 0,0 1 0,0-1 0,-1 0 0,1-1 0,-1 1 0,0 0 0,2-7 0,2-2 0,-2 1 0,0-1 0,-1 0 0,0-1 0,1-14 0,-3 15 0,0 0 0,-1 0 0,0 0 0,-1 0 0,0 0 0,-5-15 0,6 25 0,-1 0 0,0 0 0,-1 0 0,1 0 0,0 0 0,-1 0 0,0 0 0,1 0 0,-1 1 0,0-1 0,0 1 0,-1 0 0,1-1 0,0 1 0,-1 0 0,0 0 0,1 0 0,-1 1 0,0-1 0,0 1 0,0 0 0,0-1 0,0 1 0,0 0 0,0 1 0,0-1 0,-1 1 0,1-1 0,-6 1 0,7 0 0,-1 0 0,1 0 0,0 0 0,0 1 0,0-1 0,0 1 0,0-1 0,-1 1 0,1 0 0,0 0 0,0 0 0,1 0 0,-1 0 0,0 0 0,0 0 0,0 1 0,1-1 0,-1 1 0,1-1 0,-1 1 0,0 1 0,-1 1 0,1 0 0,0 1 0,0-1 0,0 0 0,0 1 0,1 0 0,0-1 0,0 1 0,-1 7 0,1-2 0,1-1 0,0 1 0,0 0 0,1 0 0,0 0 0,1 0 0,0 0 0,0 0 0,5 9 0,1-5 0,1 0 0,1-1 0,0 0 0,1-1 0,1 0 0,-1-1 0,2 0 0,25 18 0,-31-25 0,0-1 0,1 1 0,0-1 0,-1 0 0,1-1 0,0 0 0,0 0 0,0-1 0,0 0 0,1 0 0,-1-1 0,0 0 0,13-2 0,-15 2 0,0-1 0,1 0 0,-1 0 0,0-1 0,0 0 0,-1 0 0,1 0 0,0-1 0,-1 1 0,1-1 0,-1-1 0,0 1 0,0-1 0,0 0 0,-1 0 0,1-1 0,-1 1 0,5-7 0,-6 5 0,1-1 0,-1 0 0,0 0 0,-1 0 0,0 0 0,0 0 0,0 0 0,1-14 0,-4-59 0,-1 59 0,3-40 0,-1 61 0,0-1 0,0 1 0,0 0 0,0-1 0,0 1 0,0-1 0,0 1 0,1 0 0,-1-1 0,0 1 0,0 0 0,0-1 0,0 1 0,0 0 0,1-1 0,-1 1 0,0 0 0,0-1 0,0 1 0,1 0 0,-1 0 0,0-1 0,0 1 0,1 0 0,-1 0 0,0 0 0,1-1 0,-1 1 0,0 0 0,1 0 0,-1 0 0,0 0 0,1 0 0,-1-1 0,0 1 0,1 0 0,15 8 0,14 23 0,-26-27 0,75 91 0,-67-83 0,-1 0 0,2-1 0,0-1 0,0 0 0,1 0 0,0-2 0,21 11 0,-34-19 0,0 1 0,0-1 0,0 0 0,0 0 0,0 1 0,0-1 0,-1 0 0,1 0 0,0 0 0,0 0 0,0 0 0,0 0 0,0 0 0,0-1 0,0 1 0,0 0 0,0 0 0,-1-1 0,1 1 0,0-1 0,0 1 0,0 0 0,-1-1 0,2 0 0,0-1 0,0 0 0,-1 0 0,1 0 0,0 0 0,-1 0 0,0 0 0,1-1 0,1-3 0,1-7 0,0-1 0,4-22 0,-6 27 0,3-26 0,-2 1 0,-3-69 0,0 100 0,0 3 0,0 0 0,0 0 0,0 0 0,0 0 0,0 0 0,0 0 0,0 0 0,0 0 0,0-1 0,0 1 0,0 0 0,0 0 0,0 0 0,0 0 0,0 0 0,0 0 0,0 0 0,0 0 0,0 0 0,0 0 0,0-1 0,0 1 0,0 0 0,0 0 0,0 0 0,0 0 0,0 0 0,0 0 0,0 0 0,0 0 0,0 0 0,0 0 0,0-1 0,0 1 0,0 0 0,0 0 0,0 0 0,0 0 0,0 0 0,0 0 0,0 0 0,1 0 0,-1 0 0,0 0 0,0 0 0,0 0 0,0 0 0,0 0 0,0 0 0,0 0 0,0 0 0,0 0 0,0 0 0,1 0 0,-1 0 0,0 0 0,0 0 0,0 0 0,0 0 0,0 0 0,0 0 0,0 0 0,0 0 0,0 0 0,0 0 0,1 0 0,-1 0 0,0 0 0,0 0 0,6 9 0,8 17 0,-12-22 0,5 8 0,0 0 0,0 0 0,1-1 0,1 0 0,0 0 0,0-1 0,14 10 0,-17-14 0,1-1 0,0 0 0,1 0 0,-1-1 0,1 0 0,0 0 0,0-1 0,0 0 0,1-1 0,-1 0 0,0 0 0,14 1 0,-14-2 0,3 0 0,1-1 0,-1 0 0,1 0 0,-1-1 0,12-2 0,-20 2 0,0 0 0,-1 1 0,1-1 0,-1-1 0,1 1 0,-1 0 0,1 0 0,-1-1 0,0 0 0,1 1 0,-1-1 0,0 0 0,0 0 0,-1 0 0,1 0 0,0 0 0,-1-1 0,1 1 0,-1 0 0,0-1 0,1 1 0,-1-1 0,0 1 0,-1-1 0,1 0 0,0-3 0,1-3 0,-1 0 0,0 0 0,0-1 0,-1 1 0,0 0 0,-1 0 0,0 0 0,-1 0 0,-3-15 0,3 20 0,1 0 0,-1 1 0,1 0 0,-1-1 0,0 1 0,0 0 0,-1 0 0,1 0 0,-1 0 0,1 0 0,-1 0 0,0 1 0,0 0 0,0-1 0,0 1 0,0 0 0,-1 0 0,1 1 0,-1-1 0,1 1 0,-1 0 0,0 0 0,1 0 0,-1 0 0,-5 0 0,-3-1 0,1 1 0,0 1 0,-1 0 0,1 0 0,-17 4 0,25-4 0,0 1 0,1 0 0,-1 0 0,0 0 0,0 0 0,1 0 0,-1 0 0,1 1 0,-1 0 0,1-1 0,0 1 0,0 0 0,-1 0 0,1 0 0,1 0 0,-1 0 0,0 1 0,0-1 0,1 1 0,-1-1 0,1 1 0,0-1 0,0 1 0,0 0 0,0 0 0,0 4 0,-2 8 0,1 0 0,1 0 0,0 1 0,1-1 0,4 31 0,-3-38 0,1 1 0,0 0 0,1-1 0,0 0 0,0 1 0,0-1 0,1 0 0,1-1 0,-1 1 0,1-1 0,10 12 0,-15-19 0,15 16 0,0-1 0,31 24 0,-39-35 0,0 0 0,0 0 0,0-1 0,0 0 0,0 0 0,1-1 0,-1 0 0,1 0 0,0 0 0,-1-1 0,10 0 0,137-2 0,-61-1 0,-89 3 0,1-1 0,-1 0 0,0 0 0,0 0 0,0-1 0,0 0 0,1 0 0,-1 0 0,0 0 0,0 0 0,-1-1 0,1 0 0,0 0 0,0 0 0,-1 0 0,1-1 0,-1 1 0,0-1 0,0 0 0,0 0 0,0 0 0,0 0 0,-1 0 0,1-1 0,-1 1 0,0-1 0,0 0 0,0 1 0,0-1 0,-1 0 0,0 0 0,0 0 0,1-8 0,2-11 0,1-11 0,2-1 0,17-53 0,-17 66 0,-1-1 0,5-45 0,-8 43 0,1 1 0,12-37 0,-8 31 0,-2 0 0,-1 0 0,-1 0 0,-1-1 0,-2 0 0,-3-40 0,1 18 0,1 38 0,-2 0 0,1 0 0,-2 0 0,0 0 0,-1 0 0,-8-20 0,9 26 0,-1 1 0,0 0 0,0 0 0,0 1 0,-1-1 0,-1 1 0,1 0 0,-1 0 0,0 1 0,-1 0 0,0 0 0,-8-6 0,14 11 0,0 1 0,0-1 0,0 1 0,1-1 0,-1 1 0,0-1 0,0 1 0,0 0 0,0 0 0,0-1 0,0 1 0,0 0 0,0 0 0,0 0 0,0 0 0,0 0 0,0 0 0,0 0 0,1 1 0,-1-1 0,0 0 0,0 0 0,0 1 0,0-1 0,0 1 0,-1 0 0,0 0 0,0 1 0,1 0 0,-1 0 0,0-1 0,1 1 0,-1 0 0,1 0 0,0 1 0,0-1 0,-2 3 0,-1 5 0,1 0 0,0 0 0,-3 20 0,0 30 0,4 0 0,4 70 0,1-17 0,-3-83 0,-1 10 0,3 1 0,5 41 0,-5-71 0,0 1 0,1-1 0,0 0 0,1 0 0,0-1 0,1 1 0,0-1 0,0 0 0,1 0 0,0 0 0,16 16 0,8 12 0,-28-34 0,1 1 0,0-1 0,0 0 0,0 0 0,1 0 0,-1 0 0,1-1 0,0 0 0,0 1 0,0-1 0,1-1 0,-1 1 0,1 0 0,-1-1 0,1 0 0,0 0 0,0-1 0,0 1 0,7 0 0,22 1-51,56-4 1,-51 0-1214,-15 0-5562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33.7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1 24575,'-4'-1'0,"0"1"0,0 0 0,0 0 0,0 1 0,0-1 0,-1 1 0,1 0 0,0 0 0,0 1 0,1-1 0,-1 1 0,0 0 0,0 0 0,1 0 0,-1 0 0,1 0 0,0 1 0,-1 0 0,1 0 0,0 0 0,1 0 0,-1 0 0,1 0 0,-1 1 0,1-1 0,0 1 0,0 0 0,-1 4 0,-7 20 0,2 0 0,2 1 0,0 0 0,2 1 0,1-1 0,1 1 0,3 33 0,0 512 0,0-560 0,0 0 0,1 0 0,0 0 0,1 0 0,1 0 0,1-1 0,0 1 0,1-1 0,0-1 0,1 1 0,0-1 0,1 0 0,16 18 0,-24-30-40,0-1 0,0 1 0,1-1 0,-1 1-1,1-1 1,-1 1 0,0-1 0,1 0 0,-1 1 0,1-1 0,-1 0-1,1 1 1,-1-1 0,1 0 0,-1 1 0,1-1 0,0 0-1,-1 0 1,1 0 0,-1 0 0,1 0 0,-1 1 0,1-1 0,0 0-1,-1 0 1,1 0 0,-1-1 0,1 1 0,-1 0 0,1 0-1,0 0 1,-1 0 0,2-1 0,4-5-6786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34.3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24575,'69'-1'0,"50"0"0,-102 2 0,-1 1 0,0 1 0,0 0 0,0 1 0,18 7 0,-10-3 0,-1 2 0,0 1 0,-1 1 0,23 16 0,-38-23 0,-1 0 0,0 1 0,0-1 0,0 1 0,-1 1 0,1-1 0,-2 1 0,1 0 0,-1 0 0,0 0 0,0 0 0,-1 1 0,0 0 0,0-1 0,-1 1 0,2 13 0,-3-13 0,0 0 0,0 0 0,-1 0 0,0 0 0,0 1 0,-1-1 0,-1 0 0,1 0 0,-3 8 0,2-10 0,0-1 0,-1 0 0,1 0 0,-1-1 0,0 1 0,0-1 0,-1 1 0,1-1 0,-1 0 0,0 0 0,0-1 0,0 1 0,-1-1 0,-6 5 0,1-2 0,0 2 0,1 0 0,-16 16 0,15-14 0,0 0 0,-18 13 0,-47 26 0,118-58-1365,-21 3-5461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34.6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1 24575,'-6'0'0,"0"0"0,1 0 0,-1 1 0,0-1 0,0 1 0,1 1 0,-1-1 0,0 1 0,1 0 0,0 0 0,-6 4 0,7-4 0,2 0 0,-1 1 0,0-1 0,0 1 0,1 0 0,0 0 0,-1 0 0,1 0 0,0 0 0,1 1 0,-1-1 0,0 0 0,1 1 0,0-1 0,0 1 0,0 0 0,0-1 0,0 6 0,0-2 0,0 0 0,1 1 0,0-1 0,0 0 0,1 0 0,0 0 0,0 1 0,0-1 0,1 0 0,0 0 0,0-1 0,1 1 0,5 9 0,-5-12 0,0 1 0,0-1 0,0 0 0,1 0 0,-1 0 0,1-1 0,0 1 0,0-1 0,1 0 0,-1 0 0,0 0 0,1-1 0,0 1 0,0-1 0,0 0 0,0-1 0,0 1 0,0-1 0,6 1 0,18 0-28,1-1 0,35-3 0,-24 1-1253,-18 0-5545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35.0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84 24575,'4'1'0,"0"-1"0,0 0 0,0-1 0,0 1 0,0-1 0,0 0 0,0 0 0,0 0 0,0 0 0,0-1 0,4-1 0,-5 0 0,-1 1 0,1 0 0,-1-1 0,0 1 0,1-1 0,-1 0 0,0 0 0,0 0 0,-1 0 0,1 0 0,-1 0 0,0 0 0,2-5 0,-2 6 0,0-1 0,0 0 0,0 1 0,0-1 0,1 1 0,-1-1 0,1 1 0,-1 0 0,4-3 0,-5 5 0,0 0 0,1-1 0,-1 1 0,0 0 0,1 0 0,-1-1 0,1 1 0,-1 0 0,1 0 0,-1 0 0,0 0 0,1 0 0,-1 0 0,1 0 0,-1-1 0,1 1 0,-1 0 0,1 1 0,-1-1 0,0 0 0,1 0 0,-1 0 0,1 0 0,0 0 0,11 14 0,-4 3 0,0 1 0,-2 0 0,0 0 0,-1 0 0,0 0 0,-2 1 0,3 32 0,3-6-1365,-3-27-5461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35.3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1 24575,'4'0'0,"0"1"0,1 0 0,-1 0 0,0 1 0,0-1 0,0 1 0,0 0 0,0 0 0,-1 0 0,1 1 0,-1-1 0,1 1 0,-1 0 0,0 0 0,0 0 0,0 1 0,0-1 0,2 4 0,-2-3 0,0 0 0,0 1 0,0-1 0,-1 1 0,1-1 0,-1 1 0,0 0 0,-1 0 0,1 0 0,-1 0 0,0 0 0,0 0 0,-1 0 0,1 11 0,-3-12-1,1 1 0,-1-1-1,0 1 1,0-1 0,-1 0-1,1 1 1,-1-1 0,0-1-1,0 1 1,0 0-1,0-1 1,-1 1 0,1-1-1,-1 0 1,0 0 0,0-1-1,0 1 1,-7 2 0,-21 17-1339,18-11-5486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36.0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24575,'-1'79'0,"3"89"0,-1-163 0,0 1 0,0 0 0,1-1 0,0 0 0,0 1 0,0-1 0,1 0 0,-1 0 0,1 0 0,7 8 0,-10-12 0,1 0 0,0 1 0,0-1 0,1 0 0,-1 0 0,0 0 0,0 0 0,0 0 0,1 0 0,-1 0 0,0 0 0,1-1 0,-1 1 0,1 0 0,-1-1 0,1 1 0,-1-1 0,1 0 0,0 1 0,-1-1 0,1 0 0,-1 0 0,1 0 0,0 0 0,-1 0 0,1-1 0,-1 1 0,1 0 0,-1-1 0,1 1 0,-1-1 0,1 1 0,-1-1 0,1 0 0,-1 0 0,1 1 0,-1-1 0,0 0 0,0 0 0,0-1 0,3-1 0,-2 0 0,1-1 0,-1 1 0,0-1 0,0 0 0,0 0 0,0 0 0,0 1 0,-1-2 0,0 1 0,0 0 0,0 0 0,0 0 0,-1-5 0,0-60 0,0 48 0,-1 9 0,0 9 0,0-1 0,1 1 0,0 0 0,0 0 0,0 0 0,0 0 0,0-1 0,1 1 0,-1 0 0,1 0 0,0 0 0,1-4 0,-1 6 0,-1 1 0,0 0 0,1 0 0,-1 0 0,0 0 0,0 0 0,1 0 0,-1 0 0,0 0 0,1 0 0,-1 0 0,0 0 0,1 0 0,-1 0 0,0 0 0,1 0 0,-1 0 0,0 0 0,0 0 0,1 0 0,-1 0 0,0 1 0,1-1 0,-1 0 0,0 0 0,0 0 0,1 1 0,-1-1 0,0 0 0,0 0 0,0 0 0,1 1 0,-1-1 0,0 0 0,0 1 0,0-1 0,0 0 0,1 0 0,-1 1 0,0-1 0,0 0 0,0 1 0,0-1 0,0 0 0,0 1 0,0-1 0,0 0 0,0 0 0,0 1 0,5 17 0,3 52 0,-7-50 0,1 0 0,5 25 0,22 47 0,-20-66 0,0 1 0,-2 0 0,-1 1 0,-1-1 0,1 31 0,-4-42 0,0 0 0,7 27 0,-6-34 0,-1 0 0,0 0 0,0-1 0,-1 1 0,0 0 0,0 0 0,-1 0 0,0 1 0,-1-1 0,0 0 0,0 0 0,-5 15 0,5-22 0,0 0 0,0 1 0,-1-1 0,1 0 0,0 0 0,-1 0 0,1 0 0,-1 0 0,0 0 0,0 0 0,0 0 0,0-1 0,0 1 0,0-1 0,0 1 0,0-1 0,-1 0 0,1 0 0,0 0 0,-1 0 0,1 0 0,-1-1 0,1 1 0,-1-1 0,1 1 0,-1-1 0,1 0 0,-1 0 0,0 0 0,-3-1 0,1 0 0,0-1 0,0 1 0,0-1 0,0 0 0,0 0 0,0 0 0,1-1 0,-1 1 0,1-1 0,-1 0 0,1-1 0,0 1 0,-5-7 0,3 3 0,1 1 0,1-1 0,-1 0 0,1-1 0,1 1 0,-1-1 0,1 1 0,1-1 0,-1 0 0,1 0 0,1-1 0,-2-12 0,2 15 0,1 1 0,0-1 0,1 0 0,-1 0 0,1 0 0,0 1 0,0-1 0,1 0 0,0 1 0,0-1 0,0 1 0,1 0 0,-1 0 0,1 0 0,1 0 0,-1 0 0,1 0 0,7-7 0,77-66 0,-74 66-1365,-3 0-5461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36.4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0 199 24575,'2'-25'0,"1"-1"0,10-46 0,-4 34 0,-9 34 0,1 0 0,0 1 0,0-1 0,1 1 0,-1-1 0,4-5 0,-5 8 0,1 1 0,-1-1 0,1 1 0,-1 0 0,0-1 0,1 1 0,-1-1 0,1 1 0,-1 0 0,1 0 0,-1-1 0,1 1 0,-1 0 0,1 0 0,-1-1 0,1 1 0,-1 0 0,1 0 0,-1 0 0,1 0 0,-1 0 0,1 0 0,-1 0 0,1 0 0,0 0 0,-1 0 0,1 0 0,-1 0 0,1 0 0,-1 0 0,1 1 0,-1-1 0,1 0 0,-1 0 0,1 1 0,-1-1 0,1 0 0,-1 1 0,1-1 0,-1 0 0,0 1 0,1-1 0,-1 1 0,0-1 0,1 1 0,-1-1 0,0 1 0,1-1 0,-1 1 0,0-1 0,0 1 0,0-1 0,1 1 0,3 9 0,1 0 0,-1 1 0,-1-1 0,0 0 0,0 1 0,-1 0 0,-1 0 0,1 14 0,5 24 0,10 23 0,-10-44 0,0 1 0,-2-1 0,2 36 0,-7-44 110,-1-37-1585,1 0-5351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36.6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24575,'5'0'0,"6"0"0,5 0 0,6 0 0,-2 4 0,-4 7 0,0 1 0,-3 4 0,-4 3 0,-3 3 0,-2 3 0,-8 1 0,-6-3 0,-3-2 0,2 1 0,-2-3 0,1-5-8191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37.2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24575,'493'0'0,"-485"0"0,0 0 0,0 1 0,0 0 0,-1 0 0,1 1 0,0 0 0,8 3 0,-14-4 0,-1 0 0,0-1 0,1 1 0,-1 0 0,0-1 0,0 1 0,0 0 0,1 0 0,-1 0 0,0 0 0,0 0 0,0 0 0,-1 0 0,1 1 0,0-1 0,0 0 0,-1 0 0,1 1 0,0-1 0,-1 0 0,1 1 0,-1-1 0,0 1 0,0-1 0,1 0 0,-1 1 0,0-1 0,0 1 0,0-1 0,0 1 0,-1-1 0,1 1 0,0-1 0,-1 0 0,1 1 0,-1-1 0,1 0 0,-1 1 0,1-1 0,-1 0 0,0 0 0,0 1 0,0-1 0,0 0 0,-1 2 0,-5 4 0,1 0 0,-1 0 0,0-1 0,-1 0 0,0 0 0,0-1 0,-11 6 0,-30 23 0,13-5 0,23-19 0,1 0 0,0 1 0,-15 17 0,18-18 0,1 1 0,0 0 0,0 1 0,1-1 0,1 1 0,0 1 0,0-1 0,-5 21 0,11-30 0,-1-1 0,0 1 0,1 0 0,0-1 0,0 1 0,-1 0 0,2-1 0,-1 1 0,0 0 0,0-1 0,1 1 0,-1 0 0,1-1 0,0 1 0,0-1 0,0 1 0,0-1 0,1 1 0,2 3 0,-2-3 0,1 0 0,0 0 0,1-1 0,-1 1 0,0-1 0,1 0 0,-1 0 0,1 0 0,0 0 0,-1-1 0,8 2 0,7 1 0,-1-1 0,1-1 0,-1 0 0,31-2 0,-23 0 0,39-2 0,-59 1 0,-1 0 0,1 1 0,-1-1 0,0-1 0,0 1 0,0-1 0,0 0 0,0 1 0,0-2 0,0 1 0,5-4 0,-8 5-42,-1 1-1,1-1 0,-1 1 1,1-1-1,-1 0 0,1 1 1,-1-1-1,1 0 0,-1 0 1,1 1-1,-1-1 0,0 0 1,0 0-1,1 1 0,-1-1 1,0 0-1,0 0 0,0 0 1,0 1-1,0-1 0,0 0 1,0 0-1,0 0 0,0 1 1,0-1-1,-1 0 0,1 0 1,0 0-1,0 1 0,-1-1 1,0-1-1,-6-11-6783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37.5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24575,'439'0'0,"-424"-1"-341,0 0 0,0-1-1,21-5 1,-13 1-6485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38.2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48 24575,'0'-4'0,"1"-24"0,-1 28 0,0-1 0,0 1 0,-1-1 0,1 1 0,0-1 0,0 1 0,0-1 0,1 0 0,-1 1 0,0-1 0,0 1 0,0-1 0,0 1 0,0-1 0,1 1 0,-1-1 0,0 1 0,0-1 0,1 1 0,-1-1 0,0 1 0,1 0 0,-1-1 0,1 1 0,-1 0 0,0-1 0,1 1 0,-1 0 0,1-1 0,-1 1 0,1 0 0,-1 0 0,1-1 0,-1 1 0,2 0 0,-1 1 0,0 0 0,0-1 0,0 1 0,0 0 0,-1 0 0,1 0 0,0 0 0,0 1 0,-1-1 0,1 0 0,0 0 0,-1 0 0,1 0 0,-1 1 0,0-1 0,1 0 0,-1 1 0,0-1 0,0 0 0,0 2 0,3 33 0,-2-30 0,0 25 0,1 1 0,6 41 0,-6-63 0,0 0 0,1-1 0,0 1 0,1 0 0,0-1 0,0 1 0,1-1 0,7 10 0,8 17 0,-20-35 0,1-1 0,-1 1 0,0 0 0,1-1 0,-1 1 0,0 0 0,1 0 0,-1-1 0,0 1 0,0 0 0,0 0 0,0 0 0,0-1 0,0 1 0,0 0 0,0 0 0,0 0 0,0-1 0,0 1 0,-1 0 0,1 0 0,0 0 0,0-1 0,-1 1 0,1 0 0,-1-1 0,1 1 0,-1 0 0,1-1 0,-1 1 0,1 0 0,-1-1 0,1 1 0,-1-1 0,0 1 0,1-1 0,-1 1 0,0-1 0,1 0 0,-1 1 0,0-1 0,0 0 0,1 0 0,-3 1 0,4-1 0,-1 0 0,0 0 0,0 0 0,0 0 0,0 0 0,0 0 0,0 0 0,0 0 0,0 0 0,0-1 0,0 1 0,0 0 0,0 0 0,0 0 0,0 0 0,0 0 0,0 0 0,0 0 0,0 0 0,0 0 0,0 0 0,0 0 0,0 0 0,0 0 0,0 0 0,0 0 0,0-1 0,0 1 0,0 0 0,0 0 0,0 0 0,0 0 0,0 0 0,0 0 0,0 0 0,0 0 0,0 0 0,0 0 0,0 0 0,0 0 0,0 0 0,0 0 0,0 0 0,0 0 0,0 0 0,-1 0 0,1 0 0,0 0 0,0 0 0,0-1 0,0 1 0,0 0 0,0 0 0,0 0 0,0 0 0,0 0 0,0 0 0,0 0 0,0 0 0,7-7 0,12-7 0,1 2-273,2 0 0,-1 1 0,1 1 0,39-12 0,-42 17-6553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38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24575,'7'0'0,"1"1"0,-1 0 0,1 0 0,-1 1 0,0 0 0,1 1 0,-1-1 0,0 1 0,6 4 0,61 41 0,-44-27 0,161 118 0,-178-129 0,-1 0 0,-1 1 0,0 1 0,12 15 0,-11-12 0,0-1 0,19 17 0,-18-18 0,0 1 0,-1 1 0,0 0 0,-1 1 0,-1 0 0,0 0 0,11 30 0,27 42 0,-40-75 0,-2 2 0,1-1 0,-2 1 0,0 0 0,-1 0 0,0 0 0,1 17 0,4 10 0,-1-7-102,1 0 161,-2 2 0,-1-1-1,2 53 1,-8-80-138,0 1 0,-1-1 0,0 1 1,0-1-1,-1 1 0,0-1 0,-1 0 0,0 0 0,-1 0 1,1 0-1,-2-1 0,1 1 0,-1-1 0,0 0 0,-1 0 0,0-1 1,0 0-1,-10 9 0,1-4-6747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49.3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41 24575,'2'6'0,"-1"0"0,1 0 0,1 0 0,-1-1 0,1 1 0,5 7 0,-2-3 0,132 229 0,-119-205 0,-12-23 0,-1 0 0,0 0 0,5 15 0,-1-1 0,1-1 0,25 40 0,5 11 0,-25-46 0,1 0 0,29 36 0,1 2 0,-37-51 0,2-1 0,-1 0 0,2 0 0,0-1 0,0-1 0,18 13 0,-30-25 0,0 0 0,0 0 0,1 0 0,-1 0 0,0 0 0,1 0 0,-1 0 0,1 0 0,0-1 0,-1 1 0,1-1 0,-1 1 0,1-1 0,0 1 0,0-1 0,-1 0 0,1 0 0,0 0 0,-1 0 0,1 0 0,0 0 0,-1-1 0,1 1 0,0 0 0,-1-1 0,1 0 0,0 1 0,-1-1 0,1 0 0,-1 0 0,1 1 0,-1-1 0,0 0 0,1-1 0,-1 1 0,0 0 0,0 0 0,0-1 0,0 1 0,0 0 0,2-4 0,2-5 0,0 0 0,-1-1 0,0 0 0,-1 0 0,3-13 0,-1 4 0,27-75 0,-18 60 0,14-62 0,-24 79 0,1 1 0,14-29 0,3-13 0,-15 41 0,0 0 0,2 0 0,13-22 0,15-34 0,26-59 0,-30 63 0,-6 14 0,-23 42 120,-4 14-152,0 0-1,0-1 1,0 1 0,0 0 0,0 0-1,0-1 1,0 1 0,0 0-1,0-1 1,0 1 0,0 0 0,0 0-1,0-1 1,0 1 0,0 0-1,0 0 1,0-1 0,-1 1 0,1 0-1,0 0 1,0-1 0,0 1-1,0 0 1,-1 0 0,1 0 0,0 0-1,0-1 1,0 1 0,-1 0-1,1 0 1,0 0 0,0 0 0,-1 0-1,1-1 1,0 1 0,-1 0-1,1 0 1,0 0 0,0 0 0,-1 0-1,1 0 1,0 0 0,0 0-1,-1 0 1,1 0 0,-9 2-6794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49.5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24575,'18'0'0,"41"-1"0,-1 3 0,82 13 0,-93-8-113,1-3-1,85-3 1,-85-3 4,1 3 0,74 10 1,-34 0 291,1-4 0,136-7 0,-96-2-1431,-107 2-5578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51.2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56 24575,'0'0'0,"-1"0"0,1 0 0,0 0 0,0 0 0,-1 1 0,1-1 0,0 0 0,0 0 0,-1 0 0,1 0 0,0 0 0,-1 0 0,1 0 0,0 0 0,0 0 0,-1 0 0,1 0 0,0 0 0,-1 0 0,1 0 0,0 0 0,0 0 0,-1 0 0,1-1 0,0 1 0,0 0 0,-1 0 0,1 0 0,0 0 0,0 0 0,0-1 0,-1 1 0,1 0 0,0 0 0,0-1 0,0 1 0,-1 0 0,1 0 0,0 0 0,0-1 0,0 1 0,0 0 0,0-1 0,0 1 0,0 0 0,0 0 0,0-1 0,-1 1 0,1 0 0,0 0 0,0-1 0,1 1 0,-1 0 0,0-1 0,0 1 0,0 0 0,0 0 0,0-1 0,0 1 0,0 0 0,0 0 0,0-1 0,1 1 0,-1 0 0,0-1 0,1 0 0,0 0 0,0 0 0,0 0 0,0 0 0,1 0 0,-1 0 0,0 0 0,0 1 0,1-1 0,-1 0 0,1 1 0,1-1 0,30-8 0,-6 2 0,0 1 0,0 1 0,42-3 0,233 10 0,-290-1 0,0 0 0,0 1 0,0 1 0,-1 0 0,1 1 0,0 0 0,-1 1 0,0 0 0,0 0 0,-1 1 0,12 9 0,3 0 0,-22-13 0,1 1 0,-1-1 0,1 1 0,-1 0 0,0 0 0,0 1 0,-1-1 0,1 1 0,-1-1 0,1 1 0,-1 0 0,0-1 0,0 1 0,-1 0 0,1 1 0,-1-1 0,0 0 0,0 0 0,0 0 0,-1 1 0,0-1 0,0 0 0,0 1 0,0-1 0,-1 5 0,0-4 0,1 0 0,-1 0 0,-1 0 0,1 0 0,-1-1 0,1 1 0,-2 0 0,1-1 0,0 0 0,-1 1 0,0-1 0,0 0 0,0 0 0,0-1 0,-1 1 0,1-1 0,-1 1 0,0-1 0,0 0 0,0-1 0,-9 5 0,-81 37 0,42-25 0,118-16-1365,-42-4-5461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51.4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195 1 24575,'-4'0'0,"-14"0"0,0 0 0,1 1 0,-1 1 0,1 0 0,-22 7 0,36-8 0,-1 0 0,1 0 0,-1 1 0,1-1 0,0 1 0,-1 0 0,1 0 0,0 0 0,0 1 0,0-1 0,1 1 0,-1-1 0,1 1 0,-1 0 0,1 0 0,0 0 0,0 0 0,0 1 0,1-1 0,-1 1 0,1-1 0,0 1 0,-1-1 0,2 1 0,-1-1 0,0 1 0,1 0 0,0 0 0,-1-1 0,2 7 0,-1-5 5,1-1-1,-1 1 1,1-1 0,0 0-1,0 0 1,1 1-1,-1-1 1,1 0 0,0 0-1,0 0 1,0 0 0,1-1-1,-1 1 1,1-1-1,0 1 1,0-1 0,0 0-1,1 0 1,-1 0-1,1 0 1,-1-1 0,1 0-1,0 0 1,0 0-1,8 3 1,2 0-217,1 0 0,0-2 0,0 0-1,0 0 1,0-2 0,19 1 0,-10-2-6614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51.9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0 278 24575,'13'0'0,"0"0"0,0-1 0,0-1 0,-1 0 0,22-6 0,-27 5 0,0 0 0,0 0 0,-1-1 0,1 1 0,-1-1 0,0-1 0,0 1 0,-1-1 0,1 0 0,-1-1 0,5-6 0,2-3 0,-3 6 0,-1-1 0,-1-1 0,0 1 0,0-1 0,9-22 0,-8 11 0,-6 14 0,1-1 0,0 1 0,0-1 0,1 1 0,0 0 0,0 0 0,1 1 0,8-10 0,-13 16 0,1 1 0,-1-1 0,1 1 0,-1-1 0,1 1 0,-1 0 0,1 0 0,0-1 0,-1 1 0,1 0 0,-1 0 0,1-1 0,0 1 0,-1 0 0,1 0 0,0 0 0,-1 0 0,1 0 0,0 0 0,-1 0 0,1 0 0,0 0 0,-1 1 0,1-1 0,-1 0 0,1 0 0,0 0 0,-1 1 0,1-1 0,-1 0 0,1 1 0,0-1 0,-1 1 0,1-1 0,-1 0 0,0 1 0,1-1 0,-1 1 0,1-1 0,-1 1 0,0-1 0,1 1 0,-1 0 0,0-1 0,1 1 0,-1 0 0,14 36 0,-12-30 0,6 23 0,-1 1 0,-2-1 0,-1 1 0,-1 0 0,-2 0 0,-1 0 0,-5 34 0,4-58 0,-1 0 0,0 0 0,0 0 0,0 0 0,-1 0 0,0-1 0,-1 1 0,1-1 0,-1 0 0,-1 0 0,1 0 0,-1-1 0,0 1 0,0-1 0,0 0 0,-1 0 0,0-1 0,0 0 0,0 0 0,0 0 0,-1-1 0,1 0 0,-1 0 0,0-1 0,-8 2 0,14-5 0,7-4 0,11-5 0,-1 6 0,-1 0 0,1 2 0,31-2 0,-28 2 0,0 0 0,25-5 0,-21 2-341,1 0 0,-1 2-1,28 0 1,-29 2-6485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52.4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24575,'437'0'-1365,"-414"0"-5461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52.6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24575,'0'1'0,"1"0"0,-1 0 0,0 0 0,1 0 0,-1-1 0,1 1 0,-1 0 0,1 0 0,-1 0 0,1 0 0,-1-1 0,1 1 0,0 0 0,-1 0 0,1-1 0,0 1 0,0-1 0,0 1 0,0-1 0,-1 1 0,1-1 0,0 1 0,0-1 0,0 0 0,0 1 0,2-1 0,29 6 0,-29-6 0,77 6 0,105-7 0,-66-1 0,72 2-1365,-168 0-5461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53.5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31 24575,'-9'-1'0,"1"0"0,-1 0 0,1-1 0,0 0 0,-10-4 0,-31-7 0,42 12 0,-4 0 0,0 0 0,-1 0 0,1 1 0,0 0 0,-14 3 0,22-3 0,1 1 0,-1-1 0,1 1 0,-1 0 0,1 0 0,-1 0 0,1 1 0,-1-1 0,1 1 0,0-1 0,0 1 0,0 0 0,0-1 0,0 1 0,0 0 0,0 0 0,1 1 0,-1-1 0,1 0 0,-1 0 0,1 1 0,0-1 0,0 1 0,0-1 0,0 1 0,1 0 0,-2 3 0,0 17 0,0 0 0,1 1 0,4 42 0,0-9 0,-3-49 0,1 0 0,0 1 0,0-1 0,0 0 0,1 1 0,0-1 0,1 0 0,0 0 0,0-1 0,6 11 0,-6-13 0,0-1 0,1 1 0,0-1 0,0 0 0,0 0 0,0 0 0,1-1 0,-1 0 0,1 1 0,0-2 0,0 1 0,0 0 0,1-1 0,-1 0 0,0 0 0,7 1 0,21 2 0,1-1 0,-1-1 0,1-2 0,51-5 0,0 2 0,-3 3 0,81-3 0,-142-1 0,0-1 0,-1-2 0,30-10 0,31-8 0,-72 22 0,-1 0 0,0 0 0,1-1 0,-2 0 0,1-1 0,0 0 0,-1 0 0,1-1 0,-1 0 0,0 0 0,-1 0 0,12-13 0,-15 15 0,0-1 0,-1 0 0,1 0 0,-1 1 0,0-2 0,0 1 0,0 0 0,0 0 0,-1-1 0,1 1 0,-1-1 0,-1 1 0,1-1 0,0 1 0,-1-1 0,0 1 0,0-1 0,-1 0 0,1 1 0,-1-1 0,0 1 0,0-1 0,0 1 0,-1 0 0,-2-7 0,1 8 0,1-1 0,-1 0 0,0 0 0,0 1 0,0-1 0,0 1 0,0 0 0,-1 0 0,1 0 0,-1 1 0,-5-3 0,-49-24 0,44 23 0,1 1 0,1 1 0,-1 0 0,0 1 0,0 1 0,0 0 0,-17-1 0,-84 5 0,47 1 0,57-3 0,1 0 0,-1 1 0,1 0 0,0 0 0,-1 1 0,1 1 0,0 0 0,0 0 0,0 0 0,1 1 0,-9 5 0,13-6 0,0 0 0,1 0 0,-1 0 0,1 0 0,0 1 0,0-1 0,0 1 0,0 0 0,0 0 0,1 0 0,0 0 0,0 0 0,0 1 0,0-1 0,1 1 0,0-1 0,0 1 0,0 0 0,0-1 0,1 1 0,-1 0 0,1-1 0,1 8 0,-1-7 0,1 0 0,-1-1 0,1 1 0,0-1 0,0 1 0,0-1 0,1 0 0,-1 1 0,1-1 0,0 0 0,1 0 0,-1 0 0,1 0 0,-1 0 0,1-1 0,0 1 0,1-1 0,-1 0 0,1 0 0,-1 0 0,1 0 0,6 3 0,-1-2 0,0 0 0,1-1 0,0 0 0,-1-1 0,1 0 0,0 0 0,0-1 0,0-1 0,13 0 0,15 0 0,90-4 0,-124 3 0,1 0 0,-1 0 0,0-1 0,0 1 0,0-1 0,0 0 0,0-1 0,6-3 0,-6 3 0,0 0 0,0 1 0,0-1 0,1 1 0,7-2 0,-11 3 0,1 1 0,-1 0 0,1 0 0,-1 0 0,1 0 0,-1 0 0,1 0 0,-1 0 0,1 0 0,-1 1 0,0-1 0,1 1 0,-1-1 0,1 1 0,-1-1 0,0 1 0,0 0 0,1 0 0,-1-1 0,0 1 0,0 0 0,0 0 0,1 2 0,16 14 0,0 0 0,22 15 0,-32-26 0,1-1 0,0 0 0,0-1 0,0 1 0,0-1 0,1-1 0,-1 0 0,11 2 0,-13-4 0,-1 0 0,0-1 0,0 1 0,0-1 0,0 0 0,0-1 0,0 1 0,0-1 0,0 0 0,8-3 0,-10 2 0,-1 1 0,0-1 0,0 0 0,0 0 0,0 0 0,0 0 0,0 0 0,-1-1 0,1 1 0,-1-1 0,1 0 0,-1 0 0,0 1 0,0-2 0,0 1 0,-1 0 0,1 0 0,-1 0 0,2-5 0,17-54-1365,-13 44-5461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53.7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0 24575,'0'16'0,"-1"43"0,3-1 0,13 83 0,-8-88 0,-3-1 0,-3 95 0,-2-71 0,1-69 24,0-1 0,-1 1 0,1-1 0,-4 12 0,3-16-107,0 1 1,1-1-1,-1 0 1,0 0-1,-1 0 1,1 0-1,0-1 1,0 1-1,-1 0 1,1 0-1,-1-1 1,0 1-1,1-1 1,-1 0-1,0 1 1,0-1-1,-3 2 1,-12 3-6744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53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1 221 24575,'1'-6'0,"1"1"0,1-1 0,-1 0 0,1 1 0,-1 0 0,1 0 0,8-9 0,-3 3 0,1 1 0,0 1 0,0-1 0,1 1 0,1 1 0,-1 0 0,1 0 0,18-8 0,22-13 0,-41 22 0,0 1 0,1 0 0,-1 1 0,1 0 0,0 0 0,1 1 0,-1 1 0,19-4 0,24 4-1365,-31 3-5461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54.9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1 331 24575,'53'2'0,"-37"-1"0,0 0 0,0 0 0,0-2 0,0 0 0,0-1 0,0 0 0,27-9 0,-38 8 0,0 0 0,0 0 0,-1-1 0,1 0 0,-1 0 0,0 0 0,0-1 0,0 1 0,0-1 0,-1 0 0,0 0 0,0 0 0,4-9 0,-1 0 0,0 0 0,-1 0 0,-1-1 0,4-17 0,-7 25 0,0 1 0,-1-1 0,0 1 0,0-1 0,0 1 0,-1 0 0,0-1 0,0 1 0,-4-13 0,4 17 0,0 1 0,1-1 0,-1 0 0,0 0 0,0 1 0,-1-1 0,1 1 0,0-1 0,0 1 0,-1-1 0,1 1 0,-1 0 0,1-1 0,-1 1 0,0 0 0,1 0 0,-1 0 0,0 0 0,0 1 0,1-1 0,-1 0 0,0 1 0,0-1 0,0 1 0,0 0 0,0 0 0,0 0 0,0 0 0,0 0 0,0 0 0,0 0 0,0 0 0,0 1 0,0-1 0,1 1 0,-5 1 0,3 0 0,0 0 0,-1 0 0,1 0 0,0 0 0,0 0 0,1 1 0,-1 0 0,0-1 0,1 1 0,-1 0 0,1 0 0,-2 4 0,-25 45 0,23-40 0,3-6 0,0 0 0,0 1 0,1 0 0,0 0 0,0 0 0,1-1 0,-1 2 0,2-1 0,-1 0 0,1 11 0,0-15 0,0 0 0,1 0 0,-1-1 0,1 1 0,0 0 0,0-1 0,0 1 0,0-1 0,0 1 0,0-1 0,1 0 0,-1 1 0,1-1 0,-1 0 0,1 0 0,0 0 0,0 0 0,0 0 0,0-1 0,0 1 0,1-1 0,-1 1 0,0-1 0,1 0 0,-1 0 0,1 0 0,-1 0 0,1 0 0,5 1 0,18 1 0,1-1 0,-1-1 0,47-5 0,-3 1 0,-46 2 0,0-2 0,0 0 0,-1-2 0,1-1 0,-1 0 0,-1-2 0,1 0 0,-1-2 0,-1 0 0,27-18 0,-31 18 0,-3 2 0,0 0 0,0-1 0,-1-1 0,23-21 0,-33 28 0,0 0 0,-1 0 0,1 0 0,-1 0 0,0-1 0,0 1 0,0-1 0,-1 0 0,1 1 0,-1-1 0,0 0 0,0 0 0,0 0 0,0 1 0,-1-1 0,1 0 0,-1 0 0,0 0 0,0 0 0,-1 0 0,1 0 0,-1 0 0,0 0 0,0 0 0,-3-7 0,3 9 0,0 0 0,0 0 0,0 0 0,0 0 0,0 0 0,0 0 0,-1 0 0,1 0 0,-1 1 0,1-1 0,-1 0 0,0 1 0,1-1 0,-1 1 0,0 0 0,0 0 0,0 0 0,0 0 0,0 0 0,0 0 0,-1 0 0,1 1 0,0-1 0,0 1 0,-1-1 0,1 1 0,0 0 0,0 0 0,-1 0 0,1 0 0,0 0 0,-1 1 0,1-1 0,0 1 0,0-1 0,-4 3 0,-1-1 0,1 1 0,0 0 0,0 0 0,0 1 0,0 0 0,1 0 0,-1 0 0,1 1 0,0-1 0,-8 12 0,4-4 0,0 2 0,1 0 0,0 0 0,1 0 0,1 1 0,0 0 0,1 0 0,1 0 0,1 1 0,0 0 0,-1 17 0,4-32 0,0 1 0,0-1 0,0 0 0,0 1 0,0-1 0,0 1 0,1-1 0,-1 0 0,1 1 0,-1-1 0,1 0 0,-1 1 0,2 1 0,-2-3 0,1 1 0,-1-1 0,1 0 0,-1 1 0,0-1 0,1 0 0,-1 0 0,1 1 0,-1-1 0,1 0 0,-1 0 0,0 0 0,1 0 0,-1 0 0,1 1 0,-1-1 0,1 0 0,-1 0 0,1 0 0,-1 0 0,1 0 0,-1 0 0,1-1 0,-1 1 0,2 0 0,0-1 0,0 0 0,-1 0 0,1 0 0,0 0 0,0-1 0,0 1 0,-1 0 0,1-1 0,0 0 0,-1 1 0,0-1 0,1 0 0,-1 0 0,2-2 0,-2 1 0,0 1 0,0-1 0,0 1 0,1-1 0,0 1 0,-1 0 0,1 0 0,0 0 0,0 0 0,0 0 0,0 0 0,0 0 0,1 1 0,-1-1 0,4-1 0,-5 3 0,1 0 0,-1 0 0,1 0 0,-1 0 0,1 0 0,-1 1 0,1-1 0,-1 0 0,1 1 0,-1 0 0,0-1 0,1 1 0,-1 0 0,0-1 0,0 1 0,1 0 0,-1 0 0,0 0 0,0 0 0,0 0 0,0 0 0,0 1 0,0-1 0,-1 0 0,1 0 0,0 1 0,0-1 0,-1 0 0,1 3 0,42 89 0,-25-50 0,-13-30 0,-1 1 0,0 0 0,4 28 0,-7-28 0,2-1 0,-1 0 0,2 0 0,9 25 0,-7-24 0,-1-1 0,0 1 0,-1 0 0,-1 0 0,0 1 0,1 25 0,-4 92 0,-2-60 0,2-48 0,1-15 0,-1 1 0,0 0 0,-1-1 0,0 1 0,-3 12 0,3-19 0,1-1 0,-1 1 0,0-1 0,0 0 0,-1 0 0,1 0 0,0 1 0,-1-1 0,0 0 0,1-1 0,-1 1 0,0 0 0,0 0 0,0-1 0,0 1 0,0-1 0,0 0 0,0 1 0,-1-1 0,1 0 0,0 0 0,-1-1 0,1 1 0,-1 0 0,-2 0 0,-17 1 0,1 0 0,0 0 0,-1-2 0,1-1 0,-1-1 0,-37-8 0,53 8 0,1 0 0,-1-1 0,0 1 0,1-2 0,0 1 0,0 0 0,0-1 0,0 0 0,0 0 0,1 0 0,-1-1 0,1 0 0,1 0 0,-1 0 0,1 0 0,-1 0 0,1-1 0,-3-9 0,0 1 0,2 1 0,-1-1 0,2 0 0,0-1 0,1 1 0,-2-29 0,4 7 0,-1 7 0,1 1 0,1 0 0,7-40 0,-6 60 0,0 0 0,0 0 0,1 0 0,0 1 0,0-1 0,1 1 0,0-1 0,1 1 0,-1 0 0,1 1 0,0-1 0,1 1 0,0 0 0,0 0 0,0 1 0,8-5 0,8-5 0,-3 3 0,0-1 0,-1-1 0,0 0 0,-1-2 0,15-17 0,-21 22-48,-1 1 1,1 1-1,0-1 0,19-10 0,-12 8-1078,-5 3-5700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56.2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88 165 24575,'0'-1'0,"-1"0"0,1 0 0,0 0 0,-1 0 0,1 0 0,0 0 0,-1 0 0,1 0 0,-1 0 0,1 1 0,-1-1 0,0 0 0,1 0 0,-1 1 0,0-1 0,0 0 0,1 1 0,-1-1 0,0 0 0,0 1 0,0-1 0,0 1 0,0 0 0,0-1 0,0 1 0,0 0 0,0-1 0,0 1 0,0 0 0,0 0 0,0 0 0,0 0 0,0 0 0,-1 0 0,0 0 0,0 0 0,-1 0 0,1 0 0,0 0 0,-1 1 0,1-1 0,0 1 0,-1-1 0,1 1 0,0 0 0,0 0 0,0 0 0,0 0 0,-3 2 0,2 0 0,0 1 0,1 0 0,-1 1 0,1-1 0,0 0 0,0 1 0,1-1 0,-1 1 0,1-1 0,0 1 0,0 0 0,1-1 0,-1 7 0,1-3 0,-1 1 0,1 0 0,1 0 0,0 0 0,0-1 0,3 11 0,-4-18 0,1 0 0,-1 0 0,0 0 0,1 0 0,-1 0 0,1 0 0,0 0 0,-1 0 0,1 0 0,0 0 0,-1 0 0,1 0 0,0 0 0,0 0 0,0-1 0,1 2 0,-1-2 0,-1 1 0,1-1 0,0 0 0,-1 0 0,1 0 0,-1 0 0,1 0 0,0 0 0,-1 0 0,1 0 0,-1 0 0,1 0 0,0 0 0,-1 0 0,1-1 0,-1 1 0,1 0 0,0 0 0,-1 0 0,1-1 0,-1 1 0,1-1 0,1 0 0,0-1 0,0 1 0,-1-1 0,1 0 0,-1 0 0,0 1 0,1-1 0,-1 0 0,0 0 0,0 0 0,0 0 0,0-1 0,0 1 0,0-3 0,-1 2 0,0 0 0,1-1 0,-2 1 0,1-1 0,0 1 0,-1 0 0,1-1 0,-1 1 0,0 0 0,0 0 0,-1-1 0,1 1 0,0 0 0,-4-4 0,3 3 0,0 1 0,0-1 0,1 1 0,-1-1 0,1 0 0,0 0 0,0 0 0,-1-4 0,3 7 0,-1 0 0,0 0 0,1-1 0,-1 1 0,0 0 0,1 0 0,-1 0 0,1 0 0,0 0 0,-1 0 0,1 0 0,0 0 0,-1 1 0,1-1 0,0 0 0,0 0 0,0 0 0,0 1 0,0-1 0,0 1 0,0-1 0,0 1 0,0-1 0,0 1 0,0-1 0,0 1 0,1 0 0,-1 0 0,0-1 0,0 1 0,0 0 0,2 0 0,44-2 0,-40 2 0,0 0 0,0 0 0,0 1 0,0 0 0,0 0 0,0 0 0,-1 1 0,1 0 0,0 0 0,-1 1 0,0 0 0,1 0 0,-1 0 0,0 1 0,0 0 0,-1 0 0,1 0 0,-1 1 0,0 0 0,-1 0 0,1 0 0,-1 1 0,0-1 0,0 1 0,0 0 0,-1 0 0,3 8 0,-6-15 0,-30-84 0,28 76 0,-1 0 0,1 1 0,1-1 0,0 0 0,0 0 0,1 0 0,0 0 0,0 0 0,1 0 0,4-17 0,-3 23 0,0 0 0,0-1 0,0 1 0,1 1 0,-1-1 0,1 0 0,0 1 0,0-1 0,0 1 0,0 0 0,1 0 0,-1 0 0,0 0 0,1 1 0,-1-1 0,1 1 0,6-2 0,8-1 0,0 0 0,23-3 0,-29 6 0,0 0 0,1 0 0,-1 1 0,0 1 0,1 0 0,12 3 0,-19-3 0,-1 1 0,0 0 0,1 0 0,-1 0 0,0 1 0,0-1 0,-1 1 0,1 0 0,-1 1 0,1-1 0,-1 1 0,0 0 0,0 0 0,-1 0 0,7 9 0,-4-3 0,3 5 0,1-1 0,0 1 0,1-2 0,24 23 0,-31-32 0,0-1 0,0 0 0,1 0 0,-1-1 0,1 1 0,0-1 0,0 0 0,0 0 0,0-1 0,0 0 0,0 1 0,1-2 0,-1 1 0,0-1 0,0 1 0,1-1 0,-1-1 0,0 1 0,0-1 0,9-2 0,-11 2 0,1 0 0,-1 0 0,1-1 0,-1 1 0,0-1 0,0 1 0,0-1 0,0 0 0,0-1 0,0 1 0,0 0 0,-1-1 0,1 1 0,-1-1 0,0 0 0,0 0 0,0 0 0,0 0 0,0 0 0,-1 0 0,1-1 0,-1 1 0,0-1 0,2-6 0,-3 10 0,0 1 0,0-1 0,0 0 0,0 0 0,0 0 0,0 1 0,0-1 0,0 0 0,0 0 0,0 0 0,0 1 0,0-1 0,0 0 0,0 0 0,1 0 0,-1 1 0,0-1 0,0 0 0,0 0 0,0 0 0,1 0 0,-1 0 0,0 1 0,0-1 0,0 0 0,0 0 0,1 0 0,-1 0 0,0 0 0,0 0 0,0 0 0,1 0 0,-1 0 0,0 0 0,0 0 0,1 0 0,-1 0 0,0 0 0,0 0 0,0 0 0,1 0 0,-1 0 0,0 0 0,0 0 0,0 0 0,1 0 0,-1 0 0,0 0 0,0 0 0,0 0 0,1-1 0,-1 1 0,0 0 0,0 0 0,0 0 0,0 0 0,1-1 0,-1 1 0,0 0 0,0 0 0,0 0 0,0 0 0,0-1 0,0 1 0,0 0 0,8 18 0,-3 17 0,-1 1 0,-1 0 0,-2 0 0,-4 39 0,1 4 0,4 40 0,-5 116 0,3-233 0,-1 1 0,1 0 0,0-1 0,-1 1 0,0-1 0,0 1 0,0-1 0,0 1 0,0-1 0,0 0 0,0 0 0,-1 1 0,1-1 0,-1 0 0,0 0 0,1 0 0,-1-1 0,0 1 0,-3 2 0,1-2 0,1 0 0,-1-1 0,0 1 0,1-1 0,-1 0 0,0 0 0,0 0 0,0 0 0,0-1 0,0 1 0,-7-1 0,3-1 0,0 0 0,0 0 0,-1-1 0,1 1 0,0-2 0,1 1 0,-1-1 0,0 0 0,1-1 0,-1 0 0,-11-9 0,10 5 0,1-1 0,0-1 0,0 1 0,1-1 0,0-1 0,1 1 0,0-1 0,0 0 0,2 0 0,-1-1 0,1 0 0,1 0 0,0 0 0,1 0 0,0 0 0,1 0 0,0 0 0,1-1 0,0 1 0,1 0 0,4-20 0,-3 28 0,-1-1 0,1 1 0,0-1 0,0 1 0,1 0 0,-1 0 0,1 0 0,0 0 0,0 0 0,0 0 0,1 1 0,4-4 0,7-5 0,31-18 0,-34 24 0,0-1 0,-1-1 0,-1 0 0,19-17 0,-18 15 0,1-1 0,0 2 0,1 0 0,0 0 0,1 1 0,17-8 0,16-10 0,15-16 0,13-8 0,-34 25-1365,-24 16-5461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56.5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24575,'0'5'0,"0"6"0,0 6 0,0 4 0,0 4 0,0 2 0,0 1 0,0 1 0,0-1 0,4-4 0,3-2 0,-2 0 0,0 0 0,3-2 0,0-1 0,-5-4 0,-4-4-8191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56.7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 24575,'4'-3'0,"-1"1"0,1-1 0,-1 1 0,1 0 0,0 0 0,0 0 0,0 0 0,0 1 0,0 0 0,0 0 0,9-1 0,51-3 0,-49 5 0,7 0 0,151 1 0,-143 7 120,-30-7-155,1-1 1,-1 0-1,1 0 1,-1 1-1,1-1 1,-1 1-1,1-1 1,-1 0-1,1 1 1,-1-1-1,1 1 1,-1-1-1,0 1 0,1-1 1,-1 1-1,0-1 1,1 1-1,-1 0 1,0-1-1,0 1 1,0-1-1,0 1 1,1 0-1,-1-1 1,0 1-1,0 0 1,0-1-1,0 1 0,0-1 1,-1 1-1,1 0 1,0-1-1,0 1 1,0 0-1,0-1 1,-1 1-1,1-1 1,0 1-1,-1-1 1,1 1-1,0-1 0,-1 2 1,-7 7-6792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56.9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89 24575,'439'0'0,"-426"-1"-91,0 0 0,0 0 0,0-1 0,0-1 0,-1 0 0,1-1 0,-1-1 0,1 1 0,-1-2 0,-1 0 0,1 0 0,-1-1 0,0-1 0,12-10 0,-11 5-6735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57.4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3 24575,'-1'47'0,"0"-24"0,1 0 0,0 0 0,2 0 0,9 45 0,-4-36 0,-2 0 0,-1 0 0,-1 1 0,-4 57 0,-22-181 0,18 52 0,-1-56 0,6 79 0,1 1 0,1-1 0,0 1 0,0-1 0,2 1 0,8-24 0,-10 35 0,1-1 0,0 0 0,-1 1 0,2 0 0,-1 0 0,0 0 0,1 0 0,0 0 0,0 1 0,0 0 0,0 0 0,1 0 0,-1 0 0,1 0 0,0 1 0,-1 0 0,1 0 0,0 1 0,0-1 0,9-1 0,-7 2 0,0 0 0,0 0 0,0 1 0,0 0 0,0 0 0,0 0 0,-1 1 0,1 0 0,0 0 0,0 1 0,0 0 0,-1 0 0,1 1 0,-1 0 0,7 3 0,6 8 0,0 0 0,20 21 0,-31-28 0,-1 0 0,0 1 0,0 1 0,-1-1 0,0 1 0,0 0 0,-1 0 0,0 0 0,0 1 0,-1 0 0,-1 0 0,0 0 0,0 0 0,-1 1 0,0-1 0,0 1 0,-2-1 0,1 13 0,-1-21 6,-1 1-1,1-1 1,0 0-1,-1 1 0,1-1 1,-1 0-1,0 0 1,0 0-1,0 1 1,0-1-1,0 0 1,0 0-1,0 0 0,-1-1 1,1 1-1,-1 0 1,1 0-1,-1-1 1,0 1-1,0-1 1,-2 2-1,-1 0-170,0-1 0,1 0 0,-1 0 0,0-1 0,0 0 0,0 1 0,0-2 0,-9 2 0,-9-1-6661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57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24575,'0'5'0,"0"6"0,0 6 0,0 5 0,5-2 0,1 0 0,0 2 0,-2 2 0,0 1 0,-2 2 0,-1 0 0,-1 0 0,0-4-8191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57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24575,'4'0'0,"2"5"0,5 5 0,0 7 0,2 0 0,5 1 0,3-1 0,3 0 0,2 3 0,-3-3-8191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58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185 2 24575,'-24'-1'0,"13"1"0,1 0 0,-1 0 0,-16 3 0,24-3 0,0 1 0,0 0 0,0 0 0,0 0 0,0 1 0,0-1 0,0 0 0,1 1 0,-1 0 0,0 0 0,1 0 0,-1 0 0,1 0 0,0 1 0,-4 4 0,1 1 0,0 1 0,0 1 0,1-1 0,0 1 0,1-1 0,0 1 0,0 0 0,1 0 0,0 0 0,0 11 0,1 7 0,1 0 0,5 40 0,0-33 0,19 59 0,-21-84 0,67 191 0,-65-189 0,-1-3 0,0 1 0,0-1 0,-1 1 0,-1 0 0,1 0 0,0 12 0,-3-20 0,0 1 0,0-1 0,0 1 0,-1-1 0,1 0 0,-1 1 0,0-1 0,1 0 0,-1 0 0,0 1 0,0-1 0,0 0 0,-1 0 0,1 0 0,0 0 0,-1 0 0,0-1 0,1 1 0,-1 0 0,0-1 0,0 1 0,0-1 0,0 1 0,0-1 0,0 0 0,0 0 0,0 0 0,0 0 0,-1 0 0,1-1 0,0 1 0,-4 0 0,-8 1-341,1 0 0,-1 0-1,-22-2 1,12 0-6485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58.3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0 160 24575,'1'-2'0,"-1"0"0,1 0 0,0 1 0,0-1 0,0 0 0,1 1 0,-1-1 0,0 1 0,0 0 0,1-1 0,-1 1 0,1 0 0,-1 0 0,1 0 0,0 0 0,-1 0 0,4-2 0,32-13 0,100-43 0,-99 41 0,-22 12 19,0 1-1,1 1 0,-1 0 0,20-2 1,18-4-1476,-35 5-5369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58.8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24575,'0'465'-1365,"0"-441"-5461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59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73 24575,'5'-1'0,"0"-1"0,-1 1 0,1-1 0,0 0 0,-1 0 0,0-1 0,7-4 0,-1 1 0,38-12 0,-41 16 0,0 0 0,0 0 0,0-1 0,0 0 0,0 0 0,-1-1 0,8-5 0,-24 11 0,-10 7 0,3 3 0,1 0 0,0 1 0,1 0 0,1 2 0,-22 25 0,31-34 0,0 0 0,1 1 0,0-1 0,0 1 0,0 0 0,1 0 0,0 0 0,0 0 0,1 1 0,-1-1 0,2 1 0,-1-1 0,1 1 0,1 0 0,-1-1 0,1 1 0,2 14 0,-1-18 3,0-1 0,0 1-1,0-1 1,1 0 0,0 0-1,-1 0 1,1 0 0,0 0-1,1 0 1,-1 0-1,0-1 1,1 1 0,0-1-1,-1 1 1,1-1 0,0 0-1,0 0 1,0-1 0,0 1-1,1-1 1,-1 1 0,0-1-1,1 0 1,-1 0 0,1 0-1,4 0 1,10 1-130,1-1-1,0 0 1,35-4 0,-21 1-801,-9 2-5898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3:59.6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60 24575,'2'38'0,"2"0"0,14 65 0,-14-192 0,-5 79 0,1 0 0,1 0 0,0-1 0,0 1 0,1 0 0,0 0 0,4-10 0,-5 16 0,1 1 0,0-1 0,0 1 0,0 0 0,0 0 0,1 0 0,-1 0 0,1 1 0,0-1 0,-1 1 0,1-1 0,0 1 0,1 0 0,-1 0 0,0 0 0,0 1 0,1-1 0,-1 1 0,1 0 0,0 0 0,-1 0 0,8-1 0,1 0 0,1 0 0,0 1 0,-1 1 0,1 0 0,23 3 0,-32-3 0,1 1 0,-1 0 0,0 1 0,0-1 0,0 0 0,-1 1 0,1 0 0,0 0 0,-1 0 0,1 1 0,-1-1 0,0 1 0,1 0 0,-1-1 0,0 2 0,-1-1 0,1 0 0,-1 0 0,1 1 0,-1 0 0,2 4 0,4 9 0,-1 1 0,0 0 0,-2 0 0,0 0 0,-1 1 0,-1 0 0,1 20 0,-4-36-60,0 1-41,0 0 1,0 1-1,0-1 1,1 0 0,0 1-1,-1-1 1,1 0 0,1 0-1,-1 1 1,1-1 0,0 0-1,4 7 1,5 1-6726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4:00.4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23 166 24575,'-2'0'0,"1"1"0,0-1 0,0 1 0,0 0 0,-1-1 0,1 1 0,0 0 0,0-1 0,0 1 0,0 0 0,0 0 0,0 0 0,1 0 0,-1 0 0,0 0 0,0 0 0,1 0 0,-1 0 0,1 0 0,-1 1 0,1-1 0,-1 0 0,1 0 0,-1 1 0,1-1 0,0 0 0,0 0 0,0 1 0,0 1 0,0 40 0,1-38 0,-1 1 0,2-1 0,-1 0 0,1 0 0,-1 0 0,1 0 0,1-1 0,-1 1 0,1 0 0,-1-1 0,1 0 0,6 6 0,-6-7 0,1 0 0,0 0 0,0-1 0,0 0 0,0 0 0,0 0 0,0 0 0,1-1 0,-1 1 0,1-1 0,-1 0 0,1-1 0,-1 1 0,8-1 0,0 1 0,5 1 0,0-1 0,0 0 0,0-2 0,1 0 0,-1-1 0,30-7 0,-44 7 0,-1 1 0,1-1 0,0 0 0,-1 0 0,1 0 0,-1-1 0,0 1 0,0 0 0,0-1 0,0 0 0,0 1 0,0-1 0,-1 0 0,1 0 0,-1 0 0,0 0 0,0 0 0,0 0 0,0 0 0,0-1 0,-1 1 0,0 0 0,1 0 0,-1-1 0,-1 1 0,1-5 0,-1 0 0,0 0 0,0 0 0,0 0 0,-1 1 0,0-1 0,0 1 0,-1-1 0,0 1 0,-8-14 0,5 14 0,0 1 0,0 0 0,0 0 0,-1 0 0,0 1 0,0 0 0,-1 0 0,1 0 0,-1 1 0,0 1 0,0-1 0,0 1 0,-1 1 0,1-1 0,-14-1 0,27 5 0,1-1 0,0 0 0,0 0 0,0 1 0,0 0 0,0 0 0,0 1 0,-1 0 0,1 0 0,8 4 0,23 19 0,92 67 0,-115-80 0,-9-8 0,0 1 0,0-1 0,0 0 0,1 0 0,-1-1 0,1 0 0,8 4 0,-13-7 0,1 0 0,0 1 0,0-1 0,0 0 0,0 0 0,-1 0 0,1 0 0,0-1 0,0 1 0,0 0 0,-1-1 0,1 1 0,0-1 0,0 0 0,-1 0 0,1 1 0,-1-1 0,1 0 0,-1 0 0,1-1 0,-1 1 0,1 0 0,-1 0 0,0-1 0,0 1 0,1-1 0,-1 1 0,0-1 0,-1 1 0,1-1 0,1-2 0,1-2 0,-1 0 0,0 0 0,0 0 0,0 0 0,-1 0 0,1-6 0,-1 7 0,-1 1 0,1 0 0,0-1 0,0 1 0,0-1 0,1 1 0,0 0 0,0 0 0,0 0 0,0 0 0,4-5 0,-5 8 0,-1 1 0,1-1 0,-1 1 0,0 0 0,1-1 0,0 1 0,-1 0 0,1-1 0,-1 1 0,1 0 0,-1-1 0,1 1 0,0 0 0,-1 0 0,1 0 0,-1 0 0,1 0 0,0-1 0,-1 1 0,1 0 0,0 0 0,-1 1 0,1-1 0,0 0 0,-1 0 0,1 0 0,-1 0 0,1 0 0,0 1 0,-1-1 0,1 0 0,-1 1 0,1-1 0,-1 0 0,1 1 0,-1-1 0,1 1 0,0 0 0,19 24 0,-10-11 0,8 9 0,-10-13 0,0-1 0,0 1 0,1-2 0,0 1 0,17 12 0,-25-20 0,1 0 0,0 0 0,0 0 0,0 0 0,0-1 0,0 1 0,0 0 0,0-1 0,0 0 0,0 1 0,0-1 0,0 0 0,0 0 0,0 0 0,1 0 0,2-1 0,-3 0 0,1 0 0,-1-1 0,0 1 0,1 0 0,-1-1 0,0 1 0,0-1 0,0 0 0,0 0 0,0 0 0,0 0 0,0 0 0,-1 0 0,1 0 0,2-5 0,1-4 0,-1 1 0,0-1 0,6-20 0,8-23 0,30-46-1365,-42 82-5461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4:00.9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34 24575,'1'4'0,"0"0"0,0-1 0,0 1 0,1-1 0,-1 0 0,1 1 0,0-1 0,0 0 0,4 4 0,6 13 0,19 60 0,-22-55 0,0 0 0,1-1 0,18 29 0,-28-53 0,0 1 0,0-1 0,1 0 0,-1 1 0,0-1 0,0 0 0,0 1 0,0-1 0,0 0 0,1 1 0,-1-1 0,0 0 0,0 1 0,0-1 0,1 0 0,-1 0 0,0 1 0,1-1 0,-1 0 0,0 0 0,0 0 0,1 1 0,-1-1 0,0 0 0,1 0 0,-1 0 0,0 0 0,1 0 0,-1 0 0,1 0 0,-1 1 0,0-1 0,1 0 0,-1 0 0,0 0 0,1-1 0,-1 1 0,0 0 0,1 0 0,-1 0 0,0 0 0,1 0 0,5-19 0,-4-32 0,-2 48 0,-2-45 0,1 34 0,0 0 0,0 0 0,1 0 0,1 0 0,1 0 0,0 1 0,0-1 0,6-16 0,-7 27 0,1 0 0,0 1 0,-1-1 0,1 0 0,1 0 0,-1 1 0,0 0 0,0-1 0,1 1 0,0 0 0,-1 0 0,1 0 0,0 0 0,0 1 0,0-1 0,0 1 0,0 0 0,0 0 0,0 0 0,0 0 0,1 0 0,-1 1 0,0-1 0,1 1 0,-1 0 0,0 0 0,1 0 0,-1 1 0,0-1 0,1 1 0,2 1 0,4 0 0,-1 0 0,-1 1 0,1 0 0,0 1 0,-1-1 0,1 2 0,-1-1 0,0 1 0,-1 1 0,9 6 0,-3 2 0,0 0 0,-1 1 0,0 0 0,-2 1 0,0 0 0,0 0 0,-1 2 0,-1-1 0,-1 1 0,-1 0 0,7 32 0,-12-44 0,0 0 0,1 0 0,0 0 0,0 1 0,0-2 0,0 1 0,1 0 0,0 0 0,0-1 0,1 0 0,-1 1 0,1-1 0,7 6 0,-9-10 0,-1-1 0,1 0 0,-1 1 0,1-1 0,-1 0 0,1 0 0,-1 0 0,1 0 0,0 0 0,-1 0 0,1-1 0,-1 1 0,1 0 0,-1-1 0,1 1 0,-1-1 0,0 0 0,1 1 0,-1-1 0,1 0 0,-1 0 0,0 0 0,0 0 0,0 0 0,0 0 0,2-2 0,28-33 0,-15 12 0,-9 11 0,1 1 0,0 0 0,1 0 0,0 1 0,1 0 0,0 0 0,1 1 0,16-12 0,-20 17 17,0 0 1,-1 0-1,0-1 0,0 0 0,6-9 0,11-11-1485,-11 15-5358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4:05.6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469 57 24575,'-7'-6'0,"0"1"0,0-1 0,-1 2 0,1-1 0,-1 1 0,0 0 0,0 0 0,-1 1 0,1 0 0,-1 1 0,1 0 0,-15-2 0,-12 1 0,-64 2 0,76 1 0,5 1 0,7-2 0,-1 1 0,0 1 0,1 0 0,-23 6 0,30-6 0,0 1 0,0 0 0,0 0 0,0 0 0,1 0 0,-1 0 0,1 1 0,-1 0 0,1 0 0,0 0 0,0 0 0,0 0 0,1 0 0,-1 1 0,1 0 0,0-1 0,-2 6 0,-4 8 0,2 1 0,0 0 0,1 0 0,1 1 0,1-1 0,0 1 0,1 0 0,2-1 0,0 1 0,4 37 0,-3-49 0,1 0 0,0 0 0,0 0 0,0 0 0,1 0 0,0 0 0,1 0 0,-1-1 0,1 1 0,0-1 0,1 0 0,0-1 0,-1 1 0,2-1 0,-1 0 0,1 0 0,0 0 0,0-1 0,0 0 0,0 0 0,1-1 0,0 1 0,8 2 0,1 0 0,0-1 0,1 0 0,-1-1 0,1-1 0,0 0 0,1-2 0,-1 0 0,0 0 0,18-3 0,-29 1 0,-1-1 0,1 0 0,0 0 0,-1 0 0,1-1 0,-1 0 0,0 0 0,0 0 0,0 0 0,0-1 0,-1 0 0,0 0 0,1 0 0,-1 0 0,-1-1 0,1 0 0,-1 0 0,1 0 0,1-5 0,2-2 0,-1 0 0,-1 0 0,0 0 0,0-1 0,-1 1 0,-1-1 0,3-21 0,21-118 0,-28 179 0,1 0 0,1 0 0,1 0 0,2 0 0,0 0 0,9 26 0,-11-49 0,-1 0 0,1 0 0,-1 0 0,1-1 0,0 1 0,0-1 0,1 1 0,-1-1 0,1 0 0,-1 0 0,1 0 0,0 0 0,0-1 0,1 1 0,-1-1 0,0 1 0,1-1 0,-1-1 0,1 1 0,5 2 0,-7-4 0,1 1 0,-1-1 0,1 1 0,-1-1 0,0 0 0,1 0 0,-1 0 0,1-1 0,-1 1 0,1 0 0,-1-1 0,0 0 0,1 1 0,-1-1 0,0 0 0,0 0 0,0 0 0,1 0 0,-1-1 0,0 1 0,-1-1 0,1 1 0,0-1 0,0 0 0,-1 1 0,1-1 0,-1 0 0,1 0 0,-1 0 0,0 0 0,0-1 0,0 1 0,0 0 0,1-3 0,1-6 0,0 1 0,-1 0 0,0-1 0,0 0 0,-1 1 0,-1-20 0,0 19 0,0 0 0,0 1 0,1-1 0,1 0 0,0 1 0,5-17 0,-7 26 0,0 0 0,1 0 0,-1 0 0,0-1 0,1 1 0,-1 0 0,0 0 0,1 0 0,0 0 0,-1 1 0,1-1 0,-1 0 0,1 0 0,0 0 0,0 0 0,-1 0 0,1 1 0,0-1 0,0 0 0,0 1 0,0-1 0,0 1 0,0-1 0,0 1 0,0-1 0,0 1 0,1 0 0,-1 0 0,1 1 0,-1-1 0,0 1 0,0 0 0,0 0 0,0 0 0,1-1 0,-1 1 0,-1 0 0,1 0 0,0 1 0,0-1 0,0 0 0,0 0 0,-1 0 0,1 0 0,0 3 0,5 9 0,-1 0 0,-1 0 0,3 15 0,-4-9 0,-1-1 0,0 24 0,-2-27 0,0 1 0,2-1 0,4 26 0,-6-41 0,0 1 0,0-1 0,0 1 0,0-1 0,0 1 0,0-1 0,0 1 0,1-1 0,-1 1 0,0-1 0,0 1 0,0-1 0,0 0 0,1 1 0,-1-1 0,0 1 0,0-1 0,1 0 0,-1 1 0,0-1 0,1 0 0,-1 1 0,0-1 0,1 0 0,-1 1 0,0-1 0,1 0 0,-1 0 0,1 1 0,-1-1 0,1 0 0,6-13 0,-2-26 0,-7 23 0,0 1 0,-8-28 0,7 35 0,1-1 0,-1 0 0,1 0 0,1 0 0,0 0 0,0 0 0,1 0 0,0 0 0,0 0 0,1 0 0,4-15 0,-4 22 0,0 0 0,0 0 0,0-1 0,0 1 0,0 1 0,1-1 0,-1 0 0,1 0 0,0 0 0,-1 1 0,1-1 0,0 1 0,0-1 0,0 1 0,0 0 0,4-2 0,-1 1 0,0 0 0,1 1 0,-1 0 0,0 0 0,1 0 0,-1 0 0,7 1 0,2 1 0,0 0 0,0 0 0,-1 2 0,28 7 0,-12-2 0,55 8 0,-11-3 0,-47-8 0,-1-1 0,1-2 0,0-1 0,51-3 0,-75 2 0,-1 0 0,1 0 0,0 0 0,0 0 0,-1 0 0,1-1 0,0 1 0,-1 0 0,1-1 0,0 1 0,-1-1 0,1 0 0,-1 0 0,1 1 0,-1-1 0,0 0 0,1 0 0,-1-1 0,0 1 0,1 0 0,-1 0 0,0 0 0,0-1 0,0 1 0,0-1 0,0 1 0,0-1 0,-1 1 0,1-1 0,-1 1 0,1-1 0,-1 0 0,1 1 0,-1-3 0,0 2 0,0 0 0,-1-1 0,0 1 0,0 0 0,1 0 0,-1 0 0,0 0 0,-1 0 0,1 1 0,0-1 0,0 0 0,-1 0 0,1 1 0,-1-1 0,0 1 0,1-1 0,-1 1 0,0 0 0,0-1 0,0 1 0,0 0 0,0 0 0,0 1 0,0-1 0,0 0 0,-3 0 0,-3-1 0,0 0 0,0 0 0,0 1 0,0 0 0,-1 0 0,1 1 0,0 0 0,-12 2 0,18-1 0,-1-1 0,0 1 0,0 0 0,1 0 0,-1 0 0,0 0 0,1 0 0,-1 1 0,1-1 0,-1 1 0,1 0 0,0-1 0,0 1 0,0 0 0,0 0 0,0 1 0,0-1 0,0 0 0,1 1 0,-1-1 0,1 1 0,0-1 0,0 1 0,0-1 0,0 1 0,0 0 0,0 3 0,-1 4 0,1 1 0,0 0 0,1 0 0,0 0 0,1 0 0,2 13 0,-3-22 0,1 1 0,-1-1 0,1 1 0,0-1 0,0 0 0,0 0 0,0 1 0,0-1 0,0 0 0,0 0 0,1 0 0,-1 0 0,1 0 0,2 2 0,-2-3 0,-1-1 0,1 1 0,-1 0 0,1-1 0,-1 0 0,1 1 0,-1-1 0,1 0 0,0 0 0,-1 1 0,1-1 0,-1-1 0,1 1 0,-1 0 0,1 0 0,0 0 0,-1-1 0,1 1 0,-1-1 0,1 1 0,-1-1 0,0 0 0,1 0 0,-1 1 0,2-2 0,23-18 0,-23 16 0,1 1 0,-1 0 0,1 1 0,0-1 0,0 0 0,8-2 0,-11 4 0,1 1 0,0-1 0,0 1 0,0 0 0,0 0 0,-1 0 0,1 0 0,0 0 0,0 0 0,0 1 0,0-1 0,-1 0 0,1 1 0,0 0 0,0-1 0,-1 1 0,1 0 0,0 0 0,-1 0 0,1 0 0,2 2 0,5 6 0,0 0 0,-1 0 0,0 1 0,0 0 0,-1 0 0,0 1 0,7 15 0,26 37 0,-23-41 0,0 1 0,-2 1 0,0 0 0,-2 1 0,14 35 0,-20-37 0,6 43 0,-4-18 0,1-10 0,-5-24 0,-1 1 0,0 0 0,-1 0 0,1 26 0,-4-38 0,1-1 0,-2 1 0,1 0 0,0 0 0,0-1 0,-1 1 0,0 0 0,1-1 0,-1 1 0,0-1 0,0 1 0,-1-1 0,1 1 0,-1-1 0,1 1 0,-1-1 0,1 0 0,-1 0 0,0 0 0,0 0 0,0 0 0,0-1 0,-1 1 0,1-1 0,0 1 0,-1-1 0,1 0 0,-1 0 0,1 0 0,-1 0 0,-4 1 0,-18 2 0,0-1 0,0-2 0,-1 0 0,1-2 0,-38-5 0,56 5 0,0-1 0,1 0 0,-1 0 0,1 0 0,-1-1 0,1 0 0,0 0 0,0 0 0,0-1 0,-9-7 0,-4-6 0,-27-30 0,31 30 0,10 12 0,1-1 0,0 0 0,0-1 0,1 1 0,0-1 0,0 1 0,0-1 0,1 0 0,0 0 0,0 0 0,1 0 0,0-1 0,0-13 0,0 13 0,1 0 0,1-1 0,0 1 0,0-1 0,0 1 0,1 0 0,0-1 0,1 1 0,0 0 0,0 1 0,7-14 0,14-15 0,-11 14 0,1 1 0,1 0 0,1 1 0,29-29 0,-31 36 0,0-1 0,16-22 0,-21 24 0,0 1 0,1 0 0,0 0 0,1 1 0,19-14 0,-15 13-1365,-1 1-5461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4:06.6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24575,'1'0'0,"0"1"0,0-1 0,1 1 0,-1-1 0,0 1 0,0-1 0,0 1 0,0 0 0,0 0 0,0 0 0,0 0 0,0-1 0,0 1 0,0 0 0,-1 1 0,1-1 0,0 0 0,-1 0 0,1 0 0,0 0 0,-1 0 0,0 1 0,1-1 0,-1 0 0,0 0 0,1 1 0,-1 1 0,5 42 0,-4-40 0,-1 219 0,0-239 0,0 0 0,1 0 0,1 0 0,1 0 0,0 0 0,6-18 0,-7 29 0,-1 0 0,1-1 0,0 1 0,0 0 0,1 0 0,-1 0 0,1 1 0,0-1 0,0 1 0,0-1 0,1 1 0,-1 0 0,1 0 0,0 1 0,-1-1 0,1 1 0,0 0 0,1-1 0,-1 2 0,0-1 0,1 1 0,-1-1 0,0 1 0,9-1 0,-6 1 0,0 1 0,1-1 0,-1 1 0,0 1 0,1-1 0,-1 1 0,0 1 0,0-1 0,0 1 0,0 0 0,0 1 0,0 0 0,-1 0 0,1 0 0,-1 1 0,0 0 0,0 0 0,0 1 0,0-1 0,-1 1 0,0 0 0,0 1 0,0-1 0,-1 1 0,0 0 0,5 9 0,33 57 0,-39-74 0,-1-11 0,-1-14 0,-1 20 0,0-1 0,1 0 0,-1 1 0,2-1 0,-1 1 0,1-1 0,0 1 0,0-1 0,1 1 0,0 0 0,4-7 0,-4 10 0,0 0 0,0 1 0,0-1 0,0 1 0,0 0 0,1 0 0,-1 0 0,1 0 0,0 1 0,0-1 0,0 1 0,0 0 0,0 0 0,0 0 0,1 1 0,-1 0 0,0 0 0,1 0 0,7-1 0,-5 1 0,-1 1 0,0 0 0,0 0 0,0 0 0,0 0 0,0 1 0,0 0 0,0 0 0,0 1 0,0 0 0,0 0 0,-1 0 0,1 1 0,-1-1 0,0 1 0,1 1 0,-1-1 0,-1 1 0,1 0 0,0 0 0,-1 0 0,0 1 0,0-1 0,0 1 0,-1 0 0,1 0 0,-1 0 0,0 1 0,-1-1 0,3 9 0,2 5 0,18 36 0,-21-49 0,-1 0 0,1 0 0,1 0 0,-1-1 0,1 1 0,0-1 0,0 0 0,0 0 0,7 4 0,-11-8 0,0-1 0,0 1 0,0 0 0,1 0 0,-1-1 0,0 1 0,0-1 0,0 1 0,0-1 0,1 0 0,-1 1 0,0-1 0,0 0 0,1 0 0,-1 0 0,0 0 0,1 0 0,-1 0 0,0 0 0,0 0 0,1 0 0,-1-1 0,0 1 0,0 0 0,1-1 0,-1 1 0,0-1 0,0 0 0,0 1 0,0-1 0,0 0 0,0 0 0,0 1 0,0-1 0,0 0 0,0 0 0,0 0 0,-1 0 0,1 0 0,0 0 0,0-2 0,3-6 0,0 0 0,0 0 0,-1-1 0,3-15 0,2-4 0,-8 28 0,1 0 0,-1 0 0,0-1 0,1 1 0,-1 0 0,1 0 0,-1 0 0,1 0 0,-1 0 0,1 0 0,0 0 0,-1 0 0,1 0 0,0 0 0,0 1 0,0-1 0,0 0 0,0 0 0,0 1 0,0-1 0,0 1 0,0-1 0,0 1 0,0-1 0,0 1 0,2-1 0,-2 2 0,1-1 0,-1 1 0,0-1 0,0 1 0,0 0 0,1 0 0,-1 0 0,0 0 0,0 0 0,0 0 0,0 0 0,0 0 0,-1 0 0,1 0 0,0 0 0,0 0 0,-1 1 0,1 1 0,4 7 0,0 1 0,-1 0 0,-1 1 0,3 13 0,-6-22-37,1 5-111,1 1 1,0 0-1,0 0 1,0-1-1,1 1 1,0-1-1,1 0 0,4 8 1,3-2-6679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4:06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24575,'0'-4'0,"0"2"0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4:07.3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0 116 24575,'1'5'0,"1"0"0,-1-1 0,1 1 0,0-1 0,0 1 0,0-1 0,3 5 0,4 9 0,0 7 0,-8-20 0,0 0 0,1-1 0,-1 1 0,1-1 0,0 1 0,0-1 0,1 1 0,0-1 0,-1 0 0,8 7 0,-10-10 0,0-1 0,0 0 0,1 0 0,-1 0 0,0 0 0,0 0 0,0 1 0,1-1 0,-1 0 0,0 0 0,0 0 0,1 0 0,-1 0 0,0 0 0,0 0 0,1 0 0,-1 0 0,0 0 0,1 0 0,-1 0 0,0 0 0,0 0 0,1 0 0,-1 0 0,0 0 0,0 0 0,1 0 0,-1-1 0,0 1 0,0 0 0,1 0 0,-1 0 0,0 0 0,0 0 0,0-1 0,1 1 0,-1 0 0,0 0 0,0 0 0,0-1 0,6-14 0,-2-18 0,-4 33 0,-2-57 0,1 44 0,0 0 0,1 1 0,0-1 0,1 0 0,0 1 0,6-22 0,-6 31 0,1 0 0,0 1 0,0-1 0,0 1 0,0-1 0,0 1 0,1 0 0,-1-1 0,1 1 0,-1 0 0,1 1 0,0-1 0,0 0 0,0 1 0,0 0 0,0 0 0,0-1 0,0 2 0,0-1 0,0 0 0,1 1 0,-1-1 0,0 1 0,0 0 0,6 1 0,-3-1 0,0 0 0,0 0 0,0 1 0,0 0 0,0 0 0,0 1 0,0-1 0,-1 1 0,1 0 0,-1 1 0,1 0 0,-1-1 0,7 6 0,-1 4 0,-1 0 0,0 1 0,-1-1 0,-1 2 0,0-1 0,7 17 0,-7-13 0,1-1 0,0-1 0,21 27 0,-27-39-151,0 0-1,0 0 0,1-1 0,-1 1 1,0-1-1,1 0 0,0 0 1,6 3-1,9 1-6674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4:07.6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0 24575,'-5'0'0,"1"0"0,0 0 0,-1 1 0,1-1 0,0 1 0,-1 0 0,1 0 0,0 0 0,0 1 0,-5 1 0,7-1 0,0-1 0,0 1 0,0 0 0,0 0 0,0 0 0,0 0 0,1 0 0,-1 0 0,1 1 0,-1-1 0,1 0 0,0 1 0,0-1 0,0 1 0,0-1 0,0 1 0,0 4 0,-3 25 0,1-1 0,1 1 0,2 0 0,3 33 0,1 19 0,-6-22 0,0-38 0,1 0 0,2 0 0,0 0 0,6 31 0,-3-43 0,0-1 0,0 1 0,1-1 0,1 0 0,-1 0 0,2-1 0,0 1 0,0-1 0,1-1 0,10 11 0,-5-7 0,1-1 0,1 0 0,0-1 0,0-1 0,1 0 0,17 7 0,-16-7-1365,-3 0-5461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4:08.8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0 445 24575,'9'0'0,"0"0"0,0 0 0,-1-1 0,1 0 0,12-3 0,-17 2 0,-1 1 0,1-1 0,-1 0 0,0 0 0,1-1 0,-1 1 0,0 0 0,-1-1 0,1 0 0,0 0 0,-1 0 0,1 0 0,-1 0 0,3-6 0,2-1 0,0 0 0,-1-1 0,-1 0 0,1 0 0,-2 0 0,0 0 0,0-1 0,-1 0 0,0 0 0,1-19 0,9-78 0,-2 26 0,-11 76 0,0-1 0,0 1 0,0 0 0,-1 0 0,0 0 0,-4-11 0,25 45 0,0-1 0,2-1 0,49 44 0,-23-23 0,-37-34 0,12 11 0,1 0 0,31 21 0,-48-38 0,1-1 0,0-1 0,-1 1 0,2-1 0,-1-1 0,0 0 0,1 0 0,0 0 0,0-1 0,0 0 0,0-1 0,15 1 0,-22-2 5,0-1 1,0 1-1,1 0 0,-1 0 0,0-1 0,0 1 1,1-1-1,-1 0 0,0 0 0,0 0 1,0 0-1,0 0 0,0 0 0,0 0 0,0-1 1,0 1-1,-1-1 0,1 1 0,-1-1 0,1 0 1,-1 0-1,2-2 0,0-1-170,-1 0 0,0 1 0,-1-1 0,1 0 0,-1 0 0,0 0 0,0-1 0,0-8 0,0-9-6661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4:09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83 24575,'20'0'0,"18"1"0,1-2 0,-1-2 0,57-10 0,58-15 0,-126 24 0,40-1 0,-45 5 0,0-1 0,0-2 0,27-5 0,-27 2-341,0 2 0,1 1-1,28-1 1,-28 4-6485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4:09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24575,'6'1'0,"0"-1"0,0 1 0,0 0 0,-1 1 0,1-1 0,0 1 0,-1 1 0,1-1 0,8 6 0,49 35 0,-15-9 0,-12-9 0,62 53 0,-65-49 0,-18-16 0,-1 1 0,-1 0 0,0 1 0,-1 1 0,-1 0 0,0 0 0,-1 1 0,-1 0 0,-1 1 0,0 0 0,-1 1 0,5 23 0,-11-35 0,1 1 0,-2 0 0,1 0 0,-1 0 0,0 0 0,-1 0 0,0 0 0,0 0 0,-1 0 0,0 0 0,0-1 0,-1 1 0,0-1 0,0 1 0,-1-1 0,0 0 0,0-1 0,-1 1 0,1-1 0,-2 1 0,1-2 0,-12 11 0,-19 22 0,30-30 0,-1 0 0,0 0 0,-1-1 0,-9 7 0,-20 14 32,-23 14-1429,38-30-5429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4:10.4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24575,'2'1'0,"-1"-1"0,0 1 0,0-1 0,1 1 0,-1 0 0,0 0 0,0-1 0,0 1 0,0 0 0,0 0 0,0 0 0,0 0 0,0 0 0,0 1 0,-1-1 0,1 0 0,0 0 0,-1 0 0,1 1 0,0 1 0,13 34 0,-10-28 0,1 6 0,-1 1 0,0 0 0,-1 0 0,0 0 0,-1 21 0,-4 87 0,0-48 0,2-49-1365,0-4-5461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4:10.6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24575,'0'-5'0,"0"4"0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4:10.9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18 24575,'0'-1'0,"0"0"0,0 1 0,0-1 0,0 1 0,0-1 0,0 0 0,0 1 0,0-1 0,0 1 0,0-1 0,-1 0 0,1 1 0,0-1 0,0 1 0,-1-1 0,1 1 0,0-1 0,-1 1 0,1-1 0,0 1 0,-1-1 0,1 1 0,-1-1 0,1 1 0,-1 0 0,1-1 0,-1 1 0,1 0 0,-1-1 0,1 1 0,-1 0 0,1 0 0,-1 0 0,1-1 0,-1 1 0,0 0 0,1 0 0,-1 0 0,1 0 0,-1 0 0,0 0 0,1 0 0,-1 0 0,1 0 0,-1 0 0,0 1 0,1-1 0,-1 0 0,1 0 0,-1 1 0,-1-1 0,0 1 0,0 0 0,1 0 0,-1 0 0,0-1 0,1 2 0,-1-1 0,1 0 0,-1 0 0,1 0 0,0 1 0,0-1 0,-1 1 0,1-1 0,0 1 0,-1 1 0,-2 16 0,0 1 0,1-1 0,0 1 0,2 0 0,0 0 0,2 0 0,2 22 0,0 19 0,-2 349 0,0-397 0,0 0 0,1 0 0,7 22 0,-6-27 0,0 0 0,-1 0 0,0 0 0,-1 0 0,0 1 0,0-1 0,-1 1 0,0-1 0,0 1 0,-1-1 0,-2 12 0,-7-4-1365,-1-4-5461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4:11.1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0 259 24575,'1'-5'0,"0"0"0,0 1 0,0-1 0,1 1 0,-1-1 0,1 1 0,0 0 0,1-1 0,-1 1 0,1 0 0,0 1 0,0-1 0,4-4 0,3-3 0,1 1 0,0 0 0,13-10 0,-4 7 0,0 1 0,0 1 0,1 0 0,0 2 0,1 0 0,41-9 0,-55 16-68,29-8-364,0-1-1,42-18 1,-64 21-6394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4:11.4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24575,'0'4'0,"0"8"0,0 4 0,0 6 0,0 3 0,0 1 0,5-2 0,1-2 0,0 1 0,3-4 0,0-1 0,-1 2 0,-2 2 0,3-3 0,4-5 0,5-4 0,-1-5-8191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4:11.6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24575,'4'0'0,"3"5"0,-2 6 0,5 1 0,-1 4 0,-1 3 0,3 3 0,-2 2 0,4-2 0,-1-1 0,3-4 0,-3 1 0,3-4 0,3-4 0,3-3 0,-3-4-8191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4:12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24575,'1'28'0,"2"-1"0,6 32 0,-3-30 0,2 47 0,-8 51 0,-1-165 0,0 11 0,3-34 0,-2 53 0,1 1 0,1-1 0,-1 0 0,2 0 0,-1 1 0,1-1 0,0 1 0,0 0 0,6-9 0,-4 9 0,0 1 0,0 0 0,1-1 0,0 2 0,0-1 0,1 1 0,0 0 0,-1 0 0,2 1 0,-1 0 0,0 0 0,1 1 0,0 0 0,0 0 0,0 1 0,15-3 0,7 2 0,0 0 0,1 2 0,39 4 0,-4 0 0,-60-4 0,1 2 0,0-1 0,0 1 0,-1 0 0,1 1 0,0-1 0,-1 1 0,1 0 0,-1 1 0,0 0 0,0 0 0,8 5 0,-10-5 0,-1 0 0,1 1 0,-1-1 0,1 1 0,-1 0 0,0 0 0,-1 0 0,1 0 0,-1 0 0,0 0 0,0 1 0,0-1 0,0 1 0,-1 0 0,0-1 0,0 1 0,1 10 0,0 15-682,-4 38-1,2-56-6143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4:12.5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24575,'2'1'0,"-1"0"0,1 0 0,0 0 0,-1 0 0,1 0 0,0 0 0,-1 0 0,1 0 0,-1 1 0,0-1 0,1 0 0,-1 1 0,0-1 0,0 1 0,0 0 0,0-1 0,1 4 0,15 31 0,-11-17 0,2 1 0,-2 0 0,0 0 0,-1 1 0,3 36 0,-5-25 0,10 45 0,-2-22 0,0 4 0,-5-36 0,-2-1 0,2 38 0,-5-36-113,0-8-137,0 0-1,-2 0 1,0-1-1,-5 29 1,0-26-6576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4:14.2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1 198 24575,'0'-3'0,"1"0"0,-1 0 0,1 0 0,0 0 0,0 0 0,0 0 0,0 1 0,0-1 0,0 0 0,1 0 0,0 1 0,-1-1 0,1 1 0,0-1 0,0 1 0,0 0 0,4-3 0,5-4 0,1 0 0,18-10 0,-6 5 0,-23 13 0,32-19 0,-32 20 0,0-1 0,1 0 0,-1 0 0,0 1 0,1-1 0,-1 1 0,1 0 0,-1-1 0,0 1 0,1 0 0,-1 0 0,1 0 0,-1 0 0,1 0 0,-1 0 0,1 0 0,-1 0 0,0 0 0,1 1 0,-1-1 0,1 1 0,1 0 0,-2 0 0,-1-1 0,0 1 0,0 0 0,1-1 0,-1 1 0,0 0 0,0-1 0,0 1 0,0-1 0,1 1 0,-1 0 0,0-1 0,0 1 0,0 0 0,-1-1 0,1 1 0,0 0 0,0-1 0,0 1 0,0 0 0,-1-1 0,1 1 0,0-1 0,-1 2 0,-10 20 0,4-9 0,2 0 0,1 2 0,0-1 0,1 0 0,-2 29 0,4-33 0,1 0 0,0-1 0,1 1 0,0 0 0,0-1 0,1 1 0,0-1 0,6 15 0,-5-20 0,0 1 0,0-1 0,0 0 0,1 0 0,-1 0 0,1 0 0,0 0 0,0-1 0,1 0 0,-1 0 0,1 0 0,-1 0 0,1-1 0,0 1 0,0-1 0,0 0 0,0-1 0,11 2 0,-6 0 0,1-2 0,0 1 0,0-1 0,0-1 0,0 0 0,0-1 0,0 0 0,14-3 0,-19 2 0,0 0 0,-1 0 0,1-1 0,-1 1 0,0-1 0,0 0 0,0-1 0,0 1 0,-1-1 0,0 0 0,1 0 0,-1 0 0,0-1 0,-1 1 0,1-1 0,-1 0 0,0 0 0,0 0 0,2-8 0,1-2 0,-1-1 0,0 0 0,-2 1 0,0-1 0,2-28 0,-7 122 0,2-37 0,0-31 0,1-11 0,1-9 0,1 1 0,0-1 0,1 1 0,0 0 0,0 0 0,0 0 0,2 1 0,-1-1 0,1 1 0,0 1 0,0-1 0,1 1 0,0 0 0,0 0 0,1 1 0,0 0 0,0 1 0,0-1 0,1 2 0,15-8 0,-2 4 0,1 1 0,0 1 0,0 1 0,35-3 0,-49 7 0,0 1 0,0 0 0,-1 0 0,1 1 0,0 0 0,-1 0 0,1 1 0,-1 0 0,1 0 0,-1 1 0,0 0 0,0 1 0,0 0 0,-1 0 0,11 8 0,-11-4 0,1 0 0,-2 1 0,1 0 0,-1 0 0,0 1 0,-1 0 0,0 0 0,-1 0 0,4 11 0,18 38 0,-25-57 0,0-1 0,-1 1 0,2 0 0,-1-1 0,0 1 0,0 0 0,0-1 0,1 0 0,-1 1 0,1-1 0,-1 0 0,1 0 0,-1 1 0,1-1 0,0 0 0,0-1 0,-1 1 0,1 0 0,0-1 0,3 2 0,-4-2 0,1 0 0,0-1 0,-1 1 0,1 0 0,-1 0 0,1-1 0,-1 1 0,1-1 0,-1 1 0,1-1 0,-1 0 0,0 0 0,1 1 0,-1-1 0,0 0 0,1 0 0,-1 0 0,0 0 0,2-3 0,-1 2 0,-1 0 0,1 0 0,-1-1 0,1 1 0,-1 0 0,0-1 0,0 1 0,0-1 0,0 1 0,-1-1 0,1 0 0,-1 1 0,1-1 0,-1 0 0,0 1 0,0-1 0,0 0 0,0 1 0,0-1 0,-1 0 0,0 1 0,1-1 0,-1 1 0,0-1 0,0 1 0,0-1 0,0 1 0,-3-4 0,4 6 0,0-1 0,-1 0 0,1 1 0,0-1 0,-1 1 0,1-1 0,-1 1 0,1 0 0,-1-1 0,1 1 0,-1-1 0,1 1 0,-1 0 0,1-1 0,-1 1 0,1 0 0,-1 0 0,0-1 0,1 1 0,-1 0 0,1 0 0,-1 0 0,0 0 0,1 0 0,-1 0 0,0 0 0,1 0 0,-1 0 0,0 0 0,1 0 0,-1 0 0,1 0 0,-1 1 0,0-1 0,1 0 0,-1 0 0,1 1 0,-1-1 0,1 0 0,-1 1 0,1-1 0,-1 1 0,1-1 0,-1 1 0,1-1 0,0 1 0,-1-1 0,1 1 0,-1-1 0,1 2 0,-1-1 0,0 0 0,1 0 0,-1 0 0,1 1 0,-1-1 0,1 0 0,0 1 0,0-1 0,-1 0 0,1 1 0,0-1 0,0 0 0,0 1 0,1-1 0,-1 1 0,0-1 0,0 0 0,1 0 0,-1 1 0,0-1 0,1 0 0,0 1 0,-1-1 0,2 2 0,0-1 0,-1-1 0,0 1 0,1-1 0,-1 0 0,1 1 0,-1-1 0,1 0 0,-1 0 0,1 0 0,0 0 0,0 0 0,0 0 0,0 0 0,-1-1 0,1 1 0,0-1 0,0 1 0,0-1 0,0 0 0,0 0 0,0 0 0,0 0 0,0 0 0,0 0 0,0 0 0,0-1 0,0 1 0,0-1 0,0 0 0,0 1 0,0-1 0,2-1 0,-2 0 0,0 0 0,0 1 0,0-1 0,0 0 0,0 0 0,0 0 0,0 0 0,-1 0 0,1 0 0,-1-1 0,0 1 0,1 0 0,-1-1 0,0 1 0,-1-1 0,1 1 0,0-1 0,-1 0 0,1 1 0,-1-1 0,0 0 0,0 1 0,0-1 0,0-3 0,-1-1 0,0 1 0,0 0 0,0 0 0,1 0 0,0 0 0,0 0 0,2-8 0,-2 12 0,1 1 0,0-1 0,-1 0 0,1 0 0,0 1 0,0-1 0,0 0 0,0 1 0,0-1 0,0 1 0,1-1 0,-1 1 0,1 0 0,-1 0 0,1-1 0,-1 1 0,1 0 0,-1 0 0,1 1 0,0-1 0,0 0 0,-1 0 0,1 1 0,3-1 0,1-1 0,0 1 0,0 0 0,0 0 0,0 1 0,0 0 0,0 0 0,-1 0 0,1 1 0,0 0 0,0 0 0,0 0 0,0 1 0,-1 0 0,1 0 0,-1 0 0,1 1 0,-1 0 0,8 5 0,4 5 0,-1 1 0,-1 1 0,0 0 0,13 18 0,-15-17 0,1 0 0,1-1 0,27 22 0,-36-33 0,-1-1 0,1 0 0,0 0 0,1-1 0,-1 1 0,0-1 0,1-1 0,-1 1 0,1-1 0,-1 0 0,1-1 0,-1 1 0,1-1 0,0-1 0,-1 1 0,11-3 0,-12 2 0,-1 0 0,0 0 0,0-1 0,0 1 0,0-1 0,0 0 0,0 0 0,-1 0 0,1-1 0,-1 1 0,1-1 0,-1 0 0,0 0 0,0 0 0,0 0 0,0 0 0,-1-1 0,0 1 0,1-1 0,-1 0 0,0 0 0,-1 0 0,1 0 0,-1 0 0,2-8 0,-1-2 0,-1 0 0,-2-23 0,1 26 0,0-1 0,0 0 0,4-22 0,-4 34 0,0 0 0,0-1 0,0 1 0,0-1 0,0 1 0,0-1 0,0 1 0,0 0 0,1-1 0,-1 1 0,0 0 0,0-1 0,0 1 0,0-1 0,1 1 0,-1 0 0,0-1 0,0 1 0,1 0 0,-1 0 0,0-1 0,1 1 0,-1 0 0,0 0 0,1-1 0,-1 1 0,1 0 0,6 8 0,6 32 0,-7-23 0,-5-13 0,5 12 0,1 0 0,1-1 0,12 19 0,-19-31 0,1-1 0,-1 1 0,1-1 0,0 0 0,-1 0 0,1 0 0,0 0 0,0 0 0,0 0 0,1 0 0,-1-1 0,0 1 0,1-1 0,-1 1 0,1-1 0,-1 0 0,1 0 0,0 0 0,-1-1 0,1 1 0,0 0 0,0-1 0,0 0 0,-1 0 0,1 0 0,0 0 0,0 0 0,4-1 0,-4 0 0,0-1 0,0 1 0,-1-1 0,1 0 0,0 0 0,-1 0 0,1 0 0,-1 0 0,0 0 0,0-1 0,1 1 0,-2-1 0,1 1 0,0-1 0,2-5 0,18-50 0,-14 32 0,53-158-1365,-54 166-5461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4:14.8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85 24575,'0'6'0,"1"0"0,0 1 0,0-1 0,0 0 0,1 0 0,0 0 0,0 0 0,6 9 0,30 48 0,-3-7 0,-31-47 0,7 10 0,-7-22 0,-3-13 0,-3-54 0,0 48 0,1-1 0,1 0 0,1 0 0,6-32 0,-6 52 0,0 0 0,0 0 0,0 0 0,0 0 0,0 0 0,1 0 0,0 0 0,-1 0 0,1 0 0,0 1 0,0-1 0,1 1 0,-1-1 0,0 1 0,1 0 0,0 0 0,-1 0 0,1 0 0,0 1 0,0-1 0,0 1 0,0 0 0,0-1 0,0 1 0,0 1 0,1-1 0,3 0 0,-2 0 0,0 1 0,0 0 0,1 0 0,-1 1 0,0-1 0,0 1 0,0 0 0,0 1 0,0-1 0,0 1 0,0 0 0,0 0 0,-1 1 0,1-1 0,-1 1 0,8 6 0,-6-4 0,-1 1 0,1 0 0,-1 0 0,0 1 0,-1-1 0,0 1 0,0 0 0,4 11 0,20 64 0,-10-23 0,-7-21 0,-8-27 0,1 1 0,0-1 0,0 0 0,9 14 0,-11-22 0,0 0 0,0 0 0,0 0 0,1 0 0,-1-1 0,1 1 0,0-1 0,0 0 0,0 0 0,0 0 0,0 0 0,0 0 0,0 0 0,1-1 0,-1 0 0,0 0 0,1 0 0,6 1 0,0-1 0,0 0 0,0-1 0,1-1 0,-1 1 0,0-2 0,0 1 0,0-1 0,0-1 0,0 0 0,0 0 0,-1-1 0,0 0 0,1-1 0,-2 0 0,1 0 0,0-1 0,-1 0 0,11-11 0,8-7 0,12-11 0,-14 8-51,-21 24-36,0 0-1,0-1 0,-1 0 1,1 0-1,-1 0 0,0 0 1,0 0-1,-1-1 1,1 1-1,-1-1 0,0 1 1,0-1-1,-1 0 1,2-7-1,0-8-6738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4:20.3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663 0 24575,'-466'0'0,"454"1"0,0 0 0,0 0 0,0 1 0,0 0 0,0 1 0,1 1 0,-1 0 0,1 0 0,0 1 0,0 0 0,1 1 0,-16 11 0,23-13 0,-1 0 0,1 1 0,0-1 0,0 1 0,1 0 0,-1 0 0,1 0 0,0 0 0,0 0 0,1 0 0,0 1 0,0-1 0,0 1 0,0-1 0,1 9 0,-1 1 0,1-1 0,1 0 0,1 1 0,5 25 0,-5-35 0,0 0 0,0-1 0,1 1 0,-1 0 0,1-1 0,0 0 0,0 0 0,1 0 0,-1 0 0,1 0 0,0-1 0,0 1 0,0-1 0,1 0 0,-1 0 0,1-1 0,-1 1 0,1-1 0,0 0 0,0-1 0,0 1 0,0-1 0,0 0 0,0 0 0,0 0 0,1-1 0,-1 0 0,9 0 0,-12-1 0,0 1 0,-1-1 0,1 0 0,0 1 0,0-1 0,0 0 0,-1 0 0,1 0 0,-1-1 0,1 1 0,-1 0 0,1 0 0,-1-1 0,0 1 0,1-1 0,-1 1 0,0-1 0,0 0 0,0 1 0,0-1 0,-1 0 0,1 0 0,0-3 0,2-4 0,-1-1 0,-1 0 0,1-16 0,1-6 0,-1 23 0,1-1 0,-1 1 0,1 0 0,1 0 0,4-9 0,-7 17 0,-1-1 0,1 1 0,0 0 0,0 0 0,-1 0 0,1 0 0,0 0 0,0 0 0,0 1 0,0-1 0,0 0 0,0 0 0,0 1 0,0-1 0,0 0 0,1 1 0,-1-1 0,0 1 0,2-1 0,-2 1 0,1 1 0,-1-1 0,1 0 0,-1 1 0,1-1 0,-1 1 0,1-1 0,-1 1 0,0 0 0,0 0 0,1 0 0,-1 0 0,0 0 0,0 0 0,0 0 0,0 0 0,0 0 0,0 0 0,0 0 0,0 1 0,1 1 0,23 35 0,-9-14 0,0-1 0,2 0 0,24 24 0,-36-41 0,2 0 0,-1 0 0,1 0 0,-1-1 0,2 0 0,-1-1 0,0 1 0,1-2 0,0 1 0,0-1 0,0-1 0,0 0 0,18 3 0,12-3 0,0-1 0,45-5 0,-81 4 3,-1-1 0,1 1 0,0-1 0,-1 1 0,1-1 0,-1 0 0,1 0 0,-1 0 0,1-1 0,-1 1 0,0 0 0,1-1 0,-1 0 0,0 1 0,0-1 0,0 0 0,0 0 0,-1 0 0,1-1 0,0 1 0,-1 0 0,0-1 0,1 1 0,-1 0 0,0-1 1,0 1-1,-1-1 0,2-5 0,0-5-148,0 0 0,-1-1 0,-1 1 0,-2-23 0,1 17-583,0-5-6098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4:20.6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 24575,'8'0'0,"-1"1"0,1 0 0,-1 1 0,0-1 0,1 2 0,-1-1 0,0 1 0,0 0 0,0 0 0,-1 1 0,1 0 0,9 7 0,7 8 0,39 41 0,-25-22 0,-18-17 0,0 1 0,-2 0 0,-1 2 0,21 38 0,8 13 0,-40-67 0,-1 0 0,1 0 0,-1 0 0,-1 1 0,1 0 0,-2 0 0,1 0 0,-1 0 0,0 0 0,-1 1 0,0-1 0,-1 0 0,0 1 0,0-1 0,-1 1 0,0-1 0,-1 0 0,0 0 0,0 0 0,-1 0 0,0 0 0,0 0 0,-1-1 0,-1 1 0,1-1 0,-1 0 0,-1 0 0,1-1 0,-10 9 0,-5 2 0,-1-1 0,-46 27 0,43-29 0,0 0 0,-31 29 0,31-24 0,-1-1 0,-35 20 0,3-15-1365,42-15-5461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5:51.8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59 24575,'0'2'0,"1"-1"0,-1 0 0,1 0 0,0 1 0,-1-1 0,1 0 0,0 0 0,0 0 0,0 0 0,0 0 0,0 0 0,0 0 0,0 0 0,0 0 0,0-1 0,0 1 0,1 0 0,-1-1 0,0 1 0,2 0 0,34 13 0,-28-10 0,2 0 0,0-1 0,0 0 0,0-1 0,0 0 0,0 0 0,13-1 0,-21-1 0,0 0 0,0 0 0,1-1 0,-1 1 0,0-1 0,0 0 0,0 0 0,0 0 0,0 0 0,0 0 0,4-3 0,-6 3 0,1 0 0,-1-1 0,0 1 0,1 0 0,-1 0 0,0-1 0,0 1 0,0-1 0,0 1 0,-1-1 0,1 0 0,0 1 0,-1-1 0,1 0 0,-1 1 0,1-1 0,-1 0 0,0 0 0,0 1 0,0-1 0,0 0 0,0-2 0,0 1 0,-1 0 0,0 0 0,0 0 0,0-1 0,-1 1 0,1 1 0,-1-1 0,1 0 0,-1 0 0,0 0 0,0 1 0,0-1 0,-1 1 0,1 0 0,-1-1 0,1 1 0,-1 0 0,0 1 0,1-1 0,-1 0 0,0 1 0,0-1 0,0 1 0,0 0 0,-1 0 0,1 1 0,-6-2 0,6 1 0,0 0 0,-1 1 0,1-1 0,0 1 0,0 0 0,-1-1 0,1 2 0,0-1 0,0 0 0,-1 1 0,1-1 0,0 1 0,0 0 0,0 0 0,0 0 0,0 0 0,0 1 0,0-1 0,0 1 0,0 0 0,1 0 0,-1 0 0,1 0 0,-1 0 0,1 0 0,0 1 0,0-1 0,-2 4 0,1 1 0,1 0 0,0 0 0,0 1 0,1-1 0,0 0 0,0 0 0,1 1 0,0-1 0,0 0 0,1 1 0,0-1 0,0 0 0,1 0 0,-1 0 0,2 0 0,-1 0 0,1 0 0,0 0 0,0-1 0,1 0 0,0 1 0,0-1 0,0-1 0,1 1 0,0-1 0,8 8 0,-6-7 0,0 0 0,0-1 0,0 0 0,1 0 0,0-1 0,0 0 0,0 0 0,0 0 0,1-1 0,0-1 0,17 4 0,52 7 0,-58-8 0,1-2 0,0 0 0,0-1 0,34-1 0,-52-1-105,0 0 0,0-1 0,0 0 0,0 1 0,0-1 0,0 0 0,-1 0 0,1 0 0,0-1 0,-1 1 0,1-1 0,2-2 0,7-8-6721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5:54.4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 24575,'5'0'0,"0"1"0,1-1 0,-1 1 0,0 1 0,0-1 0,-1 1 0,1 0 0,0 0 0,0 0 0,-1 1 0,1 0 0,-1-1 0,0 1 0,0 1 0,7 6 0,1 4 0,0 0 0,0 1 0,9 16 0,-19-27 0,1 0 0,0-1 0,0 1 0,0-1 0,0 0 0,1 0 0,-1 0 0,1 0 0,-1-1 0,1 1 0,0-1 0,0 0 0,1 0 0,-1 0 0,0-1 0,0 0 0,8 2 0,-9-3 0,0 0 0,0 1 0,0-1 0,0-1 0,0 1 0,1 0 0,-1-1 0,0 0 0,0 0 0,0 0 0,0 0 0,0 0 0,0 0 0,-1-1 0,1 1 0,0-1 0,-1 0 0,1 0 0,-1 0 0,1 0 0,-1-1 0,0 1 0,0 0 0,0-1 0,2-4 0,3-6 0,0-1 0,-1 1 0,4-17 0,9-19 0,-19 48 0,0 1 0,0-1 0,0 1 0,1-1 0,-1 0 0,0 1 0,0 0 0,1-1 0,-1 1 0,0-1 0,1 1 0,-1-1 0,0 1 0,1 0 0,-1-1 0,1 1 0,-1 0 0,1-1 0,-1 1 0,1 0 0,-1 0 0,1-1 0,-1 1 0,1 0 0,-1 0 0,1 0 0,-1 0 0,1 0 0,-1 0 0,1 0 0,0 0 0,13 12 0,7 31 0,-20-40 0,4 10 0,-1 1 0,4 24 0,-6-25 0,0-1 0,1 0 0,7 18 0,-9-28 0,-1 0 0,1-1 0,0 1 0,0-1 0,0 1 0,0 0 0,0-1 0,0 0 0,1 1 0,-1-1 0,0 0 0,1 0 0,-1 0 0,3 2 0,-3-3 0,0 1 0,-1-1 0,1 0 0,0 0 0,0 0 0,0 1 0,0-1 0,0 0 0,0 0 0,0 0 0,0 0 0,0-1 0,0 1 0,0 0 0,0 0 0,0-1 0,0 1 0,0 0 0,1-1 0,1-1 0,0-1 0,0 1 0,-1 0 0,1-1 0,-1 1 0,1-1 0,-1 0 0,0 0 0,0 1 0,0-2 0,-1 1 0,3-5 0,3-8-195,-1 0 0,-1-1 0,-1 0 0,0 1 0,-1-1 0,1-23 0,-3 16-6631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5:54.7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 1 24575,'1'0'0,"0"0"0,0 0 0,0 1 0,-1-1 0,1 0 0,0 1 0,0-1 0,0 1 0,0-1 0,0 1 0,-1 0 0,1-1 0,0 1 0,-1 0 0,1 0 0,0-1 0,-1 1 0,1 0 0,-1 0 0,1 0 0,-1 0 0,1 0 0,-1 0 0,0 0 0,0-1 0,1 3 0,5 29 0,-6-29 0,6 78 0,-7 104 0,-1-66 0,2-108-104,0 2 183,0-1 0,-4 23 0,4-32-179,-1 1 0,0-1 1,0 1-1,-1-1 0,1 0 0,-1 0 0,1 1 0,-1-1 0,0 0 0,0 0 0,-1-1 1,1 1-1,0 0 0,-4 2 0,-11 6-6726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5:54.9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60 24575,'1'-2'0,"-1"1"0,1-1 0,0 0 0,0 1 0,0-1 0,0 0 0,1 1 0,-1 0 0,0-1 0,1 1 0,-1 0 0,1-1 0,-1 1 0,1 0 0,-1 0 0,1 0 0,3-1 0,32-15 0,-13 12 0,0 0 0,1 2 0,0 1 0,0 0 0,0 2 0,28 4 0,13-2 0,15-2-1365,-58 0-5461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5:55.1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24575,'0'0'-8191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5:55.3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24575,'5'0'0,"1"0"-8191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5:55.9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1 436 24575,'37'0'0,"-6"1"0,42-5 0,-63 3 0,-1 0 0,1-1 0,-1-1 0,0 1 0,0-2 0,0 1 0,-1-1 0,16-9 0,-20 9 0,1 0 0,-1 0 0,0 0 0,0 0 0,5-9 0,13-12 0,-1 3 0,0-1 0,33-48 0,-50 64 0,0 0 0,-1 0 0,0 0 0,0-1 0,0 0 0,-1 0 0,-1 1 0,1-1 0,-1-9 0,0-1 0,0-1 0,-5-32 0,4 48 0,-1-1 0,0 1 0,0-1 0,0 1 0,-1 0 0,1 0 0,-1 0 0,1 0 0,-1 0 0,0 0 0,0 0 0,-3-2 0,4 4 0,0 0 0,0 0 0,0 0 0,1 0 0,-1 1 0,0-1 0,0 0 0,0 1 0,0-1 0,0 1 0,0-1 0,0 1 0,0-1 0,-1 1 0,1 0 0,0 0 0,0-1 0,0 1 0,0 0 0,0 0 0,0 0 0,-1 0 0,1 0 0,0 1 0,0-1 0,0 0 0,0 0 0,0 1 0,0-1 0,0 1 0,0-1 0,0 1 0,0-1 0,0 1 0,0 0 0,0-1 0,0 1 0,-1 1 0,1-1 0,1 0 0,-1-1 0,1 1 0,-1 0 0,1-1 0,-1 1 0,1 0 0,0-1 0,0 1 0,-1 0 0,1 0 0,0 0 0,0-1 0,0 1 0,0 0 0,0 0 0,0 0 0,0-1 0,0 1 0,0 0 0,0 0 0,0 0 0,0-1 0,1 2 0,13 21 0,-8-16 0,1-1 0,0 1 0,13 8 0,-6-6 0,140 96 0,-122-81 0,-1 2 0,45 49 0,-64-62 0,0 0 0,1-1 0,1 0 0,0-1 0,15 10 0,-23-18 0,0 0 0,-1 0 0,1 0 0,0-1 0,0 1 0,0-2 0,1 1 0,-1-1 0,0 0 0,1 0 0,-1 0 0,0-1 0,1 0 0,-1 0 0,1-1 0,12-2 0,-12 1 0,0 0 0,1 0 0,-1 0 0,0-1 0,0 0 0,0-1 0,0 0 0,-1 0 0,1 0 0,-1 0 0,0-1 0,-1 0 0,1-1 0,6-7 0,-11 12-16,4-6-254,1 1 0,-1-2 1,0 1-1,6-13 0,-5 3-6556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5:56.6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31 24575,'4'0'0,"-1"-1"0,1 0 0,-1 0 0,1 0 0,-1-1 0,7-2 0,17-7 0,21 5 0,0 3 0,91 4 0,-47 1 0,-83-2-136,1 1-1,0-1 1,0 2-1,-1-1 1,1 1-1,-1 1 1,0 0-1,0 0 0,15 8 1,-10-2-6690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5:56.8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24575,'520'0'-1365,"-497"0"-5461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5:57.3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24575,'0'4'0,"0"7"0,0 6 0,0 4 0,0 4 0,0 2 0,0 1 0,0 1 0,0-1 0,0 0 0,0 0 0,0-4-8191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5:57.6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24575,'0'0'-8191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5:57.9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24575,'1'1'0,"0"-1"0,0 1 0,0-1 0,1 1 0,-1-1 0,0 1 0,0 0 0,0 0 0,0 0 0,0-1 0,0 1 0,0 0 0,-1 0 0,1 0 0,0 0 0,0 1 0,-1-1 0,1 0 0,-1 0 0,1 0 0,-1 0 0,1 1 0,-1-1 0,0 0 0,1 0 0,-1 1 0,0 1 0,5 42 0,-5-40 0,2 186 0,-3-104 0,1-78-341,-1-1 0,1 0-1,-4 16 1,-2-6-6485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5:58.9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1 142 24575,'69'1'0,"79"-3"0,-81-10 0,-49 7 0,-1 2 0,21-2 0,6 2 0,-6 2 0,1-2 0,56-13 0,-92 15 0,1 0 0,-1 0 0,0 0 0,0-1 0,0 1 0,0-1 0,0 0 0,-1 0 0,1 0 0,0 0 0,-1-1 0,0 1 0,1-1 0,-1 1 0,2-5 0,-3 6 0,0 0 0,-1 0 0,1-1 0,-1 1 0,0 0 0,1 0 0,-1 0 0,0-1 0,0 1 0,0 0 0,0-1 0,0 1 0,0 0 0,0 0 0,0-1 0,0 1 0,0 0 0,-1 0 0,1-1 0,-1 1 0,1 0 0,-1 0 0,1 0 0,-1 0 0,1 0 0,-1 0 0,0 0 0,0 0 0,0 0 0,0 0 0,0 0 0,0 0 0,0 0 0,0 1 0,0-1 0,0 0 0,0 1 0,0-1 0,0 1 0,0-1 0,-1 1 0,-1-1 0,-4-2 0,-1 0 0,0 1 0,0 0 0,0 1 0,-1-1 0,1 2 0,0-1 0,0 1 0,-17 1 0,22 0 0,0-1 0,0 1 0,0-1 0,-1 1 0,1 0 0,0 0 0,0 0 0,0 1 0,0-1 0,1 1 0,-1-1 0,0 1 0,1 0 0,-1 0 0,1 0 0,-1 1 0,1-1 0,0 1 0,0-1 0,0 1 0,0 0 0,1-1 0,-1 1 0,1 0 0,0 0 0,-1 0 0,0 5 0,0 0 0,1 1 0,0 0 0,0 0 0,1-1 0,0 1 0,1 0 0,0 0 0,0-1 0,1 1 0,0 0 0,0-1 0,6 13 0,-6-16 0,1 0 0,-1-1 0,1 0 0,0 0 0,0 0 0,1 0 0,-1 0 0,1 0 0,0-1 0,0 0 0,0 0 0,0 0 0,0 0 0,1-1 0,-1 1 0,1-1 0,0 0 0,0-1 0,0 1 0,0-1 0,0 0 0,9 1 0,2 0 0,1-1 0,-1-1 0,1 0 0,-1-1 0,19-4 0,-30 4 0,0 0 0,0-1 0,0 1 0,0-1 0,-1-1 0,1 1 0,0 0 0,-1-1 0,0 0 0,0 0 0,0-1 0,0 1 0,0-1 0,0 0 0,-1 1 0,0-2 0,0 1 0,0 0 0,0-1 0,2-5 0,1-5 0,-3 7 0,1-1 0,-1 1 0,1 1 0,1-1 0,0 0 0,0 1 0,0 0 0,1 0 0,10-10 0,-15 17 0,-1 0 0,1-1 0,0 1 0,-1-1 0,1 1 0,0 0 0,-1-1 0,1 1 0,0 0 0,0 0 0,-1 0 0,1 0 0,0 0 0,0 0 0,0 0 0,-1 0 0,1 0 0,0 0 0,0 0 0,-1 0 0,1 0 0,0 0 0,0 1 0,-1-1 0,1 0 0,0 1 0,-1-1 0,1 1 0,0-1 0,-1 0 0,1 1 0,0 0 0,-1-1 0,1 1 0,-1-1 0,1 1 0,-1 0 0,1-1 0,-1 1 0,0 0 0,1-1 0,-1 1 0,0 0 0,1 1 0,13 42 0,-10-29 0,3-3 0,-1-13 0,7-21 0,-1 0 0,-10 19 0,1 0 0,0 1 0,0-1 0,0 1 0,0 0 0,0-1 0,1 1 0,-1 1 0,1-1 0,-1 1 0,1-1 0,0 1 0,-1 0 0,1 0 0,0 0 0,0 1 0,0 0 0,0-1 0,0 1 0,6 1 0,-4 0 0,-1 0 0,1 1 0,-1-1 0,0 1 0,0 0 0,0 1 0,0-1 0,0 1 0,0 0 0,0 0 0,-1 0 0,0 1 0,8 7 0,4 9 0,-1 0 0,18 31 0,-20-29 0,-13-22 0,0 0 0,0 1 0,0-1 0,1 1 0,-1-1 0,0 0 0,0 1 0,0-1 0,0 0 0,1 1 0,-1-1 0,0 0 0,0 1 0,1-1 0,-1 0 0,0 0 0,1 1 0,-1-1 0,0 0 0,0 0 0,1 1 0,-1-1 0,1 0 0,-1 0 0,0 0 0,1 0 0,-1 0 0,0 1 0,1-1 0,-1 0 0,1 0 0,-1 0 0,0 0 0,1 0 0,-1 0 0,1 0 0,-1 0 0,1-1 0,5-16 0,-5-33 0,-1 45 0,0-5 0,0-1 0,0 0 0,2 1 0,-1-1 0,1 0 0,6-16 0,-7 24 0,0 0 0,1-1 0,-1 1 0,1 0 0,0 0 0,0 0 0,0 1 0,1-1 0,-1 0 0,0 1 0,1-1 0,0 1 0,0 0 0,-1 0 0,1 0 0,0 0 0,1 1 0,-1-1 0,0 1 0,0 0 0,1 0 0,-1 0 0,6-1 0,-3 1 0,0 0 0,0 0 0,0 1 0,0 0 0,0 0 0,0 0 0,0 1 0,-1 0 0,1 0 0,0 1 0,0-1 0,-1 1 0,1 0 0,-1 1 0,1 0 0,-1-1 0,0 1 0,0 1 0,0-1 0,0 1 0,-1 0 0,0 0 0,0 0 0,0 1 0,0 0 0,0-1 0,5 12 0,17 27-25,-19-31-198,0 1 0,1-1-1,0-1 1,1 1-1,15 14 1,-11-15-6603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00.7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0 381 24575,'1'-1'0,"-1"0"0,0 1 0,0-1 0,1 0 0,-1 0 0,0 0 0,1 1 0,-1-1 0,1 0 0,-1 1 0,1-1 0,-1 0 0,1 1 0,-1-1 0,1 0 0,0 1 0,-1-1 0,1 1 0,0-1 0,-1 1 0,1 0 0,1-1 0,23-9 0,-13 6 0,16-9 0,-2 2 0,0-1 0,-1-1 0,34-24 0,28-38 0,-81 69 0,6-5 0,0-1 0,17-22 0,-27 31 0,0 0 0,0 0 0,0 0 0,0 0 0,-1 0 0,1 0 0,-1 0 0,0-1 0,0 1 0,0 0 0,0-1 0,-1 1 0,1-1 0,-1 1 0,0-1 0,0 1 0,0-1 0,-1 1 0,0-5 0,0 5 0,-1 1 0,1 0 0,-1-1 0,1 1 0,-1 0 0,0 0 0,0 0 0,0 0 0,0 0 0,-1 0 0,1 1 0,0-1 0,-1 1 0,1-1 0,-1 1 0,1 0 0,-1 0 0,0 0 0,1 1 0,-1-1 0,0 0 0,0 1 0,1 0 0,-1 0 0,-5 0 0,2 0 0,1 0 0,-1 0 0,0 0 0,0 1 0,0 0 0,1 0 0,-1 0 0,0 1 0,1 0 0,-1 0 0,-7 5 0,9-4 0,0 1 0,0 0 0,0-1 0,1 2 0,0-1 0,-1 0 0,2 1 0,-1-1 0,0 1 0,1 0 0,0 0 0,0 0 0,0 0 0,1 0 0,0 0 0,0 0 0,0 0 0,0 9 0,1-11 0,0 1 0,0-1 0,0 0 0,0 1 0,1-1 0,0 0 0,-1 1 0,1-1 0,1 0 0,-1 0 0,0 0 0,1 0 0,-1 0 0,1 0 0,0 0 0,0-1 0,0 1 0,0 0 0,1-1 0,-1 0 0,1 0 0,-1 1 0,1-1 0,0-1 0,0 1 0,0 0 0,0-1 0,0 1 0,0-1 0,4 1 0,17 2 0,0-1 0,0-1 0,0-1 0,0-1 0,29-4 0,20 0 0,-43 4 0,-16 1 0,1 0 0,-1-2 0,1 1 0,-1-2 0,0 0 0,1-1 0,-1 0 0,0-1 0,19-9 0,-23 9 0,-1-1 0,0-1 0,0 0 0,0 0 0,-1-1 0,0 0 0,0 0 0,0 0 0,6-10 0,-8 9 0,-1 0 0,1 0 0,-2-1 0,1 1 0,-1-1 0,0-1 0,4-13 0,-7 116 0,-1-85 0,0-4 0,0 0 0,0 0 0,0 0 0,0 1 0,-1-1 0,0 0 0,1 0 0,-2 0 0,1 0 0,0 0 0,-1 0 0,-2 4 0,4-8 0,0 0 0,-1 1 0,1-1 0,0 0 0,0 0 0,-1 0 0,1 0 0,0 0 0,0 0 0,-1 0 0,1 0 0,0 0 0,0 0 0,-1 0 0,1 0 0,0 0 0,-1 0 0,1 0 0,0 0 0,0 0 0,-1 0 0,1 0 0,0 0 0,0 0 0,-1 0 0,1-1 0,0 1 0,0 0 0,-1 0 0,1 0 0,0 0 0,0-1 0,0 1 0,-1 0 0,1 0 0,0 0 0,0-1 0,0 1 0,0 0 0,0 0 0,-1-1 0,1 1 0,0 0 0,0 0 0,0-1 0,0 1 0,0 0 0,0-1 0,0 1 0,0 0 0,0 0 0,0-1 0,0 1 0,0 0 0,0 0 0,0-1 0,-4-18 0,3 12 0,0-1 0,1 0 0,0 0 0,0 0 0,0 0 0,1 1 0,1-1 0,-1 0 0,1 1 0,3-9 0,-3 11 0,1 1 0,-1 0 0,1 0 0,0 0 0,0 0 0,0 0 0,0 0 0,1 1 0,-1 0 0,1-1 0,0 1 0,0 1 0,0-1 0,0 1 0,1-1 0,-1 1 0,7-2 0,-4 1 0,0 1 0,0 0 0,0 0 0,0 1 0,1 0 0,-1 0 0,0 0 0,0 1 0,1 0 0,-1 1 0,0 0 0,8 1 0,-11-1 0,0 1 0,-1-1 0,1 1 0,-1 0 0,0 0 0,1 0 0,-1 0 0,0 0 0,0 1 0,0-1 0,-1 1 0,1 0 0,-1 0 0,1 0 0,-1 0 0,0 0 0,0 1 0,-1-1 0,1 1 0,0-1 0,-1 1 0,0 0 0,0-1 0,1 6 0,8 98-1365,-5-89-5461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01.0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88 1 24575,'-3'0'0,"-1"0"0,1 0 0,-1 1 0,1 0 0,-1-1 0,1 1 0,0 1 0,-1-1 0,1 0 0,0 1 0,0 0 0,0-1 0,0 1 0,0 1 0,0-1 0,1 0 0,-1 1 0,1-1 0,0 1 0,-1 0 0,1-1 0,0 1 0,1 0 0,-1 0 0,0 1 0,1-1 0,0 0 0,0 1 0,0-1 0,-1 7 0,-1 5 0,1 0 0,0 0 0,1 0 0,1 0 0,3 30 0,-3-43 4,1 1 0,-1 0 0,1-1 0,0 1 0,-1-1 0,1 1 0,0-1 0,1 1 0,-1-1 0,0 1 0,1-1 0,-1 0 0,1 0 0,0 0 0,-1 0 0,1 0 0,0 0 0,0 0 0,1-1 0,-1 1 0,0-1 0,0 1 0,1-1 0,-1 0 0,1 0-1,-1 0 1,5 1 0,4 0-206,1 0 0,-1-1-1,1 0 1,-1-1 0,13-1-1,-19 1-59,20-1-6564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01.4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169 1 24575,'-9'-1'0,"-1"1"0,0 1 0,1 0 0,0 0 0,-1 1 0,1 0 0,-15 5 0,19-4 0,1-1 0,0 1 0,0-1 0,0 1 0,0 1 0,1-1 0,-1 0 0,1 1 0,0 0 0,0-1 0,0 1 0,0 0 0,1 1 0,-1-1 0,1 0 0,-3 9 0,1 1 0,0 0 0,0 0 0,-2 24 0,5-30 0,0-1 0,1 1 0,0 0 0,0-1 0,1 1 0,0-1 0,1 1 0,3 11 0,-5-17 0,1 0 0,0 0 0,0 0 0,0 0 0,0 0 0,0 0 0,0 0 0,1-1 0,-1 1 0,1 0 0,-1-1 0,1 1 0,0-1 0,-1 1 0,1-1 0,0 0 0,0 0 0,0 0 0,0 0 0,0 0 0,0 0 0,0-1 0,0 1 0,0-1 0,0 1 0,1-1 0,-1 0 0,0 0 0,0 0 0,0 0 0,1 0 0,-1 0 0,0-1 0,0 1 0,0-1 0,0 1 0,0-1 0,1 0 0,2-2 0,1 0 0,0 0 0,0-1 0,0 0 0,0 0 0,-1 0 0,0 0 0,0-1 0,0 0 0,-1 0 0,1 0 0,5-11 0,-2 2 0,-1 0 0,-1 0 0,-1-1 0,0 0 0,-1 0 0,0 0 0,-2 0 0,1-1 0,-1-20 0,-2 35 1,0 1 0,0 0 0,0 0-1,0-1 1,0 1 0,1 0 0,-1 0 0,0-1-1,0 1 1,0 0 0,0 0 0,0 0 0,0-1-1,1 1 1,-1 0 0,0 0 0,0 0 0,0 0 0,0-1-1,1 1 1,-1 0 0,0 0 0,0 0 0,1 0-1,-1 0 1,0 0 0,0-1 0,0 1 0,1 0-1,-1 0 1,0 0 0,0 0 0,1 0 0,-1 0-1,0 0 1,0 0 0,1 0 0,-1 0 0,0 0-1,0 0 1,1 1 0,-1-1 0,0 0 0,1 0-1,14 6-312,-8-4-777,10 3-5737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01.7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168 1 24575,'-16'0'0,"4"-1"0,0 1 0,0 1 0,-1 0 0,1 0 0,-20 6 0,28-5 0,1-1 0,0 1 0,-1-1 0,1 1 0,0 0 0,0 0 0,0 0 0,1 1 0,-1-1 0,0 1 0,1-1 0,0 1 0,-1 0 0,1 0 0,0 0 0,1 0 0,-1 1 0,0-1 0,1 0 0,0 1 0,0-1 0,0 1 0,-1 6 0,1-7 0,0 1 0,1 0 0,0 0 0,-1 0 0,1-1 0,0 1 0,1 0 0,-1 0 0,1 0 0,0-1 0,0 1 0,0 0 0,0-1 0,0 1 0,1-1 0,0 0 0,0 1 0,0-1 0,3 4 0,-1-3 0,-1 0 0,1-1 0,1 0 0,-1 0 0,0 0 0,1 0 0,-1-1 0,1 1 0,0-1 0,0-1 0,0 1 0,9 2 0,-5-3 0,-1 1 0,1-1 0,-1-1 0,1 0 0,-1 0 0,1 0 0,0-1 0,-1-1 0,1 1 0,-1-1 0,0-1 0,0 1 0,0-1 0,0-1 0,0 0 0,-1 0 0,10-6 0,-11 5-151,0-1-1,-1 1 0,0-1 0,0 1 1,0-2-1,0 1 0,-1 0 1,4-9-1,-1-2-6674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02.0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24575,'0'411'0,"-1"-405"-105,1 1 0,0-1 0,1 1 0,0-1 0,0 0 0,0 0 0,1 1 0,0-1 0,0 0 0,0 0 0,1 0 0,4 6 0,4 1-6721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02.2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24575,'5'0'0,"6"0"0,1 5 0,-2 5 0,3 2 0,-2 4 0,-2 3 0,-2 3 0,1-2 0,0-4-8191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02.4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46 24575,'5'0'0,"1"5"0,0 6 0,-1 6 0,3 0 0,0 1 0,-5-1 0,-4-9 0,-2-11 0,1-9 0,-1-7 0,1-5 0,1-3 0,0-2 0,1 4-8191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02.5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24575,'5'0'0,"1"5"0,0 5 0,-1 7 0,-2 4 0,-1 4 0,-1 2 0,0-4-8191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03.9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24 107 24575,'-2'0'0,"1"-1"0,0 1 0,0-1 0,-1 1 0,1-1 0,0 0 0,0 1 0,0-1 0,0 0 0,0 0 0,0 0 0,0 0 0,0 0 0,1 0 0,-1 0 0,0 0 0,1 0 0,-1 0 0,0-1 0,1 1 0,-1 0 0,1 0 0,0-1 0,-1 1 0,1 0 0,0 0 0,0-1 0,0 1 0,0-2 0,-1-2 0,1 1 0,-1-1 0,1 0 0,0 0 0,1 1 0,1-10 0,-2 12 0,1 0 0,0 0 0,1 0 0,-1 0 0,0 0 0,0 0 0,1 0 0,-1 1 0,1-1 0,0 1 0,-1-1 0,1 1 0,0-1 0,0 1 0,0 0 0,0 0 0,0 0 0,0 0 0,0 0 0,1 0 0,-1 1 0,0-1 0,0 1 0,1 0 0,-1-1 0,0 1 0,0 0 0,1 0 0,-1 0 0,0 1 0,1-1 0,-1 1 0,0-1 0,0 1 0,0 0 0,0-1 0,1 1 0,-1 0 0,0 1 0,0-1 0,-1 0 0,1 0 0,0 1 0,0-1 0,-1 1 0,1 0 0,-1-1 0,1 1 0,-1 0 0,2 2 0,7 16 0,0 1 0,11 35 0,-12-30 0,16 31 0,-22-54 0,-1 1 0,1-1 0,-1 0 0,1 0 0,0 0 0,0-1 0,1 1 0,-1-1 0,0 1 0,1-1 0,-1 0 0,1 0 0,0-1 0,0 1 0,0-1 0,0 0 0,0 0 0,0 0 0,0 0 0,0-1 0,0 1 0,0-1 0,0 0 0,1-1 0,5 0 0,11-2 0,0-1 0,0 0 0,29-11 0,-37 10 0,-1-1 0,1-1 0,-1 1 0,-1-2 0,1 0 0,12-12 0,15-9 0,-37 27 0,0 1 0,0-1 0,0 1 0,0-1 0,0 0 0,-1 1 0,1-1 0,-1 0 0,1 0 0,-1 0 0,0 0 0,0-1 0,0 1 0,2-3 0,-3 4 0,0 1 0,0-1 0,0 0 0,0 1 0,0-1 0,0 1 0,0-1 0,0 0 0,0 1 0,-1-1 0,1 0 0,0 1 0,0-1 0,0 1 0,-1-1 0,1 1 0,0-1 0,-1 1 0,1-1 0,0 1 0,-1-1 0,0 0 0,0 0 0,-1 0 0,1 0 0,0 1 0,-1-1 0,1 0 0,-1 1 0,1-1 0,-1 1 0,1 0 0,-1-1 0,0 1 0,-2 0 0,0-1 0,-1 1 0,1 0 0,0 0 0,-1 0 0,1 1 0,-1-1 0,1 1 0,0 0 0,-1 1 0,1-1 0,0 1 0,0-1 0,0 1 0,0 0 0,0 1 0,1-1 0,-1 1 0,1-1 0,-1 1 0,1 0 0,0 1 0,0-1 0,0 0 0,1 1 0,-1 0 0,1-1 0,0 1 0,0 0 0,0 0 0,0 0 0,1 0 0,0 1 0,0-1 0,0 0 0,0 1 0,1-1 0,-1 0 0,1 1 0,0-1 0,0 1 0,1-1 0,1 9 0,-1-13 0,-1 1 0,0 0 0,0-1 0,1 1 0,-1 0 0,1-1 0,-1 1 0,0-1 0,1 1 0,-1-1 0,1 1 0,-1-1 0,1 1 0,0-1 0,-1 1 0,1-1 0,-1 0 0,1 1 0,0-1 0,-1 0 0,1 0 0,0 1 0,0-1 0,-1 0 0,1 0 0,0 0 0,-1 0 0,1 0 0,0 0 0,0 0 0,-1 0 0,1 0 0,0 0 0,1-1 0,31-10 0,-8 2 0,-22 9 0,0 0 0,0 0 0,0 0 0,0 1 0,0-1 0,0 1 0,0 0 0,0 0 0,0 0 0,0 0 0,0 0 0,-1 0 0,1 1 0,0-1 0,-1 1 0,0 0 0,1 0 0,-1 0 0,0 0 0,0 0 0,3 4 0,4 6 0,-1 0 0,0 0 0,8 17 0,-5-8 0,58 129 0,-47-107 0,-3 2 0,23 70 0,-37-90 0,-1 0 0,-2 0 0,0 1 0,-1-1 0,-2 0 0,-3 30 0,3-50 0,0 0 0,0 0 0,0 0 0,-1 0 0,1 0 0,-1 0 0,0-1 0,0 1 0,-1-1 0,0 1 0,1-1 0,-1 0 0,-1 0 0,1 0 0,-1-1 0,1 1 0,-1-1 0,0 0 0,0 0 0,0 0 0,-1 0 0,1-1 0,-1 0 0,0 0 0,1 0 0,-1 0 0,-7 1 0,-6 0 0,1 0 0,-1-1 0,0 0 0,0-2 0,0 0 0,-28-4 0,41 4 0,-1-1 0,0 0 0,1 0 0,-1 0 0,0 0 0,1-1 0,0 0 0,-1 0 0,1-1 0,0 0 0,0 0 0,0 0 0,0 0 0,1-1 0,-1 1 0,1-1 0,0 0 0,0-1 0,1 1 0,-1-1 0,1 1 0,0-1 0,0 0 0,0 0 0,1-1 0,0 1 0,-2-7 0,0 2 0,1 0 0,0 0 0,1 0 0,0 0 0,0-1 0,1 1 0,0 0 0,1-1 0,0 1 0,1-1 0,0 1 0,1 0 0,0-1 0,1 1 0,0 0 0,0 0 0,1 1 0,0-1 0,1 1 0,0 0 0,0 0 0,1 0 0,0 1 0,1 0 0,14-14 0,70-54 0,33-36 0,-120 108-227,0 0-1,0 0 1,0 0-1,-1-1 1,6-8-1,0-4-6598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04.8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1 113 24575,'1'3'0,"0"0"0,1 0 0,0 0 0,0-1 0,0 1 0,0-1 0,0 1 0,0-1 0,1 0 0,-1 0 0,1 0 0,-1 0 0,1 0 0,0 0 0,3 1 0,5 4 0,-3-2 0,1 0 0,-1 0 0,1-1 0,0 0 0,0 0 0,1-1 0,-1-1 0,0 1 0,1-2 0,15 2 0,12-1 0,55-4 0,-29-1 0,-40 3 0,-5 0 0,-1 0 0,1-1 0,0 0 0,0-2 0,22-5 0,-37 7 0,1-1 0,0 1 0,0-1 0,-1 0 0,1 0 0,-1 0 0,1 0 0,-1 0 0,0-1 0,0 0 0,0 1 0,0-1 0,-1 0 0,1-1 0,-1 1 0,0 0 0,1-1 0,-2 1 0,1-1 0,0 0 0,-1 1 0,1-1 0,-1 0 0,0 0 0,-1 0 0,1 0 0,-1 0 0,1 0 0,-1-5 0,0 6 0,-1 1 0,1-1 0,0 0 0,-1 0 0,1 1 0,-1-1 0,0 1 0,0-1 0,0 0 0,0 1 0,0-1 0,0 1 0,-1 0 0,0 0 0,1-1 0,-1 1 0,0 0 0,-2-2 0,-1 0 0,1 1 0,-1 0 0,0 0 0,0 0 0,0 0 0,-1 1 0,1 0 0,-8-2 0,-2 1 0,1 0 0,-1 1 0,0 0 0,0 1 0,-28 2 0,39 0 0,0-1 0,0 1 0,0-1 0,0 1 0,0 0 0,1 1 0,-1-1 0,0 1 0,1-1 0,-1 1 0,1 0 0,0 0 0,0 1 0,0-1 0,0 1 0,0-1 0,0 1 0,0 0 0,1 0 0,0 0 0,-1 1 0,1-1 0,0 1 0,-1 4 0,0-2 0,1 1 0,1 0 0,-1 0 0,1 0 0,1 0 0,-1 0 0,1 0 0,0 1 0,1-1 0,0 0 0,0 0 0,3 12 0,-2-13 0,1 0 0,-1 0 0,1 0 0,0-1 0,0 1 0,1-1 0,-1 1 0,1-1 0,1 0 0,-1-1 0,0 1 0,1-1 0,0 0 0,0 0 0,1 0 0,-1-1 0,1 0 0,-1 0 0,1 0 0,11 3 0,1-1 0,-1 0 0,1-2 0,0 0 0,0-1 0,1 0 0,18-2 0,73-2-1365,-86 1-5461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05.1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28 24575,'3'-2'0,"0"-1"0,1 1 0,0-1 0,-1 1 0,1 0 0,0 1 0,0-1 0,0 0 0,0 1 0,0 0 0,9-1 0,51-2 0,-49 4 0,318 0 0,-325 0-273,0 1 0,0-1 0,0 1 0,8 2 0,2 3-6553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05.3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24575,'384'0'0,"-363"1"43,0 2-1,36 7 1,-35-5-541,0-1 1,24 1-1,-23-5-6328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09.8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225 57 24575,'-1'-2'0,"1"0"0,-1 0 0,1 0 0,-1 0 0,0 0 0,0 0 0,0 0 0,0 0 0,0 0 0,0 0 0,-1 0 0,1 0 0,0 1 0,-1-1 0,0 1 0,1-1 0,-1 1 0,0 0 0,0-1 0,0 1 0,0 0 0,0 0 0,0 0 0,0 0 0,0 1 0,0-1 0,-2 0 0,-7-2 0,0 0 0,0 1 0,-21-1 0,24 2 0,-1 0 0,0 1 0,0 0 0,0 1 0,0 0 0,-8 2 0,14-2 0,1 0 0,-1 0 0,1 0 0,0 0 0,-1 0 0,1 1 0,0-1 0,0 1 0,0-1 0,0 1 0,0 0 0,0 0 0,1 0 0,-1 0 0,1 0 0,-1 0 0,1 0 0,0 1 0,0-1 0,0 0 0,0 1 0,0-1 0,0 1 0,0 4 0,-1 6 0,1-1 0,0 1 0,0-1 0,2 1 0,-1-1 0,2 1 0,0-1 0,0 0 0,1 1 0,1-1 0,0 0 0,0-1 0,1 1 0,1-1 0,0 0 0,0 0 0,1-1 0,12 14 0,-16-20 0,1 0 0,0-1 0,0 0 0,0 0 0,0 0 0,1 0 0,-1 0 0,1-1 0,-1 0 0,1 0 0,0 0 0,0-1 0,0 1 0,0-1 0,0 0 0,0-1 0,9 1 0,-7-1 0,1 0 0,-1 0 0,1-1 0,-1 0 0,0 0 0,0-1 0,1 0 0,-1 0 0,-1-1 0,1 0 0,12-7 0,156-90 0,-160 89-1365,-3-1-5461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10.5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 56 24575,'-2'0'0,"1"1"0,0-1 0,0 1 0,0-1 0,0 1 0,-1 0 0,1 0 0,0-1 0,0 1 0,0 0 0,0 0 0,0 0 0,1 0 0,-1 0 0,0 0 0,0 0 0,1 0 0,-1 0 0,0 0 0,1 1 0,-1-1 0,1 0 0,0 0 0,-1 1 0,1-1 0,0 0 0,0 3 0,-6 41 0,6-41 0,-1 12 0,-2 10 0,2-1 0,1 1 0,1-1 0,7 48 0,-7-70 0,0 1 0,0-1 0,1 0 0,-1 0 0,1 1 0,0-1 0,0 0 0,0-1 0,0 1 0,0 0 0,1 0 0,-1-1 0,1 0 0,-1 1 0,1-1 0,0 0 0,0 0 0,0-1 0,0 1 0,0-1 0,1 1 0,-1-1 0,0 0 0,4 1 0,5 0 0,-1-1 0,0 0 0,0 0 0,1-1 0,-1 0 0,15-3 0,-22 2 0,0 0 0,0 1 0,0-1 0,0-1 0,-1 1 0,1-1 0,0 1 0,-1-1 0,1 0 0,-1 0 0,0 0 0,1-1 0,-1 1 0,0-1 0,-1 0 0,1 0 0,0 0 0,-1 0 0,0 0 0,1-1 0,-1 1 0,-1-1 0,1 1 0,0-1 0,-1 0 0,0 0 0,2-6 0,0-8 0,0-1 0,-2 0 0,0 0 0,-2-29 0,0 25 0,0 14 0,0 1 0,0 0 0,0-1 0,-1 1 0,0 0 0,-1 0 0,0 0 0,0 0 0,-1 0 0,0 1 0,-10-15 0,11 18 0,-1 0 0,1 0 0,-1 0 0,0 0 0,0 0 0,-1 1 0,1-1 0,-1 1 0,0 0 0,1 1 0,-1-1 0,-1 1 0,1 0 0,0 0 0,0 1 0,-1 0 0,1 0 0,-1 0 0,-6 0 0,10 1 0,-1 0 0,1 0 0,0 0 0,0 0 0,0 0 0,0 0 0,0 1 0,0-1 0,0 1 0,0 0 0,0 0 0,0 0 0,0-1 0,0 2 0,1-1 0,-1 0 0,0 0 0,1 0 0,-1 1 0,1-1 0,-1 1 0,1 0 0,0-1 0,-1 1 0,1 0 0,0 0 0,0-1 0,0 1 0,1 0 0,-1 0 0,0 0 0,1 0 0,-1 0 0,1 0 0,0 0 0,-1 1 0,1-1 0,0 0 0,0 0 0,1 0 0,-1 0 0,1 2 0,-1 2 0,1 0 0,0-1 0,1 1 0,-1-1 0,1 0 0,0 1 0,1-1 0,-1 0 0,1 0 0,0 0 0,0-1 0,0 1 0,1-1 0,0 0 0,4 4 0,1-1 0,0-2 0,1 1 0,0-1 0,0-1 0,0 0 0,19 5 0,68 10 0,-51-11 0,-28-5 0,0 0 0,0-1 0,1-1 0,-1-1 0,1 0 0,26-5 0,-40 5 0,-1-1 0,0 0 0,0 0 0,1 0 0,-1-1 0,0 1 0,0-1 0,0 0 0,-1 0 0,1-1 0,0 1 0,-1-1 0,1 0 0,-1 1 0,0-2 0,0 1 0,0 0 0,-1-1 0,1 1 0,-1-1 0,1 0 0,-1 1 0,0-1 0,-1 0 0,1 0 0,-1-1 0,0 1 0,0 0 0,0 0 0,0-1 0,-1 1 0,0-8 0,0 8 0,0 0 0,-1 0 0,1 0 0,-1 0 0,0 1 0,0-1 0,-1 0 0,1 0 0,-1 1 0,0-1 0,0 1 0,0 0 0,0-1 0,0 1 0,-1 0 0,0 0 0,1 1 0,-1-1 0,0 0 0,0 1 0,-1 0 0,1 0 0,0 0 0,-1 0 0,1 0 0,-1 1 0,0-1 0,1 1 0,-1 0 0,0 0 0,0 0 0,0 1 0,0 0 0,-6-1 0,5 1 0,0 0 0,0 0 0,0 0 0,0 0 0,0 1 0,0-1 0,1 1 0,-1 1 0,0-1 0,0 1 0,1 0 0,-1 0 0,1 0 0,-1 0 0,1 1 0,0 0 0,0 0 0,0 0 0,1 0 0,-1 1 0,1-1 0,-1 1 0,1 0 0,0 0 0,1 0 0,-1 0 0,-2 7 0,1 6 0,1-1 0,0 1 0,2 0 0,0 0 0,1 0 0,0 0 0,4 21 0,-3-35 0,-1 0 0,1 0 0,0 0 0,-1-1 0,2 1 0,-1 0 0,0 0 0,0-1 0,1 1 0,-1-1 0,1 1 0,0-1 0,0 0 0,0 1 0,0-1 0,0 0 0,0 0 0,1-1 0,-1 1 0,1 0 0,-1-1 0,1 0 0,-1 1 0,1-1 0,0 0 0,0 0 0,0 0 0,0-1 0,-1 1 0,1-1 0,0 0 0,0 0 0,0 0 0,5 0 0,-4 0 0,0-1 0,0 1 0,0-1 0,0 0 0,0 0 0,0 0 0,0 0 0,-1-1 0,1 1 0,-1-1 0,1 0 0,-1 0 0,1 0 0,-1-1 0,0 1 0,0-1 0,0 0 0,-1 0 0,1 0 0,-1 0 0,1 0 0,-1 0 0,0-1 0,0 1 0,2-8 0,-1-5-77,0 0-1,-1 0 1,-2 0-1,1 0 1,-3-19 0,1 17-824,0-6-5925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11.2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24575,'1'4'0,"-1"-1"0,1 1 0,0-1 0,0 0 0,1 1 0,-1-1 0,3 4 0,7 20 0,-6 7 0,-2 1 0,-2 0 0,-3 47 0,2 57 0,3-117 0,10 35 0,-5-24 0,-7-29 0,0 0 0,0 1 0,1-1 0,-1 0 0,1 0 0,-1 0 0,1-1 0,1 1 0,-1 0 0,0-1 0,1 1 0,0-1 0,0 0 0,0 0 0,5 4 0,-3-4 0,0 0 0,0-1 0,0 0 0,0 0 0,1 0 0,-1-1 0,1 0 0,-1 0 0,1 0 0,0 0 0,6-1 0,182-4 0,-189 3 0,-1-1 0,1 1 0,-1-1 0,0 0 0,1 0 0,-1 0 0,0-1 0,0 1 0,-1-1 0,1 0 0,0 0 0,-1 0 0,0-1 0,0 1 0,0-1 0,0 0 0,0 0 0,-1 0 0,0 0 0,4-9 0,-5 11 0,0 0 0,1-1 0,-1 1 0,0-1 0,-1 0 0,1 1 0,0-1 0,-1 0 0,0 1 0,1-1 0,-1 0 0,0 0 0,-1 1 0,1-1 0,0 0 0,-1 1 0,1-1 0,-1 0 0,0 1 0,0-1 0,0 1 0,0-1 0,0 1 0,-1-1 0,1 1 0,-1 0 0,0 0 0,1 0 0,-1 0 0,0 0 0,0 0 0,0 0 0,-1 0 0,1 1 0,-5-3 0,5 3 0,0 0 0,0 0 0,0 0 0,0 1 0,0-1 0,0 1 0,0-1 0,0 1 0,0 0 0,-1 0 0,1 0 0,0 0 0,0 0 0,0 0 0,0 1 0,-1-1 0,1 1 0,0-1 0,0 1 0,0 0 0,0 0 0,0 0 0,0 0 0,1 0 0,-1 0 0,0 0 0,0 1 0,1-1 0,-1 1 0,1-1 0,-1 1 0,1 0 0,0 0 0,0-1 0,0 1 0,-2 3 0,2-2 0,0 0 0,0 0 0,0 0 0,0 0 0,0 0 0,1 1 0,-1-1 0,1 0 0,0 0 0,0 1 0,0-1 0,0 0 0,1 1 0,-1-1 0,1 0 0,0 0 0,0 0 0,0 0 0,0 0 0,0 0 0,1 0 0,0 0 0,-1 0 0,3 2 0,2 1 0,-1-1 0,1 0 0,0 0 0,0-1 0,1 0 0,-1 0 0,1 0 0,0-1 0,0 0 0,0 0 0,0-1 0,1 1 0,-1-2 0,16 3 0,7-2 0,2-1 0,43-4 0,-16 1 0,-44 2-111,-5 0-140,0 0 0,0-1 1,0 0-1,12-3 0,-5-2-6575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11.7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24575,'0'32'0,"1"1"0,2-1 0,9 45 0,-7-47 0,-1 1 0,-2-1 0,-2 54 0,1 32 0,-1-114 0,0 0 0,0 0 0,0 1 0,1-1 0,-1 0 0,1 0 0,-1 0 0,1 0 0,0 0 0,0 0 0,0-1 0,0 1 0,0 0 0,0 0 0,0-1 0,1 1 0,-1 0 0,0-1 0,1 1 0,0-1 0,-1 0 0,1 0 0,0 1 0,-1-1 0,1 0 0,0 0 0,0-1 0,0 1 0,0 0 0,0-1 0,0 1 0,0-1 0,3 1 0,7-1 0,-1 0 0,0-1 0,0 0 0,0-1 0,14-4 0,10-1 0,-4 2 0,1 2 0,32 1 0,-55 2 0,0 1 0,0 0 0,0 0 0,0 1 0,0 0 0,0 1 0,0 0 0,-1 0 0,0 1 0,1 0 0,12 8 0,15 10 0,-30-19 0,1 0 0,0 1 0,-1 0 0,0 1 0,0 0 0,0-1 0,9 11 0,-15-15 0,1 1 0,-1 0 0,1-1 0,-1 1 0,1 0 0,-1-1 0,0 1 0,1 0 0,-1 0 0,0-1 0,1 1 0,-1 0 0,0 0 0,0-1 0,0 1 0,0 0 0,0 0 0,0 0 0,0 0 0,0-1 0,0 1 0,0 0 0,0 0 0,0 0 0,-1-1 0,1 1 0,0 0 0,-1 0 0,0 0 0,0 1 0,-1-1 0,1 0 0,-1 0 0,1 1 0,-1-1 0,0 0 0,1-1 0,-1 1 0,0 0 0,0 0 0,0-1 0,-2 1 0,-8 1 0,0 0 0,-25 0 0,35-2 0,-10 0 0,-175-3 0,182 2 0,0 1 0,0-1 0,0 0 0,0 0 0,0 0 0,1 0 0,-1-1 0,1 0 0,-8-4 0,12 6 1,-1-1 0,1 1 0,0 0-1,0 0 1,0-1 0,0 1 0,0 0-1,0 0 1,0-1 0,0 1 0,0 0-1,0 0 1,0-1 0,0 1 0,0 0-1,0 0 1,1-1 0,-1 1 0,0 0-1,0 0 1,0-1 0,0 1 0,0 0-1,0 0 1,1 0 0,-1-1 0,0 1 0,0 0-1,0 0 1,1 0 0,-1 0 0,0-1-1,0 1 1,0 0 0,1 0 0,-1 0-1,0 0 1,0 0 0,1 0 0,-1 0-1,0 0 1,0 0 0,1 0 0,-1 0-1,0 0 1,0 0 0,1 0 0,-1 0-1,0 0 1,0 0 0,1 0 0,-1 0 0,0 0-1,1 0 1,15-2-1408,3 0-5419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12.1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19 24575,'-1'0'0,"0"1"0,-1-1 0,1 1 0,0 0 0,-1-1 0,1 1 0,0 0 0,0 0 0,0 0 0,0 0 0,0 0 0,0 0 0,0 1 0,0-1 0,0 0 0,0 0 0,1 1 0,-1-1 0,0 0 0,1 1 0,-1-1 0,1 0 0,0 1 0,0-1 0,-1 1 0,1-1 0,0 3 0,-4 41 0,5-41 0,-1 0 0,1 0 0,0-1 0,0 1 0,0 0 0,1-1 0,-1 1 0,1 0 0,0-1 0,0 0 0,0 1 0,0-1 0,1 0 0,-1 0 0,1 0 0,0-1 0,0 1 0,0-1 0,0 1 0,0-1 0,1 0 0,-1 0 0,7 2 0,-5-1 0,0-1 0,1 0 0,-1-1 0,1 1 0,-1-1 0,1 0 0,0 0 0,-1-1 0,1 1 0,0-2 0,-1 1 0,1 0 0,0-1 0,-1 0 0,10-3 0,-12 2 5,0 1-1,0-1 1,0 0 0,-1 0-1,1-1 1,-1 1-1,0 0 1,1-1 0,-1 0-1,0 1 1,0-1 0,-1 0-1,1 0 1,-1 0-1,1 0 1,-1 0 0,0-1-1,0 1 1,0 0-1,-1 0 1,1-1 0,-1 1-1,0 0 1,0-1-1,0-4 1,0 1-129,0 0 0,-1 1 1,0-1-1,0 0 0,0 1 0,-1-1 1,0 1-1,0-1 0,-1 1 0,0 0 1,-6-11-1,-3 4-6702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12.6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0 164 24575,'0'11'0,"1"1"0,0-1 0,0 1 0,1-1 0,1 0 0,0 0 0,0 0 0,7 14 0,-8-20 0,1 0 0,0 0 0,0 0 0,0-1 0,1 1 0,-1-1 0,1 0 0,0 0 0,0 0 0,1-1 0,-1 0 0,1 1 0,0-1 0,-1-1 0,1 1 0,1-1 0,-1 0 0,0 0 0,8 1 0,-8-1 0,0-2 0,0 1 0,1 0 0,-1-1 0,0 0 0,0-1 0,1 1 0,-1-1 0,0 0 0,0 0 0,0 0 0,0-1 0,0 0 0,0 0 0,0 0 0,0-1 0,-1 1 0,1-1 0,-1 0 0,6-5 0,-5 3 0,-1 0 0,1-1 0,-1 1 0,0-1 0,0 1 0,0-1 0,-1-1 0,0 1 0,-1 0 0,1-1 0,-1 1 0,0-1 0,-1 0 0,1 1 0,-1-9 0,0 6 0,0-1 0,-1 1 0,-1 0 0,1-1 0,-2 1 0,1 0 0,-5-14 0,4 18 0,0-1 0,-1 2 0,1-1 0,-1 0 0,0 0 0,0 1 0,-1 0 0,1-1 0,-1 1 0,0 0 0,0 1 0,0-1 0,-1 1 0,-5-3 0,-2-2 0,-8-4 0,-40-19 0,55 29 0,0 0 0,0 0 0,0 1 0,0-1 0,-1 1 0,1 0 0,-1 1 0,1-1 0,0 1 0,-1 0 0,1 0 0,-1 1 0,-9 2 0,-2 6-1365,5 3-5461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12.9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24575,'1'0'0,"0"1"0,1-1 0,-1 1 0,0 0 0,0-1 0,0 1 0,0 0 0,0 0 0,0 0 0,0 0 0,0 0 0,0 0 0,0 0 0,0 0 0,-1 0 0,1 1 0,0-1 0,-1 0 0,1 0 0,0 2 0,13 34 0,-11-28 0,9 22 0,-5-17 0,-2 0 0,0 1 0,0 0 0,-1 0 0,-1 1 0,1 16 0,-5 59 2,-1-69-230,1 0 0,1 0 0,1 0 0,1 0 1,9 39-1,-5-43-6598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13.1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1 126 24575,'4'0'0,"7"-4"0,6-3 0,4 2 0,3 0 0,-1-3 0,-1-1 0,0 2 0,2-3 0,1 0 0,1 3 0,1 1 0,0-2 0,0 0 0,-4-3 0,-1 0 0,-5 2-8191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13.3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24575,'0'7'0,"1"-1"0,0 1 0,1-1 0,-1 0 0,1 0 0,0 0 0,1 0 0,0 0 0,0 0 0,0 0 0,0-1 0,1 1 0,0-1 0,0 0 0,0-1 0,1 1 0,0-1 0,0 1 0,0-1 0,0-1 0,1 1 0,-1-1 0,1 0 0,0 0 0,0-1 0,12 4 0,39 15 0,-41-14 0,1 0 0,0-1 0,0-2 0,1 1 0,29 2 0,102-7 56,-80-1-1477,-45 1-5405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13.8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24575,'2'6'0,"-1"-1"0,1 0 0,1 1 0,-1-1 0,1 0 0,0-1 0,0 1 0,0 0 0,1-1 0,-1 0 0,8 7 0,46 53 0,-16-17 0,42 51 0,-74-88-195,0 0 0,1-1 0,1-1 0,-1 1 0,1-2 0,20 11 0,-14-11-6631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14.4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 1 24575,'-1'3'0,"0"1"0,0-1 0,0 1 0,0-1 0,0 1 0,-4 6 0,-5 17 0,0 22 0,3-18 0,1 0 0,-2 46 0,8-76 0,0 1 0,0 0 0,-1 0 0,1-1 0,1 1 0,-1 0 0,0 0 0,0-1 0,1 1 0,-1 0 0,1 0 0,-1-1 0,1 1 0,0-1 0,-1 1 0,1 0 0,0-1 0,0 0 0,0 1 0,0-1 0,1 0 0,-1 1 0,0-1 0,0 0 0,1 0 0,-1 0 0,1 0 0,-1 0 0,1 0 0,-1 0 0,1-1 0,0 1 0,-1-1 0,1 1 0,0-1 0,-1 1 0,1-1 0,0 0 0,0 0 0,0 0 0,-1 0 0,1 0 0,0 0 0,-1-1 0,1 1 0,2-1 0,3-1 0,-1 0 0,1 0 0,-1 0 0,0-1 0,1 0 0,-2 0 0,1-1 0,0 0 0,-1 0 0,1 0 0,4-6 0,17-17 0,-13 14 0,-1-1 0,0-1 0,18-28 0,-28 39 0,-1-1 0,1 1 0,-1-1 0,0 1 0,-1-1 0,1 0 0,-1 0 0,0 0 0,0 0 0,-1 1 0,1-1 0,-1 0 0,0 0 0,0 0 0,-1 0 0,0 0 0,0 0 0,0 0 0,-3-7 0,4 10 0,-1 0 0,0 0 0,1 0 0,-1 0 0,0 0 0,0 1 0,-1-1 0,1 0 0,0 1 0,0-1 0,-1 1 0,1-1 0,-1 1 0,1 0 0,-1 0 0,0-1 0,0 1 0,1 0 0,-1 1 0,0-1 0,0 0 0,0 0 0,0 1 0,0-1 0,0 1 0,0 0 0,0-1 0,0 1 0,0 0 0,0 0 0,0 0 0,0 1 0,-3 0 0,2 0 0,0 0 0,0 0 0,1 0 0,-1 0 0,0 0 0,1 1 0,0 0 0,-1-1 0,1 1 0,0 0 0,0 0 0,-1 0 0,2 1 0,-1-1 0,0 0 0,0 1 0,1-1 0,-1 1 0,1-1 0,0 1 0,0 0 0,-1 5 0,-1 5 0,1 0 0,0 1 0,1 0 0,0-1 0,2 1 0,1 17 0,-2-27 0,1-1 0,-1 1 0,1 0 0,0 0 0,0 0 0,0 0 0,1-1 0,-1 1 0,1-1 0,0 1 0,0-1 0,0 1 0,1-1 0,-1 0 0,1 0 0,-1 0 0,1 0 0,0-1 0,0 1 0,0-1 0,1 0 0,-1 0 0,0 0 0,1 0 0,6 2 0,46 7 0,1-3 0,-1-2 0,1-2 0,60-5 0,-106 1 0,15 0-1365,-2 0-5461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14.6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84 1 24575,'-4'0'0,"0"-1"0,0 2 0,-1-1 0,1 1 0,0-1 0,0 1 0,0 0 0,-1 0 0,1 1 0,-5 2 0,7-2 0,0-1 0,-1 1 0,1 0 0,0 0 0,1 0 0,-1 0 0,0 1 0,1-1 0,-1 0 0,1 1 0,-1-1 0,1 1 0,0-1 0,0 1 0,1 0 0,-1-1 0,0 5 0,-1-1 0,1 1 0,0 0 0,0 0 0,1 0 0,-1 0 0,2 0 0,-1 0 0,1 0 0,0 0 0,0-1 0,1 1 0,0 0 0,0-1 0,1 1 0,0-1 0,0 0 0,0 1 0,1-2 0,0 1 0,0 0 0,0-1 0,1 0 0,-1 1 0,1-2 0,1 1 0,-1-1 0,1 0 0,0 0 0,12 6 0,-1-3 0,2 0 0,-1-2 0,0 0 0,1-1 0,0 0 0,0-2 0,0-1 0,1 0 0,23-2 0,203-1-1365,-223 2-5461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14.9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24575,'0'520'0,"2"-497"0,0 0 0,11 42 0,-3-12 0,2-11-1365,-6-25-5461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15.5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58 24575,'0'-3'0,"0"1"0,1 0 0,-1-1 0,1 1 0,0 0 0,-1-1 0,1 1 0,0 0 0,0 0 0,0 0 0,1 0 0,-1 0 0,0 0 0,1 0 0,-1 0 0,1 0 0,0 1 0,0-1 0,0 1 0,0-1 0,0 1 0,0 0 0,0-1 0,0 1 0,0 0 0,0 1 0,1-1 0,-1 0 0,0 1 0,1-1 0,3 0 0,10-1 0,1 0 0,-1 1 0,27 2 0,-25-1 0,53 0 0,79 3 0,-148-2 0,1-1 0,-1 0 0,1 1 0,-1-1 0,1 1 0,-1 0 0,0 0 0,1 0 0,-1 0 0,0 1 0,0-1 0,0 0 0,0 1 0,0-1 0,0 1 0,0 0 0,0 0 0,-1 0 0,1 0 0,-1 0 0,1 0 0,-1 0 0,0 0 0,0 1 0,1 2 0,2 6 0,-1 1 0,-1 0 0,0-1 0,1 18 0,5 28 0,-6-53 0,0 0 0,0 0 0,0 0 0,0 0 0,0-1 0,1 1 0,0-1 0,-1 1 0,1-1 0,0 0 0,1 0 0,-1-1 0,1 1 0,-1-1 0,1 0 0,0 1 0,-1-2 0,1 1 0,0 0 0,7 1 0,-9-2 0,1-1 0,-1 0 0,0 1 0,1-1 0,-1 0 0,1 0 0,-1 0 0,0 0 0,1-1 0,-1 1 0,1-1 0,-1 1 0,0-1 0,1 0 0,-1 0 0,0 0 0,0 0 0,0 0 0,0 0 0,0-1 0,0 1 0,0-1 0,0 0 0,0 1 0,-1-1 0,1 0 0,-1 0 0,1 0 0,-1 0 0,0 0 0,0 0 0,0-1 0,0 1 0,0 0 0,0 0 0,0-5 0,1 0 0,0 0 0,-1 0 0,0 0 0,0 0 0,0-1 0,-1 1 0,-1 0 0,1 0 0,-1 0 0,-3-13 0,2 15 0,1 1 0,-1-1 0,0 1 0,-1 0 0,1-1 0,-1 1 0,0 1 0,0-1 0,0 0 0,0 1 0,-1-1 0,0 1 0,1 0 0,-1 0 0,0 1 0,-9-5 0,8 4-79,0 0-12,-1-1-1,0 1 0,0 1 0,0-1 0,0 1 0,0 0 0,0 0 0,-1 1 0,1 0 1,-1 0-1,1 0 0,-1 1 0,-7 0 0,-2 5-6734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15.8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0 166 24575,'1'3'0,"0"0"0,0 0 0,1 0 0,-1 0 0,0 0 0,1 0 0,0 0 0,0 0 0,0-1 0,0 1 0,4 3 0,12 20 0,-13-14 0,1-1 0,0 0 0,10 14 0,-13-20 0,0-1 0,0 0 0,1 0 0,0 0 0,0-1 0,0 1 0,0-1 0,0 0 0,1 0 0,6 3 0,-10-6 0,-1 0 0,0 0 0,1-1 0,-1 1 0,0 0 0,0-1 0,0 1 0,1 0 0,-1-1 0,0 1 0,0 0 0,0-1 0,0 1 0,1 0 0,-1-1 0,0 1 0,0-1 0,0 1 0,0 0 0,0-1 0,0 1 0,0-1 0,0 1 0,0 0 0,0-1 0,-1 1 0,1 0 0,0-1 0,0 1 0,0 0 0,0-1 0,0 1 0,-1-1 0,-3-15 0,-7-14 0,5 14 0,0 0 0,0-1 0,2 0 0,-4-27 0,7 40 0,1 0 0,0 0 0,0 0 0,0 0 0,0 0 0,1 0 0,0 0 0,0 0 0,0 0 0,0 1 0,0-1 0,1 0 0,0 0 0,0 1 0,0-1 0,0 1 0,0 0 0,1 0 0,-1 0 0,1 0 0,0 0 0,0 0 0,0 1 0,0-1 0,5-2 0,8-2 0,0 0 0,1 0 0,0 2 0,1 0 0,-1 1 0,1 1 0,22-2 0,31-6 0,-33 4-455,1 2 0,76 1 0,-92 4-6371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40.3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0 24575,'0'9'0,"1"0"0,1 0 0,0-1 0,5 17 0,5 24 0,-7 232 0,-7-156 0,4-18 0,-5 119 0,3-222 0,-1 1 0,1 0 0,-1 0 0,0 0 0,0-1 0,-1 1 0,1-1 0,-1 1 0,-5 7 0,7-12 0,1 0 0,-1 0 0,0 0 0,0-1 0,0 1 0,0 0 0,0 0 0,0 0 0,0 0 0,0-1 0,0 1 0,0 0 0,0 0 0,0 0 0,0 0 0,0-1 0,0 1 0,0 0 0,0 0 0,0 0 0,0 0 0,0 0 0,0-1 0,0 1 0,0 0 0,0 0 0,0 0 0,0 0 0,-1-1 0,1 1 0,0 0 0,0 0 0,0 0 0,0 0 0,0 0 0,0 0 0,-1 0 0,1-1 0,0 1 0,0 0 0,0 0 0,0 0 0,0 0 0,-1 0 0,1 0 0,0 0 0,0 0 0,0 0 0,0 0 0,-1 0 0,1 0 0,0 0 0,0 0 0,0 0 0,0 0 0,-1 0 0,1 0 0,0 0 0,0 0 0,0 0 0,0 0 0,-1 0 0,1 1 0,0-1 0,0 0 0,0 0 0,0 0 0,0-15 0,2 10 0,0-1 0,0 1 0,0 0 0,1 0 0,0 0 0,0 1 0,0-1 0,0 1 0,1-1 0,0 1 0,0 0 0,0 1 0,0-1 0,0 1 0,1-1 0,0 1 0,0 1 0,-1-1 0,2 1 0,-1 0 0,0 0 0,0 0 0,10-1 0,-8 1 0,0 1 0,1 0 0,-1 0 0,1 1 0,-1 0 0,1 0 0,-1 1 0,0 0 0,1 0 0,-1 1 0,0 0 0,0 0 0,0 1 0,0 0 0,0 0 0,0 0 0,9 7 0,-12-6 0,-1-1 0,0 0 0,0 1 0,0 0 0,0 0 0,-1 0 0,4 7 0,12 18 0,-15-27 0,-1 0 0,-1 0 0,1 0 0,0 1 0,0-1 0,-1 1 0,0-1 0,1 1 0,-1-1 0,0 1 0,0 0 0,0 0 0,-1 0 0,1-1 0,0 6 0,-2-7 0,1 1 0,-1-1 0,1 1 0,-1-1 0,0 1 0,0-1 0,0 0 0,1 1 0,-1-1 0,-1 0 0,1 0 0,0 0 0,0 1 0,0-1 0,0-1 0,-1 1 0,1 0 0,-1 0 0,1 0 0,0-1 0,-1 1 0,1 0 0,-1-1 0,1 0 0,-1 1 0,0-1 0,1 0 0,-1 0 0,-2 0 0,-29 4 0,-1-2 0,1-1 0,-61-8 0,84 6 17,1 0 0,-1-1 1,0-1-1,1 0 0,0 0 0,-16-8 0,21 9-104,0 0-1,0-1 1,1 1 0,-1-1-1,1 0 1,0 0 0,0 0-1,0 0 1,0 0-1,0-1 1,0 1 0,1-1-1,0 0 1,0 0 0,0 0-1,-2-7 1,-1-8-6739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40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271 0 24575,'14'16'0,"-1"0"0,-1 0 0,-1 1 0,0 1 0,-1 0 0,-1 0 0,11 33 0,-18-48 0,-1 1 0,9 19 0,-2 0 0,8 29 0,-8-16 0,-2-12 0,-1 0 0,-1 1 0,1 28 0,-3-13 0,-1-16 0,0 0 0,-2 0 0,-1 0 0,-5 28 0,6-47 0,0-1 0,-1 1 0,0-1 0,0 1 0,0-1 0,-1 0 0,1 1 0,-1-1 0,0-1 0,0 1 0,-1 0 0,1-1 0,-1 1 0,-3 2 0,-6 2 0,1 0 0,-2-1 0,-16 7 0,0 0 0,-50 18 0,58-25 0,1 1 0,-33 18 0,44-21-170,1 0-1,0 0 0,-1-1 1,0 0-1,0-1 0,0 0 1,-12 1-1,1-1-6655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47.8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389 222 24575,'1'0'0,"0"0"0,0-1 0,0 1 0,1-1 0,-1 0 0,0 1 0,0-1 0,0 0 0,0 0 0,0 0 0,0 0 0,0 0 0,-1 0 0,1 0 0,0 0 0,0 0 0,-1 0 0,1 0 0,-1 0 0,1 0 0,-1-1 0,1 1 0,-1 0 0,0 0 0,1-1 0,-1 1 0,0-2 0,5-42 0,-5 40 0,1-2 0,-1 1 0,0 0 0,0 0 0,-1-1 0,0 1 0,0 0 0,0 0 0,-5-11 0,5 14 0,-1 0 0,0 0 0,0 0 0,0 0 0,0 0 0,0 0 0,-1 0 0,1 0 0,-1 1 0,0 0 0,0-1 0,0 1 0,0 0 0,0 1 0,0-1 0,-5-1 0,-10-4 0,0 1 0,0 1 0,-1 0 0,0 2 0,0 0 0,0 1 0,-1 1 0,1 1 0,-28 3 0,42-2 0,0 0 0,0 0 0,1 0 0,-1 1 0,1 0 0,-1 0 0,1 0 0,-1 0 0,1 1 0,0 0 0,0 0 0,0 0 0,1 0 0,-1 0 0,1 1 0,0 0 0,0 0 0,0 0 0,0 0 0,1 0 0,-5 9 0,-1 7 0,0 0 0,1 1 0,-6 34 0,9-39 0,0 5 0,0-1 0,2 0 0,0 1 0,1 0 0,1-1 0,1 1 0,7 40 0,-5-50 0,2 0 0,-1 0 0,1-1 0,1 1 0,0-1 0,0 0 0,11 12 0,60 61 0,-53-61 0,6 8 0,-18-20 0,0 1 0,0 1 0,-2-1 0,1 2 0,-2 0 0,1 0 0,10 22 0,-20-34 0,1 0 0,-1 0 0,0 0 0,1 0 0,-1 0 0,0 0 0,0 0 0,0 0 0,0 0 0,0 0 0,0 1 0,0-1 0,0 0 0,0 0 0,0 0 0,-1 0 0,1 0 0,0 0 0,-1 0 0,1 0 0,-1 0 0,1 0 0,-1 0 0,0 0 0,1 0 0,-1 0 0,0-1 0,0 1 0,1 0 0,-1 0 0,0-1 0,0 1 0,0-1 0,0 1 0,0-1 0,0 1 0,0-1 0,0 1 0,0-1 0,0 0 0,0 1 0,0-1 0,-3 0 0,-5 2 0,-1-1 0,0 0 0,-18 0 0,22-1 0,-34 2 0,-64 12 0,60-7 0,165-6-1365,-95-1-5461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48.2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 0 24575,'-5'0'0,"-1"5"0,0 6 0,1 6 0,2 5 0,1 2 0,1 3 0,0 1 0,1 1 0,1 0 0,-1-1 0,0 0 0,-4-5 0,-7-6 0,-1-11 0,2-7-8191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48.4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24575,'411'0'0,"-399"0"30,0 1 0,0 0 0,19 5 0,-27-5-144,1 0 0,-1 0-1,0 1 1,0 0 0,0-1 0,0 2-1,0-1 1,-1 0 0,1 1 0,0-1-1,-1 1 1,6 6 0,0 5-6712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48.6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24575,'23'1'0,"-1"2"0,38 7 0,27 4 0,2 0 0,-64-9 0,0-1 0,27 1 0,303-5-1365,-332 0-5461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49.2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 24575,'0'17'0,"-1"42"0,3-1 0,13 83 0,-8-93 0,-2 0 0,-2 0 0,-2 0 0,-7 60 0,-1-81 0,0-20 0,1-19 0,1-14 0,2 0 0,0 0 0,2 0 0,4-48 0,-1 9 0,-2 53 0,1 0 0,0 0 0,0 0 0,1 0 0,5-15 0,-5 20 0,1 0 0,1 0 0,-1 0 0,1 0 0,1 1 0,-1 0 0,1 0 0,0 0 0,8-7 0,-11 11 0,12-12 0,0 1 0,28-19 0,-36 28 0,1 0 0,0 1 0,0 0 0,0 0 0,0 1 0,0 0 0,0 0 0,0 1 0,1 0 0,8-1 0,43 0 0,74 7 0,-125-3 0,0 0 0,0 0 0,0 1 0,0 0 0,-1 1 0,0 0 0,0 0 0,0 0 0,0 1 0,0 0 0,-1 0 0,0 1 0,6 7 0,32 23 0,-31-25 0,-1 1 0,0 1 0,0 0 0,-1 0 0,-1 1 0,0 1 0,-1-1 0,8 19 0,-13-23 0,0-1 0,0 1 0,-1 0 0,-1 0 0,0 0 0,0 0 0,-1 1 0,0-1 0,-1 0 0,-1 14 0,1-19 0,0 0 0,-1 0 0,0 0 0,0 0 0,0 0 0,-1 0 0,0 0 0,1 0 0,-2 0 0,1-1 0,-1 1 0,1-1 0,-1 1 0,-1-1 0,1 0 0,0 0 0,-1-1 0,0 1 0,0-1 0,0 1 0,-6 2 0,-14 5 0,0-1 0,-1-1 0,0-1 0,-49 8 0,24-11 0,0-2 0,-61-5 0,26 0 0,81 3-91,0-1 0,0 0 0,-1 0 0,1-1 0,0 1 0,0-1 0,0 0 0,0 0 0,-1 0 0,1 0 0,1-1 0,-1 0 0,0 0 0,-4-2 0,-4-8-6735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49.5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193 1 24575,'-6'0'0,"1"0"0,-1 0 0,0 0 0,1 1 0,-1 0 0,1 0 0,-1 0 0,1 1 0,-1-1 0,1 1 0,0 1 0,0-1 0,0 1 0,0 0 0,0 0 0,0 0 0,1 1 0,0-1 0,0 1 0,0 0 0,0 1 0,0-1 0,1 1 0,0-1 0,0 1 0,0 0 0,1 0 0,-3 7 0,-9 27 0,3 0 0,1 1 0,2 0 0,1 0 0,2 1 0,1 46 0,5-73 0,-1 0 0,2-1 0,0 1 0,0 0 0,2-1 0,-1 1 0,12 24 0,-11-29 0,1 0 0,1 0 0,-1-1 0,1 0 0,1 0 0,-1-1 0,1 0 0,1 0 0,-1 0 0,1-1 0,15 10 0,8 3 0,-23-13 0,0 0 0,0-2 0,0 1 0,1-1 0,-1 0 0,1 0 0,0-1 0,0 0 0,10 1 0,35 0-1365,-30-4-5461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50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31 24575,'4'0'0,"7"0"0,6 0 0,0-5 0,2-2 0,2 1 0,2 1 0,2 2 0,1 1 0,2 0 0,-5 2-8191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50.9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24575,'5'0'0,"6"0"0,5 0 0,6 0 0,-2 0-8191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51.0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24575,'0'0'-8191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51.2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24575,'5'0'0,"1"0"-8191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51.5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24575,'5'0'0,"6"0"0,1 5 0,4 1 0,-2 4 0,2 1 0,-2 3 0,-3 4 0,-4 3 0,-7-1 0,-4-1 0,-6-2 0,-1 0 0,1-3-8191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52.2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24575,'2'0'0,"-1"1"0,0-1 0,0 1 0,0 0 0,1-1 0,-1 1 0,0 0 0,0-1 0,0 1 0,0 0 0,0 0 0,-1 0 0,1 0 0,0 0 0,0 0 0,0 0 0,-1 0 0,1 0 0,-1 1 0,1-1 0,-1 0 0,1 0 0,-1 1 0,0-1 0,0 0 0,1 0 0,-1 3 0,5 40 0,-5-38 0,1 27 0,-1-24 0,0 1 0,0-1 0,1 1 0,0-1 0,1 0 0,0 1 0,0-1 0,1 0 0,0 0 0,0-1 0,1 1 0,7 11 0,17 29 0,-18-31 0,0 0 0,15 19 0,-23-33 0,1-1 0,0 1 0,0-1 0,0 0 0,0 0 0,1 0 0,-1-1 0,1 1 0,0-1 0,-1 0 0,1 0 0,0 0 0,0-1 0,1 1 0,6 1 0,-8-3 0,0 0 0,1-1 0,-1 1 0,0-1 0,0 0 0,1 0 0,-1 0 0,0 0 0,0 0 0,0-1 0,0 1 0,-1-1 0,1 0 0,0 0 0,-1 0 0,1 0 0,-1 0 0,1-1 0,-1 1 0,0-1 0,0 1 0,0-1 0,-1 0 0,4-5 0,0-3 0,1 1 0,-2-1 0,1 0 0,-1 0 0,4-20 0,-5-1 0,0 1 0,-4-62 0,4 114 0,0 0 0,14 38 0,-9-33 0,-1 1 0,-1 0 0,3 30 0,-6-32 0,1 0 0,1 0 0,1-1 0,19 46 0,4 16 0,-25-69 0,0 1 0,-1 0 0,1 28 0,-4-36 0,0 0 0,-1 0 0,0 0 0,0-1 0,-1 1 0,0 0 0,-1-1 0,-3 11 0,4-17 0,0 0 0,0 0 0,0 0 0,0-1 0,-1 1 0,1 0 0,-1-1 0,0 0 0,0 1 0,0-1 0,0 0 0,0-1 0,0 1 0,0 0 0,0-1 0,-1 0 0,1 0 0,-1 0 0,1 0 0,-1 0 0,1-1 0,-1 1 0,1-1 0,-1 0 0,-5-1 0,3 1 0,1 0 0,0-1 0,0 0 0,-1 0 0,1 0 0,0-1 0,0 0 0,0 0 0,1 0 0,-1 0 0,0-1 0,1 0 0,-1 0 0,1 0 0,0 0 0,-6-8 0,4 4 0,1-1 0,1 0 0,0 0 0,0 0 0,0 0 0,1-1 0,0 0 0,1 1 0,0-1 0,0 0 0,1 0 0,0 0 0,1 0 0,0-1 0,0 1 0,1 0 0,0 0 0,0 0 0,1 0 0,1 0 0,2-8 0,-1 11 0,-1 1 0,1 0 0,0 0 0,1 0 0,-1 0 0,1 1 0,9-8 0,13-12 0,11-19-1365,-28 30-5461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52.4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24575,'5'0'0,"1"5"0,4 1 0,1 4 0,-2 6 0,3-1 0,4 3 0,-2 2 0,-2 3 0,-3 1 0,-4 2 0,-2 2 0,-2-1 0,-1 1 0,-5-5 0,-2-1 0,0-5-8191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53.0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2 24575,'88'-2'0,"98"4"0,-183-1 0,0-1 0,0 1 0,0 0 0,0 0 0,0 0 0,0 0 0,-1 1 0,1-1 0,0 1 0,-1-1 0,5 5 0,-6-6 0,-1 1 0,1-1 0,-1 1 0,0-1 0,1 1 0,-1-1 0,1 1 0,-1-1 0,0 1 0,0 0 0,1-1 0,-1 1 0,0-1 0,0 1 0,0 0 0,1-1 0,-1 1 0,0 0 0,0-1 0,0 1 0,0 0 0,-1 0 0,1 0 0,-1 0 0,1 0 0,-1 0 0,0 0 0,1 0 0,-1 0 0,0 0 0,0-1 0,0 1 0,0 0 0,0 0 0,0-1 0,0 1 0,0-1 0,0 1 0,0-1 0,0 1 0,-1-1 0,-60 16 0,48-13 0,-1 0 0,1 1 0,-16 7 0,-105 46 0,126-52 0,0-1 0,0 1 0,0 1 0,1 0 0,0 0 0,0 0 0,0 1 0,-7 9 0,12-13 0,0 0 0,1 0 0,-1 0 0,1 1 0,0-1 0,0 1 0,0-1 0,0 1 0,1 0 0,-1 0 0,1 0 0,0 0 0,0 0 0,0 0 0,1 0 0,0 0 0,0 0 0,0 0 0,0 0 0,0 0 0,1 0 0,1 7 0,0-8 0,-1 0 0,1 0 0,0-1 0,0 1 0,0 0 0,0-1 0,0 0 0,1 1 0,-1-1 0,1 0 0,-1 0 0,1 0 0,0-1 0,0 1 0,0-1 0,0 1 0,5 0 0,7 4 0,1-2 0,20 3 0,-21-4 0,10 3 0,6 1 0,0-1 0,1-1 0,-1-1 0,1-2 0,36-3 0,-40-6 0,-24-1 0,-13-3 0,-4 2-227,-1 1-1,1 1 1,-1 0-1,0 0 1,-25-6-1,17 8-6598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53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24575,'574'0'-1365,"-551"0"-5461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53.5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276 1 24575,'1'4'0,"1"0"0,0 0 0,0 1 0,0-2 0,1 1 0,-1 0 0,1 0 0,0-1 0,0 1 0,0-1 0,1 0 0,3 3 0,2 3 0,9 13 0,-1 1 0,18 30 0,34 72 0,-63-112 0,0 0 0,-1 0 0,0 0 0,-1 0 0,0 1 0,-2 0 0,1-1 0,0 24 0,-2 1 0,-7 72 0,5-103 0,0-1 0,0 0 0,-1 0 0,0 0 0,0 0 0,0-1 0,-1 1 0,0 0 0,0-1 0,0 0 0,0 0 0,-1 0 0,0 0 0,0 0 0,-1-1 0,1 1 0,-1-1 0,0-1 0,0 1 0,0-1 0,-8 4 0,-10 4 0,-1-1 0,0-1 0,-1-2 0,-25 5 0,21-5 0,-40 15 0,35-10-71,-49 11-1,49-14-1150,16-4-5604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54.2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24575,'78'-1'0,"89"3"0,-87 12 0,-21-2 0,-1-2 0,-18-3 0,80 4 0,-83-11-63,-18-1-262,0 1-1,0 1 1,23 3-1,-19 2-6500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54.4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24575,'31'0'0,"-1"1"0,1 2 0,51 11 0,-40-8 0,0-1 0,0-1 0,0-3 0,46-4 0,2 1 0,46 2-1365,-112 0-5461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55.8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 32 24575,'0'2'0,"5"131"0,-3-113 0,1 0 0,1 0 0,1-1 0,11 30 0,37 87 0,-43-111 0,-2 0 0,10 44 0,-15-57 0,6 48 0,-11-127 0,3 46 0,-1 0 0,-1 0 0,-1 0 0,-1 0 0,-8-27 0,3 23 0,0-1 0,1 0 0,2 0 0,1-1 0,-2-50 0,5 47 0,0 14 0,1 0 0,0-1 0,6-30 0,-6 44 0,1-1 0,0 1 0,0 0 0,0 0 0,0 0 0,0-1 0,1 2 0,-1-1 0,1 0 0,0 0 0,0 0 0,0 1 0,0-1 0,1 1 0,-1-1 0,1 1 0,-1 0 0,1 0 0,0 0 0,0 1 0,0-1 0,0 1 0,0-1 0,5-1 0,2 2 0,1-1 0,-1 1 0,1 1 0,-1 0 0,0 0 0,1 1 0,-1 0 0,1 1 0,-1 0 0,0 1 0,0 0 0,0 0 0,-1 1 0,1 1 0,-1 0 0,0 0 0,0 0 0,-1 1 0,1 1 0,-1-1 0,12 14 0,39 30 0,-49-40 0,1 0 0,0-1 0,15 10 0,-12-9 0,0 1 0,14 14 0,-24-22 0,-1 1 0,0-1 0,0 1 0,0 0 0,-1 0 0,1 0 0,-1 0 0,0 1 0,0-1 0,-1 0 0,1 1 0,0 6 0,-1-9 0,-1 0 0,0 0 0,0-1 0,0 1 0,0 0 0,-1-1 0,1 1 0,0 0 0,-1-1 0,1 1 0,-1 0 0,0-1 0,1 1 0,-1-1 0,0 1 0,0-1 0,0 1 0,0-1 0,-2 2 0,0 0 0,-1 0 0,1 0 0,-1-1 0,1 1 0,-1-1 0,0 0 0,-7 3 0,-4-1 0,0 1 0,0-2 0,-21 3 0,-35 1 0,40-5 0,-48 9 0,33-4 0,-1-2 0,0-2 0,-79-6 0,32 1 0,133 1 0,-8 0 0,0 1 0,0 1 0,-1 1 0,34 8 0,9 7 0,110 11 0,-158-23 0,-1 0 0,0 2 0,0 0 0,0 2 0,39 20 0,-51-24 0,1-1 0,-1 0 0,1 0 0,21 1 0,-20-3 0,-1 1 0,0-1 0,0 2 0,23 9 0,31 15 0,-53-23 0,1 1 0,-1 0 0,0 1 0,0 0 0,-1 1 0,0 0 0,21 19 0,-20-15-1365,-1-1-5461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56.3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192 0 24575,'-6'0'0,"1"0"0,-1 1 0,1-1 0,0 1 0,-1 0 0,1 0 0,0 1 0,-1 0 0,1 0 0,0 0 0,-5 3 0,3 0 0,0 1 0,0 0 0,1 0 0,-1 0 0,1 1 0,-5 7 0,2 1 0,0 0 0,0 0 0,2 1 0,0 0 0,1 1 0,0-1 0,1 1 0,1 0 0,1 1 0,-2 29 0,4-33 0,0-1 0,2 0 0,-1 1 0,1-1 0,1 0 0,1 0 0,0 0 0,0 0 0,8 17 0,-8-22 0,1 0 0,1 0 0,0 0 0,0-1 0,0 0 0,1 0 0,0 0 0,0-1 0,1 1 0,0-2 0,0 1 0,0-1 0,1 0 0,15 7 0,-4-3 0,0-1 0,0-1 0,1 0 0,0-2 0,23 3 0,-36-6 0,1-2 0,0 1 0,-1-1 0,1 0 0,0-1 0,0 0 0,-1 0 0,1 0 0,-1-1 0,1 0 0,-1-1 0,0 0 0,0 0 0,0 0 0,0-1 0,12-9 0,-16 10 0,1-1 0,-1 0 0,0 0 0,0 0 0,0 0 0,0-1 0,-1 1 0,0-1 0,0 0 0,0 1 0,-1-1 0,1 0 0,-1 0 0,0 0 0,0-8 0,1-11 0,-2 1 0,-2-28 0,0 15 0,2 28 0,-1 0 0,0 0 0,0 0 0,0 0 0,-1 0 0,-4-10 0,5 15 0,0 0 0,-1 0 0,1 1 0,-1-1 0,1 1 0,-1-1 0,0 1 0,0 0 0,0 0 0,0 0 0,-1 0 0,1 0 0,-1 0 0,1 1 0,-1-1 0,1 1 0,-1 0 0,0-1 0,0 1 0,-3 0 0,-34-9-341,-1 3 0,1 1-1,-82-1 1,99 8-6485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56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24575,'10'1'0,"0"1"0,1 0 0,-1 1 0,0 0 0,0 0 0,-1 1 0,15 8 0,22 8 0,37 11 0,-56-20 0,-1-1 0,2-1 0,-1-1 0,1-1 0,50 4 0,-47-7 0,-1 0 0,54 16 0,-56-13 0,0 0 0,1-2 0,42 3 0,-57-7 0,18-1 0,0 1 0,-1 2 0,35 8 0,-46-7-341,1-1 0,-1-1-1,39 0 1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57.4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24575,'549'0'0,"-528"1"42,-1 1 0,37 9 1,8 0-1535,-42-8-5334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57.6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24575,'0'2'0,"1"-1"0,-1 0 0,1 0 0,-1 1 0,1-1 0,0 0 0,-1 0 0,1 0 0,0 0 0,0 0 0,0 0 0,0 0 0,0 0 0,0 0 0,0-1 0,0 1 0,0 0 0,0-1 0,0 1 0,1-1 0,-1 1 0,0-1 0,0 1 0,1-1 0,-1 0 0,0 0 0,3 1 0,41 4 0,-40-5 0,4 1 0,30 1 0,64 13 0,-75-11 0,0 0 0,49-1 0,-48-3 0,0 1 0,43 8 0,-7 0-22,1-2 1,0-3-1,87-6 0,-39 0-1256,-91 2-5548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6:59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303 52 24575,'-15'-1'0,"1"-1"0,-1 0 0,1-1 0,-1-1 0,-25-10 0,27 9 0,-1 0 0,-1 1 0,1 0 0,0 1 0,-23-1 0,34 4 0,-1 0 0,1 0 0,0 1 0,0-1 0,0 1 0,0 0 0,-1 0 0,1 0 0,0 0 0,1 1 0,-1-1 0,0 1 0,0 0 0,1-1 0,-1 1 0,1 1 0,-1-1 0,1 0 0,0 1 0,0-1 0,0 1 0,0-1 0,0 1 0,1 0 0,-1 0 0,1 0 0,0 0 0,0 0 0,0 0 0,0 0 0,0 5 0,-2 10 0,0 0 0,1 0 0,1 0 0,2 23 0,-1-32 0,0 9 0,1 9 0,0 1 0,7 35 0,-6-53 0,0-1 0,1 0 0,0 0 0,1 0 0,0-1 0,0 1 0,1-1 0,0 0 0,0 0 0,11 11 0,-11-13 0,0 0 0,1-1 0,0 0 0,0 0 0,0 0 0,0-1 0,1 0 0,0 0 0,0-1 0,0 0 0,0 0 0,0-1 0,15 4 0,6 1 0,-8-2 0,-1-1 0,1 0 0,0-1 0,31 0 0,-45-4 0,-1 1 0,0-1 0,1 0 0,-1 0 0,0 0 0,0-1 0,0 1 0,0-1 0,0-1 0,0 1 0,0-1 0,-1 0 0,1 0 0,-1 0 0,0 0 0,0-1 0,0 0 0,0 0 0,-1 0 0,0 0 0,0 0 0,3-6 0,9-14 0,-1 0 0,-1-2 0,-1 0 0,-1 0 0,-2-1 0,7-31 0,-3 10 0,-9 38 0,-1 1 0,0-1 0,-1 0 0,0-1 0,-1 1 0,0 0 0,0-1 0,-2-17 0,4 78 0,-3-43 0,0-1 0,0 1 0,0 0 0,1 0 0,0 0 0,1 0 0,-1-1 0,1 1 0,0-1 0,6 11 0,-4-10 0,0 0 0,1 0 0,-1-1 0,2 0 0,-1 0 0,1 0 0,9 7 0,-14-12 0,1 1 0,-1-1 0,1 0 0,0 0 0,0 0 0,-1 0 0,1-1 0,0 1 0,0 0 0,0-1 0,0 1 0,0-1 0,0 0 0,0 1 0,0-1 0,0 0 0,0 0 0,0-1 0,0 1 0,0 0 0,0-1 0,0 1 0,0-1 0,0 1 0,-1-1 0,1 0 0,0 0 0,0 0 0,-1 0 0,1 0 0,0 0 0,-1-1 0,1 1 0,1-2 0,18-21 0,-16 17 0,0 1 0,1-1 0,0 1 0,0 1 0,1-1 0,9-6 0,-14 11 0,0 0 0,0 0 0,0 1 0,1-1 0,-1 0 0,0 1 0,0 0 0,0-1 0,0 1 0,0 0 0,1 0 0,-1 0 0,0 1 0,0-1 0,0 0 0,0 1 0,1-1 0,-1 1 0,0 0 0,0 0 0,0 0 0,0 0 0,-1 0 0,1 0 0,0 0 0,0 1 0,-1-1 0,1 1 0,0-1 0,1 3 0,4 5 0,0 0 0,0 1 0,-1 0 0,10 22 0,0-3 0,-15-40 0,-6-11 0,0 9 0,1 1 0,0-1 0,0-1 0,2 1 0,-3-25 0,5 34 0,0 1 0,0-1 0,0 1 0,1-1 0,-1 0 0,1 1 0,0-1 0,0 1 0,0 0 0,0-1 0,1 1 0,0 0 0,-1 0 0,1 0 0,0 0 0,1 0 0,-1 0 0,0 0 0,1 1 0,0-1 0,-1 1 0,1 0 0,0 0 0,0 0 0,0 0 0,6-2 0,2-1 0,0 1 0,1 1 0,-1 0 0,1 1 0,0 0 0,20-1 0,77 6 0,-43 0 0,-49-3 0,2 0 0,1 0 0,0 1 0,0 1 0,-1 0 0,1 2 0,-1 0 0,24 10 0,-24-7 0,1-1 0,0 0 0,39 5 0,-216-13 0,78 3 0,70-1 0,0 0 0,-1 1 0,1 0 0,0 0 0,0 1 0,0 0 0,-14 6 0,20-6 0,0-1 0,-1 1 0,1 0 0,0 0 0,0 0 0,1 0 0,-1 1 0,0-1 0,1 1 0,0 0 0,-1-1 0,1 1 0,0 0 0,0 0 0,1 0 0,-1 1 0,1-1 0,-1 0 0,1 1 0,0-1 0,0 1 0,0 4 0,-1 1 0,1 1 0,0 0 0,1 0 0,0 0 0,1 0 0,2 15 0,-3-22 0,1-1 0,0 1 0,0 0 0,0 0 0,0-1 0,1 1 0,-1-1 0,1 1 0,-1-1 0,1 1 0,0-1 0,0 0 0,0 0 0,0 0 0,0 0 0,1 0 0,-1 0 0,0-1 0,1 1 0,-1-1 0,1 0 0,0 1 0,0-1 0,-1-1 0,1 1 0,4 1 0,-1-1 0,1 0 0,-1 0 0,1-1 0,0 0 0,-1 0 0,1 0 0,-1-1 0,1 0 0,0 0 0,7-3 0,-10 2 0,0 1 0,-1-1 0,1 0 0,0 0 0,-1 0 0,0-1 0,1 1 0,-1-1 0,0 0 0,-1 1 0,1-2 0,0 1 0,-1 0 0,1 0 0,-1-1 0,0 1 0,2-7 0,-3 8 0,-1 0 0,1-1 0,0 1 0,0 0 0,0 0 0,0 0 0,1 0 0,-1 0 0,0 1 0,1-1 0,-1 0 0,1 1 0,0-1 0,-1 1 0,1-1 0,0 1 0,0 0 0,4-2 0,-4 3 0,0 0 0,0 0 0,0 0 0,0 0 0,0 1 0,0-1 0,0 1 0,-1 0 0,1-1 0,0 1 0,0 0 0,0 0 0,-1 0 0,1 0 0,-1 1 0,1-1 0,-1 0 0,1 1 0,-1-1 0,1 1 0,-1-1 0,1 2 0,7 9 0,0 1 0,-1 0 0,-1 0 0,10 21 0,-10-18 0,2 1 0,16 24 0,-17-28 0,-1 1 0,0-1 0,-1 1 0,-1 1 0,0-1 0,-1 1 0,-1 0 0,3 19 0,13 48 0,-14-67 0,-1 1 0,-1 0 0,0 0 0,-1 0 0,0 0 0,-2 0 0,0 0 0,-3 26 0,1-30 0,0-1 0,-1 0 0,0 0 0,-1 0 0,0-1 0,-1 1 0,0-1 0,0 0 0,-1 0 0,0-1 0,-1 0 0,-15 16 0,11-14 0,-1 2 0,-2 0 0,0-1 0,0-1 0,-23 15 0,33-24 0,-1 1 0,0-1 0,0 0 0,0-1 0,0 1 0,0-1 0,0 0 0,0 0 0,0 0 0,-1-1 0,1 0 0,0 0 0,0 0 0,-1-1 0,1 1 0,0-1 0,0-1 0,0 1 0,0-1 0,-6-2 0,8 2 0,0 0 0,0 0 0,0 0 0,0 0 0,1 0 0,-1-1 0,1 1 0,-1-1 0,1 0 0,0 0 0,0 1 0,0-2 0,1 1 0,-1 0 0,1 0 0,-1 0 0,1-1 0,0 1 0,1 0 0,-1-1 0,0-4 0,-1-10 0,1 0 0,1 0 0,2-18 0,-1 11 0,0 10 0,0 0 0,0 0 0,6-19 0,-6 27 0,2 1 0,-1 0 0,1 0 0,0 0 0,0 0 0,0 0 0,1 1 0,0-1 0,0 1 0,5-5 0,34-31 0,-21 20 0,-1 0 0,24-32 0,-35 42 0,-1 0 0,2 0 0,20-16 0,-22 20 0,-1 0 0,0-1 0,0 1 0,0-2 0,-1 1 0,0-1 0,0 0 0,5-11 0,27-55-1365,-28 58-5461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00.4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60 24575,'2'1'0,"-1"-1"0,0 1 0,0-1 0,0 1 0,1-1 0,-1 1 0,0 0 0,0 0 0,0-1 0,0 1 0,0 0 0,0 0 0,0 0 0,-1 0 0,1 0 0,0 0 0,0 1 0,-1-1 0,1 0 0,0 1 0,12 30 0,-12-29 0,11 37 0,-11-32 0,1 0 0,0 0 0,1 0 0,0 0 0,0-1 0,9 15 0,-12-22 0,0 0 0,0 0 0,0 0 0,0 0 0,1 0 0,-1 1 0,0-1 0,0 0 0,0 0 0,1 0 0,-1 0 0,0 0 0,0 0 0,0 0 0,1 0 0,-1 0 0,0 0 0,0 0 0,0 0 0,1 0 0,-1 0 0,0 0 0,0 0 0,0 0 0,1 0 0,-1 0 0,0 0 0,0 0 0,0-1 0,1 1 0,-1 0 0,0 0 0,0 0 0,0 0 0,0 0 0,1 0 0,-1-1 0,0 1 0,0 0 0,0 0 0,0 0 0,0 0 0,0-1 0,0 1 0,1 0 0,-1 0 0,0 0 0,0-1 0,0 1 0,0 0 0,0 0 0,0-1 0,0 1 0,0 0 0,0 0 0,0 0 0,0-1 0,0 1 0,0 0 0,0 0 0,0 0 0,0-1 0,-1 1 0,1 0 0,2-17 0,-1-3 0,-1 9 0,1 0 0,0 0 0,0 0 0,5-15 0,-5 23 0,0 0 0,0 1 0,0-1 0,1 0 0,-1 1 0,1-1 0,-1 1 0,1-1 0,0 1 0,0 0 0,0-1 0,0 1 0,1 1 0,-1-1 0,0 0 0,1 0 0,0 1 0,-1-1 0,1 1 0,0 0 0,3-1 0,2-1 0,-1 2 0,0-1 0,1 1 0,-1 0 0,1 0 0,0 1 0,-1 0 0,1 1 0,-1-1 0,1 1 0,-1 1 0,1-1 0,-1 2 0,10 3 0,-8-2 0,0 1 0,0 0 0,-1 1 0,1 0 0,-1 1 0,0-1 0,-1 2 0,0-1 0,12 16 0,-12-15 0,-1 0 0,0 0 0,-1 1 0,1-1 0,-2 1 0,1 1 0,-1-1 0,-1 0 0,0 1 0,0 0 0,2 14 0,-7-69 0,3-58 0,0 97 0,0 1 0,0-1 0,1 1 0,0 0 0,0 0 0,0 0 0,0 0 0,1 0 0,0 1 0,0-1 0,0 1 0,1-1 0,-1 1 0,1 0 0,0 0 0,0 1 0,0-1 0,1 1 0,-1 0 0,1 0 0,0 1 0,8-4 0,-6 3 0,1 0 0,-1 0 0,1 1 0,-1 0 0,1 0 0,0 1 0,0 0 0,0 0 0,0 1 0,0 0 0,-1 1 0,1 0 0,0 0 0,0 0 0,9 4 0,-11-3 0,-1 1 0,1 0 0,-1 0 0,0 0 0,0 1 0,0-1 0,0 1 0,-1 1 0,1-1 0,-1 1 0,0-1 0,-1 1 0,1 0 0,-1 1 0,5 8 0,1 7 0,0 1 0,9 44 0,-13-48 0,0 1 0,1-1 0,16 33 0,-22-50-85,0 0 45,1-1 0,-1 1 0,0-1 0,0 1 0,0-1 0,1 1 0,-1-1 0,0 1 0,0-1 0,1 0 0,-1 1 0,0-1 0,1 1 0,-1-1 0,0 0 0,1 1 0,-1-1 0,1 0 0,-1 0 0,1 1 0,-1-1 0,1 0 0,-1 0 0,0 0 0,1 1 0,-1-1 0,1 0 0,-1 0 0,1 0 0,-1 0 0,2 0 0,1-4-6786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00.7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24575,'2'1'0,"0"-1"0,0 1 0,0-1 0,0 1 0,0 0 0,0 0 0,0 0 0,0 0 0,0 0 0,-1 1 0,1-1 0,0 0 0,-1 1 0,1-1 0,-1 1 0,1 0 0,-1-1 0,0 1 0,0 0 0,0 0 0,1 3 0,21 48 0,-18-42 0,5 15 0,-3-11 0,-1 0 0,-1 0 0,-1 0 0,0 1 0,-1 0 0,2 18 0,-5 102-1365,-1-113-5461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00.9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74 24575,'0'-5'0,"0"-6"0,0-5 0,0-6 0,0 2-8191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01.2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24575,'0'5'0,"0"6"0,0 6 0,4-1 0,2 3 0,5-2 0,0-5-8191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01.7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1 24575,'-5'0'0,"-6"0"0,-1 4 0,5 2 0,5-4 0,3-8 0,0 2 0,1 6 0,0 7 0,4 8 0,1 0-8191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02.2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24575,'1'0'0,"1"0"0,-1 1 0,0 0 0,0-1 0,0 1 0,1 0 0,-1 0 0,0 0 0,0 0 0,0 0 0,0 0 0,0 0 0,-1 0 0,1 0 0,0 0 0,0 0 0,-1 0 0,1 1 0,0-1 0,0 2 0,13 34 0,-10-27 0,6 17 0,-2-9 0,-1 1 0,-1-1 0,8 40 0,-16-72 0,1 1 0,0 0 0,1-1 0,2-16 0,-1 26 0,-1 1 0,1 0 0,-1 0 0,1-1 0,0 1 0,0 0 0,0 0 0,0 0 0,1 0 0,-1 0 0,1 0 0,0 1 0,0-1 0,0 1 0,0-1 0,0 1 0,0-1 0,1 1 0,-1 0 0,1 0 0,0 0 0,0 1 0,-1-1 0,1 1 0,0-1 0,6-1 0,2 1 0,0 0 0,0 1 0,1 0 0,-1 0 0,1 2 0,-1-1 0,0 1 0,16 4 0,-20-4 0,-1 1 0,0 0 0,0 0 0,0 1 0,0 0 0,-1 0 0,1 0 0,-1 0 0,1 1 0,-1 0 0,0 0 0,-1 0 0,1 1 0,-1 0 0,0 0 0,5 6 0,33 66-1365,-33-57-5461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03.1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388 3 24575,'-58'-1'0,"20"-1"0,-47 5 0,74-2 0,1 0 0,-1 1 0,1 1 0,0-1 0,0 2 0,0-1 0,0 1 0,1 1 0,-12 6 0,15-6 0,0 1 0,0-1 0,1 1 0,-1 0 0,1 1 0,0-1 0,1 1 0,0 0 0,-4 8 0,2-2 0,0 0 0,1 0 0,0 1 0,-3 18 0,3 14 0,1 0 0,3 0 0,4 47 0,0 6 0,-3-84 0,0 1 0,0 0 0,2-1 0,0 1 0,1-1 0,0 1 0,1-1 0,1 0 0,1 0 0,0-1 0,1 0 0,16 26 0,-15-26 30,2-1 0,-1-1 0,19 18 0,-24-26-144,1-1 0,-1 1-1,1-1 1,0 0 0,0 0 0,0 0-1,1 0 1,-1-1 0,1 0 0,-1 0-1,1-1 1,9 2 0,7-1-6712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03.4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 0 24575,'-5'0'0,"-6"0"0,-5 0 0,-1 5 0,3 6 0,4 5 0,3 1-8191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04.4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30 540 24575,'0'-22'0,"5"-43"0,-3 56 0,0-1 0,1 1 0,0 0 0,0 0 0,1 0 0,0 1 0,7-10 0,0-1 0,-1 1 0,-1-2 0,-1 1 0,0-1 0,-1 0 0,-2-1 0,0 0 0,-1 0 0,-1 0 0,-1 0 0,0 0 0,-4-33 0,1 50 0,0-1 0,0 1 0,-1 0 0,0 1 0,0-1 0,0 0 0,0 0 0,-1 1 0,1 0 0,-1-1 0,0 1 0,0 0 0,0 0 0,-1 0 0,1 1 0,-1-1 0,1 1 0,-1 0 0,0 0 0,0 0 0,0 0 0,0 1 0,0 0 0,0 0 0,0 0 0,0 0 0,-1 0 0,1 1 0,0 0 0,-1 0 0,-4 1 0,7-1 0,0 1 0,1 0 0,-1-1 0,0 1 0,0 0 0,1 0 0,-1 0 0,1 1 0,-1-1 0,1 0 0,-1 1 0,1-1 0,0 1 0,0-1 0,0 1 0,0-1 0,0 1 0,0 0 0,0 0 0,0-1 0,1 1 0,-1 0 0,1 0 0,-1 0 0,1 0 0,0 0 0,-1 0 0,1-1 0,0 1 0,0 0 0,1 0 0,-1 0 0,0 0 0,1 3 0,0-1 0,0 0 0,0 1 0,1-1 0,-1 0 0,1 0 0,0 0 0,0 0 0,0 0 0,0-1 0,1 1 0,0 0 0,-1-1 0,1 0 0,5 4 0,12 6 0,1-1 0,40 16 0,-41-20 0,-1 0 0,-1 2 0,1 0 0,20 16 0,-23-15 0,-1-1 0,34 15 0,-15-7 0,-20-11 0,-4 0 0,2-1 0,-1-1 0,0 0 0,1 0 0,15 3 0,-23-8 0,1 1 0,-1-1 0,0 0 0,0 0 0,0 0 0,0 0 0,1-1 0,-1 0 0,0 0 0,0 0 0,0 0 0,0-1 0,0 1 0,-1-1 0,1 0 0,0 0 0,-1 0 0,0-1 0,7-5 0,-4 3-105,0 0 0,1 0 0,-1 0 0,1 1 0,0 0 0,1 1 0,-1-1 0,0 1 0,1 1 0,0 0 0,0 0 0,15-2 0,-1 2-6721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05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24575,'659'0'-1365,"-676"0"-5461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06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1 307 24575,'0'1'0,"1"1"0,-1-1 0,1 0 0,-1 0 0,1 0 0,0 0 0,-1 0 0,1 0 0,0 0 0,0 0 0,0 0 0,0 0 0,0 0 0,0 0 0,0 0 0,0-1 0,0 1 0,0-1 0,0 1 0,1-1 0,-1 1 0,0-1 0,0 1 0,1-1 0,-1 0 0,0 0 0,3 0 0,41 5 0,-40-4 0,4-1 0,0 1 0,1-1 0,-1-1 0,0 0 0,0 0 0,0-1 0,0 0 0,0-1 0,0 0 0,0 0 0,-1-1 0,1 0 0,-1 0 0,0-1 0,0 0 0,-1 0 0,13-12 0,-11 8 0,-1-1 0,-1 1 0,1-1 0,-2-1 0,1 1 0,-1-1 0,-1 0 0,0-1 0,0 1 0,-2-1 0,1 0 0,-1 0 0,-1 0 0,0 0 0,-1 0 0,0-25 0,-1 34 0,-1 0 0,0 0 0,1 0 0,-1 0 0,0 0 0,0 1 0,-1-1 0,1 0 0,0 1 0,-1-1 0,0 1 0,0-1 0,0 1 0,0 0 0,0-1 0,0 1 0,0 0 0,-1 1 0,1-1 0,-1 0 0,1 1 0,-1-1 0,0 1 0,1 0 0,-1 0 0,0 0 0,0 0 0,0 0 0,0 1 0,0-1 0,0 1 0,0 0 0,0 0 0,-5 1 0,3-1 0,-1 0 0,1 0 0,0 1 0,0 0 0,0 0 0,0 0 0,0 1 0,0 0 0,0 0 0,0 0 0,0 0 0,1 1 0,-1 0 0,1 0 0,0 0 0,0 0 0,0 1 0,0 0 0,-5 6 0,5-1 0,1-1 0,-1 0 0,2 1 0,-1 0 0,1 0 0,0 0 0,1 0 0,0 0 0,1 12 0,0 13 0,6 36 0,-4-61 0,-1 0 0,2-1 0,-1 1 0,1-1 0,1 0 0,-1 0 0,2 0 0,-1 0 0,1-1 0,0 0 0,0 0 0,1 0 0,0 0 0,0-1 0,0 0 0,1-1 0,9 7 0,-5-5 0,0 0 0,0 0 0,1-2 0,-1 1 0,1-1 0,1-1 0,-1 0 0,0-1 0,1-1 0,0 1 0,14-1 0,-6-1-116,-1 0 200,0-1-1,30-3 0,-46 3-162,0 0 0,0-1 0,0 0 0,0 0 1,0 0-1,0-1 0,0 1 0,0-1 0,0 0 0,-1 0 0,1 0 0,-1-1 0,0 1 0,1-1 1,-1 0-1,0 0 0,-1 0 0,4-3 0,2-10-6747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06.3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0 24575,'4'2'0,"1"0"0,-1-1 0,0 1 0,0 1 0,-1-1 0,1 1 0,0-1 0,-1 1 0,0 0 0,1 0 0,-1 1 0,2 3 0,5 2 0,13 15 0,35 48 0,2 1 0,31 41 0,-70-87 0,29 49 0,-46-69 0,-1 1 0,0-1 0,0 1 0,-1 0 0,0 0 0,0 0 0,0 1 0,-1 10 0,0 1 0,-1 1 0,-3 24 0,3-41 0,-1 0 0,0 0 0,0 0 0,0 0 0,-1 0 0,1 0 0,-1 0 0,0-1 0,0 1 0,0-1 0,-1 1 0,1-1 0,-1 0 0,0 0 0,0 0 0,0 0 0,-6 4 0,-4 1 0,0 0 0,-1-1 0,-22 9 0,-21 11 0,20-7 44,-1-2 0,-70 24 0,-25 11-1541,107-40-5329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11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24575,'106'-2'0,"118"5"0,-116 17-1365,-85-17-5461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12.2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24575,'465'0'-1365,"-442"0"-5461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12.8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1 24575,'0'438'0,"0"-432"0,0 1 0,0-1 0,0 1 0,-1-1 0,0 1 0,0-1 0,-1 0 0,0 0 0,0 1 0,0-1 0,-4 5 0,6-10-21,0-1-1,0 0 1,-1 0 0,1 0-1,0 1 1,-1-1-1,1 0 1,0 0-1,-1 0 1,1 0 0,0 0-1,-1 0 1,1 0-1,0 0 1,-1 0 0,1 0-1,0 0 1,-1 0-1,1 0 1,0 0-1,-1 0 1,1 0 0,0 0-1,-1 0 1,1 0-1,0 0 1,-1-1-1,1 1 1,0 0 0,-1 0-1,1 0 1,0-1-1,0 1 1,-1 0 0,1 0-1,0-1 1,-2 0-552,-6-5-6253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13.0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 24575,'0'-1'0,"1"-1"0,-1 1 0,1 0 0,-1 0 0,1 0 0,0-1 0,-1 1 0,1 0 0,0 0 0,0 0 0,0 0 0,0 0 0,0 1 0,0-1 0,0 0 0,0 0 0,0 1 0,0-1 0,0 0 0,0 1 0,1-1 0,-1 1 0,0 0 0,0-1 0,1 1 0,-1 0 0,3 0 0,41-6 0,-40 6 0,185-2 0,-102 3 0,-84-1-91,0 0 0,0 0 0,1 0 0,-1 0 0,0 1 0,0-1 0,0 1 0,0 0 0,0 1 0,0-1 0,0 0 0,0 1 0,-1 0 0,6 4 0,3 6-6735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13.2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24575,'9'1'0,"0"0"0,0 0 0,-1 1 0,17 6 0,24 4 0,7-8 0,-24-2 0,57 12 0,-50-8-15,0-1-1,1-2 1,-1-2-1,41-4 1,-1 2-1273,-55 1-5538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13.4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24575,'0'1'0,"0"0"0,0 0 0,0 0 0,1 0 0,-1-1 0,0 1 0,1 0 0,-1 0 0,1 0 0,-1-1 0,0 1 0,1 0 0,0-1 0,-1 1 0,1-1 0,-1 1 0,1 0 0,0-1 0,0 1 0,-1-1 0,1 0 0,0 1 0,0-1 0,-1 1 0,1-1 0,1 0 0,27 7 0,-20-5 0,140 39 0,-39-8 0,-86-28 41,0-1 1,25 0-1,-24-2-786,43 9 1,-49-6-6082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14.0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2 694 24575,'-2'-107'0,"5"-115"0,10 137 0,-8 56 0,4-48 0,-10 25 0,-1 37 0,2 1 0,0-1 0,1 0 0,0 1 0,4-19 0,-5 33 0,0-1 0,0 0 0,0 1 0,1-1 0,-1 0 0,0 1 0,0-1 0,0 0 0,1 1 0,-1-1 0,0 0 0,1 1 0,-1-1 0,0 1 0,1-1 0,-1 0 0,1 1 0,-1-1 0,1 1 0,-1 0 0,1-1 0,0 1 0,-1-1 0,1 1 0,-1 0 0,1-1 0,0 1 0,-1 0 0,1 0 0,0 0 0,-1-1 0,1 1 0,0 0 0,1 0 0,-1 1 0,1 0 0,0 0 0,-1-1 0,1 1 0,-1 1 0,1-1 0,-1 0 0,1 0 0,-1 0 0,0 1 0,0-1 0,2 3 0,3 5 0,0 0 0,-1-1 0,7 20 0,-2 10 0,-9-29 0,1 1 0,1-1 0,0 0 0,0-1 0,1 1 0,5 9 0,21 39 0,-19-35 0,1 0 0,20 28 0,-28-45 0,0 0 0,0 0 0,0-1 0,0 0 0,1 0 0,-1 0 0,1 0 0,0-1 0,1 0 0,-1 0 0,0 0 0,1-1 0,0 1 0,10 2 0,-14-5 0,1 0 0,-1 1 0,1-1 0,-1 0 0,1 0 0,-1 0 0,1-1 0,-1 1 0,0 0 0,1-1 0,-1 0 0,1 0 0,-1 0 0,0 0 0,0 0 0,0 0 0,1 0 0,2-3 0,-1 1 0,-1-1 0,1 0 0,-1 0 0,1 0 0,-1 0 0,0-1 0,-1 1 0,4-8 0,1-5 0,-1-1 0,0 0 0,5-33 0,15-85 0,-26 134 0,0 0 0,1 0 0,-1 0 0,0 0 0,1 1 0,-1-1 0,1 0 0,0 0 0,0 1 0,-1-1 0,1 0 0,0 1 0,0-1 0,1 1 0,0-2 0,-1 3 0,0 0 0,0-1 0,0 1 0,0 0 0,0 0 0,0 0 0,-1 1 0,1-1 0,0 0 0,0 0 0,0 0 0,0 1 0,0-1 0,-1 0 0,1 1 0,0-1 0,0 0 0,0 1 0,-1-1 0,1 1 0,0 0 0,-1-1 0,1 1 0,0 0 0,-1-1 0,1 1 0,-1 0 0,1-1 0,-1 1 0,1 0 0,-1 0 0,0 0 0,1 1 0,10 16 0,-2 0 0,1 1 0,-2 0 0,9 32 0,10 23 0,-21-58 0,-1-1 0,4 21 0,-6-22 0,0 0 0,1-1 0,11 24 0,-10-24-136,1 1-1,-2 0 1,0 0-1,0 1 1,-2-1-1,0 1 1,0-1-1,-1 1 0,-2 18 1,1-9-6690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14.4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0 858 24575,'1'-5'0,"0"-1"0,0 1 0,0-1 0,0 1 0,1 0 0,0 0 0,0-1 0,1 1 0,-1 1 0,7-10 0,-5 8 0,0-1 0,0 0 0,-1 0 0,5-14 0,44-142 0,-25 85 0,-2 15 0,-17 45 0,-1 0 0,-1 0 0,0-1 0,5-37 0,-6 24 0,1 1 0,10-31 0,-7 31 0,9-60 0,-18 87 0,1-2 0,-1-1 0,1 1 0,1 0 0,-1 0 0,4-11 0,-4 16 0,-1 1 0,1-1 0,-1 0 0,0 1 0,1-1 0,-1 0 0,1 1 0,-1-1 0,1 1 0,0-1 0,-1 1 0,1-1 0,0 1 0,-1-1 0,1 1 0,0-1 0,-1 1 0,1 0 0,0 0 0,0-1 0,0 1 0,1 0 0,-1 0 0,1 0 0,-1 1 0,1-1 0,-1 0 0,1 1 0,-1-1 0,0 1 0,1 0 0,-1-1 0,0 1 0,1 0 0,-1 0 0,0 0 0,0 0 0,1 1 0,3 4 0,0 0 0,0 1 0,-1-1 0,0 1 0,0 0 0,-1 1 0,1-1 0,-2 0 0,1 1 0,-1 0 0,0 0 0,0 8 0,1-2 0,1-1 0,8 23 0,13 27 0,-20-48 0,0 0 0,1 0 0,1 0 0,0-1 0,13 19 0,-12-22 0,-1 1 0,0 1 0,8 21 0,5 8 0,-17-37 12,-1 0 0,1 0 0,-1 1 0,0-1 0,0 1 0,-1-1 0,0 1 0,0 0 0,1 5 0,-2-9-58,-1 0-1,1 0 1,0-1-1,-1 1 1,1 0 0,-1 0-1,1-1 1,-1 1-1,0 0 1,0-1 0,0 1-1,0-1 1,0 1-1,0-1 1,0 1-1,0-1 1,-1 0 0,1 0-1,0 1 1,-1-1-1,1 0 1,-1 0 0,0-1-1,1 1 1,-1 0-1,0 0 1,1-1 0,-1 1-1,0-1 1,0 1-1,-3-1 1,-15 4-6780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14.5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1 110 24575,'0'-1'0,"0"0"0,1 0 0,-1 0 0,1 0 0,-1 0 0,1 0 0,-1 0 0,1 0 0,-1 0 0,1 1 0,0-1 0,0 0 0,-1 0 0,1 1 0,0-1 0,0 0 0,0 1 0,0-1 0,0 1 0,0-1 0,-1 1 0,1 0 0,0-1 0,3 1 0,33-10 0,-20 6 0,5-2 0,-1 1 0,1 1 0,0 1 0,23 0 0,-5-1 0,25-8 0,-47 7 0,0 2 0,20-2 0,44 4 0,-59 3 0,-1-2 0,1-1 0,0-1 0,38-8 0,7-3-1365,-47 11-5461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16.6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223 1 24575,'-7'0'0,"-10"-1"0,-1 2 0,1 0 0,-29 6 0,40-6 0,1 1 0,0-1 0,0 1 0,0 1 0,0-1 0,0 1 0,0 0 0,1 0 0,0 0 0,-1 0 0,1 1 0,0 0 0,1 0 0,-1 0 0,-5 9 0,3-3 0,1-1 0,0 1 0,1 1 0,0-1 0,0 1 0,1-1 0,1 1 0,-2 21 0,1 4 0,5 50 0,0-29 0,-2-47 0,0 0 0,1 1 0,1-1 0,0 0 0,0 0 0,1 0 0,0 0 0,0-1 0,1 1 0,1-1 0,0 0 0,0 0 0,1 0 0,0-1 0,0 0 0,1 0 0,0-1 0,0 1 0,1-1 0,14 9 0,-16-12-124,1-1 0,0 0 0,0-1 0,0 1 0,1-2 0,-1 1-1,0-1 1,1 0 0,-1 0 0,8-1 0,8 1-6702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17.2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60 24575,'0'-2'0,"1"-1"0,-1 1 0,0 0 0,0 0 0,1 0 0,-1 0 0,1 0 0,0 0 0,0 0 0,-1 1 0,1-1 0,0 0 0,1 0 0,-1 1 0,0-1 0,0 0 0,1 1 0,-1-1 0,1 1 0,-1 0 0,3-2 0,0 1 0,1-1 0,-1 1 0,1 0 0,-1 0 0,1 1 0,0-1 0,0 1 0,9-1 0,-5 1 0,1 0 0,0 1 0,0 0 0,0 1 0,0 0 0,0 1 0,0 0 0,17 6 0,-22-6 0,0 1 0,0 0 0,-1 0 0,1 0 0,-1 1 0,0 0 0,0-1 0,-1 2 0,1-1 0,-1 0 0,1 1 0,-1-1 0,-1 1 0,1 0 0,-1 0 0,1 0 0,-2 0 0,1 0 0,0 0 0,-1 1 0,1 9 0,0 6 0,-1 0 0,-1 0 0,0 1 0,-5 26 0,-7 3 0,12-48 0,-1 0 0,0-1 0,1 1 0,-1-1 0,0 1 0,-1-1 0,1 0 0,0 1 0,-1-1 0,1 0 0,-1 0 0,0 0 0,0 0 0,0 0 0,0 0 0,-2 1 0,3-2 0,1-1 0,0 0 0,0 0 0,0 0 0,-1 0 0,1 0 0,0 0 0,0 0 0,0 0 0,-1 0 0,1 0 0,0 0 0,0 0 0,0 1 0,-1-1 0,1 0 0,0-1 0,0 1 0,0 0 0,-1 0 0,1 0 0,0 0 0,0 0 0,-1 0 0,1 0 0,0 0 0,0 0 0,0 0 0,0 0 0,-1-1 0,1 1 0,0 0 0,0 0 0,0 0 0,0 0 0,0 0 0,-1-1 0,1 1 0,0 0 0,0 0 0,0 0 0,0-1 0,0 1 0,0 0 0,2-14 0,11-14 0,-13 27 0,46-74 0,-34 58 0,0-2 0,-2 1 0,0-1 0,8-21 0,8-31 0,-21 114 0,-5-36 0,-1 11 0,1 1 0,1 0 0,1 0 0,0 0 0,7 22 0,-7-36 0,-1-1 0,1 1 0,0 0 0,1-1 0,-1 0 0,1 1 0,0-1 0,0 0 0,0 0 0,0-1 0,1 1 0,0-1 0,-1 0 0,1 1 0,1-2 0,-1 1 0,0 0 0,1-1 0,-1 0 0,1 0 0,-1 0 0,1-1 0,0 1 0,0-1 0,5 0 0,4 1 20,-1-1 0,0 0 0,0-1 0,1 0 0,24-5 0,-34 5-88,1-1 1,-1 0-1,0 0 1,0 0-1,0-1 1,0 0-1,0 1 1,0-1-1,0 0 1,-1-1-1,1 1 1,-1-1-1,1 0 1,-1 0-1,0 0 1,0 0-1,0 0 1,-1 0-1,1-1 1,-1 0-1,3-6 1,1-8-6759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17.5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755 1 24575,'4'1'0,"1"-1"0,-1 2 0,1-1 0,-1 0 0,1 1 0,-1 0 0,0 0 0,0 0 0,0 1 0,0-1 0,0 1 0,0 0 0,4 4 0,2 3 0,1 1 0,-1-1 0,9 15 0,29 53 0,-36-56 0,1 0 0,0-1 0,27 30 0,-32-40 0,0 0 0,-1 1 0,0 0 0,-1 0 0,-1 0 0,8 22 0,3 9 0,-11-30 0,0 1 0,-2 0 0,1 0 0,-2 1 0,0-1 0,-1 1 0,0-1 0,-1 1 0,-1-1 0,0 1 0,-1-1 0,-1 0 0,0 1 0,-9 23 0,6-29 0,0 0 0,-1 0 0,0-1 0,0 0 0,0 0 0,-1-1 0,-1 0 0,1 0 0,-11 5 0,-1 4 0,-8 3 0,0-1 0,-48 23 0,5-4 0,33-18 0,-75 26 0,69-28 0,16-8-68,-39 7-1,-9 4-476,-10 5-302,-2-3 1,-101 11 0,160-29-4124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18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 24575,'71'1'0,"77"-2"0,-81-12 0,-50 8 0,1 2 0,19-2 0,120 3-14,-97 3-1337,-36-1-5475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18.8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24575,'4'0'0,"-1"1"0,1 0 0,-1 0 0,1 0 0,-1 1 0,7 2 0,17 7 0,24-5 0,1-2 0,97-6 0,-47 0 0,522 2-1365,-598 0-5461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25.2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0 24575,'0'32'0,"-1"-22"0,0 1 0,1 0 0,0 0 0,1-1 0,0 1 0,1 0 0,0-1 0,0 1 0,1-1 0,1 0 0,5 12 0,68 87 0,-67-95 0,-5-8 0,5 7 0,0 0 0,16 14 0,-24-24 0,0-1 0,0 0 0,1 0 0,-1-1 0,1 1 0,-1 0 0,1-1 0,-1 1 0,1-1 0,0 0 0,0 0 0,-1 0 0,1 0 0,0-1 0,0 1 0,0-1 0,0 1 0,0-1 0,6-1 0,-8 1 0,1-1 0,0 0 0,-1 0 0,1 0 0,-1 0 0,1 0 0,-1 0 0,1 0 0,-1-1 0,0 1 0,0 0 0,1-1 0,-1 1 0,0-1 0,0 1 0,0-1 0,-1 0 0,1 1 0,0-1 0,-1 0 0,1 0 0,-1 1 0,1-1 0,-1-2 0,4-49 0,-4 46 0,-3-124 0,3 213 0,1 72 0,11-88 0,-7-49 0,-2 1 0,2 19 0,-4-25 0,1 69 0,-3-74 0,0 0 0,0 0 0,0 0 0,-1 0 0,0 0 0,0 0 0,-1-1 0,1 1 0,-6 7 0,2-4 0,-1 0 0,0 0 0,-1-1 0,0 0 0,-15 13 0,18-18 0,-1 0 0,0-1 0,0 0 0,0 0 0,0 0 0,0 0 0,-1-1 0,1 0 0,-1-1 0,1 1 0,-12 0 0,4-1 0,1 0 0,0-1 0,-1 0 0,-24-5 0,36 5 0,0 0 0,0 0 0,0-1 0,0 1 0,1-1 0,-1 1 0,0-1 0,0 0 0,1 0 0,-1 0 0,0 1 0,1-2 0,-1 1 0,1 0 0,-1 0 0,1 0 0,-1-1 0,1 1 0,0-1 0,0 1 0,0-1 0,0 1 0,0-1 0,0 0 0,0 1 0,1-1 0,-1 0 0,0 0 0,1 0 0,0 1 0,-1-1 0,1 0 0,0 0 0,0 0 0,0 0 0,0 0 0,0 0 0,0 0 0,1 1 0,-1-1 0,1 0 0,-1 0 0,1 0 0,1-2 0,0-1 0,1 0 0,0 0 0,-1 1 0,2-1 0,-1 1 0,0-1 0,1 1 0,0 0 0,0 1 0,0-1 0,0 1 0,7-4 0,7-4 0,36-16 0,-32 18 0,0 0 0,1 1 0,0 2 0,1 0 0,31-3 0,47-11 0,-98 18-195,0 1 0,1 0 0,-1 0 0,1 1 0,-1-1 0,8 1 0,2 3-6631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25.8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24575,'45'0'0,"-22"-2"0,-1 2 0,1 1 0,0 0 0,-1 2 0,1 0 0,43 13 0,-11 3 0,-40-15 0,0 0 0,-1 2 0,1-1 0,-1 2 0,0 0 0,-1 1 0,21 14 0,-32-21 0,-1 1 0,1-1 0,-1 0 0,1 1 0,-1-1 0,1 1 0,-1-1 0,0 1 0,1 0 0,-1-1 0,0 1 0,0 0 0,0 0 0,-1 0 0,1 0 0,0 0 0,-1 0 0,1 0 0,-1 0 0,0 0 0,0 0 0,1 0 0,-1 0 0,-1 0 0,1 0 0,0 1 0,0-1 0,-1 0 0,1 0 0,-1 0 0,-1 2 0,0-1 0,-1 1 0,0-1 0,0 1 0,0-1 0,-1 0 0,1 0 0,-1 0 0,0-1 0,1 1 0,-1-1 0,0 0 0,-1 0 0,-5 2 0,-11 4 0,6-1 0,-1-1 0,1-1 0,-1 0 0,-30 4 0,46-9 0,-12 1 0,0 1 0,-1 0 0,-11 5 0,21-7 0,1 1 0,0 0 0,-1 0 0,1 0 0,0 0 0,0 1 0,0-1 0,0 1 0,0-1 0,-2 3 0,3-3 0,0 0 0,1 0 0,0-1 0,-1 1 0,1 0 0,-1 0 0,1 0 0,0 0 0,0 0 0,-1-1 0,1 1 0,0 0 0,0 0 0,0 0 0,0 0 0,0 0 0,0 0 0,0 0 0,1 0 0,-1 0 0,0 0 0,0-1 0,1 1 0,-1 0 0,0 0 0,1 0 0,0 1 0,2 1 0,0 0 0,0 0 0,0 0 0,0 0 0,0-1 0,0 1 0,1-1 0,-1 0 0,1 0 0,0 0 0,3 1 0,46 15 0,-25-13 0,-1-1 0,0-1 0,1-2 0,-1 0 0,50-7 0,-54 2-1365,-6-3-5461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26.0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24575,'106'-2'0,"118"5"0,-36 24 0,-115-16 0,-33-4 0,63 4 0,66-12-1365,-146 1-5461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26.6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24575,'2'1'0,"0"0"0,0 0 0,0-1 0,0 1 0,0 0 0,0 1 0,0-1 0,-1 0 0,1 1 0,0-1 0,-1 1 0,1-1 0,-1 1 0,1-1 0,1 4 0,19 27 0,-9-8 0,-2 1 0,0 0 0,7 29 0,-6-17 0,13 61 0,-21-76 0,1-1 0,1 0 0,0 0 0,2-1 0,12 25 0,-15-35 0,0 0 0,0 1 0,4 14 0,-8-23 0,0 1 0,0-1 0,-1 0 0,1 1 0,-1-1 0,1 1 0,-1-1 0,0 1 0,0-1 0,0 1 0,0-1 0,-1 0 0,1 1 0,-1-1 0,1 1 0,-1-1 0,0 0 0,0 1 0,0-1 0,0 0 0,0 0 0,-2 2 0,2-3-34,0-1 0,1 1 0,-1-1 0,0 0 0,0 1-1,0-1 1,0 0 0,0 0 0,0 0 0,1 0 0,-1 0 0,0 0 0,0 0-1,0 0 1,0 0 0,0 0 0,0 0 0,0-1 0,0 1 0,1 0-1,-1 0 1,0-1 0,0 1 0,0-1 0,1 1 0,-1-1 0,0 1 0,1-1-1,-1 0 1,0 1 0,1-1 0,-1 0 0,0 1 0,1-1 0,-1 0 0,1 0-1,0 1 1,-1-1 0,0-2 0,-6-11-6792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26.8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31 24575,'0'-1'0,"0"0"0,1 0 0,-1-1 0,1 1 0,0 0 0,-1 0 0,1 0 0,0 0 0,0 0 0,0 0 0,0 0 0,0 0 0,0 0 0,0 1 0,0-1 0,0 0 0,0 1 0,0-1 0,0 0 0,0 1 0,1 0 0,-1-1 0,0 1 0,0 0 0,1-1 0,-1 1 0,2 0 0,42-5 0,-39 5 0,75-4 0,115 8 0,-194-4-52,0 0-1,0 0 1,0 0-1,0 0 1,0 1-1,0-1 1,0 1-1,-1-1 1,1 1-1,0 0 1,0-1-1,0 1 1,0 0-1,-1 0 1,1 1-1,-1-1 1,1 0-1,0 0 1,-1 1-1,0-1 1,1 1-1,-1-1 0,0 1 1,0 0-1,2 2 1,-3 7-6774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27.0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24575,'32'2'0,"60"10"0,-60-6 0,58 2 0,-53-7 0,0 2 0,54 10 0,-37-5-1365,-31-6-5461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27.2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24575,'3'0'0,"1"1"0,-1 0 0,1 0 0,-1 0 0,1 1 0,5 2 0,19 7 0,33 2 0,-36-6 0,0-2 0,0-1 0,27 1 0,140-6-1365,-169 1-5461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27.8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1 560 24575,'2'-1'0,"-1"1"0,1 0 0,0-1 0,-1 1 0,1-1 0,0 1 0,-1-1 0,1 0 0,-1 0 0,1 1 0,-1-1 0,1 0 0,-1 0 0,0-1 0,1 1 0,-1 0 0,0 0 0,0-1 0,0 1 0,0 0 0,1-3 0,17-36 0,-13 25 0,3-3 0,0-1 0,-2-1 0,0 1 0,-1-1 0,-1 0 0,-1 0 0,3-41 0,-5 37 0,1-1 0,5-23 0,-3 23 0,3-45 0,-8 51 0,-1 15 0,1-1 0,-1 1 0,1-1 0,0 0 0,1 1 0,-1-1 0,1 1 0,0-1 0,0 1 0,0 0 0,1-1 0,-1 1 0,5-7 0,-6 10 0,0 1 0,1 0 0,-1-1 0,0 1 0,1-1 0,-1 1 0,1 0 0,-1-1 0,1 1 0,-1 0 0,0 0 0,1-1 0,-1 1 0,1 0 0,-1 0 0,1 0 0,-1 0 0,1-1 0,0 1 0,-1 0 0,1 0 0,-1 0 0,1 0 0,-1 0 0,1 0 0,-1 0 0,1 1 0,-1-1 0,1 0 0,0 0 0,11 15 0,1 27 0,-12-39 0,5 22 0,2-1 0,0-1 0,2 1 0,24 40 0,-31-60 0,0 1 0,0-1 0,1 0 0,-1 1 0,1-2 0,0 1 0,1 0 0,-1-1 0,1 0 0,-1 0 0,1 0 0,0-1 0,8 4 0,-11-6 0,1 1 0,-1 0 0,1-1 0,-1 1 0,1-1 0,-1 0 0,1 0 0,0 0 0,-1 0 0,1-1 0,-1 1 0,1 0 0,-1-1 0,1 0 0,-1 0 0,0 0 0,1 0 0,-1 0 0,0 0 0,0 0 0,1-1 0,-1 1 0,0-1 0,-1 0 0,1 1 0,0-1 0,0 0 0,-1 0 0,1 0 0,1-4 0,12-20 0,-1-2 0,-1 1 0,14-48 0,-27 74 0,0-1 0,0 1 0,1 0 0,-1 0 0,0 0 0,1-1 0,-1 1 0,1 0 0,-1 0 0,1 0 0,-1 0 0,1 0 0,0 0 0,0 0 0,-1 0 0,1 0 0,0 0 0,0 0 0,0 1 0,0-1 0,0 0 0,0 1 0,0-1 0,1 0 0,-1 1 0,0 1 0,0-1 0,0 1 0,0-1 0,0 1 0,0 0 0,0-1 0,0 1 0,0 0 0,0 0 0,-1-1 0,1 1 0,0 0 0,-1 0 0,1 0 0,-1 0 0,1 0 0,-1 0 0,1 0 0,0 1 0,3 10 0,1 0 0,-2 1 0,4 17 0,-2 18-12,-2 0 0,-5 57 0,1-31-1317,1-51-5497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28.2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1 614 24575,'3'0'0,"1"-1"0,0 1 0,-1-1 0,1 0 0,-1 0 0,1 0 0,-1 0 0,1 0 0,-1-1 0,0 1 0,0-1 0,0 0 0,0 0 0,0-1 0,0 1 0,0 0 0,-1-1 0,1 0 0,-1 1 0,0-1 0,3-4 0,3-7 0,0-1 0,-1 1 0,8-26 0,-3 9 0,-6 12 0,0-1 0,-1 0 0,3-25 0,1-8 0,19-40 0,-19 68 0,-1-1 0,-1 1 0,5-41 0,-12 64 0,8-43 0,2 27 0,-10 18 0,0 0 0,1-1 0,-1 1 0,1 0 0,-1 0 0,1 0 0,0 0 0,-1 0 0,1-1 0,-1 1 0,1 0 0,-1 0 0,1 0 0,-1 0 0,1 1 0,-1-1 0,1 0 0,-1 0 0,1 0 0,-1 0 0,1 0 0,-1 1 0,1-1 0,-1 0 0,1 0 0,-1 1 0,1-1 0,-1 0 0,0 1 0,1-1 0,-1 1 0,1 0 0,2 4 0,1 0 0,-1 0 0,0 1 0,-1-1 0,0 1 0,1 0 0,-2 0 0,1 0 0,-1 0 0,0 0 0,1 6 0,6 24 0,21 28 0,-22-52 0,-1 1 0,0-1 0,0 1 0,3 18 0,-2-10 0,0 0 0,1 0 0,1-1 0,21 35 0,6 15 0,-35-69-54,0 1-1,0 0 0,0 0 1,0-1-1,0 1 1,-1 0-1,1 0 0,-1 0 1,0 0-1,1 0 1,-1 0-1,0 0 0,0 0 1,0 0-1,0 0 0,-1 0 1,1 0-1,0 0 1,-1 0-1,0 0 0,1-1 1,-1 1-1,0 0 1,-1 2-1,-8 6-6771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28.4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 24575,'794'0'0,"-785"-1"-227,1 1-1,0-1 1,-1-1-1,1 0 1,12-4-1,-5 0-6598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28.7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169 24 24575,'0'-1'0,"-1"0"0,1-1 0,-1 1 0,0 0 0,1 0 0,-1 0 0,0 0 0,1 0 0,-1 0 0,0 0 0,0 0 0,0 0 0,0 0 0,0 0 0,0 0 0,0 1 0,0-1 0,-1 0 0,1 1 0,0-1 0,0 1 0,0 0 0,-1-1 0,1 1 0,0 0 0,-1 0 0,1-1 0,0 1 0,-2 0 0,-2 0 0,1-1 0,-1 1 0,1 0 0,-1 0 0,0 0 0,1 1 0,-6 0 0,7 1 0,0-1 0,0 1 0,0 0 0,0 1 0,0-1 0,0 0 0,0 1 0,1-1 0,-1 1 0,1 0 0,0 0 0,0 0 0,0 0 0,-2 4 0,-23 54 0,21-44 0,1-3 0,1-1 0,0 1 0,1 0 0,1-1 0,-1 25 0,4 74 0,2-45 0,-3-55 0,1-1 0,1 1 0,0-1 0,1 1 0,0-1 0,0 0 0,1 0 0,1-1 0,0 1 0,0-1 0,8 12 0,-3-8 0,0-1 0,1 0 0,1-1 0,0 0 0,0 0 0,1-1 0,16 10 0,-24-18-227,1 0-1,-1 0 1,1-1-1,-1 0 1,10 3-1,5-1-6598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30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24575,'2'1'0,"-1"-1"0,0 1 0,1-1 0,-1 1 0,0 0 0,1 0 0,-1 0 0,0 0 0,0 0 0,1 0 0,-1 0 0,0 0 0,0 0 0,0 0 0,-1 0 0,1 1 0,0-1 0,0 2 0,17 31 0,-14-26 0,89 199 0,-79-181 0,2 0 0,0 0 0,2-2 0,0 0 0,43 41 0,-57-62 0,-1 0 0,1 0 0,0 0 0,0 0 0,0-1 0,0 0 0,0 1 0,1-2 0,-1 1 0,0 0 0,1-1 0,0 0 0,5 1 0,-7-2 0,-1 0 0,1 0 0,0 0 0,-1 0 0,1 0 0,-1-1 0,1 1 0,0-1 0,-1 0 0,1 1 0,-1-1 0,1 0 0,-1-1 0,0 1 0,0 0 0,1-1 0,-1 1 0,0-1 0,0 0 0,0 0 0,0 1 0,-1-1 0,1-1 0,1-2 0,3-4 0,-1 0 0,-1-1 0,0 0 0,0 0 0,-1 0 0,0 0 0,-1 0 0,2-19 0,-2-6 0,-4-45 0,1 31 0,-5 2 0,6 46 0,0 0 0,-1 0 0,1 1 0,0-1 0,-1 0 0,1 0 0,0 0 0,-1 0 0,1 0 0,-1 0 0,0 1 0,1-1 0,-1 0 0,1 0 0,-1 1 0,0-1 0,-1 0 0,2 1 0,-1 0 0,0 0 0,0 0 0,1 0 0,-1 0 0,0 0 0,0 1 0,1-1 0,-1 0 0,0 0 0,1 1 0,-1-1 0,0 1 0,1-1 0,-1 0 0,1 1 0,-1-1 0,0 1 0,1-1 0,-1 1 0,1 0 0,0-1 0,-1 1 0,1-1 0,-1 1 0,1 0 0,-1 1 0,-2 5 0,-1 0 0,1 0 0,0 0 0,0 1 0,1-1 0,0 1 0,0 0 0,1 0 0,0 10 0,0 78 0,3-61 0,-1 20 0,1-16 0,-1 0 0,-3 0 0,-10 62 0,8-74 0,-2 38 0,4-40 0,-8 45 0,9-64 0,-1 0 0,0-1 0,0 1 0,-1-1 0,1 1 0,-1-1 0,0 0 0,-1 0 0,1 0 0,-1 0 0,0-1 0,0 1 0,-1-1 0,1 0 0,-1 0 0,0-1 0,0 1 0,0-1 0,0 0 0,-1-1 0,1 1 0,-7 1 0,-2 0 0,0-1 0,-1 0 0,1-1 0,-1 0 0,1-2 0,-1 1 0,1-2 0,-16-2 0,28 3 0,0 0 0,-1 0 0,1 0 0,0 0 0,-1-1 0,1 1 0,0-1 0,0 0 0,-1 1 0,1-1 0,0 0 0,0 0 0,0-1 0,0 1 0,0 0 0,1-1 0,-1 1 0,0-1 0,1 1 0,-1-1 0,1 0 0,-1 0 0,1 0 0,0 0 0,0 0 0,-1 0 0,2 0 0,-1 0 0,0 0 0,0 0 0,1-1 0,-1 1 0,1 0 0,0 0 0,-1-1 0,1 1 0,0 0 0,0-1 0,1-2 0,1-3 0,-1 1 0,1 0 0,0 0 0,1 1 0,0-1 0,0 0 0,0 1 0,1 0 0,0 0 0,0 0 0,9-8 0,1 0 0,0 1 0,1 1 0,1 0 0,0 1 0,31-15 0,93-34 0,-102 45 0,-23 11 0,-1 0 0,1 1 0,0 0 0,0 1 0,1 1 0,15 0 0,-12 1 0,0-1 0,0-1 0,22-5 0,-15 1-341,0 2 0,0 1-1,42-1 1,-44 4-6485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31.5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24575,'79'-1'0,"88"3"0,-164-2 0,-1 0 0,0 1 0,1-1 0,-1 0 0,0 1 0,1 0 0,-1-1 0,0 1 0,0 0 0,1 0 0,-1 0 0,0 1 0,0-1 0,0 0 0,0 1 0,-1-1 0,1 1 0,0 0 0,-1 0 0,1 0 0,-1-1 0,1 1 0,-1 1 0,0-1 0,0 0 0,0 0 0,0 0 0,0 0 0,-1 1 0,1-1 0,-1 0 0,1 5 0,-1-4 0,0 1 0,0 0 0,0 0 0,-1-1 0,0 1 0,1 0 0,-2-1 0,1 1 0,0-1 0,-1 1 0,1-1 0,-1 1 0,0-1 0,0 0 0,0 0 0,-1 0 0,1 0 0,-1 0 0,1-1 0,-5 4 0,-11 7 0,-1 0 0,-1-1 0,0-1 0,0-1 0,-30 10 0,40-17 0,-4 2 0,0 0 0,1 1 0,-18 10 0,28-14 0,1-1 0,-1 1 0,1 0 0,0 0 0,0 0 0,0 0 0,0 0 0,0 0 0,0 1 0,-1 2 0,3-4 0,-1 1 0,1-1 0,-1 0 0,1 1 0,0-1 0,-1 0 0,1 1 0,0-1 0,0 0 0,0 1 0,0-1 0,0 0 0,1 1 0,-1-1 0,0 0 0,1 0 0,-1 1 0,0-1 0,1 0 0,0 0 0,-1 1 0,2 0 0,0 1 0,1 0 0,-1 0 0,1-1 0,0 0 0,0 1 0,0-1 0,0 0 0,0 0 0,0-1 0,0 1 0,0-1 0,1 1 0,-1-1 0,1 0 0,-1 0 0,1-1 0,3 1 0,11 1 0,0 0 0,20-2 0,-26-1 0,61 2 0,104-6 0,-174 5-105,0 0 0,0-1 0,0 0 0,0 1 0,-1-1 0,1 0 0,0 0 0,0 0 0,-1-1 0,1 1 0,0-1 0,2-2 0,6-7-6721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31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 24575,'575'0'0,"-565"-1"-227,0 1-1,0-1 1,-1-1-1,1 0 1,12-4-1,-5 0-6598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17:32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248 1 24575,'4'1'0,"0"1"0,0 0 0,0 0 0,0 0 0,-1 0 0,1 1 0,0 0 0,-1 0 0,0 0 0,0 0 0,0 0 0,3 4 0,4 3 0,-2-1 0,0 0 0,-1 1 0,0-1 0,0 1 0,-1 1 0,-1-1 0,8 20 0,21 83 0,-29-94 0,-1 1 0,-2 0 0,0 0 0,-1 0 0,-1 0 0,0 1 0,-2-1 0,-5 23 0,4-33 0,0-1 0,-1 0 0,0 0 0,-1-1 0,0 1 0,-1-1 0,1 0 0,-1 0 0,-8 7 0,-8 7 0,-37 29 0,5-12 0,-61 33 0,71-45 0,5-8-1365,21-13-5461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06.1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529 248 24575,'0'-10'0,"0"1"0,-1-1 0,0 0 0,-1 0 0,0 1 0,-1-1 0,0 1 0,-4-10 0,4 13 0,0 1 0,0-1 0,-1 1 0,0-1 0,0 1 0,0 0 0,0 1 0,-1-1 0,0 1 0,0 0 0,0 0 0,-1 0 0,-6-3 0,1 1 0,-2-1 0,0 0 0,-1 0 0,0 2 0,0 0 0,0 0 0,-29-5 0,-37-3 0,55 7 0,-1 2 0,-32-2 0,55 6 0,-6-1 0,0 1 0,1 0 0,-1 1 0,0 0 0,-15 4 0,22-4 0,0-1 0,-1 2 0,1-1 0,0 0 0,0 0 0,0 1 0,-1-1 0,2 1 0,-1 0 0,0 0 0,0 0 0,0-1 0,1 2 0,-1-1 0,1 0 0,0 0 0,-1 0 0,1 1 0,0-1 0,0 0 0,1 1 0,-1-1 0,0 1 0,1 2 0,-3 16 0,0-1 0,2 1 0,1 0 0,1-1 0,0 1 0,1-1 0,7 24 0,-6-35 0,0-1 0,1 1 0,0-1 0,1 0 0,-1 0 0,2-1 0,-1 0 0,1 1 0,0-2 0,0 1 0,14 10 0,8 4 0,53 31 0,-46-31 0,-26-17 0,0 1 0,0-1 0,0-1 0,1 1 0,-1-2 0,1 1 0,0-1 0,18 1 0,9-2 0,40-3 0,-21 0 0,-2 3 0,-32 0 0,0 0 0,0-2 0,-1 0 0,25-6 0,-39 5-97,0-1-1,0 0 1,0 0-1,0-1 1,0 0-1,-1 0 1,0-1-1,1 1 1,-2-2-1,1 1 1,-1 0-1,1-1 0,4-8 1,0 0-6729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06.4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24575,'0'2'0,"1"0"0,0 0 0,1 0 0,-1-1 0,0 1 0,0 0 0,1 0 0,-1-1 0,1 1 0,0-1 0,-1 1 0,1-1 0,3 2 0,12 13 0,56 72 0,1-1 0,-70-82 0,14 20 0,21 38 0,-34-53 0,-1 0 0,0 0 0,0 0 0,-1 1 0,0-1 0,-1 1 0,1 18 0,-2-24 0,0 12 0,0 1 0,-1 0 0,-3 23 0,2-36 0,0 0 0,-1 1 0,1-1 0,-1 0 0,0 0 0,0 0 0,-1 0 0,0 0 0,1-1 0,-1 1 0,-1-1 0,1 0 0,-1 0 0,-7 7 0,-90 63 7,59-46-1379,29-18-5454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07.5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28 170 24575,'2'78'0,"-4"90"0,-11-102 0,9-48 0,0-1 0,-1 20 0,4-3 0,0-23 0,2-29 0,-1-341 0,1 352 0,-1-1 0,1 1 0,1 0 0,-1-1 0,1 1 0,1 0 0,-1 0 0,1 0 0,0 0 0,1 1 0,0-1 0,0 1 0,0 0 0,1 0 0,8-9 0,2 1 0,0 1 0,1 0 0,1 0 0,27-14 0,-36 23 0,1 0 0,0 1 0,0 0 0,0 0 0,0 1 0,0 1 0,0-1 0,16 1 0,3 0 0,44 6 0,-69-4 0,1 0 0,0 0 0,0 0 0,0 1 0,-1 0 0,1-1 0,-1 1 0,1 1 0,-1-1 0,0 0 0,0 1 0,0-1 0,0 1 0,0 0 0,0 0 0,-1 0 0,0 1 0,1-1 0,-1 0 0,0 1 0,-1 0 0,1-1 0,1 8 0,-1-7 0,-1 0 0,0 0 0,0 0 0,0 0 0,-1 0 0,1 0 0,-1 0 0,0 0 0,0 0 0,0 0 0,-1 0 0,1 0 0,-1 0 0,0 0 0,0 0 0,-1 0 0,1 0 0,-1 0 0,0 0 0,0-1 0,0 1 0,-5 5 0,-4 1 0,0-1 0,0 0 0,-1-1 0,0-1 0,0 0 0,-1 0 0,1-1 0,-2-1 0,1 0 0,-1-1 0,-18 3 0,25-5 0,0 0 0,0 0 0,0 0 0,-13 6 0,19-8 0,1 1 0,-1-1 0,0 1 0,0-1 0,0 1 0,0-1 0,1 1 0,-1 0 0,0-1 0,1 1 0,-1 0 0,0 0 0,1-1 0,-1 1 0,1 0 0,-1 0 0,1 0 0,0 0 0,-1-1 0,1 1 0,0 0 0,-1 0 0,1 0 0,0 0 0,0 0 0,0 0 0,0 0 0,0 0 0,0 0 0,0 0 0,0 0 0,0 0 0,1 0 0,-1 0 0,0 0 0,1-1 0,-1 1 0,1 0 0,-1 0 0,0 0 0,1 0 0,0-1 0,-1 1 0,1 0 0,0 0 0,0 0 0,8 8 0,0 0 0,0-1 0,1 0 0,0-1 0,0 0 0,1-1 0,0 0 0,19 7 0,15 10 0,5 1 0,-30-15 0,36 22 0,68 63 0,-121-92 0,-1 0 0,1 0 0,-1 1 0,0-1 0,0 0 0,0 1 0,-1 0 0,1-1 0,0 1 0,-1 0 0,0 0 0,0 0 0,0 0 0,0 0 0,0 0 0,0 0 0,-1 1 0,0-1 0,1 4 0,-2-5 0,1 0 0,-1 0 0,1 1 0,-1-1 0,0 0 0,0-1 0,0 1 0,0 0 0,0 0 0,0 0 0,-1 0 0,1-1 0,-1 1 0,1-1 0,-1 1 0,0-1 0,1 0 0,-1 1 0,0-1 0,0 0 0,0 0 0,0 0 0,0-1 0,0 1 0,0 0 0,0-1 0,0 1 0,-4 0 0,-28 3 0,0-2 0,0-1 0,-54-4 0,0-1 0,81 4-105,1 0 0,-1 0 0,1 0 0,0-1 0,-1 0 0,1-1 0,0 1 0,0-1 0,0 0 0,0-1 0,0 1 0,-6-5 0,-1-4-6721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07.8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24575,'0'5'0,"0"6"0,5 1 0,1 3 0,0 4 0,-2 3 0,0 3 0,2-3 0,2-1 0,-2 1 0,-1 1 0,-2 2 0,-2 0 0,5-3 0,0-1 0,0 1 0,-2-4-8191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08.0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24575,'4'0'0,"2"0"-8191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08.3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196 1 24575,'-1'3'0,"0"1"0,0-1 0,0 1 0,0-1 0,0 1 0,-4 5 0,-6 18 0,-2 35 0,7-37 0,0 0 0,2 0 0,-1 27 0,7 46 0,-3 50 0,1-146 0,-1 0 0,1 1 0,0-1 0,0 0 0,-1 0 0,0 0 0,1 1 0,-1-1 0,0 0 0,0 0 0,0 0 0,0 0 0,0 0 0,-1-1 0,1 1 0,-2 2 0,2-4 0,0 1 0,-1 0 0,1 0 0,0-1 0,0 1 0,-1-1 0,1 0 0,0 1 0,-1-1 0,1 0 0,0 0 0,-1 1 0,1-1 0,0 0 0,-1 0 0,1-1 0,0 1 0,-1 0 0,-1-1 0,-3-1 0,0-1 0,0 1 0,0-1 0,0-1 0,1 1 0,0-1 0,0 0 0,0 0 0,-6-6 0,-9-10-1365,3 3-5461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08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24575,'466'0'0,"-454"0"0,0 1 0,1 0 0,-1 1 0,0 1 0,13 3 0,-21-4 0,1-1 0,-1 0 0,0 1 0,0 0 0,0 0 0,0 0 0,-1 1 0,1-1 0,-1 1 0,1 0 0,-1 0 0,0 0 0,0 0 0,0 0 0,0 1 0,-1-1 0,4 7 0,-6-9-37,1 0 0,-1 0 1,0 1-1,0-1 0,1 0 0,-1 0 0,0 1 0,0-1 0,0 0 0,0 0 0,-1 0 0,1 1 1,0-1-1,0 0 0,-1 0 0,1 0 0,-1 0 0,1 1 0,-1-1 0,1 0 0,-1 0 0,0 0 1,1 0-1,-1 0 0,0 0 0,0-1 0,0 1 0,0 0 0,0 0 0,0-1 0,0 1 0,0 0 1,0-1-1,0 1 0,0-1 0,-2 1 0,-14 5-6789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08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24575,'411'0'0,"-396"-1"-258,1 0-1,-1-2 0,0 0 0,15-5 1,-29 8 186,17-5-6754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09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0 117 24575,'2'1'0,"-1"-1"0,0 1 0,0-1 0,0 1 0,1-1 0,-1 1 0,0 0 0,0 0 0,0 0 0,0-1 0,0 1 0,0 0 0,0 0 0,-1 0 0,1 0 0,0 1 0,0-1 0,-1 0 0,1 0 0,0 2 0,12 28 0,-12-28 0,6 22 0,-1 0 0,-2 0 0,0 0 0,-2 0 0,0 0 0,-2 1 0,-5 46 0,-3-45 0,1-20 0,0-18 0,3-14 0,1 0 0,1-1 0,1 1 0,1 0 0,4-36 0,-3 53 0,0 1 0,0-1 0,1 0 0,0 1 0,0-1 0,1 1 0,0 0 0,0 0 0,0 0 0,1 0 0,0 0 0,1 1 0,8-10 0,-10 13 0,1 0 0,0 0 0,0 0 0,0 0 0,0 1 0,0-1 0,1 1 0,-1 0 0,1 1 0,-1-1 0,1 1 0,0 0 0,-1 0 0,1 0 0,0 1 0,0 0 0,0 0 0,-1 0 0,1 0 0,0 1 0,0-1 0,8 4 0,-7-2 0,0 0 0,0 1 0,0 0 0,0 1 0,-1-1 0,1 1 0,-1 0 0,0 0 0,0 1 0,0-1 0,-1 1 0,8 10 0,4 7 0,21 42 0,-16-29 0,2-1 0,1 0 0,1-2 0,40 38 0,-59-63 0,1-1 0,0 0 0,1 0 0,-1 0 0,1-1 0,0 0 0,1-1 0,-1 1 0,1-2 0,9 4 0,-17-7 0,1 0 0,-1 0 0,0 0 0,1 0 0,-1 0 0,0 0 0,1-1 0,-1 1 0,0 0 0,1-1 0,-1 1 0,0-1 0,1 1 0,-1-1 0,0 0 0,0 0 0,0 1 0,0-1 0,0 0 0,0 0 0,0 0 0,0 0 0,0 0 0,0 0 0,0-1 0,-1 1 0,1 0 0,-1 0 0,1 0 0,0-1 0,-1 1 0,0 0 0,1-1 0,-1 1 0,0 0 0,0-1 0,0-1 0,2-9 0,-1 0 0,0 0 0,-2-16 0,1 19 0,-4-352 0,3 361 0,1-1 0,0 0 0,0 0 0,0 0 0,0 0 0,0 0 0,0 0 0,0 0 0,0 0 0,0 0 0,0 0 0,0 0 0,1 0 0,-1 0 0,0 0 0,1 0 0,-1 1 0,1-1 0,-1 0 0,1 0 0,-1 0 0,1 1 0,-1-1 0,1 0 0,0 1 0,0-1 0,-1 0 0,1 1 0,1-2 0,0 2 0,1 1 0,-1-1 0,0 0 0,0 0 0,0 1 0,0 0 0,0-1 0,0 1 0,1 0 0,1 1 0,17 6 0,-2-4 0,1-1 0,-1 0 0,31-1 0,2 0 0,-49-2 0,-1 1 0,1-1 0,0 1 0,-1 0 0,1-1 0,0 1 0,-1 0 0,1 1 0,-1-1 0,1 0 0,-1 1 0,0-1 0,0 1 0,1 0 0,-1 0 0,0 0 0,-1 0 0,1 0 0,0 0 0,-1 0 0,1 1 0,-1-1 0,1 1 0,-1-1 0,0 1 0,0-1 0,0 1 0,-1 0 0,1-1 0,0 5 0,1 9 0,-1 0 0,0 0 0,-2 0 0,-2 20 0,1-6 0,4-4 0,0 0 0,2-1 0,1 1 0,0-1 0,13 33 0,-2-6 0,-19-117 0,-7 11 0,3 1 0,1-1 0,3 0 0,7-95 0,-4 146 0,1 0 0,-1 0 0,1 0 0,0 1 0,0-1 0,0 0 0,0 1 0,1-1 0,-1 1 0,1-1 0,-1 1 0,1-1 0,0 1 0,0 0 0,0 0 0,0 0 0,0 0 0,1 1 0,-1-1 0,1 0 0,-1 1 0,1 0 0,-1-1 0,1 1 0,0 0 0,-1 1 0,1-1 0,0 0 0,0 1 0,4-1 0,7-1 0,1 2 0,-1-1 0,1 2 0,24 3 0,-36-4-114,0 1 1,1-1-1,-1 1 0,0 0 0,0 0 1,0 1-1,0-1 0,0 1 0,0-1 1,0 1-1,4 3 0,5 8-6712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09.9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24575,'8'1'0,"1"0"0,0 0 0,0 1 0,15 6 0,26 4 0,7-7 0,-23-3 0,51 10 0,-65-8 63,39 1 0,14 2-1554,-50-1-5335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10.3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8 24575,'-2'0'0,"0"0"0,0 0 0,0 1 0,-1-1 0,1 1 0,0-1 0,0 1 0,0 0 0,1-1 0,-1 1 0,0 0 0,0 0 0,0 0 0,0 1 0,1-1 0,-1 0 0,1 1 0,-1-1 0,1 1 0,-1 0 0,1-1 0,0 1 0,0 0 0,0 0 0,-1 2 0,-2 6 0,0 0 0,1-1 0,1 1 0,-2 13 0,-3 7 0,2-4 0,0-1 0,2 1 0,0 0 0,2 0 0,4 51 0,-2-73 0,-1 0 0,1 0 0,0 0 0,0 0 0,0 0 0,1-1 0,-1 1 0,1 0 0,0-1 0,0 0 0,0 1 0,1-1 0,-1 0 0,1 0 0,-1 0 0,1 0 0,0-1 0,0 1 0,1-1 0,-1 1 0,0-1 0,1 0 0,-1-1 0,1 1 0,7 2 0,-4-2 0,0-1 0,-1 1 0,1-1 0,0-1 0,0 1 0,0-1 0,0 0 0,0-1 0,-1 0 0,1 0 0,0 0 0,0-1 0,-1 0 0,11-5 0,-13 5 0,-1 0 0,1-1 0,-1 0 0,0 1 0,0-1 0,0 0 0,-1-1 0,1 1 0,-1 0 0,0-1 0,0 1 0,0-1 0,0 0 0,0 0 0,-1 0 0,0 0 0,0 0 0,0 0 0,0 0 0,0 0 0,-1-6 0,1-9 0,0 1 0,-2-1 0,-3-25 0,1 32 11,0 1 0,0-1 0,-1 1 0,0 0 0,-1 0 0,0 1-1,-1-1 1,0 1 0,-1 1 0,-12-15 0,9 13-197,0-1 1,-1 2-1,-1-1 0,1 1 1,-2 1-1,1 0 1,-22-10-1,23 14-6640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11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226 71 24575,'-1'-1'0,"1"0"0,-1 0 0,1 0 0,-1-1 0,0 1 0,1 0 0,-1 0 0,0 0 0,0 0 0,0 0 0,1 0 0,-1 0 0,0 1 0,0-1 0,0 0 0,-1 0 0,1 1 0,0-1 0,0 1 0,0-1 0,0 1 0,-1-1 0,1 1 0,0 0 0,-1-1 0,1 1 0,-2 0 0,-42-5 0,40 5 0,-9-1 0,3 0 0,0 0 0,0 1 0,0 0 0,0 1 0,-12 2 0,20-2 0,0-1 0,1 1 0,-1 0 0,1 0 0,-1 0 0,1 1 0,0-1 0,-1 0 0,1 1 0,0 0 0,0-1 0,0 1 0,0 0 0,0 0 0,1 0 0,-1 0 0,0 0 0,1 1 0,0-1 0,-1 0 0,1 1 0,0-1 0,0 1 0,1-1 0,-1 1 0,0 3 0,-2 9 0,2-1 0,0 1 0,0 0 0,1 0 0,4 21 0,-3-29 0,0 0 0,0 1 0,1-1 0,0 0 0,1 0 0,-1 0 0,1-1 0,1 1 0,-1-1 0,1 1 0,0-1 0,10 10 0,15 16 0,-24-25 0,1-1 0,-1 0 0,1-1 0,0 1 0,0-1 0,0 0 0,1-1 0,-1 0 0,12 6 0,4-2 0,0 0 0,37 7 0,-50-13 0,1-1 0,-1 0 0,0-1 0,0 0 0,0 0 0,0-1 0,0 0 0,0 0 0,16-5 0,-20 3 0,1 1 0,0-2 0,-1 1 0,0 0 0,0-1 0,0 0 0,0 0 0,-1-1 0,1 1 0,-1-1 0,0 0 0,0 0 0,-1-1 0,5-8 0,3-10 0,0 0 0,8-31 0,-8 25 0,-6 7 0,0 0 0,-1 0 0,-1 0 0,-2-1 0,0 1 0,-3-32 0,1 31 0,3 32 0,1 0 0,0 0 0,0-1 0,1 1 0,0-1 0,9 12 0,-4-5 0,-1 0 0,13 30 0,34 120 0,-47-124 0,-7-38 0,-1 0 0,0 0 0,0 0 0,0 0 0,0 0 0,0 0 0,0 0 0,0 0 0,-1 0 0,1 0 0,-1-1 0,1 1 0,-1 0 0,0 0 0,1 0 0,-1-1 0,-2 4 0,-3-4-1365,1-7-5461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12.0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24575,'4'0'0,"8"0"0,4 0 0,6 0 0,3 0 0,-3-4 0,0-3 0,0 2 0,2 0 0,1 2 0,-8 0 0,-7 2-8191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12.2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24575,'0'1'0,"0"1"0,1-1 0,-1 0 0,1 0 0,0 0 0,-1 0 0,1 0 0,0 0 0,0 0 0,0 0 0,0 0 0,0 0 0,0 0 0,0 0 0,0-1 0,0 1 0,0 0 0,0-1 0,0 1 0,1-1 0,-1 1 0,0-1 0,0 1 0,1-1 0,-1 0 0,0 0 0,3 0 0,41 5 0,-40-4 0,128 15 0,-44-3 0,-79-12-195,-1 0 0,1 1 0,-1 0 0,0 1 0,1 0 0,9 5 0,-1 3-6631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12.3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42 24575,'330'0'0,"-319"-1"-151,0 0-1,0 0 0,1-1 0,-2-1 1,1 0-1,0-1 0,-1 0 1,18-9-1,-9 4-6674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13.0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24575,'1'16'0,"1"0"0,0 0 0,7 24 0,-4-22 0,-1 1 0,1 20 0,-5-34 0,2 32 0,13 70 0,-11-84 0,-1 0 0,0 25 0,-4-35 0,2 0 0,-1 0 0,2 0 0,0 0 0,0 0 0,1-1 0,0 1 0,1-1 0,1 0 0,10 21 0,-12-30 0,0 1 0,0-1 0,1 0 0,-1 0 0,1 0 0,-1 0 0,1-1 0,0 1 0,0-1 0,0 0 0,0 0 0,1-1 0,-1 1 0,0-1 0,1 0 0,-1 0 0,1 0 0,-1-1 0,1 1 0,-1-1 0,1 0 0,0-1 0,6 0 0,3-1 0,0-1 0,-1 0 0,1-1 0,-1 0 0,0-1 0,19-10 0,-6-1 0,45-38 0,-47 35 0,-12 8 0,-2 0 0,0-1 0,0 0 0,-1 0 0,11-22 0,-18 31 0,1-1 0,-2 1 0,1-1 0,0 1 0,-1-1 0,1 0 0,-1 0 0,0 0 0,-1 0 0,1 1 0,-1-1 0,1 0 0,-1 0 0,0 0 0,-1 0 0,1 0 0,-1 0 0,1 0 0,-3-5 0,2 6 0,-1 0 0,1 1 0,-1 0 0,0-1 0,0 1 0,0 0 0,0 0 0,0 0 0,0 0 0,-1 0 0,1 0 0,-1 1 0,1-1 0,-1 1 0,0 0 0,1 0 0,-1 0 0,0 0 0,0 0 0,0 0 0,0 1 0,0 0 0,0-1 0,0 1 0,1 0 0,-5 1 0,2-1 0,1 0 0,-1 1 0,0 0 0,1 0 0,-1 0 0,1 1 0,0-1 0,-1 1 0,1 0 0,0 0 0,0 0 0,0 1 0,0 0 0,0 0 0,1 0 0,0 0 0,-1 0 0,1 0 0,0 1 0,0 0 0,1 0 0,-4 4 0,2 0 0,1-1 0,-1 1 0,1 0 0,1 0 0,-1 0 0,1 0 0,1 1 0,-1-1 0,2 0 0,-1 1 0,1 11 0,1-16 0,0 0 0,0 0 0,0 0 0,0 0 0,1 0 0,-1-1 0,1 1 0,0 0 0,0-1 0,0 0 0,1 1 0,-1-1 0,1 0 0,0 0 0,0 0 0,0-1 0,0 1 0,0-1 0,1 0 0,-1 0 0,1 0 0,7 3 0,-6-2 0,0-1 0,1 0 0,-1-1 0,1 1 0,-1-1 0,1 0 0,0-1 0,0 1 0,-1-1 0,1 0 0,0 0 0,0-1 0,-1 0 0,1 0 0,8-3 0,-11 2 0,0 0 0,0 0 0,0 0 0,0 0 0,-1 0 0,1-1 0,-1 0 0,0 1 0,1-1 0,-1 0 0,0 0 0,-1 0 0,1 0 0,-1-1 0,1 1 0,-1 0 0,0 0 0,0-1 0,0 1 0,-1-1 0,1 1 0,-1-1 0,0 1 0,0-1 0,0-3 0,-1-7 0,1 1 0,-2-1 0,0 1 0,-1-1 0,-5-16 0,-7-6 0,14 34 0,0 1 0,0-1 0,0 1 0,-1-1 0,1 1 0,0 0 0,0 0 0,-1-1 0,1 1 0,-1 0 0,1 0 0,-1 0 0,0 0 0,1 1 0,-1-1 0,0 0 0,1 1 0,-4-1 0,-2 3-61,12 5 213,10 7-1608,-2-5-5370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13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206 73 24575,'0'12'0,"4"104"0,-1-101 0,-1 1 0,2 0 0,0-1 0,1 0 0,8 20 0,-11-32 0,0 1 0,-1-1 0,1 1 0,-1 0 0,0 0 0,0-1 0,-1 1 0,1 0 0,-1 0 0,0 0 0,0 0 0,0 7 0,-1-9 0,0 0 0,0 0 0,0-1 0,0 1 0,0 0 0,0 0 0,0-1 0,0 1 0,-1-1 0,1 1 0,-1-1 0,1 1 0,-1-1 0,1 0 0,-1 0 0,0 0 0,0 0 0,0 0 0,1 0 0,-1 0 0,0-1 0,0 1 0,0-1 0,0 1 0,0-1 0,-3 1 0,-21 2 0,-1-2 0,1 0 0,-1-1 0,-32-5 0,57 5 0,-1-1 0,1 1 0,0 0 0,-1-1 0,1 0 0,0 1 0,-1-1 0,1 0 0,0 0 0,0 0 0,0 0 0,0-1 0,0 1 0,-3-3 0,4 3 0,0 0 0,1 0 0,-1-1 0,0 1 0,1 0 0,-1 0 0,1 0 0,-1 0 0,1-1 0,0 1 0,0 0 0,-1 0 0,1-1 0,0 1 0,0 0 0,0 0 0,0-1 0,0 1 0,1 0 0,-1-2 0,2-1 0,-1-1 0,1 1 0,0 0 0,1 0 0,-1 0 0,1 1 0,-1-1 0,1 1 0,0-1 0,0 1 0,1 0 0,-1 0 0,7-5 0,120-66 0,-112 65 0,1 0 0,22-6 0,11-6 0,-24 7 0,-2-2 0,0-1 0,32-27 0,-29 22 0,-28 21 0,1-1 0,-1 1 0,1-1 0,-1 0 0,1 0 0,-1 0 0,0 1 0,0-1 0,0 0 0,0 0 0,0-1 0,0 1 0,0 0 0,-1 0 0,1 0 0,-1 0 0,0-1 0,1-2 0,-1 4 0,0 0 0,-1 0 0,1 0 0,0 0 0,0 0 0,0 0 0,-1 0 0,1 0 0,-1 0 0,1 0 0,0 1 0,-1-1 0,1 0 0,-1 0 0,0 0 0,1 1 0,-1-1 0,0 0 0,1 1 0,-1-1 0,0 0 0,0 1 0,0-1 0,0 1 0,0-1 0,1 1 0,-1 0 0,0-1 0,0 1 0,0 0 0,0 0 0,0-1 0,0 1 0,0 0 0,0 0 0,0 0 0,0 0 0,0 0 0,0 1 0,0-1 0,0 0 0,-2 1 0,1 0 0,1-1 0,-1 1 0,0 0 0,1 0 0,-1 0 0,0 0 0,1 0 0,-1 0 0,1 0 0,0 1 0,-1-1 0,1 0 0,0 1 0,0-1 0,0 1 0,0-1 0,0 1 0,0 0 0,0 0 0,1-1 0,-1 1 0,1 0 0,-1 0 0,0 3 0,-5 48 0,6-50 0,0 7 0,1 1 0,0-1 0,1 0 0,0 0 0,0 0 0,1 0 0,0-1 0,1 1 0,0-1 0,1 0 0,-1 0 0,2 0 0,11 14 0,9 9 0,1-2 0,38 31 0,-21-19 0,-40-38 0,1 0 0,0 1 0,-1 0 0,0 0 0,1 0 0,-2 0 0,5 8 0,-7-13 0,-1 1 0,0 0 0,0-1 0,1 1 0,-1 0 0,0-1 0,0 1 0,0 0 0,0 0 0,0-1 0,0 1 0,0 0 0,0-1 0,0 1 0,0 0 0,0-1 0,-1 1 0,1 0 0,0-1 0,0 1 0,-1 0 0,1-1 0,0 1 0,-2 1 0,1-1 0,-1 0 0,0 0 0,1 0 0,-1 0 0,0 0 0,0 0 0,0 0 0,0-1 0,0 1 0,0-1 0,0 1 0,0-1 0,-2 1 0,-46 3 0,-1-2 0,-53-5 0,4 0 0,75 2 0,18 0 0,-1 0 0,0 1 0,1 0 0,-1 1 0,1 0 0,0 0 0,-14 4 0,21-5-20,0 0-1,-1 0 1,1 0 0,0 0-1,0 0 1,-1 0 0,1 0-1,0 0 1,0 0-1,-1 0 1,1 0 0,0 1-1,0-1 1,0 0 0,-1 0-1,1 0 1,0 0-1,0 0 1,0 1 0,0-1-1,-1 0 1,1 0 0,0 1-1,0-1 1,0 0-1,0 0 1,0 0 0,0 1-1,0-1 1,-1 0 0,1 0-1,0 1 1,0-1-1,0 0 1,0 0 0,0 1-1,0-1 1,0 0 0,0 0-1,1 1 1,-1-1-1,0 0 1,0 0 0,0 1-1,0-1 1,0 0 0,0 0-1,0 1 1,0-1-1,1 0 1,-1 0 0,0 0-1,0 1 1,0-1 0,0 0-1,1 0 1,-1 0-1,0 0 1,0 0 0,1 1-1,-1-1 1,0 0 0,0 0-1,0 0 1,1 0-1,-1 0 1,11 5-6806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54.3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24575,'5'0'0,"1"-5"0,4-1 0,1 0-8191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54.7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 24575,'0'5'0,"5"1"0,6 0 0,5-2 0,1-5 0,-2-8 0,-10-1 0,-9-1 0,0 3 0,1 3-8191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55.3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551 30 24575,'0'-1'0,"-1"0"0,1 0 0,-1 0 0,1 0 0,-1-1 0,0 1 0,1 0 0,-1 0 0,0 0 0,0 0 0,0 0 0,0 1 0,0-1 0,0 0 0,0 0 0,0 0 0,0 1 0,0-1 0,0 1 0,-1-1 0,1 1 0,0-1 0,0 1 0,-1 0 0,1 0 0,0-1 0,-2 1 0,-42-5 0,40 5 0,-51-3 0,-83 6 0,130-2 0,1 1 0,-1 0 0,1 1 0,-1 0 0,1 0 0,0 1 0,0 0 0,1 0 0,-1 0 0,1 1 0,0 1 0,0-1 0,1 1 0,-12 13 0,-3 7 0,0 1 0,-25 44 0,36-54 0,2-5 0,2 1 0,-1 0 0,2 0 0,0 1 0,0-1 0,1 1 0,1 0 0,0 0 0,1 0 0,1 1 0,0-1 0,1 19 0,-1 27 0,0-34 0,0 1 0,2-1 0,8 51 0,-7-69 0,1 1 0,0-1 0,0 0 0,1 0 0,0-1 0,0 1 0,0-1 0,1 0 0,0 0 0,1 0 0,0-1 0,0 1 0,0-2 0,1 1 0,0-1 0,0 0 0,0 0 0,0 0 0,1-1 0,0-1 0,0 1 0,0-1 0,15 4 0,11-1 0,0 0 0,1-2 0,-1-2 0,53-2 0,-83 0 0,7 1 0,1-2 0,-1 1 0,1-1 0,0-1 0,-1 0 0,0 0 0,0-1 0,1-1 0,-2 0 0,1 0 0,0-1 0,-1-1 0,0 0 0,0 0 0,-1-1 0,14-12 0,4-4 0,-21 19 0,0-1 0,0-1 0,0 1 0,-1-1 0,0 0 0,9-12 0,-6 5 0,-1 0 0,0-1 0,-1 1 0,0-1 0,-1-1 0,-1 1 0,0-1 0,-1 1 0,0-1 0,0-29 0,-2 31 0,-1 0 0,-1 1 0,-1-1 0,1 1 0,-8-24 0,6 29 0,0 0 0,0 1 0,0-1 0,-1 1 0,0 0 0,0 0 0,-1 0 0,0 1 0,0 0 0,0 0 0,-10-8 0,8 8 9,-1 0-1,1 1 1,-1-1-1,0 1 1,0 1-1,0 0 1,-1 0-1,1 0 1,-18-2-1,0 3-238,0 1-1,-28 2 0,27-1-527,3 1-6068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55.5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24575,'5'2'0,"-1"-1"0,1 1 0,-1 0 0,1 0 0,-1 1 0,0-1 0,0 1 0,6 4 0,2 2 0,177 95 0,-166-94 0,1-1 0,30 8 0,30 11 0,-67-22 0,0 0 0,0-2 0,26 4 0,-23-5 0,0 1 0,28 10 0,-26-8 0,0 0 0,0-1 0,0-1 0,0-1 0,42 0 0,-4 0 0,8 9 0,2 0 0,-44-11-1365,-4 0-5461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57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59 24575,'0'10'0,"0"17"0,1 0 0,0-1 0,11 47 0,-11-67 0,0 0 0,0-1 0,1 0 0,0 1 0,0-1 0,1 0 0,-1 0 0,1 0 0,0 0 0,1-1 0,-1 1 0,1-1 0,0 0 0,0 0 0,0 0 0,0 0 0,1-1 0,0 0 0,-1 0 0,1 0 0,0 0 0,1-1 0,-1 0 0,6 2 0,-9-4 0,-1 1 0,1-1 0,0 1 0,0-1 0,-1 0 0,1 0 0,0 0 0,0 0 0,0 0 0,-1 0 0,1-1 0,0 1 0,0-1 0,-1 1 0,1-1 0,0 0 0,-1 1 0,1-1 0,0 0 0,-1 0 0,3-2 0,-2 1 0,0 0 0,0-1 0,-1 1 0,1-1 0,-1 1 0,1-1 0,-1 0 0,0 0 0,0 1 0,0-1 0,1-6 0,1-7 0,-2-1 0,0 1 0,-2-31 0,0 32 0,-4-35 0,5 50 0,2 17 0,1-3 0,0 0 0,1 0 0,1-1 0,0 1 0,1-1 0,0-1 0,1 1 0,13 16 0,-10-13 0,-5-8 0,1-1 0,0 0 0,0 0 0,1 0 0,0-1 0,0 0 0,1-1 0,-1 0 0,1 0 0,0 0 0,11 3 0,-14-5 0,0-1 0,0 0 0,0 0 0,0 0 0,1-1 0,-1 0 0,0 0 0,1-1 0,-1 1 0,1-1 0,-1 0 0,1 0 0,-1-1 0,1 0 0,-1 0 0,0 0 0,1 0 0,-1-1 0,9-4 0,-3-1 0,0-1 0,-1 0 0,0 0 0,0-1 0,-1 0 0,0-1 0,-1 0 0,0-1 0,-1 1 0,0-1 0,0-1 0,-1 1 0,-1-1 0,0 0 0,4-14 0,2-12 0,4-23 0,-14 57 0,0-1 0,-1 0 0,0 0 0,0 0 0,0 0 0,0 1 0,-1-1 0,0 0 0,0 0 0,-2-5 0,2 8 0,-1-1 0,1 1 0,-1 0 0,1-1 0,-1 1 0,0 0 0,0 0 0,0 0 0,0 1 0,0-1 0,-1 0 0,1 1 0,0-1 0,-1 1 0,1 0 0,-1 0 0,0 0 0,1 0 0,-1 0 0,0 0 0,1 1 0,-1-1 0,0 1 0,0 0 0,-2 0 0,2 0 0,0 0 0,0 0 0,0 0 0,0 1 0,0-1 0,0 1 0,0-1 0,1 1 0,-1 0 0,0 0 0,0 1 0,1-1 0,-1 0 0,1 1 0,-1 0 0,1-1 0,0 1 0,0 0 0,0 0 0,0 0 0,0 1 0,0-1 0,-2 4 0,-3 10 0,1-1 0,0 1 0,2 0 0,0 1 0,0-1 0,2 1 0,0-1 0,1 1 0,1 26 0,0-40 0,1 0 0,-1 0 0,1 0 0,0 0 0,0-1 0,0 1 0,0 0 0,0 0 0,1 0 0,-1-1 0,1 1 0,0-1 0,0 1 0,-1-1 0,2 0 0,2 3 0,-1-2 0,1 0 0,-1 0 0,1 0 0,0 0 0,0-1 0,1 0 0,-1 0 0,7 2 0,7 0 0,1-1 0,-1-1 0,38 0 0,-48-2 0,4 0 0,0 0 0,1-1 0,-1 0 0,22-6 0,-31 6 0,1-1 0,0 0 0,-1 0 0,1-1 0,-1 1 0,0-1 0,0 0 0,0 0 0,0-1 0,-1 1 0,1-1 0,-1 0 0,0 1 0,0-1 0,5-8 0,-4 4 0,-1 0 0,1-1 0,-1 1 0,0 0 0,1-11 0,4-11 0,-8 29 0,0 1 0,0-1 0,0 1 0,0-1 0,0 1 0,0-1 0,0 1 0,1-1 0,-1 1 0,0-1 0,0 1 0,0 0 0,1-1 0,-1 1 0,0-1 0,1 1 0,-1-1 0,0 1 0,1 0 0,-1-1 0,0 1 0,1 0 0,-1-1 0,1 1 0,-1 0 0,1 0 0,-1-1 0,1 1 0,0 0 0,7 12 0,-1 25 0,-4 35 0,-3-72 0,0 0 0,0 0 0,0 0 0,0 0 0,-1 0 0,1 1 0,0-1 0,0 0 0,0 0 0,0 0 0,0 0 0,0 0 0,0 1 0,0-1 0,0 0 0,0 0 0,0 0 0,0 0 0,0 1 0,0-1 0,0 0 0,0 0 0,0 0 0,0 0 0,0 1 0,0-1 0,0 0 0,0 0 0,0 0 0,0 0 0,0 0 0,0 1 0,0-1 0,1 0 0,-1 0 0,0 0 0,0 0 0,0 0 0,0 0 0,0 1 0,0-1 0,0 0 0,1 0 0,-1 0 0,0 0 0,0 0 0,0 0 0,0 0 0,0 0 0,1 0 0,-1 0 0,0 0 0,0 0 0,0 0 0,0 0 0,1 0 0,-1 0 0,0 0 0,7-11 0,4-19 0,-7 15 0,1 0 0,1 0 0,0 1 0,1-1 0,1 1 0,0 1 0,1 0 0,0 0 0,1 1 0,11-12 0,-20 24 0,-1-1 0,0 1 0,1-1 0,-1 1 0,1-1 0,0 1 0,-1-1 0,1 1 0,-1-1 0,1 1 0,0 0 0,-1-1 0,1 1 0,0 0 0,-1 0 0,1-1 0,0 1 0,-1 0 0,1 0 0,0 0 0,0 0 0,-1 0 0,1 0 0,0 0 0,-1 0 0,1 0 0,0 0 0,0 1 0,-1-1 0,1 0 0,0 0 0,0 1 0,0 0 0,1 1 0,-1-1 0,1 1 0,-1-1 0,0 1 0,0 0 0,0-1 0,0 1 0,0 0 0,0 0 0,1 3 0,1 5 0,-1 1 0,1-1 0,0 15 0,-1-8 0,0-1 0,1 1 0,1-1 0,9 25 0,-12-36 0,1 0 0,0 0 0,1 0 0,-1 0 0,1-1 0,0 1 0,0-1 0,1 0 0,-1 1 0,1-1 0,0-1 0,0 1 0,0-1 0,1 1 0,-1-1 0,1 0 0,8 3 0,-11-5 0,-1 0 0,1-1 0,-1 0 0,1 1 0,0-1 0,-1 0 0,1 0 0,-1 0 0,1 0 0,0 0 0,-1 0 0,1 0 0,-1-1 0,1 1 0,0-1 0,-1 1 0,1-1 0,-1 1 0,1-1 0,-1 0 0,0 0 0,2-1 0,0 0 0,-1-1 0,0 1 0,1-1 0,-1 0 0,0 0 0,-1 1 0,1-1 0,0-1 0,-1 1 0,2-3 0,0-6 0,1-1 0,-2 1 0,0-1 0,1-20 0,-3 28 0,2-24 0,-2 28 0,0 0 0,0 0 0,0 0 0,0 0 0,0 0 0,0 1 0,0-1 0,1 0 0,-1 0 0,0 0 0,1 0 0,-1 0 0,0 1 0,1-1 0,-1 0 0,1 0 0,-1 1 0,1-1 0,0 0 0,-1 1 0,1-1 0,1 0 0,0 3 0,-1 1 0,1-1 0,0 1 0,-1 0 0,0-1 0,1 1 0,-1 0 0,0 0 0,-1 0 0,2 5 0,-1-2 0,42 149 0,-39-136 0,-1 0 0,-1 0 0,0 23 0,-2-23 0,1 0 0,1 0 0,6 23 0,-2-13 0,-1-1 0,-1 1 0,-2 1 0,0-1 0,-6 54 0,3-78 0,1 1 0,-2-1 0,1 0 0,-1-1 0,0 1 0,0 0 0,0 0 0,0-1 0,-1 1 0,0-1 0,0 0 0,0 0 0,-1 0 0,1 0 0,-1-1 0,0 1 0,0-1 0,0 0 0,0 0 0,-1 0 0,1-1 0,-1 1 0,1-1 0,-1 0 0,0-1 0,-10 3 0,-1 0 0,-1-1 0,0-1 0,0 0 0,-1-1 0,1-1 0,-30-3 0,39 2 0,0 0 0,1 0 0,-1 0 0,1-1 0,0-1 0,0 1 0,-1-1 0,2 0 0,-1-1 0,0 1 0,1-1 0,-1-1 0,1 1 0,0-1 0,1 0 0,-1-1 0,1 1 0,0-1 0,0 0 0,1 0 0,0-1 0,0 1 0,0-1 0,1 0 0,0 0 0,0 0 0,1 0 0,0-1 0,0 1 0,1-1 0,-1-12 0,0 6 0,1 0 0,1 0 0,1 0 0,0-1 0,1 1 0,4-20 0,-4 28 0,0 0 0,1 0 0,-1 0 0,1 1 0,0-1 0,0 1 0,1 0 0,0 0 0,0 0 0,0 0 0,0 1 0,1-1 0,0 1 0,0 1 0,0-1 0,11-5 0,6-4 0,1 2 0,1 1 0,0 1 0,48-12 0,-36 12 0,-1-2 0,37-16 0,10-3 0,-67 25-341,0-1 0,0 0-1,16-9 1,-17 5-6485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58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67 24575,'0'-1'0,"1"0"0,-1 0 0,0 0 0,1 0 0,-1-1 0,1 1 0,0 0 0,-1 1 0,1-1 0,0 0 0,-1 0 0,1 0 0,0 0 0,0 0 0,0 1 0,0-1 0,0 0 0,-1 1 0,1-1 0,1 1 0,-1-1 0,0 1 0,0-1 0,0 1 0,0 0 0,0-1 0,2 1 0,40-6 0,-31 4 0,42-7 0,-10 2 0,81-5 0,-78 14-46,-31-1-218,1 0 1,-1-1-1,1-1 0,28-5 0,-27 0-6562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58.2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24575,'0'5'0,"0"6"0,0 5 0,0 5 0,0 4 0,0 2 0,0 1 0,0 1 0,0-1 0,5-4 0,5-7 0,2-6-8191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58.5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0 24575,'-1'61'0,"0"-27"0,0 0 0,2 0 0,2 0 0,1-1 0,2 0 0,9 34 0,-13-62 0,1 3 0,0 0 0,-1 0 0,0 1 0,0-1 0,0 15 0,-2-22 0,0 1 0,0 0 0,0-1 0,0 1 0,-1 0 0,1-1 0,0 1 0,-1-1 0,1 1 0,-1-1 0,0 1 0,0-1 0,0 1 0,1-1 0,-1 0 0,0 1 0,0-1 0,-1 0 0,1 0 0,0 0 0,0 0 0,-1 0 0,1 0 0,0 0 0,-1 0 0,1-1 0,-1 1 0,1 0 0,-1-1 0,1 1 0,-1-1 0,0 0 0,1 1 0,-1-1 0,1 0 0,-4 0 0,2 0-4,-1-1 0,0 1 0,1-1 1,-1 0-1,1 0 0,-1 0 0,1-1 0,0 1 0,-1-1 0,1 0 0,0 1 0,0-2 0,0 1 0,-4-4 0,-10-5-1302,1 1-5520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58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31 24575,'7'-1'0,"-1"0"0,0 0 0,0 0 0,0-1 0,8-3 0,20-5 0,6 5 0,1 2 0,-1 1 0,62 6 0,-96-4 0,0 1 0,0 0 0,0 0 0,0 0 0,0 1 0,0 0 0,-1 0 0,1 0 0,-1 1 0,1 0 0,-1 0 0,7 6 0,-9-6 0,0 0 0,0 1 0,0 0 0,0 0 0,-1-1 0,0 2 0,0-1 0,0 0 0,0 0 0,-1 0 0,1 1 0,-1-1 0,0 1 0,-1-1 0,1 1 0,-1 7 0,0 42-1365,0-30-5461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58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1 100 24575,'466'0'0,"-436"-2"0,-1 0 0,32-8 0,37-4 0,-72 12-170,-1-1-1,1-1 0,-1-1 1,0-1-1,-1-2 0,0 0 1,39-20-1,-48 20-6655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1:59.2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 1 24575,'0'24'0,"2"0"0,0 0 0,2 0 0,0 0 0,2 0 0,15 41 0,-18-57 0,0 1 0,0 0 0,-1 0 0,0 1 0,-1-1 0,0 0 0,0 16 0,-1-23 0,0 1 0,0-1 0,-1 1 0,1 0 0,-1-1 0,0 1 0,0-1 0,0 0 0,0 1 0,0-1 0,0 0 0,-1 1 0,1-1 0,-1 0 0,1 0 0,-1 0 0,0 0 0,0 0 0,0-1 0,0 1 0,0-1 0,0 1 0,0-1 0,-1 0 0,1 1 0,0-1 0,-1-1 0,1 1 0,-1 0 0,1 0 0,-4-1 0,-14 3-62,-1-2-1,0 0 1,-27-3 0,22 1-1054,1 0-5710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2:00.4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54 24575,'17'-1'0,"-1"0"0,1-2 0,20-5 0,-18 3 0,38-3 0,-41 6 0,0-1 0,20-6 0,-28 6 0,1 1 0,0-1 0,0 1 0,0 1 0,0 0 0,0 0 0,0 0 0,0 1 0,0 1 0,1 0 0,10 2 0,-18-2 0,0 0 0,0 0 0,0 0 0,0 0 0,0 0 0,-1 0 0,1 0 0,0 1 0,-1-1 0,1 1 0,-1 0 0,1-1 0,-1 1 0,0 0 0,1 0 0,-1-1 0,0 1 0,0 0 0,-1 0 0,1 0 0,1 4 0,-1 2 0,0 1 0,0-1 0,-1 1 0,0 12 0,-1-12 0,1 0 0,1 0 0,1 16 0,-1-23 0,-1 0 0,1 0 0,0 0 0,-1 0 0,1 1 0,0-1 0,0 0 0,1-1 0,-1 1 0,0 0 0,1 0 0,-1 0 0,1-1 0,-1 1 0,1-1 0,0 1 0,-1-1 0,1 0 0,3 2 0,0-1 0,0 0 0,1 0 0,-1-1 0,0 0 0,1 1 0,0-2 0,-1 1 0,1-1 0,-1 0 0,1 0 0,-1 0 0,1-1 0,0 0 0,-1 0 0,0 0 0,1-1 0,-1 0 0,0 0 0,0 0 0,0-1 0,0 0 0,0 0 0,0 0 0,5-5 0,-6 5 0,0-1 0,0 1 0,0-1 0,0 0 0,-1 0 0,0 0 0,0-1 0,0 1 0,0-1 0,-1 0 0,0 0 0,0 0 0,0 0 0,0 0 0,-1 0 0,0 0 0,0 0 0,0-1 0,-1 1 0,1 0 0,-2-1 0,1 1 0,0 0 0,-1-1 0,-2-6 0,3 11 0,0 1 0,0-1 0,0 1 0,0-1 0,0 0 0,0 1 0,0-1 0,0 1 0,-1-1 0,1 1 0,0-1 0,0 0 0,-1 1 0,1-1 0,0 1 0,-1 0 0,1-1 0,-1 1 0,1-1 0,0 1 0,-1-1 0,1 1 0,-1 0 0,1-1 0,-1 1 0,1 0 0,-1 0 0,0-1 0,-7 14 0,0 27 0,7-28 0,0 1 0,1 0 0,1 0 0,0-1 0,0 1 0,6 18 0,-6-28 0,0 1 0,0-1 0,0 1 0,1-1 0,0 1 0,0-1 0,0 0 0,0 1 0,0-1 0,0 0 0,1-1 0,0 1 0,-1 0 0,1-1 0,0 1 0,0-1 0,1 0 0,-1 0 0,0 0 0,1-1 0,-1 1 0,1-1 0,-1 0 0,1 0 0,6 1 0,3 0 0,0-1 0,1 0 0,-1-1 0,0 0 0,0-1 0,24-5 0,-28 4 0,-1-1 0,0 0 0,0 0 0,0-1 0,0 0 0,0 0 0,-1-1 0,0 0 0,0 0 0,0-1 0,7-8 0,0-2 0,-12 12 0,1 0 0,0 0 0,0 1 0,0-1 0,0 1 0,0 0 0,1 0 0,-1 0 0,1 0 0,0 1 0,0 0 0,7-4 0,-10 6 0,-1 0 0,1 0 0,-1 0 0,0 0 0,1 0 0,-1 0 0,0 0 0,1 0 0,-1 0 0,0 0 0,1 0 0,-1 0 0,0 0 0,1 0 0,-1 0 0,0 1 0,1-1 0,-1 0 0,0 0 0,1 0 0,-1 1 0,0-1 0,0 0 0,1 0 0,-1 1 0,0-1 0,0 0 0,1 1 0,-1-1 0,0 0 0,0 1 0,0-1 0,0 0 0,0 1 0,0-1 0,1 0 0,-1 1 0,0-1 0,0 0 0,0 1 0,0-1 0,0 0 0,0 1 0,-4 0 0,-1-12 0,4 5 0,0 1 0,0-1 0,1 0 0,-1 0 0,1 1 0,0-1 0,1 0 0,1-7 0,-2 12 0,0-1 0,0 1 0,1-1 0,-1 1 0,1-1 0,-1 1 0,1 0 0,0-1 0,-1 1 0,1-1 0,0 1 0,0 0 0,0 0 0,0 0 0,0-1 0,0 1 0,0 0 0,0 0 0,1 0 0,-1 1 0,0-1 0,1 0 0,-1 0 0,0 1 0,1-1 0,-1 1 0,1-1 0,-1 1 0,1 0 0,-1-1 0,1 1 0,-1 0 0,1 0 0,-1 0 0,4 0 0,-3 1 0,0 0 0,0 0 0,0 0 0,0 0 0,0 0 0,0 0 0,0 0 0,0 1 0,-1-1 0,1 1 0,0-1 0,-1 1 0,1 0 0,1 3 0,22 33 0,-14-20 0,-2-5 0,-1 0 0,0 1 0,0 0 0,9 29 0,-17-50 0,-1 1 0,1 0 0,0 0 0,0 0 0,1-1 0,0 1 0,0 0 0,1 0 0,-1 0 0,4-6 0,-1 0 0,0 1 0,1-1 0,0 1 0,1 0 0,8-10 0,-10 15 0,0 1 0,1 0 0,0 1 0,0-1 0,1 1 0,-1 0 0,1 0 0,0 1 0,0-1 0,8-2 0,-11 5 0,-1 0 0,0 0 0,1 0 0,-1 1 0,1-1 0,-1 1 0,0-1 0,1 1 0,-1 0 0,1 0 0,-1 0 0,1 1 0,-1-1 0,1 0 0,-1 1 0,0 0 0,1-1 0,-1 1 0,0 0 0,0 0 0,1 1 0,-1-1 0,0 0 0,0 1 0,0-1 0,0 1 0,-1 0 0,1-1 0,0 1 0,-1 0 0,2 2 0,3 6 0,-1 0 0,-1 0 0,1 0 0,-2 0 0,4 13 0,-4-12 0,0 0 0,1 0 0,0-1 0,9 15 0,-4-8-37,-8-14-73,0 0-1,1 0 0,-1 0 1,1 0-1,-1 0 0,1-1 0,0 1 1,0-1-1,1 1 0,-1-1 1,4 4-1,3-3-6715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2:00.6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24575,'115'-2'0,"126"4"0,-239-2-52,0 0-1,0 0 1,0 1-1,0-1 1,0 0-1,0 1 1,0-1-1,0 1 1,0-1-1,0 1 1,-1 0-1,1 0 1,0 0-1,0 0 1,-1 0-1,1 0 1,-1 1-1,1-1 1,-1 0-1,1 1 0,-1-1 1,0 1-1,0 0 1,0-1-1,2 4 1,-2 6-6774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2:00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 24575,'466'0'0,"-451"-1"-341,0 0 0,-1-1-1,23-5 1,-13 1-6485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2:01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24575,'2'0'0,"0"1"0,0 0 0,-1 0 0,1 0 0,0 0 0,-1 0 0,1 0 0,-1 1 0,1-1 0,-1 0 0,0 1 0,1-1 0,-1 1 0,0 0 0,0-1 0,0 1 0,1 2 0,15 33 0,-11-14 0,-2 1 0,0 0 0,-2 0 0,0 1 0,-2-1 0,-4 34 0,2 7 0,3-32-94,0 29 307,-1-58-337,-1 0 1,1 0-1,-1 0 0,0 0 1,0 0-1,0 0 0,-1 0 1,1-1-1,-1 1 0,0 0 1,-4 5-1,-6 3-6702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2:02.2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394 33 24575,'4'-1'0,"-1"0"0,1 0 0,-1 0 0,0 0 0,1 0 0,-1-1 0,3-1 0,21-7 0,-3 5 0,0 2 0,0 1 0,0 1 0,1 1 0,-1 1 0,43 7 0,-65-8 0,1 1 0,-1-1 0,1 1 0,0 0 0,-1 0 0,0 0 0,1 0 0,-1 1 0,0-1 0,1 0 0,-1 1 0,0 0 0,0-1 0,0 1 0,0 0 0,-1 0 0,1 0 0,0 0 0,-1 1 0,1-1 0,-1 0 0,1 3 0,-1-2 0,-1 0 0,0 0 0,0-1 0,0 1 0,0 0 0,0 0 0,-1 0 0,1 0 0,-1-1 0,1 1 0,-1 0 0,0-1 0,0 1 0,-1 0 0,1-1 0,0 0 0,-1 1 0,0-1 0,1 0 0,-5 4 0,-2 4 0,-1-1 0,-1 0 0,0-1 0,0 0 0,0 0 0,-14 6 0,-71 32 0,0-1 0,67-32 0,0 0 0,-44 13 0,1-1 0,5-3 0,-17 6 0,76-25 0,-1 0 0,1 1 0,0 0 0,0 1 0,1-1 0,-1 1 0,1 0 0,-6 7 0,12-12 0,-1 1 0,1 0 0,-1-1 0,1 1 0,-1-1 0,1 1 0,-1 0 0,1-1 0,0 1 0,0 0 0,-1 0 0,1-1 0,0 1 0,0 0 0,0 0 0,0-1 0,0 1 0,0 0 0,0 0 0,0 0 0,0-1 0,0 1 0,0 0 0,0 0 0,0-1 0,1 1 0,-1 0 0,0-1 0,1 1 0,-1 0 0,0-1 0,1 1 0,-1 0 0,1-1 0,-1 1 0,1-1 0,-1 1 0,1-1 0,-1 1 0,1-1 0,0 1 0,-1-1 0,1 1 0,0-1 0,-1 0 0,1 0 0,0 1 0,1-1 0,46 15 0,-36-12 0,24 4 0,1-1 0,0-2 0,-1-2 0,1-1 0,40-5 0,10 2 0,-5 2-1365,-59 0-5461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2:02.6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0 24575,'6'7'0,"-1"0"0,0 0 0,-1 1 0,1-1 0,-1 1 0,-1 0 0,3 10 0,11 20 0,-11-26 0,-1 1 0,0 0 0,-1 0 0,-1 0 0,3 23 0,-4-22 0,1 1 0,0-1 0,1 0 0,10 23 0,-8-22 0,-1-1 0,0 1 0,-1 0 0,0 0 0,-2 0 0,0 0 0,0 1 0,-1-1 0,-1 0 0,-3 24 0,3-36 4,-1-1 0,1 1 0,-1 0 0,1-1 0,-1 1 0,0-1 0,0 1 0,0-1 0,0 0-1,0 1 1,-1-1 0,1 0 0,-1 0 0,0 0 0,1 0 0,-1 0 0,0 0 0,0 0 0,0-1 0,0 1 0,-1-1 0,1 1 0,0-1-1,-1 0 1,1 0 0,0 0 0,-6 1 0,-3 0-200,0 0-1,0-1 1,-1 0 0,1-1-1,-12-1 1,17 1-101,-19-1-6529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2:03.5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0 219 24575,'27'-1'0,"-1"0"0,1-2 0,39-9 0,172-32 0,-216 39 0,-1-2 0,0-1 0,-1 0 0,0-2 0,0 0 0,-1-1 0,21-17 0,-38 28 0,-1-1 0,1 0 0,-1 0 0,0 0 0,1 0 0,-1-1 0,0 1 0,1 0 0,-1 0 0,0-1 0,0 1 0,0-1 0,0 1 0,-1-1 0,1 1 0,0-1 0,-1 0 0,1 1 0,-1-1 0,1 0 0,-1 1 0,0-1 0,0 0 0,0 1 0,0-1 0,0 0 0,0 0 0,0 1 0,0-1 0,-1 0 0,1 0 0,-1 1 0,0-3 0,0 3 0,0-1 0,-1 1 0,1-1 0,-1 1 0,1 0 0,-1 0 0,1-1 0,-1 1 0,0 0 0,1 0 0,-1 1 0,0-1 0,0 0 0,0 1 0,0-1 0,1 1 0,-1-1 0,0 1 0,0 0 0,0 0 0,0 0 0,0 0 0,0 0 0,0 0 0,0 0 0,0 1 0,0-1 0,0 1 0,-2 0 0,2 1 0,-1-1 0,1 0 0,-1 1 0,1-1 0,-1 1 0,1 0 0,0 0 0,0 0 0,0 0 0,0 0 0,0 1 0,0-1 0,1 0 0,-1 1 0,1 0 0,-1-1 0,1 1 0,0 0 0,0-1 0,0 1 0,1 0 0,-1 0 0,0 5 0,-1 9 0,1 0 0,2 33 0,-1-35 0,1-5 0,-1 2 0,0 0 0,1 0 0,1 0 0,4 17 0,-5-26 0,0 0 0,0 0 0,0 0 0,0 0 0,1-1 0,-1 1 0,1 0 0,0-1 0,0 1 0,0-1 0,0 0 0,0 0 0,0 0 0,1 0 0,-1 0 0,1 0 0,0-1 0,-1 1 0,1-1 0,0 1 0,0-1 0,5 1 0,-3 0 0,0-1 0,1 0 0,-1-1 0,0 1 0,1-1 0,-1 0 0,1 0 0,7-2 0,-10 1 0,0 1 0,0-1 0,0 0 0,-1-1 0,1 1 0,0 0 0,-1-1 0,1 0 0,-1 1 0,0-1 0,1 0 0,-1 0 0,0 0 0,0-1 0,0 1 0,2-5 0,-1 3 0,-1 0 0,1 0 0,1 0 0,-1 1 0,0-1 0,1 1 0,0-1 0,-1 1 0,7-3 0,-9 5 0,0 1 0,0-1 0,0 1 0,1-1 0,-1 1 0,0 0 0,1-1 0,-1 1 0,0 0 0,1 0 0,-1 0 0,0 0 0,1 0 0,-1 0 0,0 1 0,1-1 0,-1 0 0,0 1 0,1-1 0,-1 1 0,0-1 0,0 1 0,0-1 0,0 1 0,1 0 0,-1 0 0,0 0 0,0-1 0,0 1 0,0 0 0,-1 0 0,1 0 0,0 1 0,0-1 0,-1 0 0,1 0 0,0 2 0,4 7 0,0-1 0,-1 1 0,-1 0 0,4 15 0,-5-17 0,0 0 0,0 0 0,1 0 0,0 0 0,0 0 0,1-1 0,5 7 0,-9-13 0,0-1 0,0 0 0,1 0 0,-1 0 0,0 0 0,0 0 0,0 0 0,1 0 0,-1 0 0,0 0 0,0 0 0,1 0 0,-1 0 0,0 0 0,0 0 0,0 0 0,1 0 0,-1 0 0,0 0 0,0 0 0,1 0 0,-1 0 0,0 0 0,0 0 0,0 0 0,0-1 0,1 1 0,-1 0 0,0 0 0,0 0 0,0 0 0,0 0 0,1-1 0,-1 1 0,0 0 0,0 0 0,0 0 0,0-1 0,0 1 0,0 0 0,0 0 0,1 0 0,-1-1 0,0 1 0,0 0 0,0 0 0,0-1 0,0 1 0,0 0 0,0 0 0,0 0 0,0-1 0,0 1 0,0 0 0,-1 0 0,1 0 0,0-1 0,0 1 0,0 0 0,2-17 0,-1 4 0,0 1 0,1 0 0,1 0 0,-1 0 0,2 1 0,0-1 0,0 1 0,10-18 0,-11 24 0,0 0 0,1 0 0,-1 0 0,1 0 0,0 1 0,0 0 0,1-1 0,-1 1 0,1 1 0,0-1 0,0 1 0,0 0 0,1 0 0,-1 0 0,1 1 0,0 0 0,-1 0 0,1 0 0,8 0 0,5-1 0,0 2 0,0 0 0,24 3 0,-35-1 0,-1 0 0,1 0 0,0 0 0,0 1 0,0 1 0,-1-1 0,1 1 0,-1 1 0,0-1 0,9 7 0,-13-7 0,0 0 0,0 1 0,0-1 0,0 1 0,-1-1 0,0 1 0,0 0 0,0 0 0,0 0 0,0 0 0,0 4 0,12 52 0,-11-49 0,4 51 0,-7-71 0,0 0 0,1-1 0,0 1 0,1 0 0,-1 0 0,2 0 0,-1 0 0,2 0 0,6-14 0,-8 18 0,1 0 0,-1 0 0,1 0 0,1 1 0,-1-1 0,1 1 0,-1 0 0,1-1 0,1 2 0,-1-1 0,0 0 0,1 1 0,0 0 0,0 0 0,0 1 0,0-1 0,0 1 0,0 0 0,8-2 0,1 1 0,0 1 0,1 1 0,-1 0 0,0 1 0,1 0 0,-1 1 0,1 1 0,25 6 0,-34-5 0,-1 0 0,1 1 0,-1-1 0,0 1 0,0 0 0,0 1 0,-1-1 0,0 1 0,1 0 0,-1 0 0,3 7 0,2 2 0,-2 0 0,1 0 0,6 20 0,20 57-1365,-29-72-5461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2:03.7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29 24575,'5'0'0,"6"0"0,5 0 0,6 0 0,3 0 0,-3-5 0,0-1 0,0 0 0,2 1 0,1 2 0,1 1 0,1 1 0,0 0 0,0 1 0,1 0 0,-1 1 0,-4-1-8191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2:03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24575,'0'5'0,"0"6"0,0 5 0,0 5 0,0 4 0,0 2 0,0 1 0,0 1 0,0-1 0,0 0 0,0 0 0,0 0 0,0-5-8191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2:04.5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72 24575,'1'-5'0,"3"-1"0,2-5 0,5 0 0,4 2 0,5 2 0,4 2 0,2 3 0,1 1 0,1 0 0,1 2 0,-1-1 0,0 1 0,0-1 0,-5-4 0,-2-2 0,-4 0-8191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2:04.8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24575,'0'437'-1365,"0"-413"-5461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2:05.6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417 5 24575,'-62'-2'0,"37"0"0,0 2 0,0 0 0,-1 2 0,-25 5 0,45-6 0,1 1 0,0-1 0,0 1 0,0 1 0,0-1 0,0 1 0,0 0 0,1 0 0,-1 0 0,1 1 0,0 0 0,0-1 0,0 1 0,-3 6 0,-3 5 0,1-1 0,0 2 0,-7 18 0,-5 9 0,15-30 0,0 0 0,1 1 0,1 0 0,0 0 0,0 0 0,2 1 0,0-1 0,0 1 0,2-1 0,-1 1 0,2 0 0,0-1 0,1 1 0,0-1 0,8 25 0,-7-33 0,0 0 0,1 0 0,0-1 0,0 1 0,0-1 0,0 0 0,1 0 0,0-1 0,0 0 0,0 1 0,0-2 0,1 1 0,0 0 0,0-1 0,0 0 0,0-1 0,0 1 0,0-1 0,1 0 0,6 0 0,6 2 0,0-1 0,0-1 0,0-1 0,0 0 0,35-5 0,-45 3 0,-1 0 0,1-1 0,-1 0 0,1-1 0,-1 0 0,0 0 0,0 0 0,0-1 0,0-1 0,-1 1 0,1-1 0,-1-1 0,0 1 0,-1-1 0,1 0 0,5-8 0,-6 5 0,1 0 0,-1-1 0,-1 1 0,0-1 0,0-1 0,-1 1 0,0-1 0,-1 1 0,0-1 0,-1 0 0,0 0 0,0-12 0,0 11 0,-2 1 0,1-1 0,-2 1 0,1-1 0,-2 1 0,1-1 0,-5-11 0,5 20 0,0-1 0,-1 1 0,0-1 0,0 1 0,0 0 0,0-1 0,-1 1 0,1 0 0,-1 0 0,1 1 0,-1-1 0,0 1 0,0-1 0,-1 1 0,1 0 0,0 0 0,-1 0 0,1 0 0,-1 1 0,1 0 0,-1-1 0,0 1 0,0 1 0,-6-2 0,-29-2 0,-1 2 0,-67 5 0,21 0 0,51-4 0,21 0 0,1 0 0,0 1 0,0 1 0,0 0 0,-17 4 0,30-5 0,0 0 0,-1 0 0,1 0 0,-1 0 0,1 0 0,0 0 0,-1 1 0,1-1 0,-1 0 0,1 0 0,-1 0 0,1 0 0,0 0 0,-1 1 0,1-1 0,0 0 0,-1 0 0,1 1 0,0-1 0,-1 0 0,1 1 0,0-1 0,0 0 0,-1 1 0,1-1 0,0 0 0,0 1 0,-1-1 0,1 0 0,0 1 0,0-1 0,0 1 0,0-1 0,0 1 0,0-1 0,0 0 0,0 1 0,0-1 0,0 1 0,0-1 0,0 0 0,0 1 0,0-1 0,0 1 0,0-1 0,0 1 0,0-1 0,1 0 0,-1 1 0,0-1 0,0 0 0,0 1 0,1-1 0,-1 0 0,0 1 0,1-1 0,-1 0 0,0 1 0,1-1 0,-1 0 0,0 0 0,1 1 0,-1-1 0,0 0 0,1 0 0,32 20 0,-25-16 0,56 28 0,-46-24 0,1 1 0,-2 1 0,22 15 0,-24-15 0,0-1 0,1-1 0,0-1 0,0 0 0,28 7 0,-10-3 0,-3-1 0,1-3 0,45 6 0,-23-4 0,191 29 0,-215-32 0,-25-4 0,1-1 0,0 0 0,-1 0 0,1 0 0,0 0 0,-1-1 0,8 0 0,-11-1 0,-1 1 0,1-1 0,-1 1 0,0-1 0,1 0 0,-1 1 0,0-1 0,1 0 0,-1 0 0,0 0 0,0 0 0,0 0 0,0 0 0,0-1 0,0 1 0,0 0 0,0 0 0,0-1 0,0 1 0,-1 0 0,1-1 0,-1 1 0,1-1 0,-1 1 0,1-1 0,-1 1 0,0-1 0,0 1 0,0-1 0,0 1 0,0-1 0,0-1 0,-2-16-1365,-3 2-5461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2:05.8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 24575,'-2'48'0,"1"-22"0,0 1 0,5 35 0,-4-56 0,1 0 0,0 0 0,0-1 0,1 1 0,-1-1 0,2 1 0,-1-1 0,0 0 0,1 1 0,0-1 0,0-1 0,0 1 0,1 0 0,0-1 0,0 0 0,5 6 0,-5-8 5,-1 0 1,0 0-1,0 0 0,1 0 0,-1 0 0,1-1 1,-1 0-1,1 1 0,0-1 0,0 0 1,-1-1-1,1 1 0,0-1 0,0 0 0,0 0 1,0 0-1,-1 0 0,1-1 0,0 1 0,0-1 1,0 0-1,5-3 0,-3 2-111,-1-1 0,1 0 0,-1-1 0,0 1 0,-1-1 0,1 0-1,-1 0 1,1 0 0,-1-1 0,0 1 0,-1-1 0,1 0 0,3-9 0,2-2-6720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2:07.0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0 137 24575,'1'5'0,"1"0"0,0-1 0,0 1 0,0-1 0,0 0 0,1 0 0,0 0 0,4 6 0,2 2 0,-5-5 0,0 0 0,1 0 0,0-1 0,1 0 0,0 0 0,0 0 0,0-1 0,0 1 0,1-2 0,11 7 0,-14-8 0,1-1 0,0-1 0,0 1 0,0-1 0,0 0 0,0 0 0,0 0 0,0-1 0,0 0 0,0 0 0,0 0 0,1-1 0,-1 1 0,0-1 0,0 0 0,0-1 0,0 1 0,6-4 0,-3 0 0,1 0 0,-1 0 0,0-1 0,-1 0 0,1 0 0,-1-1 0,0 0 0,-1 0 0,0-1 0,0 0 0,-1 0 0,1 0 0,-2-1 0,1 0 0,-1 0 0,-1 0 0,0 0 0,0 0 0,-1-1 0,0 0 0,1-15 0,-3 22 0,0 1 0,0-1 0,-1 1 0,0-1 0,1 1 0,-1-1 0,0 1 0,0-1 0,0 1 0,-1 0 0,1 0 0,0-1 0,-1 1 0,0 0 0,1 0 0,-1 0 0,0 1 0,0-1 0,0 0 0,0 1 0,0-1 0,-1 1 0,1 0 0,0 0 0,-1 0 0,1 0 0,-1 0 0,1 0 0,-1 1 0,1-1 0,-1 1 0,0-1 0,1 1 0,-1 0 0,-2 0 0,1 0 0,-1 0 0,1 0 0,0 0 0,0 1 0,0-1 0,0 1 0,-1 0 0,1 0 0,0 1 0,0-1 0,1 1 0,-1 0 0,0 0 0,0 0 0,1 0 0,-1 1 0,1-1 0,0 1 0,0 0 0,0 0 0,-4 5 0,0 5 0,1 0 0,1 0 0,0 1 0,1-1 0,0 1 0,1 0 0,1 0 0,0 0 0,1 0 0,0 1 0,2 17 0,-1-29 0,0-1 0,1 1 0,-1-1 0,1 1 0,0-1 0,0 0 0,0 1 0,0-1 0,0 0 0,0 0 0,1 1 0,-1-1 0,1 0 0,-1 0 0,1-1 0,0 1 0,0 0 0,2 2 0,1-2 0,-1 1 0,0-1 0,1 0 0,-1 0 0,1 0 0,0-1 0,-1 0 0,1 0 0,5 1 0,3-1 0,1-1 0,-1 0 0,0 0 0,0-1 0,0-1 0,19-5 0,-23 4 0,0 0 0,0 0 0,-1-1 0,0-1 0,1 1 0,-1-1 0,-1 0 0,1-1 0,-1 0 0,0 0 0,0-1 0,-1 0 0,0 0 0,0 0 0,4-9 0,-4 9 0,0-1 0,-1-1 0,0 1 0,0 0 0,-1-1 0,0 0 0,0 0 0,-1-1 0,2-10 0,4-5 0,-2 19 0,-1 17 0,26 147 0,-32-155 0,1 1 0,0-1 0,0 0 0,1 1 0,-1-1 0,1 0 0,-1 0 0,1 0 0,0 0 0,3 3 0,-5-5 0,1-1 0,-1 1 0,1-1 0,-1 0 0,1 1 0,-1-1 0,1 1 0,-1-1 0,1 0 0,0 1 0,-1-1 0,1 0 0,-1 0 0,1 1 0,0-1 0,-1 0 0,1 0 0,0 0 0,-1 0 0,1 0 0,0 0 0,0 0 0,0 0 0,0-1 0,0 1 0,0-1 0,0 0 0,0 1 0,0-1 0,-1 0 0,1 0 0,0 1 0,-1-1 0,1 0 0,0 0 0,-1 0 0,1 0 0,-1 0 0,1 0 0,-1 0 0,0 0 0,1-1 0,3-12 0,0 0 0,-1 0 0,2-24 0,-3 23 0,0 0 0,8-26 0,-8 35 0,0 1 0,0-1 0,1 1 0,0 0 0,0 0 0,0 0 0,0 1 0,1-1 0,0 1 0,0 0 0,6-5 0,-1 2 0,0 0 0,1 0 0,0 1 0,0 0 0,0 1 0,1 0 0,0 1 0,14-4 0,-22 7 0,0 1 0,0-1 0,1 0 0,-1 1 0,0 0 0,0 0 0,1 0 0,-1 0 0,0 1 0,0-1 0,1 1 0,-1 0 0,0 0 0,0 0 0,0 0 0,0 0 0,0 1 0,0-1 0,-1 1 0,1 0 0,0 0 0,-1 0 0,1 0 0,-1 1 0,0-1 0,0 0 0,0 1 0,0 0 0,0-1 0,0 1 0,-1 0 0,1 0 0,1 5 0,1 4 0,-1 1 0,0-1 0,-1 1 0,-1 0 0,0 0 0,0 0 0,-3 24 0,1-26 0,0 1 0,1 0 0,1 0 0,0 0 0,0 0 0,1 0 0,1 0 0,0 0 0,6 16 0,-4-18 0,1 0 0,0 0 0,1 0 0,0-1 0,0 0 0,14 12 0,-16-16 0,0-1 0,0 0 0,0 0 0,1-1 0,-1 1 0,1-1 0,0 0 0,0-1 0,0 1 0,0-1 0,1-1 0,-1 1 0,8 0 0,-12-2 0,0 0 0,0 0 0,0 0 0,0-1 0,0 1 0,0 0 0,0-1 0,0 0 0,0 1 0,0-1 0,0 0 0,0 0 0,0 0 0,0 0 0,-1 0 0,1-1 0,0 1 0,-1 0 0,1-1 0,-1 0 0,0 1 0,1-1 0,-1 1 0,0-1 0,0 0 0,0 0 0,0 0 0,-1 0 0,1 0 0,0 0 0,-1 0 0,1 0 0,-1-3 0,3-7 0,-2 0 0,0 0 0,0 0 0,-2-15 0,0 73 0,-1-23 0,2-1 0,0 0 0,1 0 0,8 36 0,25 101 0,-28-118 0,-1 0 0,-2 0 0,-2 1 0,-4 44 0,0 8 0,3-83 0,1-3 0,-1-1 0,-1 1 0,1 0 0,-1 0 0,-4 15 0,4-20 0,0-1 0,0 0 0,0 0 0,-1 0 0,1 0 0,-1 0 0,1 0 0,-1 0 0,0 0 0,1-1 0,-1 1 0,0 0 0,0-1 0,0 0 0,0 1 0,0-1 0,-1 0 0,1 0 0,0 0 0,-1-1 0,1 1 0,0 0 0,-5 0 0,2 0 0,0 0 0,-1-1 0,1 1 0,0-1 0,0 0 0,-1-1 0,1 1 0,0-1 0,0 0 0,0 0 0,0-1 0,0 1 0,0-1 0,0 0 0,0-1 0,1 1 0,-1-1 0,-7-5 0,7 2 0,-1 0 0,1 0 0,0 0 0,0 0 0,1-1 0,0 0 0,0 0 0,0 0 0,1 0 0,0-1 0,1 1 0,-2-9 0,2 9 0,1-1 0,-1 1 0,2-1 0,-1 0 0,1 1 0,1-1 0,-1 0 0,1 1 0,0-1 0,1 1 0,0-1 0,0 1 0,1 0 0,0-1 0,0 1 0,0 1 0,1-1 0,0 0 0,1 1 0,5-6 0,10-12 0,2 2 0,1 0 0,44-31 0,-10 7 0,115-100 0,-148 127 0,0-2 0,1 2 0,42-24 0,11-5 97,-50 29-828,36-18 0,-45 28-6095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2:13.4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0 123 24575,'18'14'0,"1"0"0,0-1 0,0-1 0,35 16 0,34 21 0,-63-34 0,1-2 0,1-1 0,0-1 0,0-2 0,38 9 0,42 15 0,-67-17 0,0-3 0,1-1 0,57 9 0,28 3 0,-87-15 0,0-1 0,1-2 0,44 0 0,-56-6-307,9-1 228,1 2 0,0 2 0,49 9 0,-40-5 79,1-2 0,-1-2 0,83-5 0,-34 0 0,1062 2-91,-1128-2-17,0-1 0,-1-2 0,47-12 0,-41 8-185,64-8 0,-67 13 293,0-2 0,0-1 0,-1-2 0,0-1 0,41-19 0,-58 24 0,0 1 0,0 0 0,19-2 0,-20 4 0,0-1 0,0 0 0,0 0 0,17-8 0,-7 1 0,44-11 0,-50 17 0,-1-1 0,1-1 0,-1 0 0,-1-1 0,28-15 0,-28 12 311,0 2-1,1 0 1,0 1 0,19-5-1,-16 5-250,1-1 0,23-13-1,-7 2-59,59-23 0,27-13 0,-103 44 0,0 2 0,1 0 0,0 1 0,38-10 0,-37 12-1365,-4-1-5461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2:14.0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0 290 24575,'0'2'0,"1"0"0,-1-1 0,0 1 0,1 0 0,-1 0 0,1-1 0,0 1 0,0 0 0,-1-1 0,1 1 0,0-1 0,0 1 0,1-1 0,-1 1 0,0-1 0,0 0 0,1 0 0,-1 1 0,1-1 0,-1 0 0,1 0 0,-1 0 0,1-1 0,1 2 0,49 15 0,-30-11 0,128 33 0,-143-38 0,42 6-131,0-2 1,1-2-1,73-6 0,-22 0 13,-70 5 118,-1 1 0,34 7 0,-33-4 0,62 3 0,1214-10-3162,-1260-2 3162,-1-2 0,65-14 0,-10 0 0,-17 3 0,-53 9 0,1 1 0,37-2 0,-34 4 163,1-1-1,-1-1 1,-1-2 0,1-2-1,52-22 1,-71 27 431,0 0-1,30-3 0,-32 6-576,-1 0-1,0-1 0,0 0 0,0-1 1,17-8-1,-18 6 179,1 2 0,0-1 1,13-2-1,-15 5-200,0-1 1,0-1-1,-1 0 1,0 0-1,13-8 1,18-11 94,68-28 1,-67 33-77,-21 8-287,-1-1 0,0-1 0,-1-1 0,28-23 0,-35 26-6553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07.2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1 220 24575,'1'5'0,"0"0"0,1 0 0,-1 0 0,1 0 0,4 7 0,3 8 0,-1 3 0,-1 2 0,-2-1 0,0 0 0,-1 1 0,1 43 0,-7 126 0,0-301 0,5-118 0,10 159 0,-9 50 0,0 0 0,2-23 0,-7 1 0,0 24 0,1-1 0,3-26 0,-3 38 0,1 0 0,-1 1 0,1-1 0,0 1 0,-1-1 0,1 1 0,0-1 0,0 1 0,1-1 0,-1 1 0,1 0 0,-1 0 0,1 0 0,-1 0 0,1 0 0,0 0 0,0 0 0,0 0 0,0 1 0,0-1 0,3-1 0,11-3 0,0 0 0,1 2 0,-1-1 0,1 2 0,27-3 0,87 4 0,-92 3 0,-35-2-91,0 1 0,1 0 0,-1 0 0,0 1 0,0-1 0,1 1 0,-1 0 0,0 0 0,0 0 0,0 1 0,0-1 0,0 1 0,0 0 0,4 3 0,3 6-6735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07.4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24575,'601'0'-1365,"-577"0"-5461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08.7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1 570 24575,'711'0'0,"-707"0"0,0 0 0,0 0 0,0 0 0,0-1 0,0 1 0,0-1 0,-1 0 0,1 0 0,0 0 0,0-1 0,-1 1 0,1-1 0,-1 0 0,7-4 0,-8 3 0,0 1 0,1-1 0,-1 0 0,0-1 0,0 1 0,-1 0 0,1 0 0,-1-1 0,0 1 0,0-1 0,0 1 0,0-1 0,0 1 0,-1-1 0,0 0 0,1-4 0,-3-193 0,-1 69 0,3 125 0,0 4 0,0 0 0,1-1 0,-1 1 0,-1-1 0,1 1 0,0-1 0,-1 1 0,0 0 0,0-1 0,0 1 0,0 0 0,0 0 0,-4-7 0,2 12 0,3 8 0,3 14 0,-2-23 0,1 15 0,1 0 0,1 0 0,1-1 0,0 0 0,1 1 0,11 19 0,4 9 0,-14-30 0,-1 0 0,17 24 0,-12-22 0,16 23 0,-25-37 0,-1-1 0,1 1 0,-1-1 0,1 1 0,0-1 0,-1 1 0,1-1 0,0 0 0,0 0 0,0 0 0,0 0 0,0 0 0,0-1 0,1 1 0,-1-1 0,4 1 0,-5-1 0,1 0 0,-1-1 0,0 1 0,1-1 0,-1 1 0,0-1 0,1 0 0,-1 1 0,0-1 0,0 0 0,0 0 0,0 0 0,0 0 0,0 0 0,0 0 0,0 0 0,0 0 0,0 0 0,0-1 0,-1 1 0,1 0 0,0 0 0,-1-1 0,1 1 0,-1-1 0,0 1 0,1 0 0,-1-1 0,0 1 0,0-2 0,4-49 0,-4 46 0,0-17 0,2 0 0,0 0 0,1 0 0,1 1 0,2 0 0,0 0 0,13-30 0,-19 50 0,1 0 0,0 0 0,0 0 0,0 0 0,0 0 0,1 0 0,-1 0 0,1 0 0,-1 1 0,1-1 0,-1 0 0,1 1 0,0-1 0,0 1 0,0 0 0,0-1 0,0 1 0,0 0 0,0 0 0,0 1 0,0-1 0,1 0 0,-1 1 0,0-1 0,0 1 0,4-1 0,-4 2 0,0-1 0,0 1 0,0-1 0,0 1 0,0 0 0,0 0 0,0 0 0,0 0 0,0 0 0,0 0 0,-1 1 0,1-1 0,-1 1 0,1-1 0,-1 1 0,1-1 0,-1 1 0,0 0 0,0 0 0,0-1 0,0 1 0,0 0 0,0 0 0,0 0 0,-1 0 0,1 0 0,-1 0 0,1 4 0,23 87 0,3 16 0,-25-97 0,-1-2 0,0 1 0,1-1 0,1 0 0,5 13 0,-8-22 0,0 0 0,1 1 0,-1-1 0,0 0 0,1-1 0,-1 1 0,1 0 0,0 0 0,-1 0 0,1 0 0,0 0 0,-1 0 0,1-1 0,0 1 0,0 0 0,0-1 0,0 1 0,0 0 0,0-1 0,0 0 0,0 1 0,0-1 0,0 1 0,0-1 0,0 0 0,0 0 0,0 1 0,0-1 0,0 0 0,0 0 0,0 0 0,0 0 0,1-1 0,-1 1 0,0 0 0,0 0 0,0-1 0,0 1 0,0 0 0,0-1 0,0 1 0,0-1 0,0 1 0,0-1 0,-1 0 0,1 1 0,0-1 0,0 0 0,0 0 0,-1 1 0,2-3 0,8-7 0,-1-1 0,-1 0 0,1-1 0,-2 0 0,0 0 0,0-1 0,-1 1 0,7-25 0,-6 20 0,0-1 0,1 1 0,1 1 0,13-21 0,-16 28 0,-1 0 0,0 0 0,-1-1 0,0 1 0,0-1 0,-1 0 0,0-1 0,1-11 0,-2 10 0,1 0 0,0 0 0,1 0 0,10-22 0,-13 33 0,0-1 0,0 0 0,0 1 0,0-1 0,0 1 0,0-1 0,0 1 0,1 0 0,-1-1 0,0 1 0,1 0 0,-1 0 0,1 0 0,-1 0 0,1 0 0,-1 0 0,1 1 0,0-1 0,0 0 0,-1 1 0,1-1 0,3 1 0,-2 0 0,-1 0 0,1 1 0,-1-1 0,1 1 0,0 0 0,-1 0 0,1 0 0,-1 0 0,0 0 0,1 0 0,-1 1 0,0-1 0,4 4 0,5 5 0,-1 1 0,0 0 0,-1 1 0,11 16 0,-10-10 0,0 0 0,14 37 0,9 19 0,-24-53 0,0 1 0,-2 0 0,0 0 0,-1 0 0,3 30 0,-6-34 0,-1-10 0,-1 0 0,0 0 0,0 0 0,-1 0 0,0 0 0,-1 14 0,0-20 0,1 0 0,-1 0 0,0 1 0,0-1 0,0 0 0,0 0 0,0 0 0,0 0 0,-1 0 0,1-1 0,-1 1 0,1 0 0,-1-1 0,0 1 0,1 0 0,-1-1 0,0 0 0,0 0 0,0 1 0,0-1 0,0 0 0,0-1 0,0 1 0,-1 0 0,1-1 0,0 1 0,-4 0 0,0-1 0,0 1 0,0-1 0,0 0 0,0-1 0,0 0 0,0 1 0,0-2 0,1 1 0,-1-1 0,0 0 0,1 0 0,-1-1 0,1 1 0,0-1 0,0 0 0,0-1 0,0 1 0,0-1 0,-4-5 0,1 1 0,0 0 0,1 0 0,0 0 0,1-1 0,0 0 0,0-1 0,1 1 0,0-1 0,-6-20 0,10 28 0,0-1 0,1 1 0,-1-1 0,1 1 0,0-1 0,-1 0 0,2 1 0,-1-1 0,0 1 0,0-1 0,1 0 0,-1 1 0,1-1 0,0 1 0,0-1 0,0 1 0,0-1 0,2-2 0,0 1 0,0 0 0,0 0 0,1 1 0,-1-1 0,1 1 0,0 0 0,0 0 0,0 0 0,6-2 0,5-2 0,-1 0 0,1 2 0,1 0 0,-1 1 0,22-4 0,10 4 7,1 1 1,66 5-1,-27 0-1394,-63-2-5439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08.9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24575,'465'0'-1365,"-441"0"-5461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09.1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24575,'465'0'-1365,"-442"0"-5461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32.6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0 426 24575,'3'-1'0,"0"-1"0,0 1 0,0-1 0,0 0 0,-1 0 0,1 0 0,-1 0 0,1 0 0,-1 0 0,0-1 0,0 1 0,0-1 0,0 0 0,-1 1 0,3-5 0,3-4 0,1 1 0,1-1 0,0 0 0,-2-1 0,1 0 0,10-24 0,-5 7 0,0 0 0,26-40 0,-35 61 0,0 0 0,-1 0 0,0 0 0,0 0 0,-1 0 0,0-1 0,1-11 0,-2 16 0,0 0 0,-1 0 0,0 0 0,0 0 0,0 1 0,0-1 0,0 0 0,-1 0 0,0 0 0,0 0 0,0 0 0,0 1 0,-1-1 0,1 1 0,-1-1 0,0 1 0,-4-7 0,5 9 0,1 1 0,-1-1 0,1 1 0,-1-1 0,1 1 0,-1 0 0,1-1 0,-1 1 0,0-1 0,1 1 0,-1 0 0,1-1 0,-1 1 0,0 0 0,1 0 0,-1 0 0,0-1 0,0 1 0,1 0 0,-1 0 0,0 0 0,1 0 0,-1 0 0,0 0 0,0 0 0,1 1 0,-1-1 0,0 0 0,0 1 0,-1 0 0,1 0 0,0 0 0,0 0 0,0 0 0,1 0 0,-1 0 0,0 0 0,0 0 0,1 0 0,-1 1 0,0-1 0,0 2 0,-9 42 0,8-24 0,0-1 0,2 1 0,0-1 0,1 1 0,8 38 0,-8-53 0,1 0 0,0 0 0,0 0 0,1 0 0,0 0 0,0 0 0,0-1 0,1 0 0,0 1 0,0-1 0,0 0 0,0-1 0,1 1 0,0-1 0,0 0 0,0 0 0,0-1 0,1 1 0,-1-1 0,1 0 0,0-1 0,11 4 0,12 0 0,0-1 0,1-2 0,-1-1 0,1-1 0,-1-2 0,42-6 0,-49 3-1365,-4-2-5461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33.0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57 24575,'0'-1'0,"0"0"0,0 0 0,1 0 0,-1 0 0,1 0 0,-1 0 0,1 0 0,-1 1 0,1-1 0,-1 0 0,1 0 0,0 0 0,-1 1 0,1-1 0,0 0 0,0 1 0,-1-1 0,1 1 0,0-1 0,0 1 0,0-1 0,0 1 0,0 0 0,0-1 0,0 1 0,2 0 0,29-6 0,-30 5 0,90-12 0,-44 5 0,87-3 0,-9 12-1365,-114-1-5461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33.4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0 24575,'0'549'0,"1"-541"-341,-2 0 0,1 0-1,-4 16 1,-2-6-6485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16.8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550 29 24575,'-3'-3'0,"0"0"0,-1 1 0,0 0 0,1-1 0,-1 1 0,0 1 0,0-1 0,0 1 0,0-1 0,-1 1 0,-7-1 0,-52-2 0,49 4 0,4-1 0,1 1 0,-1 1 0,0 0 0,0 0 0,0 1 0,1 0 0,-1 1 0,1 0 0,-1 1 0,1 0 0,0 1 0,1 0 0,-1 0 0,1 1 0,0 0 0,0 1 0,1 0 0,0 0 0,-9 11 0,-13 14 0,-37 52 0,55-65 0,-14 34 0,1-3 0,20-40 0,1 0 0,1 0 0,0 0 0,0 0 0,1 0 0,-1 12 0,-6 26 0,3-25 0,-5 39 0,10-54 0,1 1 0,-1-1 0,1 0 0,1 0 0,-1 0 0,2 1 0,-1-1 0,4 11 0,5-3-1365,2-4-5461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17.2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1 690 24575,'2'0'0,"1"-1"0,-1 0 0,0 1 0,1-1 0,-1 0 0,0 0 0,0 0 0,1 0 0,-1-1 0,0 1 0,0-1 0,3-2 0,24-24 0,-21 20 0,8-12 0,0-1 0,0 0 0,11-24 0,-22 35 0,0 0 0,-1-1 0,0 1 0,-1-1 0,3-13 0,-3 10 0,0 1 0,1 0 0,6-13 0,2-3 0,-2 0 0,-1 0 0,-2 0 0,-1-1 0,-1 0 0,2-35 0,-7 61 0,16-78 0,-9 51 0,4 6 0,-4 20 0,0 16 0,17 72 0,-8-37 0,-3 1 0,-2 1 0,-1 0 0,4 86 0,-13-93 0,1-27 0,-2 1 0,0-1 0,0 0 0,-1 0 0,-1 0 0,-1 1 0,-7 24 0,7-34-85,0 0 0,0-1-1,-1 0 1,0 1 0,0-2-1,0 1 1,0 0 0,0-1-1,-1 0 1,0 1 0,1-2-1,-1 1 1,0-1 0,-1 0-1,-9 3 1,-3 0-6741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17.4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24575,'438'0'-1365,"-414"0"-5461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17.6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79 24575,'12'-1'0,"-1"-1"0,1 0 0,-1 0 0,0-2 0,1 1 0,14-8 0,25-8 0,-30 15 0,0 0 0,37-1 0,25-4 0,-29 0-1365,-30 5-5461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19.1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24575,'6'2'0,"-1"0"0,1 0 0,-1 0 0,0 1 0,0 0 0,0 0 0,0 0 0,5 4 0,5 8 0,-1 0 0,0 2 0,-1-1 0,19 31 0,14 21 0,-20-38 0,-2 2 0,-2 1 0,-1 1 0,-1 1 0,24 61 0,-36-68 0,5 40 0,-3-16 0,-5-21 0,-2 0 0,0 0 0,-2 0 0,-5 51 0,3-78-47,1 0 0,-1 0 0,0 0 0,0 0 0,-1-1 0,1 1 0,-1 0 0,0-1 0,0 1-1,0-1 1,0 0 0,-1 1 0,1-1 0,-1 0 0,0-1 0,0 1 0,0 0 0,0-1 0,0 0 0,0 0 0,-1 0 0,1 0-1,-1 0 1,0-1 0,0 1 0,1-1 0,-1 0 0,-5 1 0,-14 2-6779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19.7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24575,'-2'87'0,"4"100"0,11-121 0,-8-49 0,-2 0 0,2 21 0,-2-16 0,1 1 0,1-1 0,0 0 0,11 27 0,0-2 0,-30-63-1365,4 4-5461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19.9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29 24575,'0'-5'0,"4"-1"0,7 0 0,6 1 0,4 2 0,4 1 0,2 1 0,1 0 0,0 1 0,1 1 0,-1-1 0,0 0 0,-5 5 0,-6 1-8191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20.0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24575,'4'0'0,"7"0"0,6 0 0,4 0 0,4 0 0,2 0 0,1 0 0,0 0 0,1 0 0,-1 0 0,0 0 0,0 0 0,-1 5 0,1 1 0,-1 0 0,0-2 0,-4 4 0,-7 1-8191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20.8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0 645 24575,'32'0'0,"0"1"0,0 2 0,46 9 0,-62-8 0,1 0 0,-1-2 0,1 0 0,0-1 0,-1-1 0,1 0 0,0-1 0,0-1 0,-1 0 0,1-2 0,19-6 0,-29 7 0,-1-1 0,0 0 0,0 0 0,-1 0 0,1-1 0,-1 0 0,0 0 0,0-1 0,6-8 0,0-1 0,-1-1 0,13-24 0,-14 15 0,0 0 0,-2 0 0,-1 0 0,-1-1 0,-1 0 0,-1-1 0,0-32 0,0 1 0,9-9 0,1-4 0,-12-25 0,-1 116 0,0-3 0,0-1 0,0 0 0,2 1 0,0-1 0,1 0 0,0 0 0,1 0 0,7 16 0,13 27 0,-16-37 0,20 40 0,-25-57 0,0 0 0,1 0 0,-1 0 0,1 0 0,0-1 0,0 1 0,0-1 0,1 0 0,0 0 0,-1-1 0,1 1 0,7 2 0,-11-5 0,0-1 0,0 1 0,0-1 0,0 0 0,0 1 0,0-1 0,1 0 0,-1 0 0,0 0 0,0 0 0,0 0 0,0 0 0,1 0 0,-1 0 0,0 0 0,0 0 0,0-1 0,0 1 0,1 0 0,-1-1 0,0 1 0,0-1 0,0 1 0,0-1 0,0 0 0,1-1 0,1 0 0,-1-1 0,1 0 0,-1 0 0,0 0 0,0 0 0,0 0 0,-1-1 0,3-6 0,1-5 0,-1 0 0,0-1 0,1-17 0,-2-4 0,-2-57 0,20 157 0,-10-22 0,-3 2 0,-1-1 0,1 61 0,-7-87-341,1 1 0,0-2-1,9 29 1,-7-26-6485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21.2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0 582 24575,'2'0'0,"1"-1"0,-1 0 0,0 1 0,0-1 0,0 0 0,0 0 0,0 0 0,0 0 0,-1 0 0,1 0 0,0-1 0,0 1 0,-1-1 0,1 1 0,-1-1 0,1 1 0,-1-1 0,0 0 0,1 0 0,-1 0 0,1-2 0,21-50 0,-19 43 0,2-6 0,-2 1 0,0-1 0,3-24 0,-5 23 0,1 0 0,11-34 0,4 7 0,-10 27 0,-1 0 0,-1 0 0,0-1 0,-1 0 0,4-37 0,-8 46 0,-1 0 0,1 0 0,1 0 0,0 0 0,0 0 0,1 0 0,0 1 0,1-1 0,5-8 0,-9 17 0,0 1 0,1-1 0,-1 1 0,0-1 0,1 1 0,-1-1 0,1 1 0,-1-1 0,1 1 0,-1 0 0,0-1 0,1 1 0,0 0 0,-1 0 0,1-1 0,-1 1 0,1 0 0,-1 0 0,1 0 0,-1-1 0,1 1 0,0 0 0,-1 0 0,1 0 0,-1 0 0,1 0 0,0 0 0,-1 0 0,1 0 0,-1 1 0,1-1 0,-1 0 0,1 0 0,-1 0 0,1 1 0,0-1 0,-1 0 0,1 1 0,-1-1 0,1 0 0,-1 1 0,0-1 0,1 0 0,-1 1 0,1-1 0,-1 1 0,0-1 0,1 1 0,-1 0 0,21 33 0,-17-25 0,18 31 0,28 80 0,-34-79 0,1 0 0,27 46 0,38 56 0,-80-141-50,-1 0-1,1 0 1,-1 1-1,0-1 0,1 1 1,-1-1-1,0 0 1,-1 1-1,1 0 1,0-1-1,-1 1 0,1 0 1,-1-1-1,0 1 1,0 0-1,0-1 1,0 1-1,0 0 0,-1-1 1,1 1-1,-1-1 1,0 1-1,0 0 1,1-1-1,-2 1 1,0 2-1,-9 5-6775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21.4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89 24575,'0'-3'0,"0"1"0,1-1 0,-1 1 0,1 0 0,0-1 0,0 1 0,0 0 0,0-1 0,0 1 0,0 0 0,1 0 0,-1 0 0,0 0 0,1 0 0,0 0 0,0 0 0,-1 1 0,1-1 0,0 0 0,0 1 0,0 0 0,1-1 0,-1 1 0,4-1 0,7-4 0,0 2 0,0-1 0,18-2 0,-22 5 0,29-4-5,1 1-1,-1 3 1,1 1-1,41 4 1,7-1-1333,-64-2-5488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23.0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220 467 24575,'15'1'0,"12"0"0,-27-1 0,1 0 0,-1 0 0,1-1 0,-1 1 0,0 0 0,1-1 0,-1 1 0,1-1 0,-1 1 0,0-1 0,1 1 0,-1 0 0,0-1 0,1 1 0,-1-1 0,0 1 0,0-1 0,0 1 0,0-1 0,1 0 0,-1 1 0,0-1 0,0 1 0,0-1 0,0 1 0,0-1 0,0 1 0,0-1 0,0 0 0,-1 1 0,1-1 0,0 1 0,0-1 0,0 1 0,0-1 0,-1 1 0,1-1 0,0 1 0,-1-1 0,1 1 0,0 0 0,-1-1 0,1 1 0,-1-1 0,-2-3 0,1 0 0,-1 0 0,0 1 0,0-1 0,-1 1 0,1 0 0,-1 0 0,0 0 0,1 0 0,-1 1 0,0-1 0,-1 1 0,-5-2 0,0 0 0,0 0 0,-1 1 0,1 0 0,-20-2 0,27 5 0,0-1 0,-1 1 0,1 0 0,-1 0 0,1 0 0,0 1 0,-1-1 0,1 1 0,0 0 0,-1 0 0,1 0 0,0 0 0,0 0 0,0 1 0,0-1 0,0 1 0,0 0 0,0 0 0,-4 4 0,2 0 0,0 0 0,1 1 0,0-1 0,0 1 0,1 0 0,0 0 0,0 0 0,-2 8 0,2-6 0,-5 16 0,-11 46 0,18-64 0,0 0 0,0 1 0,1-1 0,0 0 0,0 1 0,0-1 0,1 0 0,0 1 0,1-1 0,0 0 0,3 9 0,-3-13 0,0 0 0,0 0 0,0 0 0,0 0 0,0-1 0,1 1 0,-1-1 0,1 1 0,0-1 0,-1 0 0,1 0 0,0 0 0,1-1 0,-1 1 0,0-1 0,0 1 0,1-1 0,-1 0 0,0 0 0,1-1 0,-1 1 0,1-1 0,-1 0 0,1 0 0,-1 0 0,5 0 0,-2-1 0,-1 1 0,0-1 0,1 0 0,-1 0 0,0 0 0,0-1 0,0 0 0,0 0 0,0 0 0,0-1 0,0 1 0,-1-1 0,1 0 0,-1 0 0,0-1 0,6-5 0,-5 2 0,0-1 0,-1 1 0,0-1 0,0 0 0,-1 0 0,0-1 0,0 1 0,-1-1 0,0 1 0,1-15 0,-1-8 0,-3-53 0,-1 35 0,1 29 0,-1 0 0,-1 0 0,0 0 0,-10-29 0,-33-74 0,26 75 0,8 10 0,11 30 0,-1 1 0,0-1 0,-1 1 0,1 0 0,-1-1 0,-1 2 0,-7-14 0,10 20 0,1 0 0,0 0 0,0 0 0,-1 0 0,1 0 0,0 0 0,0 0 0,0 0 0,-1 0 0,1 0 0,0 0 0,0 0 0,-1 0 0,1 0 0,0 0 0,0 0 0,-1 0 0,1 0 0,0 0 0,0 0 0,-1 0 0,1 0 0,0 0 0,0 0 0,0 1 0,-1-1 0,1 0 0,0 0 0,0 0 0,0 0 0,0 0 0,-1 1 0,1-1 0,0 0 0,0 0 0,0 0 0,0 1 0,0-1 0,0 0 0,-1 0 0,1 1 0,0-1 0,0 0 0,0 0 0,0 1 0,0-1 0,0 0 0,0 0 0,0 0 0,0 1 0,0-1 0,0 0 0,0 0 0,0 1 0,0-1 0,1 0 0,-1 1 0,-2 16 0,3-2 0,0 0 0,2 1 0,-1-2 0,2 1 0,0 0 0,1-1 0,1 1 0,11 22 0,-6-14 0,15 47 0,2 12 0,-18-56 0,9 33 0,-11-34 0,0 0 0,2-1 0,17 30 0,-6-11 0,-19-39 0,1 0 0,0 0 0,0-1 0,1 1 0,-1-1 0,1 0 0,-1 0 0,1 0 0,0 0 0,0 0 0,1-1 0,-1 0 0,0 0 0,1 0 0,-1 0 0,1-1 0,0 0 0,-1 0 0,1 0 0,0-1 0,0 1 0,6-1 0,-6 0 0,1 1 0,-1-1 0,1-1 0,0 1 0,-1-1 0,1 0 0,-1 0 0,1-1 0,-1 1 0,0-1 0,0-1 0,0 1 0,0-1 0,0 1 0,0-1 0,0-1 0,-1 1 0,0-1 0,4-3 0,0-4 0,-1 0 0,0 0 0,5-14 0,-10 23 0,-1 0 0,0 0 0,0 0 0,0 0 0,0-1 0,-1 1 0,1 0 0,-1-1 0,1 1 0,-1 0 0,0-1 0,0 1 0,0 0 0,0-1 0,0 1 0,0-1 0,-1 1 0,1 0 0,-1 0 0,0-1 0,0 1 0,0 0 0,0 0 0,-2-3 0,3 4 0,0 1 0,0-1 0,-1 1 0,1 0 0,-1-1 0,1 1 0,0 0 0,-1-1 0,1 1 0,-1 0 0,1-1 0,-1 1 0,1 0 0,-1 0 0,1 0 0,-1 0 0,1-1 0,-1 1 0,1 0 0,-1 0 0,1 0 0,-1 0 0,1 0 0,-1 0 0,1 0 0,-1 0 0,1 0 0,-1 1 0,1-1 0,-1 0 0,1 0 0,-1 0 0,0 1 0,-11 18 0,2 25 0,9-41 0,0 1 0,1-1 0,0 0 0,-1 0 0,1 0 0,0 1 0,1-1 0,-1 0 0,0 0 0,1 1 0,0-1 0,0 0 0,0 0 0,0 0 0,0 0 0,1 0 0,-1 0 0,1-1 0,0 1 0,0 0 0,0-1 0,0 1 0,0-1 0,0 0 0,1 0 0,-1 0 0,1 0 0,0 0 0,-1 0 0,1-1 0,0 1 0,0-1 0,0 0 0,0 0 0,0 0 0,1 0 0,-1 0 0,0-1 0,0 1 0,0-1 0,6 0 0,46 2 0,1-2 0,56-7 0,-108 7 0,0-1 0,0 0 0,0 1 0,-1-1 0,1 0 0,0-1 0,0 1 0,-1-1 0,1 1 0,-1-1 0,0 0 0,1 0 0,-1-1 0,0 1 0,0-1 0,-1 1 0,1-1 0,0 0 0,-1 0 0,4-5 0,-4 3 0,0 1 0,0-1 0,-1 1 0,1-1 0,-1 0 0,0 0 0,-1 0 0,1 0 0,-1 0 0,0 0 0,0 0 0,0 0 0,-1 0 0,0 0 0,-2-8 0,2 10 0,0 0 0,0 0 0,0 0 0,0 0 0,-1 0 0,1 0 0,-1 0 0,0 0 0,0 1 0,0-1 0,0 1 0,-1-1 0,1 1 0,0 0 0,-1 0 0,0 0 0,1 0 0,-1 0 0,0 1 0,0-1 0,0 1 0,0 0 0,0 0 0,-1 0 0,1 0 0,-3 0 0,3 1 0,0 0 0,0 0 0,1 0 0,-1 1 0,0-1 0,0 0 0,1 1 0,-1 0 0,0 0 0,1 0 0,-1 0 0,1 0 0,-1 1 0,1-1 0,0 1 0,-1-1 0,1 1 0,0 0 0,0 0 0,0 0 0,1 0 0,-1 0 0,0 0 0,1 0 0,-1 1 0,1-1 0,0 1 0,0-1 0,0 1 0,0-1 0,-1 5 0,-1 5 0,0 0 0,1 1 0,1-1 0,0 1 0,0-1 0,1 1 0,1 0 0,0-1 0,1 1 0,5 20 0,-6-31 0,-1 0 0,1-1 0,0 1 0,0 0 0,0-1 0,0 1 0,0-1 0,0 1 0,0-1 0,0 1 0,1-1 0,-1 0 0,1 1 0,-1-1 0,1 0 0,-1 0 0,1 0 0,-1 0 0,1-1 0,0 1 0,0 0 0,0-1 0,-1 1 0,1-1 0,0 1 0,0-1 0,0 0 0,0 0 0,0 0 0,-1 0 0,1 0 0,0 0 0,0-1 0,0 1 0,0-1 0,0 1 0,-1-1 0,1 0 0,3-1 0,0-1 0,1 0 0,-1 0 0,1-1 0,-1 0 0,0 0 0,-1 0 0,1-1 0,-1 0 0,0 1 0,6-10 0,-8 11 0,-1 0 0,1 1 0,0-1 0,0 1 0,0-1 0,0 1 0,0 0 0,0 0 0,1 0 0,-1 0 0,1 0 0,4-2 0,-6 4 0,1 0 0,-1-1 0,1 1 0,-1 0 0,1 0 0,-1 0 0,1 0 0,0 0 0,-1 0 0,1 1 0,-1-1 0,1 0 0,-1 1 0,1-1 0,-1 1 0,1 0 0,-1-1 0,0 1 0,1 0 0,-1 0 0,0 0 0,0 0 0,1 0 0,-1 0 0,2 3 0,0-1 0,1 1 0,0 0 0,0-1 0,0 0 0,0 0 0,0 0 0,1 0 0,-1-1 0,1 0 0,0 0 0,-1 0 0,1 0 0,8 1 0,-10-3 0,1 0 0,0 0 0,0-1 0,0 1 0,-1-1 0,1 0 0,0 0 0,0 0 0,-1-1 0,1 1 0,-1-1 0,1 0 0,-1 0 0,0 0 0,0 0 0,0 0 0,0-1 0,4-4 0,21-23-1365,-18 16-5461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24.3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56 1 24575,'-2'0'0,"0"0"0,0 0 0,0 0 0,0 0 0,0 1 0,0-1 0,0 1 0,0-1 0,1 1 0,-1 0 0,0 0 0,0 0 0,0 0 0,1 0 0,-1 0 0,0 1 0,1-1 0,-1 0 0,1 1 0,0-1 0,-2 3 0,1 0 0,0-1 0,0 1 0,0 0 0,1 0 0,0 0 0,-1 0 0,1 0 0,1 0 0,-1 0 0,0 5 0,1-1 0,0 0 0,0 1 0,1-1 0,0 0 0,0 0 0,1 0 0,0 0 0,0 0 0,1-1 0,6 13 0,-7-16 0,1 0 0,0 0 0,0 0 0,1-1 0,-1 1 0,1-1 0,-1 0 0,1 0 0,7 3 0,-10-5 0,0 0 0,0-1 0,0 1 0,0-1 0,0 0 0,1 1 0,-1-1 0,0 0 0,0 0 0,0 1 0,1-1 0,-1 0 0,0 0 0,0-1 0,0 1 0,1 0 0,-1 0 0,0 0 0,0-1 0,0 1 0,0-1 0,1 1 0,-1-1 0,0 1 0,0-1 0,0 0 0,0 1 0,0-1 0,0 0 0,-1 0 0,1 0 0,0 0 0,0 0 0,-1 0 0,1 0 0,0 0 0,-1 0 0,1 0 0,-1 0 0,1 0 0,-1 0 0,1-2 0,5-17 0,11-28 0,-16 46 0,-1 1 0,1-1 0,0 1 0,-1 0 0,1 0 0,0-1 0,0 1 0,0 0 0,0 0 0,0 0 0,0 0 0,0 0 0,1 0 0,-1 0 0,0 0 0,0 1 0,1-1 0,-1 0 0,0 1 0,1-1 0,-1 1 0,1-1 0,-1 1 0,1 0 0,-1 0 0,3-1 0,-3 2 0,1 0 0,0 0 0,0-1 0,0 1 0,0 0 0,-1 1 0,1-1 0,0 0 0,-1 0 0,1 1 0,-1-1 0,1 1 0,-1-1 0,0 1 0,0 0 0,0-1 0,0 1 0,2 3 0,17 41 0,-14-31 0,2 8 0,0 1 0,-2 0 0,-1 0 0,-1 0 0,-1 1 0,-1 0 0,-1-1 0,-1 1 0,-5 37 0,4-53 0,0-1 0,-1 0 0,0 1 0,0-1 0,0 0 0,-1 0 0,-1 0 0,1-1 0,-7 11 0,7-14 0,0-1 0,0 1 0,0-1 0,0 1 0,0-1 0,-1 0 0,0-1 0,1 1 0,-1-1 0,0 1 0,0-1 0,0 0 0,-1-1 0,1 1 0,0-1 0,-1 1 0,1-1 0,-9 0 0,7 0 0,0-1 0,0 1 0,0-2 0,0 1 0,-1 0 0,1-1 0,0-1 0,0 1 0,0-1 0,0 0 0,1 0 0,-1 0 0,0-1 0,-7-4 0,10 4 0,0 0 0,-1 0 0,1 0 0,0 0 0,0-1 0,1 1 0,-1-1 0,1 0 0,0 0 0,0 0 0,0 0 0,0 0 0,1 0 0,0 0 0,-1 0 0,1-1 0,1 1 0,-1 0 0,1-1 0,0 1 0,0-5 0,1 2 0,-1 1 0,2 0 0,-1-1 0,1 1 0,-1 0 0,2 0 0,-1 0 0,1 0 0,0 1 0,0-1 0,0 1 0,1 0 0,0-1 0,0 2 0,7-8 0,10-7 0,-1 2 0,34-22 0,1-1 0,-40 28-455,-1-1 0,14-17 0,-18 17-6371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24.9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 1 24575,'0'5'0,"-5"1"0,-1 4 0,0 6 0,2 4 0,-4 4 0,-1 2 0,2 1 0,2 1 0,2 0 0,1 1 0,6-6 0,6-6 0,3-1 0,2-4 0,4-4 0,4-3 0,-3-2-8191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41.4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445 0 24575,'0'8'0,"-1"-1"0,0 1 0,0-1 0,-1 0 0,0 0 0,0 0 0,-1 0 0,0 0 0,-6 11 0,-5 5 0,-24 29 0,-3 4 0,-50 70 0,79-110 0,0-1 0,-29 26 0,17-19 0,-35 37 0,35-30-17,-26 28-1331,36-45-5478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41.9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24575,'8'0'0,"0"1"0,0 0 0,0 0 0,0 1 0,-1 0 0,1 0 0,0 1 0,-1 0 0,1 0 0,10 7 0,3 5 0,0 0 0,19 19 0,-21-17 0,43 28 0,-12-10 0,-40-26 0,2-1 0,-1 0 0,1 0 0,0-2 0,18 8 0,-25-12 0,0-1 0,-1 0 0,1 0 0,0-1 0,0 1 0,-1-1 0,1 0 0,0 0 0,0-1 0,-1 1 0,1-1 0,0 0 0,-1-1 0,1 1 0,-1-1 0,1 0 0,-1 0 0,0 0 0,1 0 0,3-4 0,-1 1 0,-1-1 0,1 0 0,-1 0 0,-1 0 0,1-1 0,-1 1 0,8-15 0,-11 18 0,1-1 0,-1 0 0,0 0 0,0-1 0,-1 1 0,1 0 0,-1-1 0,0 1 0,0 0 0,-1-1 0,1 1 0,-1-1 0,0 0 0,0 1 0,-1-1 0,0-4 0,0 7-59,0 0 0,-1 0-1,1 0 1,0 0-1,-1 0 1,1 0 0,-1 0-1,0 1 1,0-1 0,0 1-1,0-1 1,0 1 0,0 0-1,0 0 1,0-1-1,0 2 1,-1-1 0,1 0-1,0 0 1,-1 1 0,1-1-1,-3 1 1,-16-4-6767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47.1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526 0 24575,'-1'3'0,"0"0"0,0 0 0,0 0 0,-1 0 0,1 0 0,-1 0 0,0 0 0,1 0 0,-1-1 0,0 1 0,-5 3 0,-11 20 0,14-14 0,0 0 0,2 1 0,-1-1 0,1 1 0,0 21 0,2-17 0,-2 1 0,-5 22 0,4-24 0,-2 0 0,0 0 0,0 0 0,-2-1 0,0 0 0,0 0 0,-2 0 0,0-1 0,0-1 0,-1 1 0,-1-2 0,0 1 0,-1-2 0,-1 1 0,-19 13 0,2-5 0,-47 35 0,68-48 0,0-1 0,0-1 0,-1 0 0,-13 6 0,15-8 0,0 0 0,0 1 0,1 0 0,0 0 0,0 1 0,0 0 0,0 0 0,-8 10 0,-2 4-58,-24 31-1249,37-43-5519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28:47.5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24575,'2'4'0,"-1"0"0,1 0 0,0 0 0,0 0 0,0 0 0,0 0 0,1-1 0,0 1 0,5 5 0,7 10 0,-1 5 0,0 0 0,0-2 0,1 1 0,28 29 0,-37-45 0,1-1 0,0 0 0,0-1 0,0 0 0,1 0 0,0 0 0,0-1 0,0 0 0,0-1 0,0 0 0,1 0 0,0-1 0,-1 0 0,16 2 0,-11-3-195,-1 0 0,1 0 0,-1-1 0,0-1 0,1 0 0,14-3 0,-9-3-6631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24.1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581 729 24575,'-11'-2'0,"1"1"0,0-2 0,0 1 0,0-1 0,0-1 0,0 0 0,-14-7 0,-21-9 0,-16-4 0,47 17 0,0 1 0,-1 1 0,0 0 0,0 1 0,0 0 0,-25-2 0,-18 4 0,-75 6 0,131-4 0,-1 0 0,0 1 0,0 0 0,1-1 0,-1 1 0,1 0 0,-1 1 0,0-1 0,1 0 0,0 1 0,-1-1 0,1 1 0,0 0 0,0 0 0,0 0 0,0 0 0,0 0 0,0 0 0,1 0 0,-1 1 0,1-1 0,-1 0 0,1 1 0,0 0 0,0-1 0,0 1 0,1 0 0,-1-1 0,0 1 0,1 3 0,-2 11 0,1-1 0,0 1 0,1-1 0,3 19 0,-1-5 0,-1-16 0,-1-6 0,0 0 0,0 0 0,1 0 0,1 0 0,3 14 0,-4-20 0,0 0 0,0 1 0,0-1 0,1 0 0,-1 0 0,1 0 0,-1 0 0,1 0 0,0-1 0,0 1 0,0 0 0,0-1 0,0 1 0,0-1 0,0 0 0,0 0 0,1 0 0,-1 0 0,0 0 0,1 0 0,-1 0 0,0-1 0,4 1 0,1 0 0,-1 0 0,1-1 0,0 1 0,0-1 0,0-1 0,0 1 0,0-1 0,-1-1 0,1 1 0,0-1 0,-1 0 0,1-1 0,11-5 0,-3-2 0,0 0 0,0-1 0,-1 0 0,13-15 0,-21 21 0,-1 1 0,-1-1 0,1-1 0,-1 1 0,1-1 0,-2 1 0,1-1 0,-1 0 0,1-1 0,-2 1 0,1 0 0,-1-1 0,0 0 0,0 1 0,1-14 0,22-119 0,-13 78 0,-7 38 0,-1 0 0,2-34 0,-4 12 0,-5-210 0,-12 180 0,4 23 0,12 69 0,8 48 0,4-12 0,-2 1 0,-2 0 0,-3 0 0,0 79 0,-5-113 0,1 0 0,8 39 0,-5-36 0,3 45 0,-5-40 63,8 45-1,-1-8-1552,-7-43-5336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24.4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381 1 24575,'4'1'0,"1"1"0,0-1 0,-1 1 0,1 0 0,-1 1 0,0-1 0,7 5 0,-1 0 0,9 4 0,-2 1 0,0 1 0,0 1 0,-1 0 0,-1 1 0,0 1 0,15 21 0,-29-35 0,0 0 0,1 0 0,-1 0 0,0 0 0,0 0 0,0 0 0,0 1 0,0-1 0,0 0 0,-1 1 0,1-1 0,-1 0 0,0 1 0,0-1 0,0 1 0,0 2 0,0-3 0,-1 0 0,0-1 0,1 1 0,-1 0 0,0-1 0,0 1 0,0-1 0,0 1 0,0-1 0,0 1 0,0-1 0,-1 0 0,1 1 0,0-1 0,-1 0 0,-2 2 0,-4 1 0,0-1 0,0 1 0,0-1 0,-1-1 0,1 0 0,-1 0 0,-9 1 0,0 0 0,1 1 0,-32 13 0,33-11 0,1 0 0,-1-2 0,-25 5 0,10-4 0,0 2 0,-39 13 0,-16 4 0,1 0-1365,65-21-5461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25.7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526 57 24575,'-1'0'0,"0"1"0,-1-1 0,1 1 0,0 0 0,0-1 0,0 1 0,0 0 0,0-1 0,0 1 0,0 0 0,0 0 0,0 0 0,0 0 0,0 0 0,0 0 0,1 0 0,-1 0 0,0 0 0,1 0 0,-1 1 0,1-1 0,-1 0 0,1 0 0,0 1 0,-1-1 0,1 0 0,0 3 0,-5 41 0,4-40 0,-2 348 0,6-182 0,-3-160 0,2 0 0,-1-1 0,5 17 0,1 6 0,-6-32 0,-1 0 0,0 0 0,0 0 0,1 1 0,-1-1 0,0 0 0,0 0 0,0 1 0,0-1 0,0 0 0,-1 0 0,1 1 0,0-1 0,-1 0 0,1 0 0,0 0 0,-1 1 0,1-1 0,-1 0 0,0 0 0,1 0 0,-1 0 0,-2 2 0,2-3 0,0 1 0,0-1 0,-1 1 0,1-1 0,-1 0 0,1 1 0,0-1 0,-1 0 0,1 0 0,0 0 0,-1 0 0,1 0 0,-1 0 0,1-1 0,0 1 0,-1 0 0,-1-2 0,-6-1 0,-1-1 0,1 0 0,1-1 0,-14-9 0,-80-70 0,88 73 0,-1 0 0,2-2 0,-16-16 0,-15-15 0,30 31 0,0-1 0,1 0 0,-20-27 0,-2-21 0,24 40 0,-2 1 0,-20-27 0,28 41 0,1 0 0,0-1 0,0 1 0,0 0 0,1-1 0,0 0 0,0 0 0,1 0 0,0 0 0,1 0 0,-1-10 0,0-4 0,2 0 0,0 0 0,4-23 0,-3 41 0,0 0 0,0 0 0,0 0 0,0-1 0,0 1 0,1 0 0,0 1 0,0-1 0,0 0 0,0 0 0,0 1 0,1-1 0,0 1 0,0 0 0,3-3 0,0 1 0,0 1 0,0 0 0,0 0 0,1 1 0,-1-1 0,1 1 0,0 1 0,8-3 0,8 0 0,0 1 0,0 1 0,1 1 0,32 2 0,-6 0-118,5 0-298,-1 2 0,88 14 1,-119-11-6411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26.2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12 24575,'-2'61'0,"0"-35"0,2-1 0,0 0 0,2 0 0,5 28 0,-6-49 0,1 1 0,0 0 0,1 0 0,-1-1 0,1 1 0,0-1 0,0 0 0,0 0 0,0 0 0,1 0 0,0 0 0,0-1 0,0 0 0,0 0 0,0 0 0,1 0 0,-1 0 0,10 3 0,-8-4 0,0 1 0,0-1 0,0 0 0,0-1 0,0 0 0,1 0 0,-1 0 0,0-1 0,1 1 0,-1-2 0,0 1 0,1-1 0,-1 0 0,0 0 0,8-3 0,-11 3 0,0-1 0,0 0 0,-1 0 0,1-1 0,0 1 0,-1 0 0,0-1 0,0 0 0,0 1 0,0-1 0,0 0 0,0 0 0,-1 0 0,1 0 0,-1 0 0,0-1 0,0 1 0,0 0 0,0 0 0,-1-1 0,1 1 0,-1-7 0,1-7 0,-1 0 0,-1 0 0,-2-19 0,0 26 0,1 1 0,-1-1 0,-1 1 0,0 0 0,0 0 0,-1 1 0,0-1 0,0 1 0,-1 0 0,0 0 0,-1 1 0,0 0 0,0 0 0,0 0 0,-1 1 0,-15-10 0,11 12 120,8 3-321,6 2-1083,5 2-5542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26.4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24575,'0'5'0,"0"6"0,0 6 0,0 4 0,0 4 0,0 2 0,0 1 0,0 1 0,0-1 0,0 0 0,0-4-8191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26.8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1 24575,'-5'0'0,"-1"0"-8191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27.1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24575,'4'0'0,"3"4"0,-2 2-8191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27.6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24575,'1'0'0,"0"1"0,0-1 0,-1 0 0,1 1 0,0-1 0,0 0 0,0 1 0,0-1 0,0 1 0,-1 0 0,1-1 0,0 1 0,0 0 0,-1-1 0,1 1 0,0 0 0,-1 0 0,1 0 0,-1-1 0,1 1 0,-1 0 0,0 0 0,1 0 0,-1 0 0,0 0 0,1 2 0,5 29 0,-6-29 0,13 85 0,-5-46 0,2 74 0,-10-102 0,-1-37 0,2-42 0,0 51 0,0-1 0,2 1 0,0 0 0,0 0 0,1 0 0,1 0 0,8-16 0,-10 25 0,0 0 0,-1 1 0,2-1 0,-1 1 0,0-1 0,1 1 0,0 0 0,0 0 0,0 1 0,1-1 0,-1 1 0,1 0 0,0 0 0,0 1 0,0-1 0,0 1 0,0 0 0,0 1 0,0-1 0,1 1 0,9-1 0,-6 1 0,0 0 0,-1 1 0,1 1 0,0-1 0,0 2 0,0-1 0,17 6 0,-21-5 0,0 0 0,0 0 0,0 1 0,0 0 0,-1 0 0,1 0 0,-1 1 0,1-1 0,-1 1 0,-1 0 0,1 0 0,0 1 0,-1-1 0,3 6 0,-2-4 0,14 23 0,-1 1 0,19 49 0,-25-52 0,0 0 0,19 29 0,-22-47-67,-2-12 234,-2-18-1632,-3 2-5361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27.9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24575,'0'50'0,"2"0"0,12 70 0,-7-69 0,-3 0 0,-3 85 0,-2-73 0,2-58-91,-1-1 0,0 0 0,0 0 0,-1 1 0,1-1 0,-1 0 0,0 0 0,0 0 0,0 0 0,0 0 0,-1 0 0,0 0 0,0 0 0,-3 4 0,-6 3-6735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28.0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1 110 24575,'17'-1'0,"-1"-1"0,1 0 0,20-6 0,-18 3 0,38-4 0,-11 4 0,0-2 0,65-19 0,-84 19 0,137-20 0,-134 23-341,-1 0 0,1 2-1,33 2 1,-39 0-6485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28.9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 1 24575,'1'3'0,"0"1"0,0-1 0,0 1 0,0-1 0,0 0 0,1 1 0,1 2 0,8 21 0,-8 4 0,0 0 0,-3 62 0,0 23 0,14-50 0,-10-49 0,0-1 0,1 23 0,-2 12 0,-6 87 0,4-136 5,-1 0-1,0 0 1,-1 0-1,1-1 0,0 1 1,0 0-1,-1 0 1,1-1-1,-1 1 1,0 0-1,1-1 0,-1 1 1,0 0-1,0-1 1,0 1-1,0-1 1,0 0-1,-1 1 1,1-1-1,0 0 0,-1 1 1,1-1-1,0 0 1,-1 0-1,1 0 1,-4 1-1,2-2-91,1 0-1,-1 0 1,0 0 0,1 0-1,-1 0 1,0-1 0,1 1-1,-1-1 1,0 0-1,1 1 1,-1-1 0,1 0-1,-1-1 1,1 1 0,0 0-1,-5-4 1,-7-5-6739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29.1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24575,'412'0'0,"-398"1"20,1 0 0,-1 0 0,1 2 0,-1 0 0,21 7 0,-26-7-169,-1 0 1,1 1-1,0 0 1,-1 1-1,0 0 1,0 0-1,-1 1 1,1 0-1,9 9 1,-7-2-6678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29.9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88 24575,'1'5'0,"0"0"0,0 0 0,1 0 0,0 0 0,4 8 0,3 7 0,15 36 0,-18-43 0,0 0 0,0 1 0,5 24 0,-7-21 0,-3-9 0,0 0 0,1-1 0,0 1 0,0-1 0,5 9 0,-7-16 0,0 0 0,0 0 0,0 1 0,0-1 0,0 0 0,0 0 0,0 0 0,0 1 0,0-1 0,0 0 0,0 0 0,0 0 0,0 0 0,1 1 0,-1-1 0,0 0 0,0 0 0,0 0 0,0 0 0,0 1 0,0-1 0,1 0 0,-1 0 0,0 0 0,0 0 0,0 0 0,1 0 0,-1 0 0,0 1 0,0-1 0,0 0 0,1 0 0,-1 0 0,0 0 0,0 0 0,0 0 0,1 0 0,-1 0 0,0 0 0,0 0 0,0 0 0,1 0 0,-1 0 0,0 0 0,0-1 0,4-10 0,-4-18 0,-8-12 0,-9-65 0,16 93 0,1-1 0,-1 0 0,2 0 0,0 1 0,5-23 0,-5 33 0,0 0 0,0 0 0,0 0 0,0 0 0,1 0 0,-1 0 0,1 0 0,0 0 0,-1 0 0,2 1 0,-1-1 0,0 1 0,0 0 0,1 0 0,-1 0 0,1 0 0,0 0 0,3-2 0,0 2 0,-1-1 0,1 2 0,-1-1 0,1 1 0,0-1 0,0 2 0,0-1 0,0 1 0,9 0 0,6 2 0,-1 1 0,1 1 0,0 0 0,33 14 0,139 68 0,-139-59 0,-22-13 0,0-2 0,58 14 0,-111-32 0,3 1 0,-37-7 0,43 11 0,-2-1 0,-1 0 0,1 1 0,-1 1 0,1 1 0,-23 2 0,34-2 0,1 0 0,-1-1 0,0 1 0,0 0 0,1 1 0,-1-1 0,1 0 0,-1 1 0,1-1 0,-1 1 0,1 0 0,0 0 0,0 0 0,0 0 0,0 0 0,0 0 0,0 1 0,1-1 0,-1 0 0,1 1 0,-1 0 0,1-1 0,0 1 0,0 0 0,0-1 0,1 1 0,-1 0 0,1 0 0,-1 0 0,1 0 0,0 0 0,0 0 0,1 4 0,-1-4 0,1 0 0,-1 0 0,1 0 0,0 0 0,0 0 0,0-1 0,0 1 0,0 0 0,1-1 0,-1 1 0,1-1 0,0 1 0,-1-1 0,1 0 0,0 0 0,1 0 0,-1 0 0,0 0 0,0 0 0,1-1 0,-1 1 0,1-1 0,0 1 0,-1-1 0,1 0 0,0 0 0,0 0 0,-1-1 0,1 1 0,0-1 0,3 1 0,9 1 0,-1-1 0,1 0 0,0-1 0,27-4 0,-38 3 0,0 0 0,0 0 0,0 0 0,0-1 0,0 1 0,0-1 0,0 0 0,-1-1 0,1 1 0,-1-1 0,1 1 0,-1-1 0,0 0 0,0 0 0,4-6 0,-4 5 0,1 0 0,0 0 0,1 0 0,-1 0 0,1 1 0,8-5 0,-11 7 0,0 0 0,1 0 0,-1 1 0,1-1 0,-1 1 0,0 0 0,1 0 0,-1 0 0,1 0 0,-1 0 0,1 1 0,-1-1 0,1 1 0,-1-1 0,0 1 0,1 0 0,-1 0 0,0 0 0,0 0 0,1 1 0,-1-1 0,0 0 0,0 1 0,2 2 0,8 7 0,0 0 0,17 22 0,-13-14 0,-1-6 0,0 0 0,1-1 0,34 19 0,-48-29 0,0-1 0,0 0 0,0 0 0,0 1 0,1-1 0,-1-1 0,0 1 0,1 0 0,-1-1 0,1 1 0,-1-1 0,0 0 0,1 1 0,-1-1 0,1-1 0,-1 1 0,1 0 0,2-1 0,-3 0 0,0 0 0,0 0 0,0 0 0,0-1 0,0 1 0,-1 0 0,1-1 0,0 1 0,-1-1 0,1 0 0,-1 1 0,0-1 0,1 0 0,-1 0 0,0 0 0,1-3 0,1-5 0,1 0 0,-2-1 0,0 1 0,0-1 0,-1 0 0,0-20 0,-1 27 0,3-39 0,-3 42 0,1 0 0,-1 0 0,0-1 0,0 1 0,1 0 0,-1-1 0,0 1 0,1 0 0,-1 0 0,1 0 0,0 0 0,-1-1 0,1 1 0,0 0 0,0 0 0,0 0 0,0 0 0,0 1 0,0-1 0,0 0 0,0 0 0,0 0 0,0 1 0,0-1 0,0 1 0,1-1 0,0 0 0,0 1 0,-1 1 0,0-1 0,0 0 0,1 1 0,-1-1 0,0 0 0,0 1 0,0 0 0,1-1 0,-1 1 0,0 0 0,0-1 0,0 1 0,0 0 0,0 0 0,0 0 0,-1 0 0,1 0 0,0 0 0,0 0 0,-1 0 0,1 0 0,0 2 0,15 33 0,-13-28 0,18 38-1365,-13-26-5461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30.2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24575,'4'0'0,"3"0"-8191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30.7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24575,'1'5'0,"0"0"0,1 0 0,0 0 0,0-1 0,0 1 0,0-1 0,1 1 0,5 7 0,5 9 0,-7-5 0,0 0 0,7 30 0,-10-32 0,1 0 0,0 0 0,1 0 0,10 18 0,-6-21 0,-7-19 0,-9-28 0,6 30 0,-1-2 0,1-1 0,-1 1 0,2-1 0,-1 1 0,1-1 0,1 1 0,-1-1 0,4-13 0,-3 19 0,0-1 0,1 1 0,-1 0 0,1 0 0,-1 1 0,1-1 0,0 0 0,0 0 0,0 1 0,1-1 0,-1 1 0,0 0 0,1 0 0,0 0 0,-1 0 0,1 0 0,0 1 0,0-1 0,0 1 0,0-1 0,0 1 0,1 0 0,-1 0 0,0 1 0,4-1 0,1 0 0,-1 1 0,1 0 0,0 0 0,-1 1 0,1 0 0,0 0 0,-1 1 0,1 0 0,-1 0 0,0 1 0,0 0 0,0 0 0,0 0 0,0 1 0,-1 0 0,0 1 0,0-1 0,0 1 0,6 6 0,-5-4 0,1 1 0,-2-1 0,1 1 0,-1 0 0,0 1 0,0 0 0,-1 0 0,-1 0 0,1 0 0,-1 1 0,-1 0 0,0 0 0,3 18 0,-4-3-1365,-1-3-5461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31.2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24575,'2'1'0,"-1"-1"0,0 1 0,1 0 0,-1-1 0,0 1 0,1 0 0,-1 0 0,0 0 0,0 0 0,1 0 0,-1 0 0,0 0 0,0 0 0,0 0 0,-1 0 0,1 1 0,0-1 0,1 2 0,15 30 0,-13-25 0,9 17 0,0-1 0,-1 1 0,9 29 0,-19-48 0,0 1 0,0 0 0,0-1 0,-1 1 0,-1 0 0,1 0 0,-1 0 0,0-1 0,0 1 0,-1 0 0,0 0 0,0 0 0,-4 11 0,4-17 0,1 1 0,-1-1 0,0 0 0,1 1 0,-1-1 0,0 0 0,0 1 0,0-1 0,0 0 0,0 0 0,0 0 0,-2 2 0,2-2 0,1-1 0,-1 0 0,0 0 0,1 0 0,-1 1 0,1-1 0,-1 0 0,1 0 0,-1 0 0,0 0 0,1 0 0,-1 0 0,1 0 0,-1 0 0,1 0 0,-1 0 0,0 0 0,1-1 0,-1 1 0,1 0 0,-1 0 0,1 0 0,-2-1 0,1-1 0,-1 1 0,0-1 0,1 0 0,-1 1 0,1-1 0,-1 0 0,1 0 0,0 0 0,0 0 0,0 0 0,0 0 0,0 0 0,0-1 0,1 1 0,-1-4 0,-1-5 0,0 0 0,1 0 0,0 0 0,1 0 0,1-1 0,-1 1 0,2 0 0,3-17 0,-3 24 0,-1-1 0,0 1 0,1 0 0,0 0 0,0 0 0,0 0 0,0 0 0,1 0 0,-1 1 0,1-1 0,0 1 0,0 0 0,1 0 0,-1 0 0,1 0 0,-1 0 0,1 1 0,0 0 0,0-1 0,0 1 0,0 1 0,0-1 0,0 1 0,6-2 0,1 1 0,0 0 0,0 1 0,0 0 0,0 1 0,0 0 0,0 1 0,0 0 0,0 0 0,0 1 0,12 5 0,-16-5 0,1 1 0,-1 1 0,0-1 0,0 1 0,0 0 0,-1 1 0,0 0 0,0 0 0,0 0 0,0 1 0,-1-1 0,1 1 0,-2 1 0,9 12 0,7 13 29,12 22-1423,-26-38-5432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31.4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24575,'5'0'0,"2"4"0,3 2 0,6 0 0,-1 4 0,-2 4 0,1 0 0,-2 3 0,-3 2 0,-3 3 0,2-2 0,0 0 0,-2 1 0,-1-7 0,-2-7-8191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31.5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 24575,'0'-5'0,"0"4"0,0 6 0,0 7 0,5 1 0,1 3 0,0 4 0,3-1 0,0 0 0,-1 1 0,-2 3 0,-2-3-8191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31.8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24575,'2'1'0,"1"0"0,-1 1 0,0-1 0,1 1 0,-1 0 0,0 0 0,0-1 0,-1 1 0,1 1 0,0-1 0,-1 0 0,1 0 0,-1 1 0,1-1 0,0 4 0,3 3 0,5 8 0,-1 1 0,0 0 0,9 33 0,-10-29 0,0-1 0,14 25 0,-14-36-66,-3-13 231,0-19-1629,-4 3-5362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32.0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24575,'18'0'0,"0"0"0,26 5 0,-38-4 0,-1 1 0,1-1 0,-1 1 0,1 0 0,-1 0 0,0 1 0,0-1 0,0 1 0,0 0 0,0 1 0,7 6 0,3 4 0,1 2 0,23 29 0,-24-27 0,1-2 0,30 26 0,-44-40 0,79 83 0,-79-83-91,0-1 0,0 0 0,0 1 0,0-1 0,0 0 0,0 0 0,0 0 0,1 0 0,-1-1 0,0 1 0,0-1 0,1 1 0,-1-1 0,4 0 0,12-1-6735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32.3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361 0 24575,'0'56'0,"2"0"0,13 78 0,-1-44 0,-10-53 0,2 0 0,19 63 0,-18-77 0,-2 1 0,-1 0 0,-1 0 0,-1 0 0,-1 0 0,-1 0 0,-5 36 0,5-56 0,0 0 0,-1 0 0,0 0 0,0-1 0,0 1 0,0 0 0,0-1 0,0 1 0,-1-1 0,0 1 0,0-1 0,0 0 0,0 1 0,-1-1 0,1 0 0,-1-1 0,1 1 0,-4 2 0,1-2 0,0 0 0,0-1 0,-1 1 0,1-1 0,0-1 0,-1 1 0,1-1 0,-1 0 0,0 0 0,1 0 0,-10-1 0,1 0 0,-14 1 0,0-1 0,-47-6 0,67 5 0,1-1 0,-1 1 0,1-2 0,-1 1 0,1-1 0,0 0 0,0 0 0,0-1 0,0 0 0,1-1 0,-1 1 0,1-1 0,0 0 0,-7-9 0,-13-14 0,21 24 0,1 0 0,0 0 0,0 0 0,0-1 0,0 0 0,1 1 0,0-1 0,0-1 0,0 1 0,1 0 0,-1-1 0,1 1 0,1-1 0,-2-6 0,0-4 0,1 0 0,1-1 0,1 1 0,0-1 0,5-30 0,-3 39 0,0-1 0,0 1 0,1 0 0,0 0 0,1 0 0,0 0 0,0 0 0,1 1 0,-1 0 0,2 0 0,-1 0 0,11-11 0,207-198 0,-209 204 0,0 1 0,29-16 0,-25 15 0,119-68 0,-116 68-1365,-2 3-5461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32.7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24575,'1'0'0,"0"1"0,1-1 0,-1 0 0,0 1 0,0-1 0,1 1 0,-1 0 0,0-1 0,0 1 0,0 0 0,0 0 0,0-1 0,0 1 0,0 0 0,0 0 0,0 0 0,0 0 0,-1 0 0,2 3 0,14 25 0,-13-22 0,4 6 0,-1 0 0,0 0 0,-1 1 0,-1 0 0,0 0 0,-1 0 0,0 0 0,0 16 0,1 6 0,1-1 0,13 46 0,-9-45 0,-2-1 0,3 44 0,-8-59 60,7 38 0,-8-52-195,1 0 0,-1 0 0,1 0 0,1 0 0,-1 0 0,1-1 0,0 1 0,0-1 0,1 0 0,5 7 0,4-1-6691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33.8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1 24575,'0'44'0,"-1"-12"0,4 37 0,-2-58 0,1 0 0,0-1 0,1 1 0,0-1 0,1 0 0,0 0 0,7 14 0,-10-22 0,15 20 0,-16-22 0,0 0 0,0 0 0,0 0 0,0 0 0,0 0 0,1 0 0,-1 0 0,0 0 0,0 0 0,0 0 0,0 0 0,0 0 0,0 0 0,1 0 0,-1 0 0,0 0 0,0 0 0,0 0 0,0 0 0,0 0 0,1 0 0,-1 0 0,0 0 0,0 0 0,0 0 0,0 0 0,0 0 0,1 0 0,-1 0 0,0 0 0,0 0 0,0-1 0,0 1 0,0 0 0,0 0 0,0 0 0,0 0 0,0 0 0,1 0 0,-1 0 0,0-1 0,0 1 0,0 0 0,0 0 0,0 0 0,2-18 0,-1 4 0,-1 1 0,-1-1 0,0 1 0,0-1 0,-2 1 0,-4-16 0,4 20 0,-1 0 0,0 1 0,0 0 0,-1 0 0,0 0 0,0 0 0,-1 1 0,0 0 0,-13-13 0,18 20 0,1 0 0,-1 0 0,1-1 0,0 1 0,-1 0 0,1-1 0,-1 1 0,1-1 0,0 1 0,-1 0 0,1-1 0,0 1 0,-1-1 0,1 1 0,0-1 0,0 1 0,0-1 0,-1 1 0,1-1 0,0 1 0,0-1 0,0 1 0,0-1 0,0 0 0,0 1 0,0-1 0,0 1 0,0-1 0,0 0 0,15-5 0,34 5 0,-41 2 0,60 2 0,-22-1 0,0-1 0,70-8 0,-113 7 0,0 0 0,0 0 0,0 0 0,0 1 0,-1-1 0,1 1 0,0 0 0,0 0 0,-1 0 0,1 0 0,0 1 0,-1-1 0,0 1 0,1-1 0,-1 1 0,0 0 0,1 0 0,-1 0 0,3 4 0,6 7 0,0 0 0,10 18 0,-13-17 0,44 52 0,-33-42 0,26 39 0,-44-62 0,-1 0 0,1-1 0,-1 1 0,0 0 0,1-1 0,-1 1 0,0 0 0,0 0 0,1-1 0,-1 1 0,0 0 0,0 0 0,0-1 0,0 1 0,0 0 0,0 0 0,0-1 0,0 1 0,0 0 0,0 0 0,-1 0 0,1-1 0,0 1 0,0 0 0,-1-1 0,1 1 0,-1 0 0,1-1 0,0 1 0,-1 0 0,1-1 0,-1 1 0,1-1 0,-1 1 0,0-1 0,1 1 0,-1-1 0,0 1 0,1-1 0,-1 0 0,0 1 0,1-1 0,-1 0 0,0 0 0,0 1 0,1-1 0,-1 0 0,0 0 0,0 0 0,1 0 0,-1 0 0,-1 0 0,-50 2 0,44-3 0,-21 2 0,14-1 0,1 0 0,-1 0 0,-15-4 0,24-1 0,13-2 0,18-6 0,-21 11 0,30-15 0,71-33 0,-96 46 0,0-1 0,-1 1 0,1-1 0,12-11 0,23-13 0,-40 27 0,-1-1 0,1 1 0,-1 0 0,0-1 0,0 0 0,0 0 0,0 0 0,-1 0 0,1 0 0,-1 0 0,0-1 0,1 1 0,-2-1 0,1 0 0,0 1 0,-1-1 0,0 0 0,0 0 0,0 0 0,0 0 0,0 0 0,-1 0 0,0 0 0,0 0 0,0 0 0,0 0 0,-1 0 0,-1-8 0,-5 0 0,0 15 0,0 20 0,7-15 0,0 0 0,0 0 0,1 0 0,0-1 0,1 1 0,0 0 0,0-1 0,1 1 0,-1-1 0,2 0 0,-1 0 0,1 0 0,0 0 0,0-1 0,1 1 0,7 6 0,8 8 0,2 0 0,0-2 0,27 18 0,23 20 0,-70-56 0,-1 0 0,0 0 0,0-1 0,0 2 0,0-1 0,0 0 0,0 0 0,0 0 0,0 0 0,0 1 0,-1-1 0,1 0 0,0 1 0,-1-1 0,1 0 0,-1 1 0,1-1 0,-1 1 0,0-1 0,0 3 0,0-3 0,0 0 0,-1 0 0,1 0 0,-1 0 0,0 0 0,1-1 0,-1 1 0,0 0 0,1 0 0,-1-1 0,0 1 0,0 0 0,0-1 0,0 1 0,0-1 0,0 1 0,1-1 0,-1 1 0,0-1 0,0 0 0,-2 1 0,-8 1 0,0 0 0,0-1 0,0 0 0,-12-1 0,-3 1 0,9 0 0,-1-2 0,-26-2 0,43 3 3,1 0-1,0 0 0,-1 0 1,1 0-1,-1 0 1,1 0-1,-1 0 1,1-1-1,-1 1 0,1 0 1,0 0-1,-1 0 1,1 0-1,-1-1 0,1 1 1,0 0-1,-1 0 1,1-1-1,0 1 0,-1 0 1,1-1-1,0 1 1,-1 0-1,1-1 1,0 1-1,0 0 0,-1-1 1,1 1-1,0-1 1,0 1-1,0 0 0,-1-1 1,1 1-1,0-1 1,0 1-1,0-1 1,0 1-1,0-1 0,0 1 1,0-1-1,0 1 1,0 0-1,0-1 0,0 1 1,1-2-1,13-15-1478,-2 7-5350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34.0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24575,'4'0'0,"2"5"0,0 1-8191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34.1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24575,'4'0'0,"7"0"0,6 0 0,5 0 0,-2 5 0,1 1 0,-4 0-8191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35.1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24575,'1'9'0,"0"1"0,1-1 0,0 0 0,1 1 0,0-1 0,1 0 0,4 9 0,12 34 0,-14-18 0,-1 1 0,-2 1 0,-1-1 0,-5 54 0,1-15 0,1-61 0,0 0 0,-1-1 0,-1 1 0,0 0 0,-1-1 0,0 0 0,-8 15 0,7-14 0,5-13 0,0 1 0,-1 0 0,1 0 0,0 0 0,-1 0 0,1-1 0,0 1 0,0 0 0,0 0 0,0 0 0,0 0 0,0 0 0,0 0 0,0 0 0,0 0 0,0-1 0,0 1 0,1 0 0,-1 0 0,0 0 0,1 0 0,-1 0 0,1-1 0,-1 1 0,1 0 0,-1 0 0,2 0 0,-1 1 0,1-1 0,0 0 0,0 0 0,0 0 0,0 0 0,0 0 0,0 0 0,0 0 0,1-1 0,-1 1 0,2-1 0,11 2 0,-1-1 0,28-2 0,-31 1 0,295-3-1365,-283 3-5461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35.5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24575,'412'0'0,"-404"0"-273,0 0 0,0 1 0,0 0 0,9 2 0,0 3-6553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35.7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17 24575,'5'0'0,"6"0"0,6 0 0,4 0 0,4 0 0,2 0 0,1 0 0,0 0 0,1 0 0,-1 0 0,0 0 0,0 0 0,0 0 0,-1 0 0,0 0 0,-4-5 0,-2-1 0,-4 0-8191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37.2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24575,'3'3'0,"-1"1"0,1-1 0,-1 1 0,0 0 0,0 0 0,0 0 0,-1 0 0,1 0 0,-1 0 0,0 0 0,1 9 0,2 51 0,-3-49 0,-3 99 0,4 49 0,10-97 0,-7-49 0,-2 0 0,2 21 0,-4-32 0,-1 0 0,1 0 0,0-1 0,0 1 0,1 0 0,0 0 0,3 7 0,-4-12 0,-1 0 0,1 1 0,0-1 0,-1 0 0,1 0 0,0 0 0,0-1 0,0 1 0,0 0 0,0 0 0,0 0 0,0-1 0,0 1 0,0 0 0,0-1 0,1 1 0,-1-1 0,0 0 0,0 1 0,0-1 0,1 0 0,-1 0 0,0 1 0,0-1 0,1 0 0,-1 0 0,0-1 0,1 1 0,-1 0 0,0 0 0,0-1 0,0 1 0,1 0 0,-1-1 0,0 1 0,0-1 0,0 0 0,0 1 0,0-1 0,0 0 0,1-1 0,32-22 0,-29 19 0,0 1 0,1 0 0,-1 1 0,0-1 0,1 1 0,0 0 0,0 0 0,0 1 0,0 0 0,12-3 0,-7 3-136,0 1-1,0 0 1,0 0-1,0 2 1,0-1-1,0 1 1,0 1-1,0 0 0,13 4 1,-6 1-6690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37.5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173 82 24575,'0'-3'0,"-1"-1"0,1 1 0,-1-1 0,0 1 0,1-1 0,-1 1 0,-1 0 0,1-1 0,0 1 0,-1 0 0,0 0 0,0 0 0,0 0 0,0 0 0,0 0 0,-1 1 0,1-1 0,-1 1 0,1-1 0,-1 1 0,0 0 0,0 0 0,0 0 0,0 1 0,0-1 0,-1 1 0,1 0 0,0 0 0,-1 0 0,-5-1 0,6 1 0,-1 1 0,1-1 0,0 1 0,0 0 0,-1 0 0,1 0 0,0 0 0,-1 1 0,1-1 0,0 1 0,0 0 0,0 0 0,0 0 0,0 1 0,0-1 0,0 0 0,0 1 0,0 0 0,1 0 0,-1 0 0,0 0 0,1 0 0,0 1 0,0-1 0,-1 1 0,1-1 0,1 1 0,-1 0 0,0 0 0,1-1 0,-1 1 0,1 1 0,-1 2 0,-2 10 0,2-1 0,-1 1 0,2 0 0,0 1 0,1-1 0,0 0 0,2 0 0,0 0 0,0 0 0,2 0 0,0-1 0,1 1 0,11 24 0,-14-36 6,0 0-1,1-1 1,-1 1-1,1-1 1,0 0-1,0 0 1,0 0-1,0 0 1,0-1-1,1 1 1,-1-1-1,1 0 1,0 0-1,0 0 1,-1 0-1,1-1 1,1 1-1,3 0 1,6 0-269,1 0 0,-1-1 1,29-1-1,-33 0-156,15-1-6407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38.6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0 24575,'-1'18'0,"0"0"0,0 0 0,3 24 0,-2-39 0,0 0 0,0 1 0,0-1 0,1 0 0,0 0 0,-1 0 0,1-1 0,0 1 0,1 0 0,-1 0 0,0 0 0,1-1 0,0 1 0,-1-1 0,1 1 0,0-1 0,0 0 0,0 1 0,1-1 0,-1 0 0,5 2 0,-6-3 0,0-1 0,0 1 0,0-1 0,0 0 0,0 1 0,0-1 0,0 0 0,0 0 0,0 0 0,1 0 0,-1 0 0,0 0 0,0 0 0,0 0 0,0 0 0,0-1 0,0 1 0,0 0 0,0-1 0,0 1 0,0-1 0,0 1 0,0-1 0,0 1 0,0-1 0,0 0 0,-1 0 0,1 1 0,0-1 0,1-2 0,17-34 0,-17 32 0,-1 1 0,1-1 0,0 1 0,1 0 0,4-8 0,-2 8 0,-1 1 0,0 0 0,0 0 0,1 1 0,0-1 0,0 1 0,-1 0 0,1 0 0,0 0 0,1 1 0,-1 0 0,0 0 0,0 0 0,0 1 0,1-1 0,-1 1 0,0 1 0,1-1 0,4 2 0,-1-1 0,0 1 0,-1 0 0,1 0 0,-1 1 0,0 0 0,0 0 0,0 1 0,0 0 0,0 1 0,11 8 0,-13-7 0,0 1 0,0-1 0,-1 1 0,0 1 0,7 13 0,17 21 0,-29-42 0,0 0 0,1 0 0,-1 1 0,0-1 0,0 0 0,0 0 0,1 0 0,-1 0 0,0 0 0,0 0 0,1 0 0,-1 0 0,0-1 0,0 1 0,0 0 0,1 0 0,-1 0 0,0 0 0,0 0 0,1 0 0,-1 0 0,0 0 0,0 0 0,0-1 0,0 1 0,1 0 0,-1 0 0,0 0 0,0 0 0,0-1 0,0 1 0,0 0 0,1 0 0,-1 0 0,0-1 0,0 1 0,0 0 0,0 0 0,0-1 0,0 1 0,0 0 0,0 0 0,0 0 0,0-1 0,0 1 0,0 0 0,0 0 0,0-1 0,0 1 0,5-21 0,-2 9 0,-1 9 0,0 0 0,0 0 0,0 0 0,0 0 0,0 1 0,1-1 0,-1 1 0,1-1 0,0 1 0,0 0 0,0 0 0,0 0 0,0 1 0,0-1 0,0 1 0,0-1 0,1 1 0,-1 0 0,0 1 0,1-1 0,-1 0 0,1 1 0,-1 0 0,1 0 0,-1 0 0,6 1 0,-2-1 0,0 1 0,1 0 0,-1 0 0,0 1 0,0 0 0,0 0 0,0 1 0,0 0 0,-1 0 0,1 1 0,10 7 0,-14-8 0,0 0 0,0 0 0,-1 0 0,1 1 0,-1-1 0,4 8 0,2 2 0,-4-24 0,-3-13 0,0 18 0,-1 1 0,1 0 0,-1 0 0,1 0 0,1 0 0,-1 1 0,1-1 0,0 0 0,0 1 0,0-1 0,0 1 0,1-1 0,0 1 0,0 0 0,0 0 0,0 1 0,1-1 0,-1 1 0,1-1 0,0 1 0,0 0 0,0 0 0,1 1 0,-1-1 0,1 1 0,5-2 0,2 0 0,0 1 0,1 0 0,-1 0 0,1 2 0,0-1 0,-1 2 0,1-1 0,24 4 0,-32-2 7,0 1 0,0-1 0,1 1 0,-1 0 0,0 1 1,0-1-1,-1 1 0,1 0 0,-1 0 0,1 0 0,-1 1 0,0 0 0,0-1 0,-1 2 0,1-1 0,4 8 0,1 0-304,-1 1 0,-1 0 0,0 0 0,9 27 0,-10-22-6529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39.4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 24575,'2'0'0,"-1"0"0,1 0 0,0 1 0,-1-1 0,1 1 0,0-1 0,-1 1 0,1 0 0,-1 0 0,1 0 0,-1 0 0,1 0 0,-1 0 0,1 0 0,-1 0 0,0 0 0,0 1 0,0-1 0,0 0 0,0 1 0,2 2 0,14 36 0,-14-32 0,-3-10 0,0 0 0,0 0 0,0 0 0,0 1 0,1-1 0,-1 0 0,0 0 0,1 0 0,-1 0 0,1 1 0,0-1 0,0 0 0,0 1 0,0-1 0,0 0 0,0 1 0,0-1 0,0 1 0,2-2 0,0-1 0,0 2 0,0-1 0,0 0 0,0 0 0,0 1 0,0 0 0,1 0 0,-1 0 0,1 0 0,7-3 0,-4 3 0,0 1 0,0-1 0,0 1 0,1 0 0,-1 1 0,1 0 0,-1 0 0,0 0 0,1 1 0,-1 0 0,0 0 0,0 1 0,0 0 0,0 1 0,13 5 0,-10-2 0,-1 0 0,-1 1 0,1 0 0,-1 0 0,0 0 0,-1 1 0,0 1 0,0-1 0,-1 1 0,7 11 0,4 3 0,-11-27 0,-1-13 0,-3 10 0,0 0 0,0 0 0,1 0 0,0 0 0,0 1 0,0-1 0,1 1 0,0 0 0,1 0 0,-1 0 0,1 1 0,0-1 0,10-8 0,-12 12 0,0 0 0,-1 0 0,1 1 0,0-1 0,0 0 0,0 1 0,0 0 0,0 0 0,0 0 0,1 0 0,-1 0 0,0 1 0,0-1 0,1 1 0,-1 0 0,0 0 0,1 0 0,-1 0 0,0 1 0,1-1 0,-1 1 0,0 0 0,0 0 0,0 0 0,0 0 0,0 1 0,0-1 0,0 1 0,0 0 0,0 0 0,-1 0 0,5 4 0,5 6-170,-1 0-1,0 0 0,-1 1 1,-1 1-1,0-1 0,-1 2 1,13 27-1,-14-25-6655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39.6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24575,'5'0'0,"6"0"0,1 4 0,-1 8 0,2 0 0,-1 3 0,-3 4 0,-3 3 0,-2 3 0,-2-4-8191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39.8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24575,'0'0'-8191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40.5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24575,'1'1'0,"1"-1"0,0 0 0,-1 1 0,1-1 0,0 1 0,-1-1 0,1 1 0,0 0 0,-1-1 0,1 1 0,-1 0 0,0 0 0,1 0 0,-1 1 0,0-1 0,1 0 0,-1 0 0,0 1 0,0-1 0,0 0 0,1 2 0,17 38 0,-13-27 0,16 32 0,-5-12 0,13 40 0,-15-23 0,-6-21 0,14 34 0,-20-56 0,0 1 0,-1-1 0,0 1 0,0 0 0,0 16 0,-1-23 0,-1 0 0,0 1 0,-1-1 0,1 0 0,0 0 0,-1 0 0,1 0 0,-1 0 0,1 1 0,-1-1 0,0 0 0,-2 3 0,2-4 0,0 0 0,0 0 0,0-1 0,0 1 0,0 0 0,0-1 0,0 1 0,0-1 0,0 1 0,0-1 0,0 1 0,0-1 0,0 0 0,0 1 0,-1-1 0,1 0 0,0 0 0,0 0 0,0 0 0,0 0 0,-1 0 0,1 0 0,0-1 0,0 1 0,0 0 0,-1-1 0,-2-1 0,0 0 0,0 0 0,0 0 0,0 0 0,1-1 0,0 1 0,-1-1 0,1 0 0,0 0 0,0-1 0,0 1 0,1 0 0,-1-1 0,1 0 0,0 0 0,0 1 0,0-1 0,1 0 0,-1-1 0,0-3 0,0 3 0,0 0 0,1 0 0,0 0 0,0 1 0,0-1 0,1 0 0,0-1 0,0 1 0,0 0 0,0 0 0,1 0 0,0 0 0,0 1 0,0-1 0,1 0 0,-1 0 0,4-4 0,-3 5 0,1 1 0,0-1 0,0 1 0,0 0 0,0 0 0,1 0 0,-1 1 0,1-1 0,0 1 0,-1 0 0,1 0 0,0 0 0,7-2 0,4 0 0,0 0 0,25-1 0,-28 3 0,0 1 0,0-1 0,0-1 0,0 0 0,12-6 0,47-27-1365,-56 28-5461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40.8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28 24575,'5'0'0,"6"0"0,5 0 0,6 0 0,-2-5 0,1-1 0,1 0 0,2 1 0,1 2 0,-4 1-8191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41.0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24575,'0'4'0,"0"7"0,0 6 0,0 4 0,0 4 0,5-2 0,2-1 0,-1 0 0,-1 2 0,-2 1 0,-1 1 0,0 0 0,-2 2 0,0-1 0,0 0 0,0 1 0,-1 0 0,1-6-8191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41.5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56 24575,'57'1'0,"-30"0"0,-1 0 0,1-2 0,-1-1 0,46-9 0,-20-5 2,-32 9-458,1 0 1,35-5-1,-34 10-6370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41.9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 1 24575,'-4'0'0,"-3"4"0,2 7 0,0 5 0,2 6 0,0 3 0,2 2 0,1 1 0,-5-4 0,-1-2 0,1 0 0,0 1 0,2 2 0,1 0 0,1-3-8191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42.5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 24575,'0'602'0,"-2"-576"0,1-22 0,0 0 0,1 0 0,-1 0 0,1 0 0,0 1 0,1-1 0,0 6 0,0-9 0,-1 0 0,1 1 0,-1-1 0,1 0 0,0 0 0,0 0 0,0 0 0,-1 0 0,1 0 0,0 0 0,0 0 0,0 0 0,1 0 0,-1-1 0,0 1 0,0 0 0,0-1 0,1 1 0,-1-1 0,0 1 0,0-1 0,1 0 0,-1 1 0,0-1 0,1 0 0,-1 0 0,0 0 0,2 0 0,90-1 22,-54-1-1409,-14 1-5439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43.2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 24575,'-2'97'0,"5"108"0,11-126 0,-2-20 0,-9-46-227,0 0-1,0-1 1,1 1-1,1-1 1,10 21-1,-5-15-6598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43.4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24575,'0'5'0,"0"6"0,0 6 0,0 4 0,0 4 0,5-3 0,2 0 0,-1-4-8191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43.9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24575,'1'1'0,"0"-1"0,0 0 0,0 1 0,0-1 0,0 0 0,0 1 0,0 0 0,-1-1 0,1 1 0,0-1 0,0 1 0,0 0 0,-1 0 0,1-1 0,0 1 0,-1 0 0,1 0 0,-1 0 0,1 0 0,-1 0 0,1 0 0,-1 0 0,0 0 0,1 0 0,-1 1 0,9 34 0,-5-18 0,3 11 0,-6-24 0,0 0 0,0 1 0,0-1 0,1 0 0,-1 1 0,1-1 0,1 0 0,-1 0 0,1 0 0,-1-1 0,6 7 0,-8-11 0,1 0 0,-1 0 0,0 0 0,1 0 0,-1 0 0,0 0 0,1 0 0,-1 0 0,1 0 0,-1 0 0,0 0 0,1 0 0,-1 0 0,0 0 0,1 0 0,-1 0 0,0 0 0,1-1 0,-1 1 0,0 0 0,1 0 0,-1 0 0,0-1 0,1 1 0,-1 0 0,0 0 0,0-1 0,0 1 0,1 0 0,-1-1 0,0 1 0,0 0 0,0-1 0,1 1 0,-1 0 0,0-1 0,0 1 0,0 0 0,0-1 0,0 1 0,0 0 0,0-1 0,0 1 0,0 0 0,0-1 0,4-19 0,-4 20 0,1-9 0,0 1 0,0-1 0,1 1 0,0 0 0,1 0 0,0 0 0,4-9 0,-5 14 0,0 0 0,0 0 0,0 0 0,0 1 0,1-1 0,-1 1 0,1-1 0,0 1 0,0 0 0,0 0 0,0 0 0,0 1 0,0-1 0,0 1 0,0-1 0,1 1 0,-1 0 0,1 0 0,-1 1 0,4-1 0,8-1 0,-1 0 0,1 1 0,-1 1 0,1 1 0,-1 0 0,16 3 0,-24-3 0,0 1 0,0 0 0,0 0 0,0 0 0,0 1 0,-1-1 0,1 1 0,-1 1 0,0-1 0,0 1 0,0 0 0,0 0 0,0 0 0,-1 1 0,0-1 0,5 9 0,2 4 0,-2 1 0,0 1 0,-1-1 0,0 2 0,-2-1 0,6 28 0,-11-44-42,-1-1-1,0 0 0,1 1 1,-1-1-1,1 0 0,0 0 1,0 0-1,0 0 0,0 0 1,0 0-1,0 0 0,0 0 1,1 0-1,-1 0 0,1-1 1,-1 1-1,1-1 0,0 1 1,0-1-1,0 1 0,0-1 1,0 0-1,0 0 0,0 0 1,0 0-1,0 0 0,0-1 1,0 1-1,0-1 0,1 1 1,2-1-1,9-2-6783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44.3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24575,'1'17'0,"0"1"0,2-1 0,0 0 0,1 0 0,1 0 0,0 0 0,9 18 0,69 185 0,-79-212 17,-1 0 0,0 1 1,-1 0-1,0 0 0,0 0 0,1 14 0,-3-21-74,0 1 0,0 0 0,0 0 0,0-1-1,0 1 1,-1 0 0,1 0 0,-1-1 0,0 1 0,0-1 0,0 1 0,0 0-1,0-1 1,0 0 0,-1 1 0,1-1 0,-1 0 0,0 0 0,1 0 0,-1 0 0,0 0-1,0 0 1,0 0 0,-1 0 0,-2 1 0,-12 4-6769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44.8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1 210 24575,'1'-2'0,"0"0"0,0 0 0,1 0 0,-1 0 0,1 0 0,-1 0 0,1 0 0,0 1 0,0-1 0,0 0 0,0 1 0,0 0 0,0-1 0,0 1 0,5-2 0,4-4 0,14-9 0,51-26 0,1 0 0,-54 29 0,-17 10 0,0 0 0,-1 0 0,1-1 0,-1 0 0,9-8 0,-14 12 0,0 1 0,0-1 0,0 1 0,0-1 0,0 0 0,0 1 0,0-1 0,0 1 0,0-1 0,0 0 0,0 1 0,0-1 0,0 1 0,1-1 0,-1 0 0,0 1 0,0-1 0,0 0 0,1 1 0,-1-1 0,0 0 0,0 1 0,1-1 0,-1 0 0,0 1 0,0-1 0,1 0 0,-1 0 0,0 0 0,1 1 0,-1-1 0,0 0 0,1 0 0,-1 0 0,1 0 0,-1 1 0,0-1 0,1 0 0,-1 0 0,0 0 0,1 0 0,-1 0 0,1 0 0,-1 0 0,0 0 0,1 0 0,-1 0 0,1-1 0,-1 1 0,0 0 0,1 0 0,-1 0 0,0 0 0,1 0 0,-1-1 0,0 1 0,1 0 0,-1 0 0,0-1 0,1 1 0,-1 0 0,0-1 0,0 1 0,1 0 0,-1-1 0,0 1 0,0 0 0,0-1 0,1 0 0,-1 43 0,0-27 0,0-13 0,0 0 0,0 1 0,0-1 0,1 0 0,-1 0 0,1 0 0,-1 0 0,1 0 0,0 0 0,0 0 0,0 0 0,0 0 0,0 0 0,0 0 0,0-1 0,1 1 0,-1 0 0,1-1 0,-1 1 0,1-1 0,1 2 0,-2-3 0,-1 0 0,1 1 0,0-1 0,-1 0 0,1 0 0,-1 0 0,1 0 0,-1 0 0,1 0 0,0 0 0,-1 0 0,1 0 0,-1 0 0,1 0 0,-1 0 0,1-1 0,0 1 0,-1 0 0,1 0 0,-1-1 0,1 1 0,-1 0 0,1 0 0,-1-1 0,1 1 0,-1-1 0,1 1 0,0-2 0,1 0 0,-1 0 0,0 0 0,0 0 0,0 0 0,0 0 0,0 0 0,0-1 0,-1 1 0,1 0 0,-1-3 0,3-15-455,-1 1 0,-1-22 0,-1 15-6371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46.0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24575,'2'5'0,"-1"0"0,1-1 0,0 1 0,0 0 0,0-1 0,0 0 0,6 8 0,-3-4 0,0 2 0,0 0 0,-1 1 0,-1-1 0,0 1 0,0-1 0,-1 1 0,0 0 0,0 12 0,-1-8 0,1 1 0,8 27 0,-5-33 0,-2-11 0,2-19 0,-2-31 0,-3 48 0,0-8 0,0-1 0,1 0 0,0 0 0,1 1 0,3-12 0,-4 21 0,-1 0 0,1 0 0,-1 0 0,1 0 0,0 1 0,0-1 0,0 0 0,0 1 0,0-1 0,0 0 0,0 1 0,1 0 0,-1-1 0,0 1 0,1 0 0,-1-1 0,1 1 0,-1 0 0,1 0 0,0 0 0,0 1 0,-1-1 0,1 0 0,0 1 0,0-1 0,0 1 0,0-1 0,-1 1 0,1 0 0,0 0 0,0 0 0,0 0 0,0 0 0,0 0 0,0 1 0,0-1 0,0 0 0,-1 1 0,4 1 0,-1 0 0,-1-1 0,0 1 0,0 0 0,0 0 0,0 0 0,0 0 0,0 0 0,-1 1 0,1-1 0,-1 1 0,4 4 0,23 40 0,-9-13 0,3-2 0,-13-15 0,1-2 0,0 1 0,1-1 0,1-1 0,1-1 0,-1 1 0,21 13 0,-33-26 0,0-1 0,-1 1 0,1-1 0,-1 0 0,1 1 0,0-1 0,-1 0 0,1 1 0,0-1 0,-1 0 0,1 0 0,0 0 0,0 0 0,-1 0 0,1 0 0,0 0 0,0 0 0,-1 0 0,1 0 0,0 0 0,-1 0 0,1 0 0,0 0 0,0-1 0,-1 1 0,2-1 0,-1 0 0,0 0 0,0 0 0,0 0 0,-1 0 0,1 0 0,0 0 0,-1 0 0,1-1 0,-1 1 0,1 0 0,-1 0 0,1-1 0,-1-1 0,2-51 0,-2 46 0,0 0 0,-1 0 0,0-1 0,0 1 0,0 0 0,-1 0 0,-1 0 0,1 0 0,-1 0 0,-6-11 0,8 18 0,1 0 0,-1 0 0,1 0 0,-1 0 0,1 0 0,0 0 0,-1 0 0,1 0 0,0-1 0,0 1 0,0 0 0,0 0 0,0 0 0,0 0 0,0 0 0,1 0 0,-1 0 0,0 0 0,0 0 0,1 0 0,-1-1 0,1 1 0,-1 1 0,1-3 0,1 1 0,0 0 0,0 0 0,0 0 0,0 0 0,0 0 0,0 0 0,1 0 0,-1 1 0,5-3 0,-4 2 0,0 1 0,0-1 0,0 1 0,0 0 0,0 0 0,0 0 0,0 0 0,1 0 0,-1 1 0,0-1 0,1 1 0,-1 0 0,0 0 0,1 0 0,-1 1 0,0-1 0,6 2 0,-6 1 0,1 0 0,-1 0 0,0 0 0,0 0 0,0 1 0,0-1 0,-1 1 0,1 0 0,-1-1 0,0 1 0,0 0 0,2 7 0,16 56 0,-18-60 0,0 0 0,1 0 0,0 1 0,0-1 0,1-1 0,0 1 0,0 0 0,1-1 0,-1 0 0,1 0 0,1 0 0,-1-1 0,1 0 0,0 0 0,0 0 0,1-1 0,-1 0 0,1 0 0,0 0 0,0-1 0,0 0 0,1-1 0,-1 1 0,1-1 0,-1-1 0,1 0 0,0 0 0,-1 0 0,1-1 0,0 0 0,11-1 0,-16 0-54,0 0-1,-1 0 0,1 0 1,0 0-1,0 0 1,0 0-1,0-1 0,-1 1 1,1-1-1,-1 0 1,1 0-1,-1 0 0,0 0 1,0 0-1,0 0 0,0-1 1,0 1-1,0-1 1,0 1-1,-1-1 0,0 0 1,1 1-1,-1-1 1,1-5-1,3-12-6771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46.3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24575,'0'5'0,"0"6"0,0 5 0,4 1 0,2 2 0,0 2 0,-1 2 0,3-2 0,0-1 0,-1 1 0,-2 2 0,-1-3-8191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46.5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24575,'4'0'0,"7"0"0,6 0 0,5 0 0,3 0 0,1 0 0,2 0 0,1 0 0,-1 0 0,-4 0-8191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46.7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24575,'5'0'0,"6"0"0,5 0 0,5 0 0,4 0 0,2 0 0,-3 0-8191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46.9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24575,'5'0'0,"6"0"0,6 0 0,4 0 0,4 0 0,2 0 0,1 0 0,0 0 0,1 0 0,-5 0-8191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47.3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24575,'712'0'-1365,"-689"0"-5461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0:47.6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24575,'-1'19'0,"2"1"0,0-1 0,1 0 0,1 0 0,1 0 0,12 35 0,-9-31 0,-1-1 0,-1 1 0,-1 0 0,2 45 0,-3-39 0,9 54 0,-6-52 0,2 46 0,-8 4-1365,0-57-5461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1:21.4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24575,'0'739'0,"0"-735"0,0 0 0,0 0 0,0 0 0,0 0 0,1 0 0,0-1 0,-1 1 0,2 0 0,-1 0 0,0-1 0,1 1 0,-1-1 0,1 1 0,5 5 0,-5-6 0,1-1 0,0 0 0,0 1 0,0-2 0,1 1 0,-1 0 0,0-1 0,1 1 0,-1-1 0,1 0 0,-1 0 0,1 0 0,0-1 0,-1 1 0,1-1 0,4 0 0,158-2 0,-54-1 0,-92 1 0,0-1 0,0 0 0,-1-2 0,1 0 0,-1-1 0,34-17 0,-39 17 0,-13 6-72,0-1 1,0 1-1,0-1 0,1 1 0,-1-1 0,0 1 0,1-1 0,-1 1 1,0 0-1,1 0 0,-1 0 0,0 0 0,1 0 0,-1 0 0,0 0 1,1 0-1,-1 1 0,3 0 0,3 4-6754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1:22.6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1 629 24575,'3'0'0,"1"-1"0,0 1 0,0-1 0,-1 1 0,1-1 0,-1-1 0,1 1 0,-1 0 0,1-1 0,-1 0 0,0 1 0,1-1 0,-1-1 0,0 1 0,4-4 0,2-4 0,1-1 0,14-22 0,5-4 0,-24 29 0,0 1 0,0 0 0,0-1 0,-1 0 0,5-14 0,15-26 0,-18 37 0,0 1 0,-1-1 0,0 0 0,-1 0 0,4-17 0,12-32 0,-13 46 0,-1-1 0,-1 0 0,-1-1 0,0 1 0,3-26 0,-6 34 0,0-1 0,-1 1 0,0-1 0,0 0 0,-1 1 0,0-1 0,0 1 0,-1-1 0,0 1 0,0 0 0,-1-1 0,0 1 0,-6-11 0,7 16 0,0-1 0,1 1 0,-1 0 0,0 0 0,0 0 0,0 0 0,-1 0 0,1 0 0,0 0 0,-1 1 0,1-1 0,-1 1 0,1 0 0,-1 0 0,0 0 0,1 0 0,-1 0 0,0 0 0,0 1 0,0 0 0,0-1 0,0 1 0,1 0 0,-1 0 0,0 0 0,0 1 0,0-1 0,-3 2 0,3-1 0,1 0 0,-1 0 0,1 0 0,0 1 0,0-1 0,0 0 0,0 1 0,0 0 0,0 0 0,0-1 0,0 1 0,1 0 0,-1 0 0,0 1 0,1-1 0,0 0 0,0 0 0,0 1 0,0-1 0,0 1 0,0-1 0,0 1 0,1-1 0,-1 1 0,1-1 0,0 1 0,0-1 0,0 1 0,0 0 0,0-1 0,1 4 0,4 17 0,0-1 0,1 1 0,1-1 0,2 0 0,0-1 0,1 0 0,1 0 0,18 25 0,-20-36 0,1 0 0,0-1 0,0-1 0,0 1 0,1-2 0,0 0 0,21 10 0,-12-5 0,-9-7 0,0 0 0,0 0 0,1-1 0,0-1 0,0 0 0,0 0 0,0-1 0,17 0 0,3-1 0,63-6 0,-90 4 0,0 0 0,0-1 0,0 1 0,0-1 0,-1 0 0,1 0 0,0 0 0,-1 0 0,0-1 0,1 0 0,-1 0 0,0 0 0,-1-1 0,1 1 0,-1-1 0,1 0 0,-1 0 0,0 0 0,0 0 0,-1 0 0,1-1 0,-1 0 0,0 1 0,2-8 0,0-1 0,0 0 0,-1 0 0,-1 0 0,0 0 0,-1 0 0,0 0 0,-1-1 0,-2-14 0,-7-12 0,9 38 0,-1 0 0,1 1 0,-1-1 0,0 1 0,1-1 0,-1 1 0,0-1 0,0 1 0,0-1 0,0 1 0,0 0 0,-1 0 0,1-1 0,0 1 0,0 0 0,-1 0 0,1 0 0,-1 0 0,1 1 0,-3-2 0,3 2 0,0 0 0,0 0 0,0 0 0,0 1 0,1-1 0,-1 0 0,0 1 0,0-1 0,0 0 0,1 1 0,-1-1 0,0 1 0,0-1 0,1 1 0,-1 0 0,0-1 0,1 1 0,-1 0 0,1-1 0,-1 1 0,1 0 0,-1 0 0,1-1 0,-1 1 0,1 0 0,0 0 0,-1 0 0,1 0 0,0 0 0,0-1 0,0 1 0,0 2 0,-5 33 0,5-34 0,-1 1 0,-1 25 0,1-1 0,3 42 0,-1-61 0,1 0 0,-1 0 0,1 0 0,0-1 0,1 1 0,0 0 0,0-1 0,1 0 0,0 0 0,0 0 0,0 0 0,1 0 0,6 6 0,-7-9 0,1 0 0,-1 0 0,1 0 0,0 0 0,0-1 0,0 0 0,1 0 0,-1 0 0,1 0 0,0-1 0,-1 0 0,1 0 0,0-1 0,0 0 0,0 0 0,0 0 0,0-1 0,1 1 0,-1-2 0,0 1 0,0-1 0,0 0 0,0 0 0,0 0 0,0-1 0,0 0 0,-1 0 0,1 0 0,9-6 0,20-14-1365,-18 14-5461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1:23.7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223 1 24575,'-16'0'0,"-1"0"0,1 2 0,0-1 0,-1 2 0,1 0 0,-17 6 0,28-7 0,0 0 0,0 1 0,0-1 0,0 1 0,0 0 0,0 0 0,1 0 0,0 1 0,0 0 0,0-1 0,0 1 0,0 1 0,1-1 0,0 1 0,0-1 0,0 1 0,0 0 0,1 0 0,0 0 0,0 0 0,0 0 0,-1 6 0,1 0 0,0 0 0,1-1 0,0 1 0,0 0 0,1 0 0,1-1 0,0 1 0,0 0 0,1-1 0,1 1 0,0-1 0,6 16 0,-6-20 0,0 0 0,0 0 0,0-1 0,1 0 0,0 1 0,0-2 0,0 1 0,1 0 0,0-1 0,0 0 0,0 0 0,0 0 0,0 0 0,1-1 0,0 0 0,-1-1 0,1 1 0,1-1 0,-1 0 0,0 0 0,0-1 0,8 1 0,28 2 0,85-5 0,-47-2 0,-65 2 0,0-2 0,0 1 0,0-2 0,0 0 0,0-1 0,-1 0 0,1-1 0,-2-1 0,1 0 0,19-14 0,-29 18 0,0-1 0,1 0 0,-1-1 0,0 1 0,-1 0 0,1-1 0,-1 0 0,0 0 0,0 0 0,3-10 0,-2 6 0,-1 0 0,0 0 0,-1 0 0,0 0 0,2-17 0,-4 23 0,0 1 0,0 0 0,0 0 0,-1-1 0,1 1 0,-1 0 0,1 0 0,-1 0 0,0-1 0,0 1 0,0 0 0,0 0 0,0 0 0,0 1 0,-1-1 0,1 0 0,-1 0 0,-1-1 0,-1-1 0,0 1 0,0 0 0,-1 0 0,1 1 0,-1-1 0,1 1 0,-10-3 0,2 1 0,1 1 0,-1 1 0,0 0 0,0 1 0,0 0 0,-15 1 0,24 0 0,0 0 0,1 1 0,-1-1 0,0 1 0,1 0 0,-1 0 0,0 0 0,1 0 0,-1 0 0,1 1 0,0-1 0,-1 1 0,1 0 0,0 0 0,0-1 0,0 1 0,0 1 0,0-1 0,1 0 0,-1 0 0,1 1 0,-1-1 0,1 0 0,0 1 0,0 0 0,0-1 0,0 1 0,0 0 0,1-1 0,-1 7 0,-1 8 0,1 0 0,0 0 0,4 35 0,-1-24 0,-2-24 0,0 1 0,0-1 0,1 1 0,-1-1 0,1 0 0,0 0 0,0 1 0,1-1 0,-1 0 0,1 0 0,0 0 0,0 0 0,4 5 0,-3-7 0,-1 1 0,1-1 0,0 0 0,0 0 0,0 0 0,1 0 0,-1-1 0,0 1 0,1-1 0,-1 0 0,1 0 0,-1 0 0,1 0 0,-1-1 0,1 1 0,6-1 0,-2 1 0,0-1 0,0 0 0,0 0 0,0-1 0,0 0 0,0 0 0,7-3 0,-12 3 0,0 0 0,-1-1 0,1 1 0,-1 0 0,0-1 0,1 0 0,-1 1 0,0-1 0,0 0 0,0 0 0,0 0 0,0 0 0,-1-1 0,1 1 0,-1 0 0,1-1 0,-1 1 0,0-1 0,0 0 0,0 1 0,0-1 0,0 0 0,0-3 0,1-38 0,-3 39 0,1 0 0,0 0 0,0 0 0,0 0 0,0-1 0,1 1 0,0 0 0,0 0 0,1 0 0,-1 1 0,1-1 0,0 0 0,3-5 0,-4 9 0,0 0 0,0 1 0,-1-1 0,1 1 0,0 0 0,0-1 0,0 1 0,0-1 0,0 1 0,-1 0 0,1 0 0,0 0 0,0-1 0,0 1 0,0 0 0,0 0 0,0 0 0,0 0 0,0 1 0,0-1 0,0 0 0,0 0 0,-1 0 0,1 1 0,0-1 0,0 0 0,0 1 0,0-1 0,-1 1 0,1-1 0,0 1 0,0 0 0,-1-1 0,1 1 0,0 0 0,-1-1 0,2 2 0,29 35 0,-24-27 0,9 10 0,20 36 0,8 11 0,-40-67 0,-1-10 0,-1-17 0,-1 23 0,0-3 0,0 1 0,0 0 0,1 1 0,0-1 0,0 0 0,1 0 0,-1 1 0,1-1 0,1 1 0,-1 0 0,1 0 0,-1 0 0,1 1 0,1-1 0,7-6 0,-8 8 0,-1 1 0,1-1 0,0 1 0,-1-1 0,1 1 0,1 0 0,-1 0 0,0 1 0,0-1 0,1 1 0,-1 0 0,0 0 0,1 1 0,-1-1 0,1 1 0,-1 0 0,1 0 0,-1 1 0,1-1 0,-1 1 0,1 0 0,4 1 0,-7 0 0,1-1 0,-1 0 0,0 1 0,0-1 0,0 1 0,0 0 0,0 0 0,0 0 0,0 0 0,-1 0 0,1 0 0,-1 0 0,1 0 0,-1 1 0,0-1 0,0 0 0,0 1 0,1 2 0,11 56 0,-4-20 0,-6-29 0,2 0 0,-1 0 0,2-1 0,-1 0 0,11 16 0,-13-24 0,0 1 0,0 0 0,0-1 0,1 0 0,-1 0 0,1 0 0,0 0 0,0 0 0,0-1 0,0 0 0,0 0 0,1 0 0,-1 0 0,1 0 0,-1-1 0,1 0 0,6 1 0,7 0 0,0 0 0,1-2 0,-1 0 0,1-1 0,19-3 0,-29 2 0,-1 0 0,1-1 0,-1 0 0,1 0 0,-1 0 0,0-1 0,0-1 0,-1 1 0,1-1 0,-1-1 0,0 1 0,9-11 0,0 0 0,0-2 0,-2 0 0,0-1 0,17-31 0,-27 43 0,0-1 0,-1 1 0,0-1 0,-1 0 0,1 0 0,-1 0 0,-1 0 0,0 0 0,0-1 0,0 1 0,-1 0 0,0 0 0,-1-1 0,0 1 0,0 0 0,-3-10 0,2 14-97,0-1-1,0 1 1,-1 0-1,1 0 1,-1 0-1,0 0 1,0 1-1,0-1 1,-1 1-1,1 0 1,-1 0-1,0 0 0,-7-5 1,-10-4-6729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1:24.9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279 1 24575,'0'23'0,"2"0"0,-2-1 0,-1 1 0,-1-1 0,-1 1 0,-1-1 0,0 0 0,-10 24 0,1-11 0,-83 191 0,84-205 0,-1-1 0,-28 35 0,30-42 0,0 1 0,1 0 0,0 0 0,1 1 0,1 1 0,-9 22 0,17-38 0,0 0 0,-1 0 0,1 1 0,0-1 0,0 0 0,0 0 0,0 0 0,0 1 0,0-1 0,0 0 0,-1 1 0,1-1 0,0 0 0,0 0 0,0 1 0,0-1 0,0 0 0,0 0 0,0 1 0,0-1 0,0 0 0,1 1 0,-1-1 0,0 0 0,0 0 0,0 1 0,0-1 0,0 0 0,0 0 0,0 0 0,1 1 0,-1-1 0,0 0 0,0 0 0,0 1 0,1-1 0,-1 0 0,0 0 0,0 0 0,0 0 0,1 0 0,-1 1 0,1-1 0,14-5 0,22-21 0,-32 22 0,46-37 0,-39 30 0,1 0 0,0 1 0,1 0 0,0 1 0,0 1 0,1 0 0,31-11 0,27-4 0,-49 14 0,1 2 0,0 0 0,0 1 0,0 2 0,50-3 0,-70 7 0,0 1 0,1-1 0,-1 2 0,0-1 0,0 0 0,0 1 0,0 0 0,0 0 0,0 1 0,7 5 0,40 36 0,-2-1 0,-31-29-35,27 15-1295,-29-22-5496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5:06.7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51 0 24575,'-2'29'0,"-9"55"0,6-55 0,-3 53 0,10 46 0,-4 94 0,-10-139 0,7-52 0,-3 54 0,9-14-1365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5:07.0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24575,'1'10'0,"1"0"0,0 0 0,0 0 0,1 0 0,0 0 0,8 15 0,6 23 0,-11-25 0,2 35 0,-6-40 0,0-1 0,1 1 0,1-1 0,8 21 0,-4-13 0,-1-1 0,6 40 0,-3-16 0,-4-9-11,-2 0 0,-1 0 0,-5 69 0,0-28-1310,2-69-5505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5:07.4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3 24575,'28'-1'0,"-16"0"0,-1 1 0,0 0 0,1 0 0,17 4 0,-26-3 0,-1-1 0,1 1 0,-1 0 0,1 0 0,-1 0 0,0 0 0,0 1 0,1-1 0,-1 0 0,0 1 0,0-1 0,0 1 0,-1 0 0,1 0 0,0 0 0,-1 0 0,1 0 0,-1 0 0,1 0 0,-1 0 0,0 1 0,0-1 0,0 1 0,0-1 0,0 4 0,0 0 0,0 0 0,0 0 0,-1 0 0,0 0 0,0 0 0,0 0 0,-1 0 0,0-1 0,0 1 0,0 0 0,-1 0 0,0-1 0,0 1 0,-1-1 0,-4 9 0,1-5 0,-1 1 0,0-1 0,-1-1 0,0 1 0,0-2 0,0 1 0,-13 8 0,-6-2 0,-12 8 0,38-22 0,0 1 0,0 0 0,0 0 0,-1 0 0,2 1 0,-1-1 0,0 0 0,0 0 0,0 0 0,0 1 0,1-1 0,-1 0 0,1 1 0,-1-1 0,1 0 0,-1 1 0,1-1 0,0 1 0,0-1 0,0 1 0,0-1 0,0 1 0,0-1 0,0 3 0,1-2 0,0 0 0,-1-1 0,1 1 0,0-1 0,0 1 0,0-1 0,0 0 0,1 1 0,-1-1 0,0 0 0,0 0 0,1 0 0,-1 0 0,1 0 0,-1 0 0,1 0 0,-1 0 0,1-1 0,-1 1 0,1 0 0,0-1 0,-1 0 0,1 1 0,2-1 0,45 4 0,-43-3 0,98-3-1365,-82 1-5461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5:07.9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66 0 24575,'2'0'0,"1"0"0,-1 1 0,0-1 0,0 0 0,0 1 0,0-1 0,0 1 0,0 0 0,-1 0 0,1-1 0,0 1 0,0 1 0,0-1 0,-1 0 0,1 0 0,-1 1 0,1-1 0,-1 0 0,1 1 0,-1 0 0,0-1 0,0 1 0,1 0 0,-1 0 0,-1-1 0,1 1 0,0 0 0,0 0 0,-1 0 0,1 0 0,-1 0 0,1 0 0,-1 0 0,0 4 0,0-2 0,0 1 0,0-1 0,0 1 0,0-1 0,-1 0 0,0 1 0,0-1 0,0 0 0,0 0 0,-1 0 0,1 0 0,-1 0 0,0 0 0,0 0 0,-6 6 0,-26 20 0,28-27 0,1 1 0,-1 0 0,1 0 0,1 1 0,-1-1 0,0 1 0,1 0 0,0 0 0,0 1 0,-3 7 0,6-12 0,1 0 0,-1 0 0,1 0 0,0 0 0,0 0 0,0 0 0,-1 0 0,1 0 0,0 0 0,0 0 0,0 0 0,0 0 0,0 0 0,1 0 0,-1-1 0,0 1 0,0 0 0,1 0 0,-1 0 0,1 0 0,-1 0 0,0 0 0,1 0 0,0-1 0,-1 1 0,2 1 0,0 0 0,0-1 0,0 0 0,0 1 0,0-1 0,0 0 0,1 0 0,-1 0 0,0 0 0,1-1 0,3 2 0,8 0 0,0-1 0,28 0 0,-35-2 0,103-2 0,134 4 0,-145 18-1365,-77-16-5461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1:52.6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24575,'0'602'-1365,"0"-578"-5461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1:52.9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24575,'0'684'-1365,"0"-661"-5461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1:57.0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115 16 24575,'14'0'0,"0"-1"0,0 0 0,1 0 0,22-7 0,-35 7 0,0 0 0,1 1 0,-1-1 0,0 1 0,1-1 0,-1 1 0,1 0 0,-1 0 0,0 0 0,1 0 0,-1 0 0,1 1 0,-1-1 0,0 1 0,1-1 0,-1 1 0,0 0 0,1 0 0,-1 0 0,0 0 0,3 3 0,-3-3 0,-1 1 0,0 0 0,0 0 0,0 0 0,0 0 0,0 0 0,0 0 0,0 1 0,-1-1 0,1 0 0,-1 0 0,0 0 0,1 1 0,-1-1 0,0 0 0,0 1 0,-1-1 0,1 0 0,0 0 0,-1 1 0,1-1 0,-1 0 0,-1 3 0,0 1 0,-1-1 0,1 1 0,-1-1 0,0 1 0,-1-1 0,1 0 0,-1-1 0,0 1 0,0 0 0,0-1 0,-9 6 0,-8 6 0,-34 18 0,2 0 0,-28 12 0,81-45-2,-1-1-1,1 0 1,-1 0 0,0 0-1,1 1 1,-1-1 0,1 0-1,-1 0 1,1 1-1,0-1 1,-1 1 0,1-1-1,-1 0 1,1 1 0,0-1-1,-1 1 1,1-1-1,0 1 1,-1-1 0,1 1-1,0-1 1,0 1 0,0-1-1,-1 1 1,1-1-1,0 1 1,0-1 0,0 1-1,0 0 1,0-1 0,0 1-1,0-1 1,0 1-1,0-1 1,0 2 0,2-1 17,-1 0 0,0 0 0,0 0 0,1-1 1,-1 1-1,0 0 0,1-1 0,-1 1 0,1-1 1,-1 1-1,1-1 0,2 1 0,51 2-1250,-54-3 993,24 0-6584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1:57.5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59 24575,'0'-1'0,"1"-1"0,-1 1 0,1-1 0,-1 1 0,1-1 0,0 1 0,0 0 0,-1-1 0,1 1 0,0 0 0,0 0 0,0 0 0,1-1 0,-1 1 0,0 0 0,0 0 0,0 1 0,1-1 0,2-1 0,29-13 0,-10 9 0,0 1 0,1 2 0,-1 0 0,1 2 0,0 0 0,31 4 0,-3-1 0,-43-2 0,0 0 0,0 1 0,-1 0 0,1 0 0,0 1 0,0 1 0,-1-1 0,0 1 0,9 5 0,-14-7 0,-1 0 0,0 1 0,0-1 0,0 1 0,0-1 0,-1 1 0,1 0 0,0 0 0,-1 0 0,1 0 0,-1 0 0,0 0 0,0 0 0,1 0 0,-1 1 0,-1-1 0,1 0 0,0 1 0,-1-1 0,1 0 0,-1 1 0,1-1 0,-1 1 0,0-1 0,0 1 0,0-1 0,-1 1 0,1-1 0,-1 0 0,1 1 0,-1-1 0,0 1 0,0-1 0,0 0 0,0 0 0,-2 3 0,-2 4 0,0-1 0,-1 0 0,0 0 0,0-1 0,-1 0 0,0 0 0,0 0 0,-1-1 0,-10 7 0,-26 23 0,43-36 0,1 0 0,0 1 0,-1-1 0,1 0 0,-1 1 0,1-1 0,0 0 0,-1 1 0,1-1 0,0 1 0,-1-1 0,1 0 0,0 1 0,0-1 0,-1 1 0,1-1 0,0 1 0,0-1 0,0 1 0,0-1 0,-1 1 0,1-1 0,0 1 0,0-1 0,0 1 0,0-1 0,0 1 0,0-1 0,1 1 0,-1-1 0,0 1 0,0-1 0,0 1 0,0-1 0,1 1 0,-1-1 0,0 1 0,1 0 0,0 0 0,1 0 0,-1 0 0,1-1 0,0 1 0,-1 0 0,1 0 0,0-1 0,0 0 0,-1 1 0,1-1 0,2 1 0,5-1 0,0 1 0,-1-1 0,1 0 0,9-2 0,-8-1 0,0-1 0,0 0 0,18-10 0,15-7 0,-21 14-170,-1-2-1,1 0 0,-2-2 1,0 0-1,0-1 0,-1-1 1,27-24-1,-34 24-6655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1:53.8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54 24575,'4'-1'0,"-1"1"0,1-1 0,-1 0 0,1-1 0,-1 1 0,7-4 0,17-5 0,30-2 0,50-7 0,-100 18 0,-1 0 0,0 1 0,0 0 0,1 1 0,-1-1 0,0 1 0,0 1 0,0-1 0,0 1 0,0 0 0,0 0 0,0 0 0,0 1 0,-1 0 0,9 6 0,-11-6 0,0 0 0,0 0 0,0 0 0,-1 0 0,0 0 0,1 1 0,-1-1 0,0 1 0,-1-1 0,1 1 0,0 0 0,-1 0 0,0 0 0,0 0 0,0 0 0,-1 0 0,1 0 0,-1 0 0,0 0 0,0 0 0,0 0 0,-1 0 0,0 0 0,1 0 0,-3 4 0,2-1 0,-1 1 0,0-1 0,0 0 0,-1 0 0,0 0 0,0 0 0,0-1 0,-1 1 0,0-1 0,-1 0 0,1 0 0,-1 0 0,0-1 0,-1 1 0,-6 4 0,-5 3 0,1 0 0,-21 23 0,-22 18 0,59-53-49,-1-1 1,1 1-1,-1-1 0,0 1 0,1-1 1,-1 1-1,1-1 0,-1 0 0,0 1 1,1-1-1,-1 0 0,0 1 0,1-1 1,-1 0-1,0 0 0,0 0 0,1 0 1,-1 0-1,0 0 0,1 0 0,-1 0 1,0 0-1,0 0 0,1 0 0,-1 0 0,0 0 1,0-1-1,-5-5-6777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1:54.1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 1 24575,'-1'9'0,"0"-1"0,0 1 0,-1 0 0,-6 15 0,-4 26 0,11-38 0,-5 64 0,6-68 0,0 1 0,0-1 0,1 1 0,0-1 0,1 0 0,4 13 0,-4-17 0,0-1 0,0 0 0,0 0 0,1 0 0,0-1 0,0 1 0,-1 0 0,1-1 0,1 0 0,-1 0 0,0 0 0,0 0 0,1 0 0,-1 0 0,1-1 0,0 0 0,5 2 0,9 1 0,0 0 0,23 2 0,5-2 0,0-2 0,76-6 0,-119 4-114,0-1 1,1 1-1,-1-1 0,-1 0 0,1 1 1,0-1-1,0-1 0,0 1 0,0 0 1,-1-1-1,6-3 0,4-7-6712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1:54.3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75 24575,'5'0'0,"6"-5"0,6-1 0,4 0 0,0-4 0,-1 1 0,2 1 0,2 1 0,1 4 0,-3-4 0,-1 0 0,-4 1-8191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1:54.7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 24575,'53'-2'0,"-37"0"0,-1 1 0,1 1 0,0 0 0,0 1 0,0 1 0,0 1 0,27 7 0,-40-9 0,-1 0 0,0 0 0,1 0 0,-1 1 0,0-1 0,1 1 0,-1-1 0,0 1 0,0 0 0,0 0 0,-1 0 0,1 0 0,0 0 0,-1 0 0,1 0 0,-1 1 0,0-1 0,0 0 0,0 1 0,0-1 0,0 1 0,0 0 0,-1-1 0,1 1 0,-1-1 0,0 1 0,0 0 0,0-1 0,0 1 0,0 0 0,-1 4 0,-3 7 0,1-1 0,-2 0 0,0 0 0,-13 24 0,7-14 0,1-4-62,8-16-47,-1 1 0,1 0 1,0 0-1,0-1 1,1 1-1,-1 0 1,1 1-1,0-1 1,0 0-1,1 0 0,-1 6 1,3-2-6718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1:55.1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 1 24575,'-2'0'0,"0"1"0,1 0 0,-1 0 0,0 0 0,1 0 0,-1 0 0,0 0 0,1 1 0,0-1 0,-1 0 0,1 1 0,0-1 0,-1 1 0,1 0 0,0-1 0,0 1 0,0 2 0,-17 32 0,13-16 0,1-1 0,1 0 0,1 1 0,0 0 0,2-1 0,0 1 0,4 26 0,-4-42 0,1-1 0,0 0 0,-1 0 0,1 0 0,0 0 0,0 0 0,1 0 0,-1 0 0,1 0 0,-1-1 0,1 1 0,0 0 0,0-1 0,0 1 0,1-1 0,2 3 0,0-1 0,0-1 0,1 0 0,-1 0 0,1 0 0,-1-1 0,1 0 0,0 0 0,6 1 0,11 1 0,0-1 0,0-1 0,36-2 0,-51 0 0,37 1 0,-32 0 0,1 0 0,0-1 0,0-1 0,-1 0 0,1 0 0,0-2 0,-1 0 0,15-5 0,-26 7-7,0 0 0,1 0-1,-1 0 1,0 0 0,0-1-1,0 1 1,0-1 0,-1 1-1,1-1 1,2-3 0,-3 4 17,-1 1 0,1-1 0,-1 0 0,1 0 0,-1 0 0,0 0 0,0 0 0,1 0 0,-1 0 0,0 0 0,0 0 0,0 0 0,0 1 0,0-1 0,0 0 0,0 0 0,0 0 0,0 0 0,-1-1 0,0-1-124,-1 0 0,0 0-1,0 0 1,0 0 0,0 1 0,0-1-1,0 1 1,-1-1 0,1 1 0,-1 0-1,0 0 1,-5-3 0,-7-5-6712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1:56.1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1 236 24575,'0'-9'0,"2"1"0,-1-1 0,1 0 0,1 0 0,3-9 0,1-3 0,0 7 0,0 0 0,1 1 0,1-1 0,0 2 0,1-1 0,0 1 0,16-14 0,-16 15 0,-8 9 0,1-1 0,-1 1 0,1 0 0,0 0 0,0 0 0,-1 1 0,1-1 0,0 1 0,1 0 0,-1-1 0,0 1 0,0 1 0,0-1 0,1 0 0,-1 1 0,0 0 0,1-1 0,-1 1 0,0 1 0,1-1 0,-1 0 0,0 1 0,1 0 0,-1 0 0,0 0 0,0 0 0,0 0 0,0 0 0,0 1 0,0 0 0,0-1 0,0 1 0,-1 0 0,1 1 0,0-1 0,3 4 0,43 46-682,73 57-1,-107-98-6143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1:28.4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1:29.0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28 24575,'0'-4'0,"5"-2"0,5 0 0,7 1 0,5 2 0,2 1 0,3 1 0,2 0 0,-1 1 0,0 0 0,1 1 0,-1-1 0,0 0 0,-5 0-8191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1:29.2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0 24575,'-4'0'0,"-2"5"0,4 1 0,9 0 0,6-1 0,6-2 0,5-1 0,3-1 0,1 0 0,0-1 0,1-1 0,0 1 0,-6-5 0,-1-1 0,0 0 0,1 1 0,1 2 0,-4 1-8191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1:49.9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24575,'0'875'-1365,"0"-852"-5461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1:50.2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24575,'0'712'-1365,"0"-689"-5461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2:19.4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0 539 24575,'2'-5'0,"-1"1"0,1 0 0,0 0 0,0 0 0,0 0 0,0 1 0,1-1 0,0 1 0,6-7 0,5-9 0,-4 3 0,0 0 0,-1-1 0,0 0 0,-2-1 0,0 0 0,8-34 0,35-175 0,-49 221 0,-1 0 0,0 0 0,0 0 0,0 0 0,-1 0 0,1 0 0,-5-12 0,5 16 0,0 1 0,-1-1 0,1 0 0,-1 1 0,1-1 0,-1 1 0,0-1 0,0 1 0,0-1 0,0 1 0,0-1 0,0 1 0,0 0 0,0 0 0,0-1 0,-1 1 0,1 0 0,0 0 0,-1 0 0,1 1 0,-1-1 0,1 0 0,-1 0 0,1 1 0,-1-1 0,0 1 0,1-1 0,-1 1 0,0 0 0,1 0 0,-1 0 0,-3 0 0,4 0 0,-1 1 0,1-1 0,-1 1 0,1 0 0,-1-1 0,1 1 0,-1 0 0,1 0 0,0 0 0,-1 0 0,1 0 0,0 1 0,0-1 0,0 0 0,0 0 0,0 1 0,0-1 0,0 1 0,0-1 0,0 1 0,1-1 0,-1 1 0,1-1 0,-1 1 0,1 0 0,0-1 0,-1 1 0,1 0 0,0-1 0,0 1 0,0 0 0,0-1 0,1 1 0,-1 1 0,1 4 0,-1-1 0,1 0 0,0 0 0,1 0 0,0 0 0,0-1 0,0 1 0,4 6 0,10 11 0,1-1 0,1-2 0,22 21 0,11 17 0,-36-40 0,0-1 0,34 30 0,-48-46 0,1 1 0,0-1 0,0 0 0,0 1 0,0-1 0,0 0 0,1 0 0,-1 0 0,0 0 0,0-1 0,1 1 0,-1-1 0,1 1 0,-1-1 0,0 0 0,4 0 0,-4 0 0,0 0 0,-1-1 0,1 0 0,0 1 0,-1-1 0,1 0 0,0 0 0,-1 0 0,1 0 0,-1 0 0,0 0 0,1 0 0,-1 0 0,0-1 0,0 1 0,1 0 0,0-3 0,1-2 0,0 0 0,0-1 0,0 1 0,-1-1 0,0 1 0,0-1 0,-1 0 0,0 0 0,1-12 0,-4-18 0,1 24 0,3 29 0,-1-12 0,0 0 0,0 0 0,0 0 0,1 0 0,-1 0 0,1-1 0,0 1 0,0 0 0,1-1 0,-1 0 0,5 6 0,37 33 0,-27-28 0,-12-9-91,1-2 0,0 1 0,0 0 0,0-1 0,0 0 0,0-1 0,0 1 0,1-1 0,0-1 0,-1 1 0,1-1 0,0 0 0,-1 0 0,10-1 0,6 1-6735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2:20.5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86 110 24575,'3'0'0,"-1"0"0,0 0 0,0-1 0,0 1 0,0 0 0,0-1 0,0 0 0,0 1 0,0-1 0,0 0 0,0 0 0,0 0 0,0 0 0,0 0 0,-1-1 0,1 1 0,0 0 0,-1-1 0,1 1 0,-1-1 0,0 0 0,1 1 0,-1-1 0,0 0 0,0 0 0,0 0 0,0 0 0,-1 0 0,1 0 0,0 0 0,-1 0 0,1 0 0,-1 0 0,0 0 0,0-3 0,0 2 0,0 1 0,0 0 0,0-1 0,0 1 0,-1-1 0,1 1 0,-1 0 0,0 0 0,1-1 0,-1 1 0,0 0 0,0 0 0,-1 0 0,1 0 0,0 0 0,-1 0 0,1 0 0,-1 1 0,0-1 0,1 0 0,-1 1 0,0-1 0,0 1 0,0 0 0,0 0 0,0 0 0,0 0 0,0 0 0,-1 0 0,1 0 0,0 1 0,-4-1 0,3 0 0,1 1 0,-1-1 0,0 1 0,0 0 0,0 0 0,0 0 0,0 1 0,0-1 0,0 1 0,0-1 0,0 1 0,1 0 0,-1 0 0,0 0 0,0 1 0,1-1 0,-1 1 0,1-1 0,0 1 0,-1 0 0,1 0 0,0 0 0,0 0 0,0 0 0,0 1 0,0-1 0,1 0 0,-1 1 0,1-1 0,-1 1 0,1 0 0,0 0 0,0-1 0,0 1 0,0 5 0,-2 9 0,0 0 0,1 0 0,1 1 0,3 30 0,-2-33 0,0-8 0,1-1 0,-1 1 0,1 0 0,0-1 0,1 1 0,-1-1 0,1 0 0,0 1 0,6 10 0,-6-14 0,1 0 0,-1 0 0,0-1 0,1 1 0,-1-1 0,1 0 0,0 1 0,0-1 0,0 0 0,0-1 0,0 1 0,0 0 0,0-1 0,1 0 0,-1 0 0,1 0 0,-1 0 0,1 0 0,-1-1 0,4 1 0,56 1 120,-58-2-234,-1 0 0,0-1-1,0 0 1,1 1 0,-1-1 0,0-1-1,0 1 1,0-1 0,0 1 0,0-1-1,-1 0 1,6-4 0,3-7-6712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2:21.0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141 1 24575,'-5'0'0,"1"0"0,-1 0 0,1 0 0,-1 1 0,1 0 0,0 0 0,-1 0 0,1 0 0,0 1 0,0-1 0,0 1 0,0 0 0,0 1 0,0-1 0,0 1 0,1-1 0,-1 1 0,1 0 0,0 0 0,0 1 0,0-1 0,0 1 0,1-1 0,-1 1 0,1 0 0,-2 5 0,-3 4 0,0 0 0,1 0 0,1 1 0,-7 28 0,11-38 0,1 1 0,-1-1 0,1 1 0,0 0 0,0-1 0,0 1 0,1 0 0,1 8 0,-1-11 0,0 0 0,0 0 0,0 0 0,0 0 0,0 0 0,0 0 0,0 0 0,1 0 0,-1 0 0,1 0 0,0-1 0,-1 1 0,1-1 0,0 1 0,0-1 0,0 0 0,0 1 0,3 0 0,11 4 14,1 0 0,-1-1 1,1 0-1,0-2 0,29 3 0,87-3-697,-98-4-84,-12 1-6059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2:21.9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141 7 24575,'-22'-1'0,"12"1"0,1-1 0,-1 2 0,1-1 0,-1 1 0,-12 3 0,19-3 0,1 0 0,-1 0 0,1 0 0,-1 1 0,1-1 0,0 0 0,-1 1 0,1 0 0,0-1 0,0 1 0,0 0 0,0 0 0,1 0 0,-1 0 0,1 0 0,-1 1 0,1-1 0,0 0 0,-1 1 0,1-1 0,0 1 0,1-1 0,-2 6 0,0-2 0,1 0 0,0 0 0,1 0 0,-1 0 0,1 0 0,0 0 0,1 0 0,0 0 0,0 0 0,0 0 0,0 0 0,1 0 0,3 7 0,-4-10 0,1 0 0,0 1 0,1-1 0,-1 0 0,0 0 0,1 0 0,0-1 0,0 1 0,0-1 0,0 1 0,0-1 0,0 0 0,0 0 0,1-1 0,-1 1 0,1-1 0,-1 1 0,1-1 0,0 0 0,-1 0 0,1-1 0,4 1 0,25 2 0,0-2 0,66-7 0,-97 6 0,1 0 0,-1 0 0,0-1 0,1 1 0,-1-1 0,0 1 0,0-1 0,1 0 0,-1 0 0,0 0 0,0 0 0,0 0 0,0 0 0,0 0 0,0-1 0,-1 1 0,1-1 0,0 0 0,-1 1 0,1-1 0,-1 0 0,1 0 0,-1 0 0,0 0 0,0 0 0,0 0 0,0 0 0,0 0 0,-1-1 0,1 1 0,-1 0 0,1 0 0,-1-1 0,0-2 0,0-3 0,0 0 0,-1 1 0,-1-1 0,1 1 0,-1-1 0,-1 1 0,1-1 0,-1 1 0,-4-7 0,6 13 0,1 0 0,-1 1 0,1-1 0,0 0 0,-1 0 0,1 0 0,0 1 0,-1-1 0,1 0 0,0 0 0,0 0 0,0 0 0,0 0 0,0 0 0,0 0 0,0 0 0,0 1 0,0-1 0,0 0 0,1 0 0,-1 0 0,0 0 0,1 0 0,-1 1 0,1-2 0,0 1 0,0 0 0,0 0 0,1 0 0,-1 0 0,0 0 0,0 1 0,1-1 0,-1 0 0,0 1 0,1-1 0,-1 1 0,1 0 0,-1-1 0,2 1 0,9-1 0,0 0 0,0 1 0,16 2 0,-14-1 0,-7-1 0,0 0 0,0 1 0,0 0 0,0 0 0,0 1 0,0 0 0,-1 0 0,1 0 0,-1 1 0,1 0 0,-1 0 0,6 5 0,-8-5 0,0 1 0,0 0 0,0 0 0,0 1 0,0-1 0,-1 1 0,0 0 0,0-1 0,0 1 0,-1 1 0,0-1 0,0 0 0,0 1 0,2 10 0,0 2 0,-4-18 0,0 0 0,0 0 0,1 0 0,-1 0 0,0 0 0,0 0 0,0 0 0,0 0 0,0 0 0,0 0 0,0 0 0,0 0 0,0 0 0,0 0 0,0 0 0,0 0 0,0 0 0,0 0 0,0-1 0,0 1 0,0 0 0,0 0 0,0 0 0,0 0 0,0 0 0,1 0 0,-1 0 0,0 0 0,0 0 0,0 0 0,0 0 0,0 1 0,0-1 0,0 0 0,0 0 0,0 0 0,-1-32 0,-1 4 0,3 23 0,-1 1 0,1-1 0,0 0 0,0 1 0,0-1 0,1 0 0,0 1 0,0 0 0,0-1 0,0 1 0,1 0 0,-1 0 0,1 0 0,0 0 0,0 1 0,1-1 0,3-2 0,-4 3 0,0 1 0,0 0 0,0 1 0,1-1 0,-1 0 0,1 1 0,-1 0 0,1 0 0,-1 0 0,1 0 0,-1 0 0,1 1 0,0 0 0,0 0 0,-1 0 0,1 0 0,0 0 0,-1 1 0,1 0 0,0-1 0,-1 1 0,7 3 0,-6-2 0,0 0 0,0 1 0,0-1 0,0 1 0,-1 0 0,1 0 0,-1 0 0,1 0 0,-1 1 0,0-1 0,-1 1 0,1 0 0,0 0 0,2 7 0,4 7 0,-2 1 0,7 23 0,2 7 0,-10-34 0,-2 1 0,0 0 0,3 28 0,2 9 0,-1-7-162,-3-1-1,-1 0 1,-4 65-1,-1-81-552,1-6-6111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2:08.0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0 24575,'1'5'0,"1"1"0,-1-1 0,1 0 0,0-1 0,4 9 0,2 7 0,27 72 0,-25-70 0,0 0 0,-2 1 0,-1 0 0,-1 0 0,-1 1 0,4 46 0,-8-55 0,-4 106 0,2-105 0,-1 1 0,-1 0 0,-1-1 0,-1 1 0,-6 16 0,-13 33 0,-26 108 0,46-152 0,0 0 0,2 0 0,0 1 0,1-1 0,4 30 0,-3-49 0,0 0 0,1-1 0,-1 1 0,1-1 0,0 1 0,-1-1 0,1 1 0,1-1 0,-1 0 0,0 1 0,0-1 0,1 0 0,0 0 0,-1 0 0,1 0 0,0 0 0,0 0 0,0-1 0,0 1 0,0 0 0,0-1 0,1 0 0,-1 0 0,0 1 0,1-1 0,-1 0 0,1-1 0,-1 1 0,1 0 0,-1-1 0,4 1 0,0-1 0,0 0 0,-1 0 0,1 0 0,0 0 0,0-1 0,-1 0 0,1-1 0,-1 1 0,1-1 0,-1 0 0,0 0 0,1 0 0,6-6 0,13-8 0,115-82 0,-89 60 0,-21 17 0,42-39 0,-69 56-97,1 0-1,-1-1 1,0 1-1,0-1 1,0 0-1,-1 0 1,1 0-1,-1 0 1,0 0-1,-1 0 1,1 0-1,-1-1 0,1-9 1,0-6-6729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2:10.0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24575,'466'0'-1365,"-443"0"-5461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2:10.2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24575,'575'0'-1365,"-552"0"-5461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2:23.2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 94 24575,'2'0'0,"-1"-1"0,0 1 0,0-1 0,1 0 0,-1 1 0,0-1 0,0 0 0,0 0 0,0 1 0,0-1 0,0 0 0,0 0 0,0 0 0,-1 0 0,1 0 0,0-1 0,0 1 0,-1 0 0,1 0 0,-1 0 0,1-1 0,-1 1 0,0 0 0,1-1 0,-1 1 0,0 0 0,0-1 0,0-1 0,1-2 0,-1 0 0,1 0 0,-1 1 0,0-1 0,-1 0 0,-1-9 0,2 13 0,0 0 0,-1-1 0,1 1 0,-1-1 0,0 1 0,1 0 0,-1 0 0,0-1 0,0 1 0,0 0 0,0 0 0,0 0 0,-1-1 0,1 1 0,1 1 0,-1 0 0,1 0 0,-1 0 0,1-1 0,0 1 0,-1 0 0,1 0 0,-1 0 0,1 0 0,-1 0 0,1 0 0,-1 0 0,1 0 0,-1 0 0,1 0 0,-1 0 0,1 1 0,-1-1 0,1 0 0,-1 0 0,1 0 0,-1 1 0,1-1 0,-1 1 0,-1 0 0,0 1 0,0 0 0,0 1 0,0-1 0,0 0 0,1 1 0,-1-1 0,1 1 0,0-1 0,0 1 0,-1 3 0,-6 15 0,1 1 0,1 1 0,-5 41 0,10-57 0,1 0 0,-1 0 0,2 0 0,-1 0 0,1 0 0,0 0 0,1 0 0,-1-1 0,1 1 0,1 0 0,-1-1 0,1 1 0,1-1 0,-1 0 0,1 0 0,8 10 0,-7-9 0,1 0 0,0 0 0,0-1 0,1 0 0,0-1 0,0 1 0,0-1 0,0-1 0,1 1 0,0-1 0,0-1 0,0 1 0,0-1 0,1-1 0,-1 0 0,1 0 0,0 0 0,13 0 0,-12-2 0,-1 0 0,1 0 0,0-1 0,-1 0 0,1 0 0,14-5 0,-19 4 0,1-1 0,-1 1 0,0-1 0,0 0 0,0 0 0,-1 0 0,1-1 0,-1 0 0,0 0 0,0 0 0,0 0 0,4-7 0,45-62-1365,-43 58-5461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2:23.6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0 24575,'0'9'0,"-1"0"0,-1 0 0,0-1 0,-5 17 0,-5 24 0,10-37 0,1-1 0,1 0 0,0 1 0,0-1 0,1 1 0,2 11 0,-1-19 0,-1 1 0,1-1 0,-1 0 0,1 0 0,0 0 0,1-1 0,-1 1 0,1 0 0,-1-1 0,1 0 0,0 1 0,1-1 0,-1 0 0,0 0 0,1-1 0,-1 1 0,1-1 0,6 3 0,-3-1 0,0-1 0,0 0 0,0 0 0,0 0 0,0-1 0,1 0 0,13 1 0,-18-3 0,-1 0 0,0 0 0,1 0 0,-1-1 0,0 1 0,0-1 0,1 0 0,-1 1 0,0-1 0,0 0 0,0 0 0,0-1 0,0 1 0,0 0 0,0-1 0,0 1 0,-1-1 0,1 0 0,0 1 0,-1-1 0,1 0 0,-1 0 0,0 0 0,0 0 0,0 0 0,0 0 0,0 0 0,0 0 0,1-5 0,0 0-65,0 0 0,0-1 0,-1 1 0,0-1 0,0 1 0,-1-1 0,0 0 0,0 1 0,-1-1 0,0 0 0,0 1 0,0-1 0,-1 1 0,-1 0 0,1-1 0,-1 1 0,0 0 0,-1 1 0,0-1 0,-5-7 0,-1-1-6761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2:25.1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 60 24575,'1'34'0,"0"-21"0,-1 0 0,0 0 0,-1 0 0,0 0 0,-4 15 0,5-27 0,0-1 0,0 1 0,0-1 0,0 1 0,0 0 0,0-1 0,0 1 0,-1-1 0,1 1 0,0 0 0,0-1 0,-1 1 0,1-1 0,0 1 0,-1-1 0,1 1 0,0-1 0,-1 1 0,1-1 0,-1 0 0,1 1 0,-1-1 0,1 1 0,-1-1 0,1 0 0,-1 0 0,0 1 0,1-1 0,-1 0 0,1 0 0,-2 1 0,1-2 0,0 1 0,0-1 0,0 0 0,0 1 0,0-1 0,0 0 0,0 0 0,0 1 0,1-1 0,-1 0 0,0 0 0,1 0 0,-1 0 0,0 0 0,0-1 0,-17-42 0,16 34 0,1-1 0,0 0 0,0 0 0,1 0 0,0 0 0,4-20 0,-4 29 0,0 0 0,1 0 0,-1 0 0,1 0 0,-1 0 0,1 0 0,0 0 0,0 0 0,0 0 0,0 0 0,0 0 0,1 0 0,-1 1 0,0-1 0,1 0 0,-1 1 0,1-1 0,-1 1 0,1 0 0,0-1 0,0 1 0,0 0 0,0 0 0,0 0 0,0 1 0,0-1 0,0 0 0,0 1 0,0-1 0,0 1 0,0 0 0,0-1 0,0 1 0,1 0 0,-1 0 0,0 1 0,0-1 0,0 0 0,0 1 0,0-1 0,4 2 0,3 2 0,1 0 0,-1 0 0,0 1 0,0 1 0,-1-1 0,1 1 0,9 10 0,-4-4 0,-1 1 0,0 1 0,13 18 0,10 26 0,-36-57 0,0-1 0,0 0 0,1 0 0,-1 1 0,0-1 0,0 0 0,1 0 0,-1 1 0,0-1 0,0 0 0,1 0 0,-1 1 0,0-1 0,1 0 0,-1 0 0,0 0 0,1 0 0,-1 0 0,0 0 0,1 0 0,-1 1 0,1-1 0,-1 0 0,0 0 0,1 0 0,-1 0 0,0-1 0,1 1 0,-1 0 0,0 0 0,1 0 0,-1 0 0,0 0 0,1 0 0,-1 0 0,0-1 0,1 1 0,-1 0 0,0 0 0,1 0 0,-1-1 0,0 1 0,0 0 0,1 0 0,-1-1 0,0 1 0,0 0 0,0-1 0,1 1 0,-1 0 0,0-1 0,0 1 0,0 0 0,0-1 0,0 1 0,0 0 0,0-1 0,0 1 0,0 0 0,0-1 0,0 1 0,0-1 0,0 1 0,0-1 0,3-28 0,-3 27 0,1-26 0,-2 19 0,1-1 0,0 0 0,1 1 0,0-1 0,1 1 0,4-15 0,-5 21 0,0 1 0,0-1 0,1 1 0,-1 0 0,1 0 0,0-1 0,0 1 0,-1 1 0,1-1 0,0 0 0,1 0 0,-1 1 0,0-1 0,0 1 0,1-1 0,-1 1 0,1 0 0,-1 0 0,1 0 0,-1 1 0,1-1 0,0 0 0,0 1 0,-1 0 0,1 0 0,0 0 0,-1 0 0,5 0 0,-4 0-5,0 1-1,0-1 1,1 0-1,-1 1 1,0 0-1,0-1 1,0 1-1,0 1 1,0-1-1,0 0 1,0 1 0,0-1-1,0 1 1,-1 0-1,1 0 1,3 4-1,-2-2 25,-1 0 0,0 0 0,-1 1 0,1-1 0,-1 0 0,0 1 1,0 0-1,0 0 0,2 8 0,-1 8-200,0 0 1,-1 0 0,-2 0-1,-1 24 1,0-28-381,0 7-6265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2:26.6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 24575,'0'4'0,"1"-1"0,0 1 0,0-1 0,0 1 0,0-1 0,1 0 0,1 4 0,8 20 0,-7 7 0,-1 0 0,-3 47 0,0-81 0,0 0 0,0 0 0,0 0 0,0 0 0,0 0 0,-1 0 0,1 0 0,0 0 0,0 0 0,0 0 0,0 0 0,0 0 0,0 0 0,0 0 0,0 0 0,0 0 0,0 0 0,0 0 0,0 0 0,-1 0 0,1 0 0,0 0 0,0 0 0,0 0 0,0 0 0,0 0 0,0 0 0,0 0 0,0 0 0,0 0 0,0 0 0,0 0 0,0 0 0,0 0 0,0 0 0,0 1 0,0-1 0,0 0 0,-1 0 0,1 0 0,0 0 0,0 0 0,0 0 0,0 0 0,0 0 0,0 0 0,0 0 0,0 0 0,0 0 0,0 0 0,0 1 0,0-1 0,0 0 0,0 0 0,0 0 0,-5-10 0,-4-17 0,7 22 0,1 0 0,1 0 0,-1 0 0,1-1 0,0 1 0,0 0 0,0 0 0,1 0 0,0 0 0,0-1 0,0 1 0,1 0 0,0 1 0,-1-1 0,5-7 0,-4 10 0,0-1 0,-1 1 0,1 0 0,1 0 0,-1-1 0,0 1 0,1 1 0,-1-1 0,1 0 0,-1 0 0,1 1 0,0 0 0,0-1 0,-1 1 0,1 0 0,0 1 0,0-1 0,0 0 0,0 1 0,0-1 0,0 1 0,0 0 0,0 0 0,1 1 0,-1-1 0,0 0 0,4 2 0,-1 0 0,0 0 0,0 1 0,0-1 0,0 1 0,-1 0 0,0 1 0,1-1 0,-1 1 0,0 0 0,-1 1 0,1-1 0,-1 1 0,0 0 0,0 0 0,0 0 0,4 9 0,11 11 0,-19-25 0,0 0 0,0 1 0,0-1 0,0 0 0,0 0 0,0 0 0,0 0 0,0 1 0,1-1 0,-1 0 0,0 0 0,0 0 0,0 0 0,0 0 0,0 0 0,1 1 0,-1-1 0,0 0 0,0 0 0,0 0 0,0 0 0,1 0 0,-1 0 0,0 0 0,0 0 0,0 0 0,1 0 0,-1 0 0,0 0 0,0 0 0,0 0 0,0 0 0,1 0 0,-1 0 0,0 0 0,0 0 0,0 0 0,1 0 0,-1 0 0,0 0 0,0 0 0,0 0 0,1-1 0,2-9 0,-1-18 0,-2 27 0,0-13 0,-1 6 0,1-1 0,0 1 0,1 0 0,0 0 0,3-14 0,-3 20 0,0-1 0,0 1 0,0 0 0,1 0 0,-1-1 0,1 1 0,-1 0 0,1 0 0,-1 0 0,1 1 0,0-1 0,0 0 0,0 1 0,0-1 0,0 1 0,0-1 0,1 1 0,-1 0 0,0 0 0,1 0 0,-1 1 0,1-1 0,2 0 0,-2 0 0,0 0 0,0 1 0,0 0 0,0-1 0,0 1 0,0 0 0,0 1 0,0-1 0,0 0 0,0 1 0,0 0 0,0-1 0,-1 1 0,1 0 0,0 1 0,0-1 0,-1 0 0,1 1 0,0 0 0,-1-1 0,0 1 0,1 0 0,-1 0 0,0 1 0,0-1 0,3 4 0,3 6 0,-1 1 0,-1 0 0,0 0 0,8 22 0,7 16 0,1-2 0,-21-55 0,1 1 0,-1 0 0,0 0 0,-1-1 0,1 1 0,-1-7 0,0 5 0,1-1 0,-1 1 0,1-1 0,1 1 0,2-11 0,-3 17 0,-1 0 0,0 0 0,0 0 0,1 0 0,-1 0 0,0 1 0,1-1 0,-1 0 0,0 0 0,1 0 0,0 1 0,-1-1 0,1 0 0,-1 0 0,1 1 0,0-1 0,-1 0 0,1 1 0,0-1 0,0 1 0,0-1 0,-1 1 0,1 0 0,0-1 0,0 1 0,0 0 0,0-1 0,0 1 0,0 0 0,0 0 0,-1 0 0,1 0 0,0 0 0,0 0 0,0 0 0,0 0 0,0 0 0,0 0 0,0 1 0,0-1 0,0 0 0,-1 1 0,1-1 0,0 0 0,0 1 0,0-1 0,0 1 0,-1 0 0,1-1 0,0 1 0,-1-1 0,1 1 0,0 0 0,-1 0 0,2 1 0,4 6-170,1 1-1,-1 0 0,-1 0 1,0 0-1,0 1 0,0-1 1,4 19-1,-3-9-6655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2:26.8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24575,'0'0'-8191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2:27.1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24575,'2'1'0,"0"0"0,-1 0 0,1 0 0,0 0 0,-1 0 0,1 0 0,-1 0 0,1 0 0,-1 1 0,0-1 0,1 0 0,-1 1 0,0-1 0,0 1 0,0 0 0,0-1 0,1 4 0,15 31 0,-13-21 0,-1 0 0,0 0 0,1 19 0,5 33 0,10 21 0,7 29 0,-19-94 0,-1 1 0,-1-1 0,-1 1 0,-1 0 0,-2 0 0,0 0 0,-3 26 0,2-48-52,0 0-1,0 0 1,0 0-1,0 0 1,-1 0-1,1 0 1,-1 0-1,1 0 1,-1 0-1,0 0 1,0 0-1,0-1 1,0 1-1,0 0 1,0 0-1,-1-1 1,1 1-1,0-1 1,-1 1-1,1-1 1,-1 0-1,1 1 0,-1-1 1,0 0-1,-2 1 1,-7-1-6774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2:27.3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0 110 24575,'4'-2'0,"0"1"0,1-1 0,-1 0 0,-1 0 0,1 0 0,0-1 0,0 1 0,-1-1 0,7-6 0,8-5 0,-6 8 0,0-1 0,0 2 0,0 0 0,1 0 0,-1 2 0,1-1 0,0 1 0,15-1 0,31-7 0,-34 6 0,0 1 0,32-2 0,-4 6-1365,-29 0-5461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4:46.9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 24575,'88'-2'0,"98"4"0,-110 12 0,-27-3 0,56 12 0,-53-13 0,-24-4 0,-1-1 0,40 1 0,-13-6 0,-23-1 0,0 2 0,0 1 0,52 10 0,-52-7-46,0-1 0,1-2 1,61-2-1,-43-1-1136,-28 1-5644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4:48.0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24575,'7'2'0,"0"-1"0,-1 1 0,1 0 0,0 0 0,-1 1 0,0 0 0,0 0 0,1 1 0,-2-1 0,1 1 0,0 1 0,-1-1 0,6 7 0,22 14 0,-9-9 0,48 22 0,-21-15 0,76 48 0,-111-61 0,1-2 0,0 0 0,22 7 0,13 5 0,-4-2 0,-35-14 0,-1 1 0,0 0 0,1 0 0,-2 1 0,18 12 0,-13-8 0,1 0 0,0-1 0,34 13 0,-29-13 0,23 9 0,-26-12 0,-2 1 0,1 1 0,27 16 0,-36-18 0,1-1 0,0 0 0,1 0 0,13 3 0,-20-6 0,-18-1 0,1 1 0,-1 1 0,-18 6 0,13-4 0,-18 6 0,22-6 0,-1-1 0,1 0 0,-28 2 0,28-4 0,0 0 0,0 1 0,0 1 0,0 1 0,1 0 0,-1 1 0,-25 15 0,18-11 0,-84 33 0,64-26 0,18-8 0,1 2 0,-41 23 0,-24 20 0,58-38 0,23-13 0,1 0 0,0 0 0,0 1 0,0 0 0,0 0 0,-10 10 0,11-9 0,0 0 0,1 1 0,-1 0 0,1 0 0,0 0 0,0 0 0,-3 9 0,7-14 0,0 0 0,-1 0 0,1 1 0,0-1 0,0 0 0,0 0 0,-1 0 0,1 1 0,1-1 0,-1 0 0,0 0 0,0 1 0,0-1 0,1 0 0,-1 0 0,0 0 0,1 0 0,-1 1 0,2 0 0,-1 0 0,1-1 0,-1 1 0,1-1 0,0 0 0,-1 0 0,1 1 0,0-1 0,0 0 0,0-1 0,0 1 0,0 0 0,0 0 0,0-1 0,0 0 0,3 1 0,29 3 0,0-2 0,-1-1 0,38-4 0,10 0 0,592 3 0,-656-1 0,-1 0 0,0-1 0,0-1 0,0 0 0,17-7 0,-27 7-1365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4:50.0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24 24575,'0'-5'0,"4"-1"0,6 1 0,5 0 0,1 2-8191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4:51.6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 0 24575,'6'0'0,"3"0"0,-12 1 0,-1-1 0,1 1 0,-1-1 0,0 1 0,1 0 0,-1 0 0,1 1 0,0-1 0,-1 0 0,1 1 0,-4 3 0,6-4 0,0-1 0,0 1 0,0 0 0,0 1 0,0-1 0,0 0 0,1 0 0,-1 0 0,0 0 0,1 1 0,-1-1 0,1 0 0,-1 0 0,1 1 0,0-1 0,-1 1 0,1-1 0,0 0 0,0 1 0,0-1 0,0 0 0,0 1 0,0-1 0,1 1 0,-1-1 0,0 0 0,1 1 0,-1-1 0,1 0 0,-1 0 0,1 1 0,-1-1 0,1 0 0,0 0 0,0 0 0,0 0 0,0 0 0,0 0 0,0 0 0,0 0 0,0 0 0,0 0 0,0 0 0,0-1 0,1 1 0,0 0 0,9 5 0,1 0 0,0-1 0,0-1 0,14 4 0,-7-2 0,19 6-1365,-21-7-5461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4:52.8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247 25 24575,'0'-1'0,"1"-1"0,-1 1 0,1 0 0,-1 0 0,1 0 0,0 0 0,0 0 0,0 0 0,0 0 0,0 0 0,0 0 0,0 0 0,0 0 0,0 1 0,0-1 0,0 0 0,0 1 0,0-1 0,1 1 0,-1-1 0,0 1 0,0-1 0,1 1 0,-1 0 0,0 0 0,1 0 0,1 0 0,37-4 0,-38 4 0,0 0 0,0 0 0,0 0 0,-1 0 0,1 0 0,0 0 0,0 1 0,0-1 0,0 1 0,-1-1 0,1 1 0,0-1 0,-1 1 0,1 0 0,0 0 0,-1 0 0,1 0 0,-1 0 0,1 0 0,-1 1 0,0-1 0,1 0 0,-1 1 0,0-1 0,0 1 0,0-1 0,0 1 0,0 0 0,0-1 0,-1 1 0,1 0 0,0-1 0,-1 1 0,1 0 0,-1 0 0,0 0 0,0 3 0,0-1 0,0 0 0,-1 0 0,0 0 0,0 0 0,0 0 0,-1 0 0,1 0 0,-1-1 0,0 1 0,0 0 0,0-1 0,0 0 0,-1 1 0,1-1 0,-1 0 0,-3 3 0,-16 11 0,18-15 0,-1 1 0,1-1 0,1 1 0,-1 0 0,0 1 0,1-1 0,-1 1 0,1-1 0,0 1 0,0 0 0,1 0 0,-4 6 0,6-9 0,0 0 0,0 0 0,0 1 0,0-1 0,1 0 0,-1 0 0,0 1 0,0-1 0,1 0 0,-1 0 0,1 0 0,-1 0 0,1 1 0,-1-1 0,1 0 0,0 0 0,-1 0 0,1 0 0,0 0 0,0 0 0,0-1 0,0 1 0,0 0 0,0 0 0,0-1 0,0 1 0,0 0 0,0-1 0,0 1 0,3 0 0,40 13 0,-37-12 0,4 1 0,-1 0 0,0 1 0,0 0 0,0 1 0,13 8 0,-21-12 0,0 0 0,0 1 0,0-1 0,0 1 0,0-1 0,0 1 0,0 0 0,0 0 0,-1 0 0,1 0 0,-1 0 0,0 0 0,1 0 0,-1 0 0,0 1 0,0-1 0,0 0 0,-1 1 0,1-1 0,0 1 0,-1-1 0,0 1 0,1-1 0,-1 1 0,0-1 0,-1 1 0,1-1 0,-1 5 0,0-5 0,0 1 0,-1-1 0,1 0 0,-1 0 0,1 0 0,-1 0 0,0 0 0,0-1 0,0 1 0,0-1 0,0 1 0,0-1 0,0 1 0,0-1 0,-1 0 0,1 0 0,0 0 0,-1 0 0,1-1 0,-1 1 0,1-1 0,-1 1 0,1-1 0,-1 0 0,1 0 0,-5 0 0,-4 0 0,0-1 0,0 0 0,0-1 0,-19-4 0,-92-28 0,99 29-102,-1 2 0,1 1 0,0 1 0,-27 2-1,29-1-751,0 0-5972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4:54.1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24575,'0'798'0,"5"-753"-1365,0-29-5461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4:54.5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24575,'1'9'0,"0"-1"0,1 1 0,0-1 0,0 1 0,1-1 0,0 0 0,8 14 0,9 25 0,-11-10 0,-2 0 0,-1 0 0,-1 1 0,-3-1 0,-2 48 0,1-61 0,1 0 0,8 33 0,-5-30 0,2 41 0,-6 253 84,-3-154-1533,2-156-5377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4:55.0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3 24575,'27'-1'0,"-12"0"0,-1 1 0,25 2 0,-36-2 0,-1 0 0,1 0 0,-1 1 0,1-1 0,-1 1 0,0 0 0,1 0 0,-1 0 0,0 0 0,0 0 0,0 0 0,0 0 0,0 1 0,0-1 0,0 1 0,0 0 0,0-1 0,-1 1 0,1 0 0,-1 0 0,1 0 0,0 2 0,-1-2 0,-1 0 0,1 0 0,-1 0 0,0 0 0,0 0 0,0 0 0,0-1 0,-1 1 0,1 0 0,0 0 0,-1 0 0,1 0 0,-1-1 0,0 1 0,1 0 0,-1 0 0,0-1 0,0 1 0,0 0 0,0-1 0,-2 3 0,-35 35 0,19-20 0,9-7 0,0 1 0,0 0 0,1 1 0,1 0 0,0 1 0,-9 25 0,15-35 0,1 0 0,0-1 0,0 1 0,0 0 0,1 0 0,-1 0 0,1 0 0,1-1 0,-1 1 0,0 0 0,3 8 0,-2-10 0,0 1 0,1-1 0,-1 0 0,1 0 0,0-1 0,0 1 0,0 0 0,0-1 0,1 1 0,-1-1 0,1 1 0,-1-1 0,1 0 0,0 0 0,-1-1 0,1 1 0,0 0 0,6 1 0,27 11 0,0-1 0,74 15 0,-95-26-170,0 0-1,1 0 0,-1-1 1,0-1-1,1-1 0,-1 0 1,17-4-1,-16-1-6655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4:55.3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46 24575,'5'0'0,"4"0"0,6 0 0,5 0 0,3 0 0,-3-4 0,0-2 0,1 1 0,0 0 0,2 2 0,0 1 0,-3-3 0,0-1 0,-1 1 0,-2 1-8191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4:57.1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24575,'-1'73'0,"3"79"0,5-116 0,-6-34 0,-1-1 0,0 0 0,1 1 0,-1-1 0,1 0 0,0 1 0,-1-1 0,1 0 0,0 0 0,0 1 0,0-1 0,0 0 0,0 0 0,0 0 0,0 0 0,0 0 0,0 0 0,0-1 0,1 1 0,-1 0 0,2 0 0,-2-1 4,0 0-1,0 0 1,0-1 0,0 1-1,0 0 1,0-1-1,-1 1 1,1-1-1,0 1 1,0-1 0,-1 0-1,1 1 1,0-1-1,0 0 1,-1 1-1,1-1 1,-1 0 0,1 0-1,-1 1 1,1-1-1,-1 0 1,1-1-1,11-24-708,-10 22-37,5-12-6084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4:57.6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35 24575,'4'0'0,"6"0"0,5 0 0,5 0 0,-2-4 0,-3-6 0,-9-1 0,-5 2-8191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4:58.4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59 24575,'8'-1'0,"0"1"0,0-2 0,-1 1 0,16-6 0,22-4 0,49 8 0,-67 3 0,0-1 0,51-7 0,-60 4-71,33-9-1223,-35 5-5532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4:59.0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252 26 24575,'-28'-10'0,"3"1"0,12 6 0,1 2 0,-1-1 0,-1 2 0,1-1 0,0 2 0,-25 3 0,34-3 0,0 0 0,0 0 0,0 0 0,0 1 0,0-1 0,1 1 0,-1 0 0,0 0 0,1 0 0,0 0 0,-1 1 0,1-1 0,0 1 0,0 0 0,0 0 0,1 0 0,-1 1 0,1-1 0,0 0 0,0 1 0,0 0 0,0-1 0,0 1 0,1 0 0,-2 8 0,1-2 0,1 0 0,0 0 0,1 0 0,0 0 0,0 0 0,1 0 0,1 0 0,0-1 0,0 1 0,1 0 0,0-1 0,0 1 0,1-1 0,1 0 0,-1 0 0,1 0 0,1-1 0,0 0 0,0 0 0,1 0 0,-1-1 0,2 0 0,14 11 0,27 25 0,24 17 0,-71-60 0,-1 1 0,0 0 0,0-1 0,0 1 0,0 0 0,0-1 0,0 1 0,-1 0 0,1 0 0,0 0 0,0 0 0,-1 0 0,1 0 0,0 0 0,-1 0 0,1 0 0,-1 0 0,1 0 0,-1 0 0,1 0 0,-1 0 0,0 2 0,0-2 0,-1 0 0,1 0 0,-1 0 0,1-1 0,-1 1 0,1 0 0,-1-1 0,0 1 0,1 0 0,-1-1 0,0 1 0,0-1 0,0 1 0,1-1 0,-1 1 0,0-1 0,0 0 0,0 1 0,0-1 0,0 0 0,-1 0 0,-9 3 0,0-2 0,0 1 0,-16-1 0,15-1-120,6 1 16,0-1 1,1 0-1,-1 0 0,0 0 0,1-1 1,-1 0-1,0 0 0,1 0 0,-1-1 1,1 0-1,-7-2 0,6-2-6722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4:59.8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133 2 24575,'-21'0'0,"13"-1"0,-1 1 0,0 0 0,0 0 0,0 1 0,-11 3 0,18-3 0,-1 0 0,1 0 0,0 0 0,0 0 0,0 0 0,0 0 0,0 1 0,0-1 0,0 1 0,0-1 0,0 1 0,1 0 0,-1 0 0,0 0 0,1 0 0,0 0 0,0 0 0,-1 0 0,1 0 0,0 0 0,1 1 0,-1-1 0,-1 5 0,0 5 0,-1 1 0,2 0 0,0-1 0,1 1 0,0 0 0,0-1 0,2 1 0,0 0 0,4 18 0,-5-30 0,0 1 0,-1-1 0,1 1 0,0-1 0,-1 1 0,1-1 0,0 1 0,0-1 0,0 0 0,0 0 0,1 1 0,-1-1 0,0 0 0,0 0 0,1 0 0,-1 0 0,1-1 0,-1 1 0,0 0 0,1 0 0,0-1 0,-1 1 0,1-1 0,-1 0 0,1 1 0,0-1 0,-1 0 0,1 0 0,0 0 0,-1 0 0,1 0 0,-1 0 0,1 0 0,0-1 0,2 0 0,-1 0 0,0 0 0,-1-1 0,1 1 0,-1-1 0,1 1 0,-1-1 0,1 0 0,-1 0 0,0 0 0,0 0 0,0 0 0,0-1 0,0 1 0,0-1 0,-1 1 0,1-1 0,-1 0 0,0 1 0,1-4 0,3-37 0,-5 38 0,0 0 0,0 0 0,1 0 0,-1 1 0,1-1 0,0 0 0,0 1 0,1-1 0,-1 1 0,1-1 0,0 1 0,3-6 0,-4 9 0,-1 1 0,0 0 0,1-1 0,-1 1 0,0-1 0,1 1 0,-1 0 0,0-1 0,1 1 0,-1 0 0,1-1 0,-1 1 0,1 0 0,-1 0 0,1-1 0,-1 1 0,1 0 0,-1 0 0,1 0 0,-1 0 0,1 0 0,-1 0 0,1 0 0,-1 0 0,1 0 0,-1 0 0,1 0 0,-1 0 0,1 0 0,-1 0 0,1 0 0,-1 0 0,1 1 0,-1-1 0,1 0 0,-1 0 0,1 1 0,-1-1 0,0 0 0,1 1 0,-1-1 0,1 0 0,-1 1 0,0-1 0,1 0 0,-1 1 0,0-1 0,0 1 0,1-1 0,-1 1 0,0-1 0,0 1 0,1 0 0,11 34 0,-9-27 0,85 254 0,-17-78 0,-68-173 0,1 1 0,-2 0 0,0-1 0,0 1 0,-1 0 0,0 0 0,-1 0 0,0 0 0,-1 0 0,-1 0 0,-3 17 0,3-26 0,1-1 0,-1 0 0,1 1 0,-1-1 0,0 0 0,1 0 0,-1 0 0,0-1 0,0 1 0,-1 0 0,1-1 0,0 1 0,0-1 0,-1 0 0,1 0 0,-1 0 0,1 0 0,-1 0 0,1 0 0,-1-1 0,0 1 0,-3-1 0,-9 2 0,1-2 0,-29-2 0,24 1 0,3 1 0,1 0 0,1-1 0,-1 0 0,1-1 0,-25-7 0,35 8 0,0 0 0,1-1 0,0 0 0,-1 1 0,1-1 0,0 0 0,0 0 0,0-1 0,0 1 0,0-1 0,0 0 0,1 1 0,-1-1 0,1 0 0,0 0 0,0-1 0,0 1 0,0 0 0,0-1 0,1 1 0,0-1 0,0 0 0,-2-4 0,0-18 0,1 0 0,1 0 0,1 0 0,5-41 0,-4 59 0,1 1 0,-1 0 0,2-1 0,-1 1 0,1 0 0,0 1 0,0-1 0,1 0 0,0 1 0,0 0 0,9-10 0,4-3 0,1 2 0,22-17 0,-34 28 0,21-13 0,34-21 0,-54 36 0,1 0 18,1 0 0,-1 0 0,1 1 1,18-4-1,5-2-1474,-16 4-5370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5:01.5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24575,'2'0'0,"-1"0"0,0 1 0,0-1 0,0 1 0,0 0 0,0-1 0,0 1 0,0 0 0,0-1 0,0 1 0,-1 0 0,1 0 0,0 0 0,0 0 0,-1 0 0,1 0 0,0 0 0,-1 0 0,1 0 0,-1 0 0,0 0 0,1 1 0,-1-1 0,0 0 0,0 0 0,1 0 0,-1 2 0,4 38 0,-3-36 0,3 27 0,1-1 0,18 58 0,-9-39 0,-6-21 0,-3-9 0,0-1 0,-1 1 0,0 0 0,-1 22 0,-3-6 0,-1-24 0,1 0 0,0 0 0,0 1 0,1-1 0,1 0 0,0 0 0,1-1 0,0 1 0,6 14 0,-6-25-24,-1-7 82,0-8-1457,-2-2-5427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5:02.2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 24575,'64'-1'0,"71"3"0,-67 10 0,-50-8 0,0 0 0,29 1 0,-45-4 0,12-2 0,0 1 0,0 1 0,0 1 0,-1 0 0,1 0 0,0 2 0,-1-1 0,22 10 0,-34-12 0,1 0 0,-1 0 0,1 0 0,-1 0 0,1 0 0,-1 0 0,0 0 0,0 0 0,1 0 0,-1 1 0,0-1 0,0 0 0,0 1 0,0-1 0,-1 1 0,1-1 0,0 1 0,-1 0 0,1-1 0,-1 1 0,1 0 0,-1-1 0,0 1 0,0 1 0,0 0 0,-1 0 0,1-1 0,-1 1 0,0-1 0,0 1 0,0-1 0,0 0 0,0 1 0,-1-1 0,1 0 0,-1 0 0,0 0 0,1 0 0,-3 2 0,-2 2 0,0-1 0,-1 0 0,1 0 0,-1 0 0,0-1 0,-1 0 0,1-1 0,0 1 0,-11 2 0,-20 2 0,22-6 0,1 2 0,-1-1 0,1 2 0,0 0 0,0 1 0,-15 8 0,9-4 0,-16 9 0,36-18 0,-1-1 0,1 1 0,0 0 0,0 0 0,-1 0 0,1 0 0,0 1 0,0-1 0,0 0 0,0 0 0,0 1 0,0-1 0,1 0 0,-1 1 0,0-1 0,1 1 0,-1-1 0,1 1 0,-1 2 0,1-3 0,1 1 0,-1-1 0,0 0 0,1 0 0,0 0 0,-1 0 0,1 0 0,0 0 0,-1 1 0,1-2 0,0 1 0,0 0 0,0 0 0,0 0 0,0 0 0,0 0 0,0-1 0,0 1 0,0 0 0,0-1 0,0 1 0,1-1 0,-1 0 0,0 1 0,0-1 0,0 0 0,1 1 0,-1-1 0,0 0 0,2 0 0,45 3 0,-43-3 0,47 0-1365,-29-1-5461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5:02.4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61 24575,'5'0'0,"0"-4"0,5-2 0,4 1 0,5 1 0,2-4 0,3 0 0,1 2 0,0 1 0,1 2 0,0 1 0,-1 1 0,1 1 0,-1 0 0,0 0 0,-4-4 0,-6-1-8191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5:02.9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1 289 24575,'1'-7'0,"0"1"0,1 0 0,-1-1 0,1 1 0,1 0 0,-1 0 0,1 0 0,0 0 0,1 1 0,-1-1 0,7-7 0,13-23 0,53-97 0,-75 130 0,1 0 0,-1 0 0,1 1 0,0-1 0,0 0 0,0 1 0,1-1 0,-1 1 0,1-1 0,-1 1 0,1 0 0,0 0 0,5-2 0,-6 3 0,-1 1 0,1-1 0,-1 1 0,1 0 0,-1-1 0,1 1 0,0 0 0,-1 0 0,1 1 0,-1-1 0,1 0 0,0 0 0,-1 1 0,1-1 0,-1 1 0,1-1 0,-1 1 0,0 0 0,1-1 0,-1 1 0,1 0 0,-1 0 0,0 0 0,0 0 0,0 0 0,1 0 0,-1 1 0,0-1 0,0 0 0,1 2 0,5 9 0,0 1 0,0-1 0,-1 1 0,-1 0 0,7 24 0,9 24 0,-10-35 0,0-1 0,17 29 0,-8-17-11,-14-24-328,1 0 1,1 0-1,16 20 1,-14-23-6488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5:03.6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24575,'1'0'0,"0"1"0,1-1 0,-1 1 0,0 0 0,0-1 0,0 1 0,0 0 0,0 0 0,0 0 0,-1-1 0,1 1 0,0 0 0,0 0 0,0 0 0,-1 1 0,1-1 0,-1 0 0,1 0 0,0 2 0,12 31 0,-10-25 0,-2-7 0,7 19 0,1 0 0,12 22 0,-18-38 0,1 0 0,-1 0 0,1 0 0,0 0 0,0 0 0,1-1 0,-1 0 0,1 0 0,0 0 0,0 0 0,0-1 0,10 5 0,-13-7-41,-1-1 0,1 1-1,0-1 1,-1 1-1,1-1 1,0 0 0,-1 0-1,1 0 1,0 0 0,-1 0-1,1 0 1,0 0-1,-1 0 1,1-1 0,0 1-1,-1 0 1,1-1 0,-1 0-1,1 1 1,-1-1-1,1 0 1,-1 0 0,1 0-1,-1 0 1,0 0 0,1 0-1,-1 0 1,0 0-1,0-1 1,0 1 0,0 0-1,1-3 1,5-10-6785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5:03.8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24575,'0'0'-8191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5:05.0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 24575,'44'0'0,"-11"1"0,59-6 0,-91 5 0,0 0 0,1 0 0,-1 0 0,1 0 0,-1 0 0,0 0 0,1 0 0,-1 1 0,0-1 0,1 0 0,-1 1 0,0-1 0,0 1 0,1 0 0,-1-1 0,0 1 0,0 0 0,0 0 0,0-1 0,0 1 0,0 0 0,0 0 0,0 0 0,0 1 0,0-1 0,0 0 0,-1 0 0,1 0 0,-1 1 0,1-1 0,-1 0 0,1 0 0,-1 1 0,1-1 0,-1 0 0,0 1 0,0-1 0,0 1 0,0 1 0,1 9 0,-1 1 0,0 0 0,-3 19 0,2-11 0,1-3 0,1 1 0,1-1 0,6 24 0,-4-20 0,3 37 0,-7 11 0,-1-42 0,2 0 0,0 0 0,8 43 0,-2-43 0,1 1 0,2-2 0,14 31 0,-20-48 0,-1 0 0,0 1 0,0-1 0,1 21 0,1-3 0,-5-27 0,0 0 0,0 0 0,1 0 0,-1 0 0,0 0 0,0-1 0,0 1 0,0 0 0,0 0 0,0 0 0,0 0 0,0 0 0,0 0 0,-1 0 0,1 0 0,0-1 0,0 1 0,-1 0 0,1 0 0,-1 0 0,1-1 0,-1 1 0,1 0 0,-1 0 0,1-1 0,-1 1 0,0 0 0,1-1 0,-1 1 0,0-1 0,1 1 0,-1-1 0,0 1 0,0-1 0,0 1 0,1-1 0,-1 0 0,0 0 0,0 1 0,0-1 0,0 0 0,0 0 0,0 0 0,0 0 0,0 0 0,1 0 0,-3 0 0,-6-1 0,0 0 0,0-1 0,0 0 0,-11-4 0,-5-1 0,-12 4-682,-51 0-1,66 4-6143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8:51.9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0 24575,'-5'0'0,"0"4"0,-1 6 0,2 5 0,1 5 0,1 3 0,1 1 0,1 2 0,0 0 0,4-5 0,2-5-8191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8:52.2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8:52.5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24575,'4'0'0,"6"0"0,5 0 0,4 0 0,4 0 0,1 0 0,2 0 0,0 0 0,-4 0-8191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8:52.6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24575,'400'0'-1365,"-379"0"-5461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38:53.1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0 278 24575,'8'0'0,"0"0"0,0-1 0,0 0 0,0 0 0,0-1 0,-1 0 0,1 0 0,-1-1 0,1 0 0,-1 0 0,0-1 0,9-6 0,-7 3 0,0 0 0,-1-1 0,0 0 0,0 0 0,-1-1 0,0 0 0,-1-1 0,7-11 0,-9 11 0,1 0 0,-2-1 0,1 0 0,-1 0 0,2-16 0,-3 15 0,0 1 0,1-1 0,0 1 0,7-15 0,-10 26 0,0 0 0,0-1 0,0 1 0,0 0 0,1-1 0,-1 1 0,0 0 0,0-1 0,0 1 0,0 0 0,1-1 0,-1 1 0,0 0 0,0 0 0,1-1 0,-1 1 0,0 0 0,0 0 0,1 0 0,-1-1 0,0 1 0,1 0 0,-1 0 0,0 0 0,1 0 0,-1 0 0,0 0 0,1 0 0,-1-1 0,0 1 0,1 0 0,-1 0 0,0 0 0,1 0 0,-1 1 0,9 10 0,3 30 0,-10-32 0,29 143 0,-27-134 0,-1 1 0,0-1 0,-1 27 0,-1-37 0,-2 0 0,1 0 0,-1 0 0,-1 0 0,1 0 0,-1 0 0,-1 0 0,1-1 0,-1 1 0,-5 7 0,8-14 0,-1-1 0,1 1 0,0 0 0,-1-1 0,1 1 0,0-1 0,-1 1 0,1-1 0,0 1 0,0 0 0,-1-1 0,1 1 0,0 0 0,0-1 0,0 1 0,0 0 0,0-1 0,0 1 0,0 0 0,0-1 0,0 1 0,0 0 0,1 0 0,12 2 0,31-14 0,-29 6 0,32-2 0,-1 3 0,1 2 0,65 5 0,-14-1 0,-86-2-227,1 0-1,-1 1 1,1 0-1,-1 1 1,15 4-1,-11-1-6598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7:20.8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34 378 24575,'8'-2'0,"0"0"0,0 0 0,0-1 0,0 0 0,-1-1 0,1 1 0,-1-1 0,12-9 0,-1 1 0,-4 4 0,1-2 0,-1 0 0,-1 0 0,1-2 0,-2 1 0,0-2 0,18-22 0,-27 30 0,0 1 0,0-1 0,0 1 0,-1-1 0,1 0 0,-1 0 0,0 0 0,-1 0 0,1 0 0,-1 0 0,0-1 0,-1 1 0,1 0 0,-1-1 0,0 1 0,0 0 0,0-1 0,-1 1 0,0 0 0,0-1 0,-1 1 0,1 0 0,-1 0 0,0 0 0,0 0 0,-1 0 0,1 1 0,-5-6 0,3 5 0,0 0 0,0-1 0,-1 1 0,0 1 0,0-1 0,0 1 0,-1 0 0,1 0 0,-1 0 0,0 1 0,0 0 0,0 0 0,-1 1 0,-8-3 0,3 2 0,-1 1 0,1 1 0,-1 0 0,0 0 0,0 2 0,-22 2 0,33-3 0,0 1 0,-1-1 0,1 1 0,-1 0 0,1-1 0,0 1 0,-1 0 0,1 0 0,0 1 0,0-1 0,0 0 0,0 1 0,0 0 0,0-1 0,0 1 0,1 0 0,-1 0 0,-2 3 0,2 0 0,-1-1 0,1 1 0,0 0 0,1 0 0,-1 0 0,1 0 0,0 0 0,-1 9 0,1-3 0,1-1 0,0 0 0,1 1 0,0-1 0,0 0 0,1 0 0,1 0 0,7 19 0,-7-23 0,0 0 0,1 0 0,0 0 0,1-1 0,-1 0 0,1 1 0,0-2 0,0 1 0,1 0 0,-1-1 0,10 6 0,7 1 0,-1-1 0,24 9 0,-14-7 0,-19-8 0,1 0 0,0-1 0,0 0 0,0-1 0,25 1 0,-6-3 0,40-4 0,-65 3 9,0-1-1,0 1 1,0-1-1,-1 0 1,1-1 0,-1 0-1,1 0 1,-1 0-1,0-1 1,0 1-1,0-2 1,-1 1-1,10-10 1,-5 3-257,1-1 1,-2-1-1,0 0 1,-1 0-1,8-16 1,-9 15-6579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7:21.5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24575,'0'29'0,"2"1"0,0-1 0,9 42 0,-6-49 0,-2 1 0,0 37 0,-4-76 0,1 6 0,-1 0 0,1 0 0,1-1 0,0 1 0,4-20 0,-4 28 0,0-1 0,0 1 0,0-1 0,0 1 0,0-1 0,1 1 0,-1 0 0,1 0 0,-1 0 0,1 0 0,0 0 0,0 0 0,0 0 0,0 0 0,0 1 0,0-1 0,1 1 0,-1-1 0,0 1 0,1 0 0,-1 0 0,1 0 0,0 1 0,-1-1 0,1 0 0,-1 1 0,1 0 0,0 0 0,-1-1 0,5 2 0,-3-1 0,0 0 0,0 0 0,0 1 0,-1-1 0,1 1 0,0 0 0,0 0 0,0 1 0,-1-1 0,1 1 0,0 0 0,-1 0 0,0 0 0,1 0 0,-1 0 0,0 1 0,0 0 0,4 4 0,0 3 0,0 0 0,-1 0 0,0 0 0,7 20 0,-8-19 0,1-5 0,0-14 0,5-30 0,3-3 0,-9 34 0,-1 1 0,1 0 0,0 1 0,1-1 0,-1 1 0,1 0 0,0 0 0,0 1 0,1 0 0,-1 0 0,1 0 0,0 1 0,0 0 0,0 0 0,0 1 0,8-2 0,3 1 0,-1 1 0,1 0 0,-1 1 0,1 1 0,31 4 0,-46-4 4,-1 0 0,0 1 0,1-1 0,-1 1 0,0 0 0,1 0 0,-1-1 0,0 1-1,0 1 1,0-1 0,0 0 0,0 0 0,0 1 0,0 0 0,0-1 0,0 1 0,-1 0 0,1-1 0,-1 1-1,1 0 1,-1 0 0,0 0 0,0 1 0,0-1 0,0 0 0,0 0 0,1 4 0,0 5-199,-1-1 0,0 0 0,0 1 0,-1-1 1,-1 11-1,1-15-111,-1 16-6520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7:22.3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24575,'3'4'0,"-1"-1"0,1 1 0,-1 0 0,0 0 0,0 0 0,0 0 0,0 0 0,-1 0 0,0 0 0,0 0 0,0 1 0,0 6 0,2 58 0,-3-49 0,-3 97 0,1-49 0,6 72 0,-4-139 0,0 0 0,0 0 0,0 0 0,0 0 0,0 0 0,0-1 0,1 1 0,-1 0 0,0 0 0,0 0 0,1 0 0,-1 0 0,0-1 0,1 1 0,-1 0 0,1 0 0,-1 0 0,1-1 0,-1 1 0,1 0 0,-1-1 0,1 1 0,0 0 0,-1-1 0,1 1 0,0-1 0,0 1 0,0-1 0,-1 0 0,1 1 0,0-1 0,0 0 0,0 1 0,0-1 0,-1 0 0,1 0 0,0 0 0,0 0 0,0 0 0,0 0 0,0 0 0,0 0 0,0 0 0,1-1 0,4-1 0,1 0 0,0-1 0,-1 0 0,0-1 0,7-3 0,14-8 0,-8 10 0,-1 1 0,1 1 0,0 1 0,0 1 0,0 0 0,0 1 0,24 4 0,-41-4 0,0 0 0,0 0 0,0 0 0,0 0 0,-1 1 0,1-1 0,0 1 0,0-1 0,0 1 0,-1 0 0,1-1 0,0 1 0,-1 0 0,1 0 0,-1 0 0,1 1 0,-1-1 0,0 0 0,1 0 0,-1 1 0,0-1 0,0 1 0,0-1 0,0 1 0,0-1 0,0 1 0,0 0 0,-1 0 0,1-1 0,-1 1 0,1 0 0,-1 0 0,1-1 0,-1 4 0,0-2 0,-1 0 0,1-1 0,-1 1 0,0-1 0,0 1 0,0-1 0,0 0 0,0 1 0,0-1 0,0 0 0,-1 0 0,1 0 0,-1 0 0,0 0 0,0 0 0,1 0 0,-1 0 0,0-1 0,0 1 0,-1-1 0,1 1 0,0-1 0,0 0 0,-4 1 0,-12 3 0,1-2 0,0 0 0,-1-1 0,1 0 0,-1-2 0,0 0 0,-24-4 0,12 2 0,75-2 0,0-1 0,81-23 0,-105 22 0,0-1 0,-1 0 0,0-2 0,0 0 0,24-17 0,-40 23 0,1-1 0,-1 0 0,1 0 0,-1 0 0,-1-1 0,1 1 0,-1-1 0,1 0 0,-1 0 0,-1 0 0,1-1 0,-1 1 0,0-1 0,0 1 0,0-1 0,0-5 0,-3 18 8,0 0 0,1 0 0,-1 0 0,1 1 0,1-1 0,-1 0 0,2 0 0,-1 1 0,0-1 0,1 0 0,1 0 0,-1-1 0,1 1 0,5 8 0,-5-9-79,0-1 1,0 0-1,1 0 0,-1-1 0,1 1 1,0-1-1,1 0 0,-1 0 1,1 0-1,-1 0 0,1-1 0,0 0 1,1 0-1,-1 0 0,0-1 1,1 1-1,0-1 0,-1-1 0,1 1 1,6 0-1,8 0-6755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7:22.6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552 26 24575,'-12'-1'0,"0"0"0,0-1 0,-20-5 0,-21-4 0,-176 7 0,130 5 0,93-1 0,1 0 0,-1 1 0,0-1 0,1 1 0,-1 0 0,1 0 0,0 1 0,-1-1 0,1 1 0,-8 4 0,10-4 0,0 0 0,1 0 0,0 1 0,-1-1 0,1 0 0,0 1 0,0-1 0,0 1 0,1 0 0,-1-1 0,0 1 0,1 0 0,0 0 0,0 0 0,0 0 0,0 0 0,0 1 0,1-1 0,-1 6 0,0-3 0,0 1 0,1-1 0,0 1 0,0 0 0,1-1 0,0 1 0,0-1 0,0 1 0,1-1 0,0 0 0,0 1 0,1-1 0,0 0 0,0 0 0,0-1 0,1 1 0,0-1 0,0 1 0,0-1 0,0 0 0,1-1 0,0 1 0,0-1 0,0 0 0,1 0 0,-1-1 0,1 1 0,0-1 0,0 0 0,0-1 0,0 0 0,0 0 0,1 0 0,11 1 0,-1 0 0,1-1 0,1-1 0,30-2 0,-42 0 0,0 0 0,1 0 0,-1-1 0,0 0 0,0 0 0,-1 0 0,1-1 0,0 0 0,-1 0 0,1-1 0,-1 0 0,6-5 0,8-11-22,0 0-1,29-41 1,-21 25-1276,-16 22-5528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7:22.8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24575,'0'350'0,"0"-340"0,1-1 0,0 0 0,0 0 0,1 0 0,0 0 0,0 0 0,1 0 0,1 0 0,-1-1 0,9 15 0,-9-19 0,0 1 0,0-1 0,1 1 0,-1-1 0,1-1 0,0 1 0,1 0 0,-1-1 0,0 0 0,1 0 0,0 0 0,0 0 0,-1-1 0,2 0 0,-1 0 0,0 0 0,0-1 0,1 0 0,6 1 0,35 0-1365,-25-2-5461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7:23.0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257 54 24575,'-1'-1'0,"1"0"0,-1 0 0,1 0 0,-1 0 0,1 0 0,-1 0 0,0 0 0,0 0 0,1 0 0,-1 0 0,0 0 0,0 0 0,0 1 0,0-1 0,0 0 0,0 0 0,0 1 0,0-1 0,-2 0 0,-26-11 0,26 10 0,-13-3 0,0 1 0,0 0 0,-21-2 0,29 4 0,-1 2 0,1-1 0,0 1 0,0 0 0,0 1 0,0 0 0,0 1 0,-13 3 0,19-4 0,0 0 0,-1 1 0,1-1 0,0 1 0,0-1 0,0 1 0,0 0 0,0 0 0,1 0 0,-1 0 0,1 0 0,-1 1 0,1-1 0,0 0 0,-1 1 0,1-1 0,1 1 0,-1-1 0,0 1 0,1-1 0,-1 1 0,0 4 0,0 8 0,1-1 0,2 29 0,-1-23 0,-1-16 0,0 0 0,0 0 0,0 1 0,1-1 0,0 0 0,-1 0 0,2 0 0,-1 1 0,0-1 0,1 0 0,0-1 0,0 1 0,0 0 0,0-1 0,1 1 0,-1-1 0,1 1 0,0-1 0,0 0 0,0 0 0,0-1 0,1 1 0,-1-1 0,1 1 0,0-1 0,-1 0 0,1 0 0,0-1 0,0 1 0,0-1 0,1 0 0,-1 0 0,0 0 0,0-1 0,9 1 0,-9-1 6,1 1 1,0-1-1,0 0 0,0 0 0,0-1 0,0 0 0,0 0 0,-1 0 1,1 0-1,0-1 0,-1 1 0,1-1 0,-1 0 0,1-1 1,-1 1-1,0-1 0,0 0 0,4-3 0,2-5-283,-1 0 1,1 0-1,-2-1 0,13-22 0,-20 32 179,10-16-6728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7:23.3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24575,'1'22'0,"2"0"0,0 0 0,1 0 0,12 35 0,6 25 0,-17-62 0,2 1 0,0-1 0,2 0 0,17 30 0,-13-24 0,-12-24-65,0 0 0,0 0 0,0 0 0,0-1 0,0 1 0,0 0 0,1-1 0,-1 1 0,1-1 0,-1 1 0,1-1 0,-1 0 0,1 1 0,0-1 0,0 0 0,-1 0 0,1 0 0,0 0 0,0-1 0,4 2 0,4-2-6761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7:23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78 24575,'2'1'0,"0"-1"0,0 1 0,0-1 0,0 1 0,0 0 0,0 0 0,-1 0 0,1 0 0,0 0 0,-1 0 0,1 0 0,-1 0 0,1 1 0,-1-1 0,1 1 0,-1-1 0,0 1 0,0-1 0,0 1 0,0 0 0,1 3 0,19 44 0,-17-39 0,15 30 0,-18-38 0,0 0 0,0 0 0,1 0 0,-1 0 0,1 0 0,0 0 0,0-1 0,-1 1 0,1-1 0,0 1 0,0-1 0,1 1 0,-1-1 0,0 0 0,3 1 0,-4-2 0,-1 0 0,1 0 0,0 0 0,-1-1 0,1 1 0,-1 0 0,1 0 0,0-1 0,-1 1 0,1 0 0,-1-1 0,1 1 0,-1 0 0,1-1 0,-1 1 0,1-1 0,-1 1 0,1-1 0,-1 1 0,0-1 0,1 1 0,-1-1 0,0 1 0,1-1 0,-1 1 0,0-1 0,0 0 0,0 1 0,1-1 0,-1 0 0,0 1 0,0-1 0,0 1 0,0-1 0,0-1 0,2-27 0,-2 25 0,0-27 0,-1 17 0,1 0 0,0 0 0,1 0 0,1 0 0,5-24 0,-6 36 0,0-1 0,0 1 0,0-1 0,1 1 0,-1 0 0,0-1 0,1 1 0,-1 0 0,1 0 0,0 0 0,0 0 0,0 0 0,0 1 0,0-1 0,0 1 0,0-1 0,1 1 0,-1 0 0,0-1 0,1 1 0,-1 0 0,1 1 0,0-1 0,-1 0 0,1 1 0,-1 0 0,1-1 0,0 1 0,-1 0 0,1 0 0,0 1 0,-1-1 0,1 0 0,0 1 0,-1 0 0,4 1 0,-1-1 0,0 1 0,0 0 0,0 0 0,0 0 0,0 1 0,-1-1 0,1 1 0,-1 0 0,1 1 0,-1-1 0,0 1 0,-1 0 0,5 5 0,4 7 0,0 1 0,11 23 0,15 22 0,17 8 0,-52-68-105,0 1 0,0-1 0,0 0 0,0 0 0,1 0 0,-1 0 0,1 0 0,-1-1 0,1 1 0,0-1 0,-1 0 0,7 1 0,9 1-6721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7:24.4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303 3 24575,'-34'-1'0,"20"0"0,0 0 0,-1 2 0,1 0 0,0 0 0,-18 5 0,29-5 0,-1 0 0,1 0 0,0 0 0,-1 1 0,1 0 0,0-1 0,0 1 0,0 1 0,0-1 0,1 0 0,-1 1 0,0-1 0,1 1 0,0 0 0,-1 0 0,1 0 0,0 0 0,1 0 0,-1 0 0,1 0 0,-1 1 0,1-1 0,0 1 0,0-1 0,-1 7 0,1-5 0,0 0 0,0 1 0,1-1 0,-1 1 0,1-1 0,0 1 0,1-1 0,-1 1 0,1-1 0,0 0 0,1 1 0,-1-1 0,1 0 0,0 0 0,0 0 0,1 0 0,3 6 0,-5-11 0,-1 1 0,0-1 0,1 0 0,-1 1 0,0-1 0,1 0 0,-1 1 0,0-1 0,1 0 0,-1 1 0,1-1 0,-1 0 0,1 0 0,-1 1 0,1-1 0,-1 0 0,1 0 0,-1 0 0,1 0 0,-1 0 0,1 1 0,-1-1 0,1 0 0,-1 0 0,1 0 0,-1-1 0,1 1 0,-1 0 0,1 0 0,-1 0 0,1 0 0,0-1 0,13-13 0,-14 13 0,1-1 0,0 1 0,-1 0 0,1 0 0,0 0 0,0 0 0,0 0 0,0 0 0,0 0 0,0 0 0,0 0 0,0 0 0,0 0 0,0 0 0,0 1 0,1-1 0,-1 1 0,0-1 0,1 1 0,-1-1 0,0 1 0,1 0 0,-1-1 0,0 1 0,1 0 0,-1 0 0,1 0 0,2 1 0,-1 0 0,1 1 0,-1 0 0,0 0 0,1 1 0,-1-1 0,0 1 0,-1 0 0,1-1 0,0 1 0,-1 0 0,1 1 0,-1-1 0,0 0 0,0 1 0,1 3 0,5 10 0,10 35 0,-11-28 0,7 12 0,-7-17 0,10 38 0,3 17 0,-13-48 0,0 0 0,5 45 0,-11-68 0,-1 0 0,0-1 0,0 1 0,0 0 0,0 0 0,-1 0 0,1-1 0,-1 1 0,1 0 0,-1 0 0,0-1 0,0 1 0,0 0 0,-1-1 0,1 1 0,0-1 0,-1 0 0,0 1 0,1-1 0,-1 0 0,0 0 0,0 0 0,-1 0 0,1-1 0,0 1 0,0 0 0,-1-1 0,1 0 0,-1 1 0,1-1 0,-1 0 0,0 0 0,-5 1 0,-7 0 0,-1 0 0,0-1 0,1 0 0,-1-1 0,-16-3 0,1 1 0,24 2 0,1 0 0,-1-1 0,1 0 0,0 0 0,0-1 0,0 1 0,0-2 0,0 1 0,0 0 0,0-1 0,1 0 0,-1-1 0,1 1 0,0-1 0,0 0 0,-7-7 0,7 5 0,0 0 0,1 0 0,0-1 0,0 1 0,0-1 0,1 0 0,0 0 0,0-1 0,1 1 0,0-1 0,0 1 0,1-1 0,-1-10 0,0 7 0,1-1 0,0 1 0,1-1 0,1 0 0,0 1 0,0-1 0,1 1 0,1-1 0,-1 1 0,2 0 0,0 0 0,0 0 0,1 0 0,0 1 0,1 0 0,8-12 0,31-29-1365,-32 39-5461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7:24.6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24575,'4'0'0,"6"0"0,6 0 0,-1 0-8191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7:16.9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0 24575,'18'2'0,"1"0"0,-1 1 0,1 0 0,32 12 0,-32-8 0,0-2 0,0 0 0,0-2 0,29 3 0,41-8 0,46 3 0,-133-1 0,0 0 0,-1 0 0,1 1 0,0-1 0,-1 0 0,1 1 0,0-1 0,-1 1 0,1-1 0,-1 1 0,1 0 0,-1-1 0,1 1 0,1 2 0,-2-3 0,-1 1 0,0-1 0,0 0 0,0 1 0,0-1 0,0 1 0,0-1 0,0 1 0,1-1 0,-1 0 0,0 1 0,-1-1 0,1 1 0,0-1 0,0 1 0,0-1 0,0 0 0,0 1 0,0-1 0,0 1 0,-1-1 0,1 0 0,0 1 0,0-1 0,-1 1 0,1-1 0,0 0 0,0 1 0,-1-1 0,1 0 0,0 0 0,-2 1 0,-1 2 0,-1 0 0,0-1 0,0 1 0,0-1 0,0 0 0,0 0 0,-1-1 0,1 1 0,-5 0 0,-52 7 0,42-7 0,0 1 0,0 0 0,0 1 0,-20 8 0,-29 10 0,53-19 0,0 2 0,0 0 0,0 0 0,1 1 0,-25 15 0,-3-1 0,37-18 0,1-1 0,-1 1 0,1 0 0,-1 0 0,1 0 0,0 1 0,-1-1 0,1 1 0,1 0 0,-1 0 0,0 0 0,1 1 0,-1-1 0,-4 8 0,8-9 0,0 0 0,0 0 0,-1 0 0,1 0 0,1 0 0,-1-1 0,0 1 0,0 0 0,1 0 0,-1 0 0,1 0 0,-1 0 0,1 0 0,0 0 0,0-1 0,0 1 0,0 0 0,0-1 0,0 1 0,0-1 0,1 1 0,-1-1 0,1 1 0,-1-1 0,1 0 0,2 2 0,2 2 0,0 0 0,1-1 0,0 1 0,0-1 0,10 4 0,-3-4 0,-1 0 0,1-2 0,0 1 0,0-2 0,25 1 0,70-9 0,-106 7-114,-1 0 1,1-1-1,0 1 0,0-1 0,-1 0 1,1 0-1,-1 0 0,1 0 0,0 0 1,-1-1-1,5-3 0,3-5-6712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7:17.2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24575,'673'0'-1365,"-652"0"-5461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7:17.4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29 24575,'28'-10'0,"-3"1"0,21 3 0,1 2 0,89 6 0,-43 0 0,-69-2-1365,-3 0-5461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7:17.6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24575,'670'0'-1365,"-646"0"-5461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7:27.5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24575,'351'0'0,"-347"0"0,-1 0 0,1 0 0,0 0 0,0 1 0,0 0 0,-1 0 0,1 0 0,-1 0 0,1 0 0,0 1 0,-1 0 0,0-1 0,1 1 0,-1 1 0,0-1 0,4 4 0,-5-4 0,-1 0 0,1 0 0,-1 1 0,1-1 0,-1 0 0,0 0 0,0 1 0,0-1 0,0 1 0,-1-1 0,1 1 0,-1 0 0,1-1 0,-1 1 0,0-1 0,0 1 0,0 0 0,0-1 0,-1 1 0,1 0 0,-1-1 0,1 1 0,-1-1 0,0 1 0,-1 2 0,0-1 0,-1 1 0,1-1 0,-1 0 0,0 0 0,0-1 0,0 1 0,-1 0 0,1-1 0,-1 0 0,0 0 0,1 0 0,-9 4 0,-6 3 0,-34 13 0,29-14 0,-1-2 0,-19 7 0,41-13 0,0 0 0,1-1 0,-1 1 0,1 0 0,-1 0 0,1 0 0,-1 0 0,1 0 0,0 0 0,0 0 0,-1 0 0,1 1 0,0-1 0,0 0 0,0 1 0,0-1 0,1 1 0,-1-1 0,-1 3 0,2-3 0,1-1 0,-1 1 0,0 0 0,0 0 0,1-1 0,-1 1 0,0 0 0,1 0 0,-1-1 0,0 1 0,1 0 0,-1-1 0,1 1 0,-1-1 0,1 1 0,0 0 0,-1-1 0,1 1 0,-1-1 0,1 0 0,0 1 0,0-1 0,-1 0 0,1 1 0,0-1 0,-1 0 0,1 0 0,0 1 0,0-1 0,0 0 0,-1 0 0,2 0 0,31 4 0,-31-4 0,42 0-305,0-1 0,0-3 0,51-11 0,-90 15 160,16-4-6681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7:27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24575,'5'0'0,"5"-5"0,5 0 0,5-1 0,2 2 0,3 1 0,0 1 0,1 1 0,0 1 0,0 0 0,-4 0-8191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7:28.1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24575,'0'5'0,"0"4"0,0 6 0,0 5 0,0 3 0,0 1 0,0 2 0,0 0 0,4-4 0,2-2 0,4-5 0,0 1 0,-2 1 0,3-3 0,-2-3-8191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7:28.6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1 173 24575,'1'-6'0,"0"0"0,1 1 0,0 0 0,1-1 0,-1 1 0,1 0 0,0 0 0,0 0 0,0 1 0,1-1 0,0 1 0,8-8 0,3-5 0,-7 8 0,0 1 0,1 0 0,0 0 0,0 1 0,1 0 0,0 0 0,0 1 0,1 1 0,-1 0 0,18-6 0,-24 11 0,1-1 0,-1 1 0,0-1 0,1 1 0,-1 1 0,1-1 0,-1 1 0,1-1 0,-1 1 0,0 1 0,1-1 0,-1 0 0,0 1 0,0 0 0,0 0 0,0 0 0,0 1 0,-1-1 0,1 1 0,-1 0 0,1 0 0,-1 0 0,0 0 0,0 1 0,-1-1 0,1 1 0,3 6 0,5 5-224,0 0 0,1-1 0,1 0 0,21 17 1,-31-29-23,8 9-6580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7:28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24575,'4'0'0,"6"0"0,6 0 0,3 0 0,4 0 0,1 0 0,2 0 0,0 0 0,0 0 0,0 0 0,-1 0 0,1 0 0,-1 0 0,0 0 0,0 0 0,0 0 0,-5 4 0,-5 1-8191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7:29.1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24575,'12'1'0,"0"0"0,0 1 0,20 5 0,22 4 0,241-6 0,-163-7 0,-8 2-1365,-103 0-5461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7:30.0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24575,'0'4'0,"0"6"0,0 5 0,0 4 0,0 4 0,0 1 0,4-2 0,2-2 0,-1 1 0,-1 0 0,4-3 0,4-4 0,4-5 0,0-4-8191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25.6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257 105 24575,'0'-2'0,"-1"1"0,1 0 0,-1 0 0,1 0 0,-1 0 0,1 0 0,-1 0 0,0 0 0,1 0 0,-1 0 0,0 0 0,0 0 0,0 0 0,0 1 0,0-1 0,0 0 0,0 0 0,0 1 0,0-1 0,-2 0 0,-25-11 0,25 11 0,-13-5 0,1 2 0,-1 0 0,-22-3 0,30 6 0,-1 1 0,1-1 0,0 1 0,0 0 0,0 1 0,0 0 0,0 0 0,-13 5 0,18-5 0,1 0 0,0 1 0,-1 0 0,1-1 0,0 1 0,0 0 0,0 0 0,0 0 0,0 1 0,0-1 0,1 0 0,-1 1 0,1-1 0,-1 1 0,1-1 0,0 1 0,0 0 0,0-1 0,0 1 0,1 0 0,-1 0 0,1 0 0,0 0 0,0-1 0,0 1 0,0 0 0,1 5 0,0 2 0,0-1 0,1 1 0,0-1 0,1 1 0,0-1 0,8 18 0,-6-17 0,1 0 0,0 0 0,0-1 0,1 0 0,0 0 0,1 0 0,9 8 0,-12-13 0,1 0 0,-1-1 0,1 1 0,0-1 0,0 0 0,0-1 0,0 1 0,0-1 0,0 0 0,1-1 0,-1 0 0,1 0 0,10 1 0,102 10 0,-86-7 0,1-2 0,0 0 0,46-4 0,-71-1 0,0 0 0,0 0 0,0-1 0,0 0 0,-1-1 0,12-6 0,33-12 0,-38 16 0,0 1 0,-1-2 0,0 0 0,19-13 0,8-3 0,-40 22 0,0 1 0,1-1 0,-1 0 0,0 1 0,0-1 0,0 0 0,0 0 0,0 0 0,0 0 0,0 0 0,0 0 0,0 0 0,0 0 0,-1 0 0,1 0 0,0-1 0,-1 1 0,1 0 0,-1 0 0,1-1 0,-1 1 0,1 0 0,-1-1 0,0 1 0,0 0 0,0-3 0,0 1 0,-1 0 0,0 0 0,0 1 0,0-1 0,0 0 0,0 0 0,0 1 0,-1-1 0,0 0 0,1 1 0,-5-5 0,0 0 0,-1 0 0,0 1 0,-1-1 0,1 2 0,-1-1 0,0 1 0,-13-6 0,10 7 0,0 1 0,0 0 0,0 1 0,0 0 0,-1 1 0,1 0 0,-1 1 0,1 0 0,-1 1 0,1 0 0,0 1 0,-13 3 0,21-3 0,0 0 0,1 0 0,-1 0 0,1 0 0,0 0 0,0 0 0,-1 1 0,1-1 0,1 1 0,-1 0 0,0-1 0,1 1 0,-1 0 0,1 0 0,0 0 0,0 0 0,0 0 0,0 0 0,1 0 0,-1 1 0,1 4 0,-1-1 0,0 0 0,1 0 0,0 0 0,1 0 0,-1 0 0,1-1 0,1 1 0,-1 0 0,4 7 0,-4-12 0,1 1 0,0 0 0,-1-1 0,2 1 0,-1-1 0,0 0 0,0 0 0,1 0 0,-1 0 0,1 0 0,-1 0 0,1-1 0,0 1 0,0-1 0,-1 0 0,1 0 0,0 0 0,0 0 0,0 0 0,0-1 0,1 1 0,2-1 0,12 1 0,0 0 0,31-4 0,-23 1 0,-22 2 0,0 0 0,0 0 0,0-1 0,-1 1 0,1-1 0,0 0 0,0 0 0,-1 0 0,1-1 0,0 1 0,-1-1 0,1 0 0,5-4 0,-7 4 0,0-1 0,0 0 0,0 1 0,0-1 0,0 0 0,-1 0 0,1 0 0,-1 0 0,0 0 0,0-1 0,0 1 0,0 0 0,0 0 0,-1-1 0,0 1 0,1-4 0,0-8 0,2 13 0,6 18 0,-3-1 0,-4-11 0,1 0 0,-1 0 0,1 0 0,0-1 0,0 1 0,0-1 0,1 1 0,-1-1 0,1 0 0,-1-1 0,1 1 0,0-1 0,8 4 0,-10-5 0,0 0 0,0 0 0,0-1 0,0 1 0,0-1 0,0 0 0,0 0 0,0 1 0,0-1 0,0 0 0,0-1 0,0 1 0,0 0 0,0-1 0,0 1 0,-1-1 0,1 1 0,0-1 0,0 0 0,0 0 0,0 0 0,-1 0 0,1 0 0,0 0 0,-1-1 0,1 1 0,-1 0 0,0-1 0,1 1 0,-1-1 0,0 1 0,0-1 0,0 0 0,2-3 0,26-60 0,-29 65 0,0 0 0,0 0 0,0 0 0,0 0 0,0 0 0,0 0 0,0 0 0,0 0 0,0 0 0,0-1 0,0 1 0,1 0 0,-1 0 0,0 0 0,0 0 0,0 0 0,0 0 0,0 0 0,0 0 0,0 0 0,0 0 0,0 0 0,0 0 0,1 0 0,-1 0 0,0 0 0,0 0 0,0 0 0,0 0 0,0 0 0,0 0 0,0 0 0,0 0 0,0 0 0,0 0 0,1 0 0,-1 1 0,0-1 0,0 0 0,0 0 0,0 0 0,0 0 0,0 0 0,0 0 0,0 0 0,0 0 0,0 0 0,0 0 0,0 0 0,0 0 0,0 0 0,0 1 0,0-1 0,0 0 0,0 0 0,0 0 0,0 0 0,0 0 0,0 0 0,0 0 0,0 0 0,0 0 0,0 1 0,0-1 0,3 11 0,-2 10 0,-1-21 0,0-16 0,-1-4 0,1 6 0,-1 0 0,2 0 0,2-18 0,-2 27 0,0 1 0,1-1 0,-1 1 0,1-1 0,0 1 0,0-1 0,0 1 0,1 0 0,0 0 0,0 0 0,0 0 0,0 1 0,5-6 0,-2 5 0,0-1 0,1 1 0,-1 0 0,1 0 0,0 1 0,0 0 0,0 0 0,0 0 0,0 1 0,1 0 0,-1 1 0,1 0 0,8-1 0,-4 2 0,-1 0 0,1 0 0,-1 1 0,0 1 0,1 0 0,-1 0 0,0 1 0,12 6 0,-18-7 0,-1 0 0,0 0 0,0 1 0,0 0 0,0 0 0,0 0 0,0 1 0,-1-1 0,0 1 0,0-1 0,0 1 0,0 0 0,0 1 0,-1-1 0,0 0 0,0 1 0,0-1 0,0 1 0,-1 0 0,1-1 0,-1 1 0,-1 0 0,1 0 0,-1 0 0,1 0 0,-2 4 0,1-4 0,0-1 0,0 0 0,-1 0 0,1 0 0,-1 0 0,0 0 0,-1 0 0,1 0 0,-1 0 0,1 0 0,-1 0 0,0-1 0,-1 1 0,1-1 0,-1 1 0,1-1 0,-1 0 0,0 0 0,0 0 0,0-1 0,0 1 0,-1-1 0,1 1 0,-1-1 0,0 0 0,1 0 0,-1-1 0,0 1 0,0-1 0,-5 1 0,-12 0-293,1 0 0,-30-2-1,44 0-191,-16-1-6341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25.9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70 24575,'4'0'0,"2"-4"0,3-6 0,6-1 0,-1-3 0,2 2 0,2 1 0,3 4 0,-3 7 0,0 3 0,-3 6 0,0 1 0,-2 3 0,-3 3 0,-4 4 0,-3 3 0,-1 1 0,-2-4-8191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26.3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24575,'20'0'0,"1"-1"0,0 1 0,0 1 0,-1 1 0,1 0 0,-1 2 0,1 0 0,20 8 0,-40-11 0,30 11 0,1 0 0,0-2 0,40 7 0,-52-13-162,-1 1 0,31 12-1,-37-12-715,6 2-5948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26.7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405 55 24575,'-6'-6'0,"0"1"0,0 0 0,0 1 0,0 0 0,-1 0 0,0 0 0,0 0 0,0 1 0,0 1 0,0-1 0,-1 1 0,1 0 0,-12-1 0,-9 1 0,0 0 0,-40 4 0,23-1 0,38-1 0,1 1 0,0-1 0,-1 1 0,1 0 0,0 1 0,-1-1 0,1 1 0,0 0 0,0 1 0,0 0 0,-10 6 0,13-6 0,-1-1 0,1 1 0,0 1 0,0-1 0,0 0 0,0 1 0,1-1 0,-1 1 0,1 0 0,0 0 0,0 0 0,0 0 0,1 0 0,0 1 0,-1-1 0,2 0 0,-1 1 0,0 4 0,-1 8 0,1 1 0,0 0 0,2 0 0,0 0 0,1 0 0,1-1 0,5 20 0,-7-31 0,1-1 0,0 0 0,0-1 0,0 1 0,0 0 0,1 0 0,0-1 0,0 0 0,0 1 0,1-1 0,-1 0 0,1-1 0,0 1 0,0-1 0,0 1 0,1-1 0,-1-1 0,1 1 0,0-1 0,-1 1 0,1-1 0,0-1 0,0 1 0,0-1 0,1 1 0,-1-2 0,10 2 0,-8-2-52,0 1-1,0-1 1,1 0-1,-1-1 1,0 0-1,0 0 1,0 0-1,0-1 1,0 0-1,0-1 1,0 0-1,-1 0 1,1 0-1,-1 0 1,0-1-1,0 0 1,0-1-1,-1 1 1,1-1-1,-1 0 1,0 0-1,0-1 1,-1 0-1,0 1 0,7-13 1,-5 2-6774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27.0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0 24575,'-2'1'0,"1"-1"0,0 1 0,0-1 0,0 1 0,0-1 0,0 1 0,0-1 0,0 1 0,0 0 0,0 0 0,0-1 0,0 1 0,1 0 0,-1 0 0,0 0 0,1 0 0,-1 0 0,0 0 0,1 0 0,-1 0 0,1 0 0,0 1 0,-1-1 0,1 0 0,0 0 0,0 0 0,-1 3 0,-4 37 0,5-37 0,-1 14 0,2 0 0,-1 0 0,2 1 0,1-1 0,7 29 0,-2-17 0,0-2 0,-1 1 0,-2 0 0,3 44 0,-6-56 15,0 0 0,7 26 0,-6-33-156,-1 1 0,0-1 0,0 1 0,-1-1 0,0 1 0,-1 0 0,0-1 0,-1 1 0,-1 11 0,-4-6-6685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27.1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24575,'4'0'0,"6"0"0,5 0 0,5 0 0,2 0 0,3 0 0,0 0 0,1 0 0,0 0 0,0 0 0,0 0 0,-1 0 0,0 0 0,-4 4 0,-2 2 0,1 4 0,0-1 0,-2 0-8191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27.4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257 5 24575,'-56'-2'0,"33"0"0,0 2 0,0 0 0,0 2 0,-25 4 0,45-5 0,0 0 0,0-1 0,0 2 0,0-1 0,0 0 0,0 1 0,1-1 0,-1 1 0,0 0 0,1 0 0,-1 0 0,1 0 0,0 0 0,0 0 0,0 1 0,0-1 0,0 1 0,-2 4 0,2-3 0,0 0 0,1 1 0,-1-1 0,1 1 0,0 0 0,0-1 0,1 1 0,-1 0 0,1 0 0,0-1 0,1 8 0,0-5 0,0 0 0,1 0 0,-1-1 0,1 1 0,1-1 0,-1 1 0,1-1 0,0 0 0,0 0 0,1 0 0,0 0 0,0-1 0,0 0 0,1 1 0,0-2 0,0 1 0,7 5 0,8 3 0,-8-6 0,0 0 0,0 0 0,0-1 0,1-1 0,22 7 0,33 9 38,-48-13-389,1-2 1,0-1-1,24 4 0,-24-7-6475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27.6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 24575,'-4'0'0,"2"0"0,7 0 0,5 0 0,7 0 0,4 0 0,-2 0-8191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28.4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26 24575,'-8'0'0,"0"-1"0,0-1 0,1 1 0,-16-6 0,-22-4 0,36 10 0,-1 0 0,0 0 0,0 1 0,0 0 0,0 1 0,0 0 0,-14 4 0,20-3 0,1-1 0,0 0 0,0 1 0,0 0 0,0 0 0,0 0 0,0 0 0,0 0 0,1 0 0,-1 1 0,1-1 0,-1 1 0,1 0 0,0 0 0,0 0 0,1 0 0,-1 0 0,0 0 0,1 0 0,0 1 0,0-1 0,0 0 0,0 1 0,0 5 0,-3 30 0,1-1 0,6 70 0,0-19 0,-4-33 0,3 61 0,-2-113 0,0-1 0,1 1 0,0-1 0,0 1 0,0-1 0,0 0 0,1 1 0,-1-1 0,1 0 0,-1 0 0,1 0 0,0 0 0,1-1 0,-1 1 0,0 0 0,1-1 0,-1 1 0,1-1 0,0 0 0,0 0 0,0 0 0,0 0 0,0-1 0,0 1 0,0-1 0,1 0 0,-1 0 0,0 0 0,1 0 0,-1-1 0,1 1 0,-1-1 0,1 0 0,4 0 0,3 0 0,0-1 0,-1 0 0,1 0 0,-1-1 0,1 0 0,-1-1 0,0 0 0,0-1 0,0 0 0,12-7 0,-13 4 0,0-1 0,-1 1 0,0-1 0,-1-1 0,9-11 0,-9 12 0,-3 0 0,1 1 0,-1-1 0,0 0 0,0 0 0,-1 0 0,0 0 0,1-10 0,1-4 0,4-36 0,-9 55-80,1-1 0,-1 1-1,0 0 1,0-1 0,0 1-1,-1 0 1,1 0 0,-1-1-1,1 1 1,-1 0 0,0 0 0,0 0-1,-1 0 1,1 0 0,0 0-1,-3-4 1,-7-3-6746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28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24575,'1'2'0,"-1"0"0,1 0 0,-1 1 0,1-2 0,0 1 0,0 0 0,0 0 0,0 0 0,0 0 0,0 0 0,0-1 0,1 1 0,-1-1 0,1 1 0,-1-1 0,3 2 0,32 24 0,-23-18 0,11 7 0,1-1 0,1 0 0,0-2 0,1-2 0,0 0 0,48 12 0,-47-15 31,37 19 0,-47-19-269,1 0 0,-1-1 1,1-1-1,0-1 0,21 3 0,-21-7-6588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43.4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24575,'1'27'0,"1"0"0,8 31 0,-5-30 0,3 55 0,-9 283-1365,1-376-5461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43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1 190 24575,'2'-1'0,"0"0"0,0 0 0,0-1 0,-1 1 0,1 0 0,0-1 0,0 1 0,-1-1 0,1 0 0,-1 1 0,1-1 0,-1 0 0,2-3 0,9-10 0,0 5 0,0 0 0,1 1 0,0 0 0,1 1 0,0 1 0,0 0 0,1 1 0,0 0 0,0 1 0,0 1 0,21-4 0,-14 4-227,1-1-1,-1-1 1,0-1-1,0-1 1,32-17-1,-39 18-6598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43.9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24575,'3'1'0,"1"0"0,-1 1 0,1-1 0,-1 1 0,1 0 0,-1 0 0,0 0 0,0 0 0,0 1 0,0-1 0,-1 1 0,1 0 0,3 4 0,15 13 0,-8-13 0,0 0 0,0-1 0,0 0 0,1-1 0,18 4 0,16 6 0,-29-9 0,0-1 0,1-1 0,24 2 0,24 5 0,-42-7-341,0 0 0,1-2-1,32-2 1,-37 0-6485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44.1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56 24575,'0'-2'0,"1"1"0,0-1 0,0 1 0,0-1 0,0 1 0,0-1 0,0 1 0,0-1 0,0 1 0,0 0 0,1 0 0,-1 0 0,0 0 0,1 0 0,-1 0 0,1 0 0,2-1 0,29-13 0,-9 9 0,0 2 0,0 1 0,0 0 0,0 2 0,0 1 0,31 4 0,15-2 0,-21-2-1365,-28 1-5461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44.3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24575,'28'10'0,"-3"-1"0,22-3 0,-1-2 0,91-6 0,-44 0 0,-10 2-1365,-56 0-5461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44.6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24575,'0'4'0,"0"6"0,0 5 0,0 5 0,0 2 0,0 3 0,0 0 0,0 1 0,0 0 0,0 0 0,0-1 0,0 1 0,0-1 0,0 0 0,0 0 0,0-4-8191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44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24575,'0'-5'0,"4"-1"0,6 1 0,1 5 0,-2 2-8191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45.4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24575,'2'29'0,"9"54"0,-6-53 0,3 52 0,-9 8 0,2-115 0,-1-1 0,5-42 0,-4 58 0,1 1 0,1-1 0,0 0 0,0 1 0,1 0 0,0 0 0,0 0 0,8-12 0,-4 12 0,0 1 0,0 0 0,1 0 0,0 0 0,0 1 0,1 0 0,0 1 0,0 0 0,0 1 0,1 0 0,0 1 0,0 0 0,0 0 0,0 1 0,0 1 0,1 0 0,0 0 0,14 0 0,-22 3 0,0-1 0,-1 1 0,1 0 0,-1 0 0,1 0 0,0 1 0,-1-1 0,0 1 0,1 0 0,-1 0 0,0 0 0,0 0 0,0 0 0,0 1 0,0-1 0,-1 1 0,1 0 0,-1 0 0,0 0 0,0 0 0,4 7 0,2 6 0,-1 0 0,-1 1 0,7 26 0,0-1 0,47 96 0,-58-133 0,0 0 0,1-1 0,-1 1 0,1-1 0,0 1 0,0-1 0,1 0 0,-1 0 0,1 0 0,0-1 0,0 1 0,0-1 0,0 0 0,1 0 0,-1-1 0,1 1 0,0-1 0,-1 0 0,9 2 0,-1-1 0,1-1 0,-1 0 0,1-1 0,0-1 0,0 0 0,-1 0 0,14-3 0,-22 2 0,1 0 0,0 0 0,0 0 0,-1 0 0,1-1 0,0 0 0,-1 0 0,0 0 0,1 0 0,-1-1 0,0 1 0,0-1 0,0 0 0,-1-1 0,1 1 0,-1 0 0,0-1 0,0 0 0,0 0 0,0 0 0,-1 0 0,1 0 0,-1-1 0,0 1 0,-1-1 0,1 1 0,-1-1 0,2-9 0,0-7 0,-1 0 0,-1 0 0,0 1 0,-2-1 0,-4-28 0,4 45 0,1 0 0,-1 1 0,1-1 0,-1 1 0,0-1 0,0 1 0,-1-1 0,1 1 0,-1-1 0,0 1 0,0 0 0,0 0 0,0 0 0,0 0 0,-1 0 0,1 1 0,-1-1 0,0 1 0,0 0 0,0-1 0,0 1 0,0 0 0,0 1 0,0-1 0,-1 1 0,1-1 0,-1 1 0,1 0 0,-1 0 0,0 1 0,1-1 0,-1 1 0,0-1 0,1 1 0,-1 1 0,0-1 0,1 0 0,-1 1 0,1 0 0,-1-1 0,0 1 0,-3 2 0,5-1 0,-1-1 0,0 1 0,1 0 0,0 0 0,-1 0 0,1 0 0,0 0 0,0 1 0,0-1 0,0 1 0,1-1 0,-1 1 0,1 0 0,-1 0 0,1-1 0,0 1 0,0 0 0,0 0 0,1 0 0,-1 0 0,1 0 0,-1 5 0,0 11 0,0-1 0,4 31 0,-1-24 0,-2-15 0,0 0 0,1 0 0,1 0 0,0 0 0,4 13 0,-6-21 0,1 0 0,-1-1 0,1 1 0,0 0 0,0-1 0,0 1 0,0-1 0,0 1 0,0-1 0,0 0 0,0 1 0,1-1 0,-1 0 0,0 0 0,1 0 0,-1 0 0,1 0 0,-1 0 0,1 0 0,0 0 0,-1-1 0,1 1 0,0-1 0,0 1 0,-1-1 0,1 0 0,0 1 0,0-1 0,-1 0 0,1 0 0,0 0 0,0-1 0,0 1 0,-1 0 0,1-1 0,0 1 0,0-1 0,2-1 0,0 1-80,-1-1 0,1 0-1,-1 0 1,0-1 0,1 1-1,-1-1 1,0 1 0,0-1-1,-1 0 1,1 0 0,-1 0 0,1-1-1,-1 1 1,0 0 0,0-1-1,2-6 1,2-7-6746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46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24575,'0'499'0,"2"-477"0,1 0 0,1 0 0,1 0 0,0 0 0,2-1 0,9 21 0,17 60 0,-32-99 0,-1-1 0,1 1 0,-1-1 0,1 0 0,0 1 0,0-1 0,0 0 0,0 1 0,1-1 0,-1 0 0,0 0 0,1 0 0,0 0 0,-1 0 0,1 0 0,0-1 0,0 1 0,0-1 0,0 1 0,0-1 0,0 1 0,1-1 0,-1 0 0,0 0 0,1 0 0,-1-1 0,1 1 0,-1-1 0,1 1 0,-1-1 0,1 0 0,-1 0 0,1 0 0,-1 0 0,1 0 0,-1 0 0,1-1 0,-1 1 0,5-2 0,1-1 0,1 0 0,-1 0 0,0-1 0,0 0 0,0 0 0,0-1 0,-1 0 0,1 0 0,-1-1 0,6-6 0,-11 10 0,10-11 0,0 0 0,17-25 0,-25 32 0,-1 0 0,0-1 0,0 1 0,0-1 0,-1 0 0,0 0 0,-1 0 0,1 0 0,0-12 0,-2 15 0,0-49 0,0 52 0,0-1 0,0 1 0,-1-1 0,1 1 0,0 0 0,0-1 0,-1 1 0,1-1 0,-1 1 0,1 0 0,-1-1 0,0 1 0,1 0 0,-1-1 0,0 1 0,0 0 0,0 0 0,0 0 0,0 0 0,0 0 0,0 0 0,0 0 0,0 0 0,-1 0 0,1 1 0,0-1 0,-1 0 0,1 1 0,0-1 0,-2 0 0,1 2 0,0-1 0,0 0 0,1 1 0,-1-1 0,0 1 0,0-1 0,1 1 0,-1 0 0,1 0 0,-1 0 0,1 0 0,-1 0 0,1 0 0,0 0 0,-1 0 0,1 1 0,0-1 0,0 0 0,0 1 0,0-1 0,0 1 0,0-1 0,0 1 0,0 0 0,1-1 0,-2 4 0,-1 4 0,0 0 0,1 0 0,-2 16 0,1-10 0,2 0 0,0 0 0,1 0 0,0 0 0,5 27 0,-4-37 0,0-1 0,0 0 0,0 1 0,1-1 0,0 0 0,0 0 0,0 0 0,0 0 0,1 0 0,-1-1 0,1 1 0,0-1 0,0 0 0,0 1 0,1-1 0,-1-1 0,1 1 0,0 0 0,-1-1 0,1 0 0,0 0 0,0 0 0,7 2 0,-5-2-57,0 0 0,0-1 1,1 1-1,-1-1 0,0 0 0,1-1 0,-1 0 0,0 0 0,1 0 0,-1-1 0,0 0 1,1 0-1,-1 0 0,0-1 0,0 0 0,0 0 0,0-1 0,-1 1 0,1-1 1,0-1-1,-1 1 0,0-1 0,8-6 0,0-4-6769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46.2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24575,'2'1'0,"1"1"0,0 0 0,-1-1 0,0 1 0,0 0 0,1 0 0,-1 0 0,0 1 0,0-1 0,-1 0 0,1 1 0,1 3 0,4 3 0,48 60 0,73 80 0,-117-137-1365,-2 0-5461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46.4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152 1 24575,'-4'0'0,"-6"0"0,-5 0 0,-1 4 0,0 2 0,1 4 0,3 4 0,5 4 0,-2-1 0,2 1 0,1 2 0,-3-3 0,1 0 0,1 1 0,2 3 0,2 1 0,1 1 0,2-3-8191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47.2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182 1 24575,'-5'0'0,"-9"0"0,0 0 0,0 0 0,1 2 0,-26 5 0,35-6 0,0 1 0,0-1 0,0 1 0,0 0 0,0 0 0,1 1 0,-1-1 0,1 1 0,-1 0 0,1 0 0,0 0 0,0 0 0,0 0 0,1 1 0,-1 0 0,1-1 0,0 1 0,0 0 0,-3 6 0,1 6 0,0-1 0,1 1 0,1 0 0,0-1 0,1 1 0,0 0 0,2 0 0,0 0 0,1 0 0,6 26 0,-7-36 0,2-1 0,-1 1 0,1 0 0,-1-1 0,2 1 0,-1-1 0,0 0 0,1 0 0,0 0 0,1 0 0,-1-1 0,1 0 0,-1 0 0,1 0 0,0 0 0,1-1 0,-1 0 0,1 0 0,-1 0 0,1-1 0,0 1 0,0-2 0,0 1 0,0-1 0,0 1 0,1-2 0,-1 1 0,12-1 0,-10 0 0,1 0 0,-1-1 0,0 0 0,1 0 0,-1-1 0,0 0 0,0 0 0,0-1 0,0 0 0,-1-1 0,1 1 0,-1-2 0,0 1 0,0-1 0,0 0 0,-1 0 0,1-1 0,-1 1 0,-1-2 0,1 1 0,5-9 0,-3 1 0,0 0 0,0 0 0,-2-1 0,0 0 0,0 0 0,-1 0 0,-1-1 0,-1 0 0,3-30 0,-1 106 0,-4-54 0,0 0 0,0-1 0,1 1 0,0-1 0,0 1 0,1-1 0,-1 0 0,1 0 0,1 0 0,5 7 0,-4-6 0,6 6 0,0-1 0,0 0 0,1-1 0,26 17 0,-35-25 0,0 0 0,0-1 0,0 1 0,0-1 0,0 0 0,0 0 0,0 0 0,0 0 0,0-1 0,1 1 0,-1-1 0,0 0 0,0 0 0,1 0 0,-1-1 0,0 1 0,0-1 0,1 1 0,-1-1 0,0 0 0,0 0 0,0 0 0,0-1 0,0 1 0,0-1 0,-1 0 0,1 0 0,-1 0 0,1 0 0,4-4 0,-4 1 0,0 1 0,0 0 0,0-1 0,-1 0 0,1 1 0,-1-1 0,0 0 0,-1 0 0,2-7 0,-1 6 0,-1 1 0,1 0 0,0-1 0,0 1 0,0 0 0,1 0 0,6-8 0,-9 13 0,1-1 0,0 0 0,-1 1 0,1-1 0,-1 1 0,1 0 0,0-1 0,0 1 0,-1 0 0,1-1 0,0 1 0,0 0 0,0 0 0,-1 0 0,1-1 0,0 1 0,0 0 0,0 0 0,-1 0 0,1 0 0,0 0 0,0 1 0,0-1 0,-1 0 0,1 0 0,0 0 0,0 1 0,-1-1 0,1 0 0,0 1 0,0-1 0,-1 1 0,1-1 0,-1 1 0,1-1 0,0 1 0,-1 0 0,1-1 0,-1 1 0,1-1 0,-1 1 0,1 0 0,-1 0 0,0-1 0,1 2 0,24 42 0,-18-31 0,-5-10 7,0 0 0,1 1 0,0-2 0,-1 1 0,1 0 1,0 0-1,1-1 0,-1 0 0,0 0 0,1 0 0,-1 0 0,1 0 0,0 0 0,-1-1 0,1 0 0,6 1 0,-4 0-156,0-1 1,0-1-1,1 1 1,-1-1-1,1 0 1,-1-1-1,0 1 1,1-1-1,8-3 1,2-2-6678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47.4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1 24575,'-6'0'0,"-1"-1"0,-1 1 0,1 0 0,0 1 0,-1 0 0,-13 4 0,19-4 0,-1 0 0,1 0 0,0 0 0,0 0 0,0 1 0,0-1 0,0 1 0,1-1 0,-1 1 0,0 0 0,1 0 0,-1 0 0,1 0 0,0 0 0,-1 0 0,1 0 0,0 0 0,0 0 0,1 0 0,-1 1 0,0-1 0,0 3 0,-1 3 10,1 1 0,0-1 0,1 0 0,-1 0 0,1 0 0,1 0 0,0 1 0,0-1 0,0 0 0,1 0 0,3 10 0,-4-16-52,1 1-1,-1 0 1,0-1-1,0 1 1,1-1-1,0 1 1,-1-1 0,1 0-1,0 0 1,0 0-1,0 0 1,1 0-1,-1 0 1,0 0 0,1-1-1,-1 1 1,1-1-1,-1 1 1,1-1-1,0 0 1,-1 0 0,1-1-1,0 1 1,0 0-1,0-1 1,0 0-1,0 1 1,0-1 0,0 0-1,-1-1 1,1 1-1,0-1 1,0 1-1,3-2 1,10-3-6784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47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24575,'4'4'0,"6"1"0,2 5 0,-3 4 0,3 0 0,-1 2 0,1-1 0,4-5 0,-2 2 0,-3 2 0,2-1 0,1-3 0,0-7 0,-3-8 0,-4-4-8191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47.8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24575,'80'-2'0,"90"4"0,-140 3 0,0 1 0,30 10 0,-54-15 0,4 2 0,0 0 0,0 1 0,0 0 0,-1 1 0,1 0 0,-1 0 0,0 1 0,13 10 0,-20-14 0,1 1 0,-1-1 0,0 0 0,-1 0 0,1 1 0,0 0 0,-1-1 0,1 1 0,-1 0 0,0-1 0,0 1 0,0 0 0,0 0 0,0 0 0,-1 0 0,1 0 0,-1 0 0,0 0 0,0 0 0,0 0 0,0 0 0,0 0 0,-1 0 0,0 0 0,1 0 0,-1 0 0,0 0 0,0 0 0,-1 0 0,1-1 0,-1 1 0,1 0 0,-1-1 0,-2 3 0,-2 3 15,0 0 0,-1-1 0,0 0 0,-1-1 0,1 1 0,-1-1 0,-14 8 0,-1-2-758,-41 18 1,43-22-6084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8:59.4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157 382 24575,'-28'-9'0,"4"-1"0,18 9 0,0 0 0,0 0 0,1 1 0,-1-1 0,0 1 0,0 1 0,0-1 0,-8 2 0,12-1 0,0 0 0,0 0 0,0 0 0,0 0 0,0 0 0,0 0 0,0 1 0,0-1 0,1 1 0,-1-1 0,0 1 0,1-1 0,-1 1 0,1 0 0,0 0 0,0 0 0,-1 0 0,1 0 0,0 0 0,1 0 0,-1 0 0,0 0 0,1 1 0,-1 2 0,-2 8 0,1 0 0,1 1 0,0-1 0,1 0 0,0 0 0,1 1 0,0-1 0,1 0 0,1 0 0,7 21 0,-9-31 0,1 0 0,0 0 0,0 0 0,1-1 0,-1 1 0,0-1 0,1 0 0,-1 0 0,1 0 0,0 0 0,0 0 0,0 0 0,0-1 0,0 1 0,0-1 0,0 0 0,0 0 0,1 0 0,-1 0 0,0-1 0,7 1 0,9 0 0,0 0 0,34-4 0,-21 1 0,-22 2 0,1-1 0,-1 0 0,1 0 0,-1-1 0,1-1 0,-1 1 0,0-2 0,0 1 0,-1-1 0,1-1 0,16-10 0,-1-2 0,-1 0 0,-1-2 0,-1-1 0,0-1 0,-1-1 0,-2-1 0,0 0 0,23-40 0,-34 48 0,-1 0 0,-1 0 0,0 0 0,-1-1 0,-1 0 0,0 0 0,-1-1 0,-1 1 0,0-1 0,-2 1 0,0-1 0,0 1 0,-2-1 0,0 1 0,-7-28 0,7 40 0,0 0 0,0 0 0,-1 1 0,1-1 0,-1 1 0,0 0 0,0 0 0,0 0 0,0 0 0,0 0 0,-1 1 0,1-1 0,-1 1 0,0 0 0,0 0 0,0 0 0,0 1 0,0-1 0,0 1 0,0 0 0,0 0 0,-1 1 0,-7-1 0,7 0 0,0 1 0,0 0 0,0 0 0,0 0 0,1 0 0,-1 1 0,0 0 0,0 0 0,0 0 0,1 1 0,-1-1 0,0 1 0,1 0 0,-1 1 0,1-1 0,0 1 0,0-1 0,0 1 0,0 1 0,-5 5 0,4-1 0,1-1 0,0 2 0,1-1 0,0 0 0,0 1 0,1-1 0,0 1 0,0 0 0,1 0 0,-1 14 0,2 7 0,6 54 0,-5-72 0,1-1 0,0 1 0,1-1 0,0 1 0,1-1 0,1 0 0,0 0 0,0 0 0,1-1 0,0 0 0,1 0 0,12 15 0,39 41 0,-55-61 0,1-1 0,0 0 0,-1 0 0,1-1 0,0 1 0,1-1 0,-1 0 0,1 0 0,-1 0 0,1-1 0,0 1 0,0-1 0,0 0 0,0-1 0,0 1 0,0-1 0,1 0 0,-1 0 0,7-1 0,-5 1 0,0-1 0,-1 1 0,1-2 0,0 1 0,0-1 0,-1 0 0,1-1 0,9-3 0,-12 4 0,0-1 0,0-1 0,-1 1 0,1 0 0,-1-1 0,1 0 0,-1 0 0,0 0 0,0 0 0,-1 0 0,1-1 0,-1 1 0,1-1 0,2-6 0,1-2 0,0-1 0,-1 0 0,0-1 0,3-19 0,-4 29 0,1 11 0,2 10 0,-5-11 0,15 46 0,-16-50 0,-1 0 0,1-1 0,0 1 0,0 0 0,0-1 0,0 1 0,0-1 0,0 1 0,0-1 0,1 0 0,-1 1 0,0-1 0,1 0 0,-1 0 0,1 0 0,-1 0 0,1 0 0,0 0 0,-1-1 0,1 1 0,0 0 0,-1-1 0,1 1 0,0-1 0,3 0 0,-3 0 4,-1-1 1,1 0-1,0 0 0,-1 0 0,1 0 1,0 0-1,-1 0 0,1-1 0,-1 1 0,0 0 1,1-1-1,-1 1 0,0-1 0,0 0 0,0 1 1,1-4-1,15-16-75,-16 20 23,-1 1 1,1-1 0,0 1 0,-1 0 0,1-1 0,0 1 0,-1 0 0,1-1 0,0 1 0,-1 0 0,1 0-1,0-1 1,0 1 0,-1 0 0,1 0 0,0 0 0,0 0 0,-1 0 0,1 0 0,0 0 0,0 1 0,-1-1-1,1 0 1,0 0 0,0 1 0,-1-1 0,1 0 0,1 1 0,5 5-6779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9:00.1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0 24575,'0'0'0,"-1"0"0,1 0 0,-1 0 0,1 0 0,-1 0 0,1 0 0,0 0 0,-1 0 0,1 0 0,-1 1 0,1-1 0,-1 0 0,1 0 0,0 0 0,-1 1 0,1-1 0,-1 0 0,1 0 0,0 1 0,-1-1 0,1 0 0,0 1 0,-1-1 0,1 0 0,0 1 0,0-1 0,-1 0 0,1 1 0,0-1 0,0 1 0,0-1 0,0 1 0,-1-1 0,1 0 0,0 1 0,0-1 0,0 1 0,0-1 0,0 1 0,0-1 0,0 1 0,0-1 0,0 1 0,0-1 0,1 0 0,-1 1 0,0-1 0,0 1 0,0-1 0,0 1 0,1-1 0,-1 0 0,0 1 0,0-1 0,1 0 0,-1 1 0,0-1 0,1 1 0,17 22 0,-10-18 0,-1 0 0,1-1 0,0 0 0,0 0 0,0 0 0,10 2 0,-7-3 0,0 1 0,-1 1 0,12 6 0,-8-2 0,0-1 0,0-1 0,1 0 0,0 0 0,1-2 0,18 5 0,-12-4 0,38 16 0,-14-5 0,-44-17 0,-1 1 0,1-1 0,-1 0 0,0 1 0,1-1 0,-1 1 0,0-1 0,0 1 0,1 0 0,-1 0 0,0-1 0,0 1 0,0 0 0,0 0 0,0 0 0,0 0 0,0 0 0,0 0 0,0 0 0,-1 1 0,1-1 0,0 0 0,0 3 0,-1-3 0,0 1 0,0-1 0,-1 0 0,1 1 0,0-1 0,-1 0 0,0 0 0,1 1 0,-1-1 0,0 0 0,1 0 0,-1 0 0,0 0 0,0 0 0,0 0 0,0 0 0,0 0 0,0 0 0,-2 1 0,-3 2 0,1 0 0,-1-1 0,-1 0 0,1 0 0,-1 0 0,1 0 0,-1-1 0,-10 2 0,15-4-114,-1 0 1,1 1-1,0-1 0,0 0 0,0-1 1,0 1-1,0 0 0,0-1 0,-1 1 1,1-1-1,-3-1 0,-1-3-6712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9:00.3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0 24575,'0'351'0,"1"-348"-52,-1 0-1,0 0 1,0 0-1,0-1 1,0 1-1,0 0 1,-1 0-1,1 0 1,-1 0-1,1 0 1,-1-1-1,0 1 1,0 0-1,-1-1 1,1 1-1,0 0 1,-1-1-1,0 0 1,1 1-1,-1-1 1,0 0-1,0 0 0,-1 0 1,1 0-1,-4 2 1,-9 2-6774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9:01.3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49 24575,'28'-10'0,"-4"1"0,23 3 0,0 3 0,89 4 0,-43 1 0,-41 0 0,-27-1 0,1-1 0,36-3 0,-62 3 0,0 0 0,0 0 0,1 0 0,-1 0 0,0 0 0,1 0 0,-1 0 0,0 0 0,0 0 0,1 0 0,-1 0 0,0 0 0,1 0 0,-1 0 0,0 0 0,0 0 0,1-1 0,-1 1 0,0 0 0,1 0 0,-1 0 0,0 0 0,0 0 0,0-1 0,1 1 0,-1 0 0,0 0 0,0 0 0,1-1 0,-1 1 0,0 0 0,0 0 0,0-1 0,0 1 0,0 0 0,0 0 0,1-1 0,-1 1 0,0 0 0,0-1 0,-12-6 0,-21-2 0,29 8 0,0 1 0,0 0 0,0 0 0,0 0 0,0 0 0,1 1 0,-1-1 0,0 1 0,0 0 0,0 0 0,1 0 0,-1 1 0,1 0 0,-1-1 0,1 1 0,-1 0 0,1 0 0,0 1 0,0-1 0,0 1 0,0 0 0,1-1 0,-1 1 0,1 0 0,0 1 0,-1-1 0,1 0 0,-2 6 0,2-4 0,1-1 0,0 1 0,-1-1 0,2 1 0,-1 0 0,0 0 0,1-1 0,0 1 0,0 0 0,1 0 0,-1-1 0,1 1 0,0 0 0,0-1 0,1 1 0,-1-1 0,1 1 0,0-1 0,0 0 0,0 1 0,1-1 0,0 0 0,4 4 0,-3-4 0,0 0 0,1-1 0,0 1 0,-1-1 0,1-1 0,0 1 0,1-1 0,-1 0 0,0 0 0,1 0 0,-1-1 0,1 1 0,0-1 0,-1-1 0,11 1 0,9-1 0,0 0 0,28-5 0,-48 4 0,0 0 0,1 0 0,-1-1 0,-1 1 0,1-1 0,0 0 0,0-1 0,-1 1 0,1-1 0,-1 0 0,0 0 0,0 0 0,0 0 0,0-1 0,0 0 0,-1 0 0,0 0 0,1 0 0,-2 0 0,1-1 0,0 1 0,-1-1 0,0 0 0,0 0 0,0 0 0,-1 0 0,2-7 0,-3 10 0,0 1 0,1-1 0,-1 0 0,1 0 0,0 0 0,0 0 0,0 0 0,0 0 0,0 1 0,0-1 0,0 0 0,2-1 0,3 6 0,-2 15 0,-3 56 0,-1-44 0,0-25 0,0-9 0,-1-5 0,2-1 0,-1 0 0,1 0 0,1 1 0,0-1 0,0 0 0,1 1 0,0 0 0,1 0 0,5-10 0,-6 14 0,0 1 0,0-1 0,0 1 0,1 0 0,0 0 0,0 0 0,0 0 0,0 1 0,0 0 0,1 0 0,0 0 0,-1 0 0,1 1 0,0 0 0,0 0 0,1 0 0,-1 0 0,0 1 0,10-2 0,32 0 0,90 4 0,-44 2 0,-72-1 0,-1 1 0,1 1 0,-1 0 0,0 2 0,31 12 0,19 5 0,-22-8 0,-33-9 0,0-1 0,1-1 0,-1 0 0,27 2 0,60 7 0,-69-8 0,56 3 0,-81-8 0,42-2 0,-48 2 0,-1 0 0,0 0 0,1 0 0,-1 0 0,0-1 0,0 1 0,1 0 0,-1-1 0,0 1 0,0-1 0,1 0 0,-1 1 0,0-1 0,0 0 0,0 1 0,0-1 0,0 0 0,0 0 0,0 0 0,0 0 0,0 0 0,-1 0 0,1 0 0,0-1 0,-1 1 0,1 0 0,-1 0 0,1 0 0,-1-1 0,1 0 0,-1 1 0,0 0 0,-1 0 0,1 0 0,0 0 0,0 1 0,-1-1 0,1 0 0,-1 0 0,1 0 0,-1 1 0,1-1 0,-1 0 0,1 1 0,-1-1 0,1 0 0,-1 1 0,0-1 0,0 1 0,1-1 0,-1 1 0,0-1 0,0 1 0,0-1 0,-1 1 0,-26-10 0,17 7 0,-10-3 0,0 0 0,0 2 0,-1 1 0,1 0 0,-1 1 0,1 2 0,-41 3 0,59-2 0,0-1 0,1 1 0,-1-1 0,1 1 0,-1 0 0,1 0 0,-1 0 0,1 0 0,0 1 0,0-1 0,-1 0 0,1 1 0,0 0 0,0-1 0,0 1 0,1 0 0,-1 0 0,0 0 0,1 0 0,-1 1 0,1-1 0,0 0 0,0 1 0,-1-1 0,2 0 0,-1 1 0,0-1 0,0 1 0,1 0 0,0-1 0,-1 1 0,1-1 0,0 1 0,0 0 0,1 3 0,-1-2 0,0 0 0,1-1 0,-1 1 0,1-1 0,0 1 0,0-1 0,1 1 0,-1-1 0,0 1 0,1-1 0,0 0 0,0 0 0,0 0 0,0 0 0,1 0 0,-1 0 0,1-1 0,-1 1 0,1-1 0,0 0 0,0 0 0,0 0 0,0 0 0,0 0 0,6 2 0,-2-3 0,-1 1 0,1-1 0,0 0 0,0 0 0,0-1 0,0 0 0,0 0 0,-1-1 0,1 0 0,9-2 0,-13 2 0,1 0 0,-1 0 0,0 0 0,1-1 0,-1 0 0,0 0 0,0 0 0,0 0 0,0 0 0,0 0 0,-1-1 0,1 1 0,-1-1 0,0 0 0,1 0 0,-1 0 0,0 0 0,-1 0 0,1 0 0,0-1 0,0-3 0,10-31-1365,-5 23-5461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9:01.6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1 24575,'-1'60'0,"3"83"0,0-123 0,1-1 0,0 1 0,2-1 0,0 1 0,9 20 0,-3-9 0,10 48 0,-19-71 0,-1-6-41,-1-1 0,1 1-1,0 0 1,-1 0-1,0 0 1,1 0 0,-1 0-1,0 0 1,0 0 0,0 0-1,0 0 1,0 0-1,-1 0 1,1 0 0,-1 0-1,1 0 1,-1 0 0,0 0-1,1 0 1,-1 0-1,0-1 1,0 1 0,-1 0-1,1-1 1,0 1 0,0-1-1,-1 1 1,1-1-1,-1 1 1,1-1 0,-1 0-1,-2 2 1,-12 2-6785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9:01.9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28 24575,'0'-1'0,"0"0"0,1 0 0,-1 0 0,1-1 0,-1 1 0,1 0 0,0 0 0,-1 1 0,1-1 0,0 0 0,0 0 0,0 0 0,0 0 0,0 1 0,0-1 0,0 0 0,0 1 0,0-1 0,0 1 0,0-1 0,0 1 0,0 0 0,0-1 0,0 1 0,0 0 0,1 0 0,1 0 0,38-5 0,-37 5 0,55-3 0,85 6 0,-77 9 0,-49-8 0,1-1 0,27 2 0,-13-4 0,-24-1 0,-25-1 0,-7 1 0,3-1 0,0 1 0,0 1 0,-1 0 0,-33 8 0,49-8 0,0 1 0,0 0 0,0-1 0,1 2 0,-1-1 0,0 1 0,1-1 0,0 1 0,-1 0 0,1 1 0,0-1 0,1 1 0,-1 0 0,1 0 0,-1 0 0,1 0 0,1 0 0,-1 1 0,0-1 0,1 1 0,0 0 0,0 0 0,-2 8 0,2-3 0,0 0 0,0 1 0,1-1 0,0 0 0,1 1 0,0-1 0,1 0 0,2 15 0,-2-19 0,1-1 0,-1 0 0,1 0 0,0 0 0,0 0 0,1 0 0,-1 0 0,1 0 0,0-1 0,0 1 0,1-1 0,-1 0 0,1 0 0,0 0 0,0-1 0,1 1 0,6 3 0,10 6-455,1-2 0,35 13 0,-40-18-6371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9:02.1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25 24575,'-4'0'0,"2"0"0,7 0 0,6 0 0,5 0 0,1-4 0,1-2 0,2 1 0,1 0 0,2 2 0,-3 1-8191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9:03.0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328 509 24575,'0'-7'0,"1"-1"0,0 1 0,0 0 0,4-12 0,-3 14 0,0 0 0,-1-1 0,0 1 0,0-1 0,0 1 0,-1-1 0,0 0 0,0 1 0,-2-12 0,1 13 0,-1-1 0,1 1 0,-1 0 0,-1-1 0,1 1 0,0 0 0,-1 0 0,0 0 0,0 1 0,0-1 0,-1 1 0,1 0 0,-1-1 0,0 2 0,1-1 0,-1 0 0,-1 1 0,1-1 0,0 1 0,-1 1 0,1-1 0,-1 0 0,-7-1 0,-4 0 0,1 0 0,-1 1 0,0 0 0,0 1 0,1 1 0,-18 2 0,27-1 0,0 0 0,1-1 0,0 2 0,-1-1 0,1 1 0,0 0 0,0 0 0,0 0 0,0 1 0,0-1 0,0 1 0,1 1 0,-1-1 0,1 1 0,0-1 0,0 1 0,0 0 0,1 1 0,-6 7 0,4-4 0,1 0 0,0 1 0,1 0 0,0-1 0,1 1 0,-1 0 0,2 0 0,-1 0 0,1 1 0,0-1 0,1 10 0,1-6 0,-2-1 0,1 0 0,1 0 0,0 0 0,1 0 0,5 17 0,-6-26 0,0 0 0,1 0 0,-1 0 0,1 0 0,-1 0 0,1-1 0,0 1 0,0-1 0,0 1 0,1-1 0,-1 0 0,0 0 0,1 0 0,-1 0 0,1 0 0,0-1 0,0 1 0,0-1 0,0 0 0,0 0 0,0 0 0,0 0 0,0 0 0,0-1 0,6 1 0,29 1 0,57-4 0,-27 0 0,-54 1 0,0-1 0,-1 0 0,1-1 0,-1 0 0,0-1 0,0-1 0,0 0 0,0-1 0,13-8 0,10-8 0,56-44 0,-81 57 0,1-1 0,-1 0 0,-1-1 0,0 0 0,0 0 0,-1-1 0,-1 0 0,0-1 0,0 0 0,-2 0 0,1 0 0,5-21 0,-5 10 0,-1 0 0,-1 0 0,-1-1 0,1-41 0,-5 56 0,0 1 0,-1-1 0,0 0 0,-1 1 0,0 0 0,-1-1 0,0 1 0,0 0 0,-1 0 0,0 1 0,0-1 0,-1 1 0,0 0 0,-1 0 0,-7-8 0,12 15 0,0 0 0,1 0 0,-1 0 0,0 0 0,0 0 0,0 0 0,0 0 0,0 0 0,0 1 0,0-1 0,0 0 0,0 1 0,0-1 0,-1 1 0,1-1 0,0 1 0,0 0 0,-1-1 0,1 1 0,0 0 0,-3 0 0,3 0 0,0 1 0,0-1 0,1 1 0,-1 0 0,0-1 0,0 1 0,0 0 0,1-1 0,-1 1 0,0 0 0,1 0 0,-1 0 0,0 0 0,1-1 0,-1 1 0,1 0 0,0 0 0,-1 0 0,1 0 0,-1 2 0,-1 7 0,0 0 0,1 0 0,0 0 0,1 11 0,-1 25 0,5 164 0,20-71 0,-22-139 0,1 0 0,-1 1 0,0-1 0,0 0 0,1 0 0,-1 0 0,0 0 0,0-1 0,0 1 0,0-1 0,1 1 0,-1-1 0,0 0 0,3-1 0,8-2 0,2 1 0,-1 1 0,0 0 0,1 1 0,26 1 0,-37 1 0,-1-1 0,1 1 0,0-1 0,-1 1 0,1 0 0,-1 1 0,1-1 0,-1 0 0,1 1 0,-1 0 0,0 0 0,0 0 0,0 0 0,0 0 0,0 1 0,0-1 0,-1 1 0,1 0 0,-1 0 0,0 0 0,0 0 0,0 0 0,3 7 0,-2-1 20,1 0 0,1 0 0,0 0 0,0 0 0,9 11 0,-11-17-113,0 0 0,0 0 1,0 0-1,0-1 0,1 1 0,-1-1 0,1 0 0,0 0 1,-1 0-1,1 0 0,0-1 0,0 0 0,0 1 1,0-2-1,7 2 0,8 0-6733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9:03.7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 54 24575,'0'0'0,"0"-1"0,0 1 0,0-1 0,0 1 0,0-1 0,0 1 0,0-1 0,0 0 0,0 1 0,0-1 0,0 1 0,0-1 0,-1 1 0,1-1 0,0 1 0,0-1 0,-1 1 0,1-1 0,0 1 0,-1-1 0,1 1 0,0-1 0,-1 1 0,1 0 0,-1-1 0,1 1 0,-1 0 0,1-1 0,-1 1 0,1 0 0,-1 0 0,1-1 0,-1 1 0,1 0 0,-1 0 0,0 0 0,1 0 0,-1 0 0,1 0 0,-1 0 0,1 0 0,-1 0 0,0 0 0,1 0 0,-1 0 0,1 0 0,-1 0 0,1 1 0,-2-1 0,1 1 0,-1-1 0,1 1 0,-1 0 0,1 0 0,-1-1 0,1 1 0,-1 0 0,1 0 0,0 1 0,-1-1 0,1 0 0,0 0 0,0 1 0,0-1 0,0 0 0,-1 3 0,1-2 0,1 1 0,-1 0 0,1-1 0,0 1 0,0 0 0,0 0 0,0-1 0,0 1 0,0 0 0,1-1 0,0 1 0,-1 0 0,1-1 0,0 1 0,0-1 0,3 5 0,-4-6 0,0 0 0,1 0 0,0 0 0,-1-1 0,1 1 0,-1 0 0,1 0 0,0 0 0,0-1 0,-1 1 0,1 0 0,0-1 0,0 1 0,0 0 0,0-1 0,0 1 0,0-1 0,0 0 0,0 1 0,0-1 0,0 0 0,0 0 0,0 1 0,0-1 0,0 0 0,0 0 0,0 0 0,0 0 0,0 0 0,0 0 0,0-1 0,0 1 0,0 0 0,0-1 0,0 1 0,0 0 0,0-1 0,0 1 0,0-1 0,0 1 0,0-1 0,0 0 0,-1 1 0,3-3 0,-1 1 0,0-1 0,1 0 0,-1 0 0,0 0 0,0 0 0,-1 0 0,1 0 0,-1-1 0,1 1 0,-1 0 0,0-1 0,0 1 0,0-8 0,-1 8 0,0 1 0,1-1 0,-1 1 0,1-1 0,-1 0 0,1 1 0,0-1 0,0 1 0,0-1 0,0 1 0,0 0 0,1-1 0,-1 1 0,1 0 0,0 0 0,-1 0 0,1 0 0,0 0 0,0 0 0,0 1 0,0-1 0,1 1 0,-1-1 0,0 1 0,1 0 0,-1 0 0,0 0 0,5-1 0,-3 1 0,1 0 0,-1 0 0,0 0 0,1 1 0,-1 0 0,0 0 0,1 0 0,-1 0 0,0 1 0,1-1 0,-1 1 0,0 0 0,0 1 0,0-1 0,0 1 0,0 0 0,0 0 0,0 0 0,0 0 0,-1 1 0,1-1 0,-1 1 0,4 3 0,-2 1 0,1 0 0,-1 0 0,-1 0 0,1 0 0,-1 1 0,0-1 0,-1 1 0,0 0 0,0 1 0,3 14 0,-6-20 0,1 2 0,0 1 0,1-1 0,-1 0 0,1 1 0,0-1 0,5 8 0,-7-13 0,0 0 0,0 1 0,1-1 0,-1 0 0,0 0 0,0 0 0,0 0 0,1 0 0,-1 0 0,0 0 0,0 0 0,0 0 0,1 0 0,-1 0 0,0 0 0,0 0 0,0 0 0,0 0 0,1 0 0,-1-1 0,0 1 0,0 0 0,0 0 0,1 0 0,-1 0 0,0 0 0,0 0 0,0 0 0,0-1 0,0 1 0,1 0 0,-1 0 0,0 0 0,0 0 0,0-1 0,0 1 0,0 0 0,0 0 0,0 0 0,0 0 0,0-1 0,0 1 0,0 0 0,0 0 0,0 0 0,0-1 0,0 1 0,0 0 0,0 0 0,0 0 0,0-1 0,0 1 0,0 0 0,0 0 0,0 0 0,0-1 0,0 1 0,0 0 0,0 0 0,2-15 0,-2-10 0,0 17 0,0-1 0,1 1 0,0-1 0,0 0 0,1 1 0,3-13 0,-3 18 0,-1 1 0,0 0 0,0 0 0,1 0 0,-1 0 0,1 0 0,0 0 0,0 0 0,0 1 0,-1-1 0,1 1 0,1-1 0,-1 1 0,0 0 0,0-1 0,0 1 0,1 1 0,-1-1 0,1 0 0,-1 0 0,0 1 0,1-1 0,-1 1 0,1 0 0,0 0 0,-1 0 0,4 0 0,-3 0 0,1 0 0,-1 1 0,0-1 0,0 1 0,1-1 0,-1 1 0,0 0 0,0 0 0,0 1 0,0-1 0,0 0 0,0 1 0,0 0 0,-1 0 0,1 0 0,-1 0 0,5 4 0,-4-2 0,0 0 0,-1 0 0,1 0 0,-1 1 0,0-1 0,0 1 0,0-1 0,-1 1 0,1 0 0,-1-1 0,0 7 0,1-2 0,-2 0 0,0 0 0,0 1 0,0-1 0,-1 0 0,-1 0 0,1 1 0,-2-1 0,1 0 0,-1-1 0,0 1 0,-7 12 0,-7 2 18,-1 0-1,0-1 0,-2-1 1,0-1-1,-33 24 0,-36 38-1486,77-70-5357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9:03.9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45 23 24575,'0'-5'0,"-4"0"0,-6-1 0,-5 2 0,-1 1-8191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9:07.4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382 552 24575,'0'0'0,"-1"-1"0,1 1 0,0 0 0,-1 0 0,1 0 0,0 0 0,0-1 0,-1 1 0,1 0 0,0 0 0,0-1 0,-1 1 0,1 0 0,0 0 0,0-1 0,0 1 0,-1 0 0,1-1 0,0 1 0,0 0 0,0 0 0,0-1 0,0 1 0,0 0 0,0-1 0,0 1 0,0 0 0,0-1 0,0 1 0,0 0 0,0-1 0,0 1 0,0 0 0,0-1 0,0 1 0,0 0 0,0-1 0,1 1 0,-1 0 0,0-1 0,0 1 0,0 0 0,0 0 0,1-1 0,-1 1 0,0 0 0,0 0 0,1-1 0,-1 1 0,0 0 0,0 0 0,1 0 0,-1 0 0,0-1 0,1 1 0,-1 0 0,0 0 0,1 0 0,-1 0 0,0 0 0,1 0 0,-1 0 0,0 0 0,1 0 0,-1 0 0,0 0 0,1 0 0,-1 0 0,1 0 0,-22-18 0,10 14 0,0 0 0,0 0 0,0 1 0,-1 0 0,1 1 0,-1 1 0,0 0 0,1 0 0,-1 1 0,0 0 0,0 1 0,1 1 0,-1 0 0,1 0 0,-16 6 0,14 0 0,0 1 0,0 0 0,1 1 0,1 0 0,-1 1 0,-11 15 0,1-3 0,17-17 0,0 1 0,0 0 0,1 0 0,0 0 0,0 0 0,1 1 0,0-1 0,0 1 0,0 0 0,1 0 0,0 0 0,0 11 0,0-9 0,2-1 0,-1 1 0,1 0 0,1-1 0,0 1 0,0-1 0,1 1 0,0-1 0,1 1 0,4 11 0,-4-17 0,-1 0 0,1-1 0,0 1 0,0-1 0,1 0 0,-1 0 0,1 0 0,0 0 0,0 0 0,-1-1 0,2 0 0,-1 0 0,0 0 0,0 0 0,1 0 0,-1-1 0,8 1 0,6 2 0,0-1 0,0 0 0,20-1 0,-25-1 0,1-1 0,0-1 0,0 0 0,27-6 0,-34 4 0,0 1 0,0-1 0,0 0 0,0-1 0,-1 0 0,1 0 0,-1 0 0,0-1 0,0 0 0,9-9 0,5-6 0,-1-1 0,-1 0 0,-1-1 0,0-1 0,17-34 0,-19 26 0,-8 20 0,-1-1 0,-1-1 0,8-24 0,-5 8 0,-2 0 0,-1 0 0,2-56 0,-5-14 0,-6-127 0,-7 182 0,10 42 0,0-1 0,0 1 0,0 0 0,0-1 0,-1 1 0,1 0 0,-1 0 0,1 0 0,-1 0 0,0 0 0,0 0 0,0 0 0,0 0 0,-3-1 0,4 3 0,1 0 0,-1 0 0,1 0 0,-1 1 0,1-1 0,-1 0 0,1 0 0,-1 0 0,1 1 0,-1-1 0,1 0 0,-1 1 0,1-1 0,-1 0 0,1 1 0,-1-1 0,1 1 0,0-1 0,-1 0 0,1 1 0,0-1 0,-1 1 0,1-1 0,0 1 0,0-1 0,-1 1 0,1 0 0,0-1 0,0 1 0,0-1 0,0 1 0,0-1 0,0 1 0,0-1 0,0 1 0,0 0 0,0-1 0,0 2 0,-2 27 0,2-27 0,1 354 0,1-338 0,0 1 0,0 0 0,7 20 0,2 15 0,-2-20 0,0 0 0,2-1 0,2-1 0,0 0 0,32 52 0,-42-78 0,1 0 0,-1-1 0,1 1 0,0-1 0,1 0 0,-1 0 0,1-1 0,0 1 0,0-1 0,1 0 0,7 4 0,-11-7 0,0 0 0,0 0 0,0-1 0,0 1 0,1 0 0,-1-1 0,0 0 0,0 1 0,0-1 0,1 0 0,-1 0 0,0 0 0,0-1 0,1 1 0,-1 0 0,0-1 0,0 1 0,0-1 0,1 0 0,-1 0 0,0 0 0,0 0 0,0 0 0,-1 0 0,1-1 0,0 1 0,0-1 0,-1 1 0,1-1 0,-1 1 0,1-1 0,-1 0 0,0 0 0,1 0 0,-1 0 0,1-3 0,2-4 0,-1 0 0,0 0 0,0-1 0,-1 1 0,0-1 0,0 0 0,-1 1 0,-1-1 0,0 0 0,0 0 0,-3-16 0,2 8 0,0 1 0,3-20 0,-2 36 0,0 1 0,0 0 0,0 0 0,0 0 0,-1-1 0,1 1 0,0 0 0,0 0 0,0-1 0,0 1 0,0 0 0,0 0 0,0-1 0,1 1 0,-1 0 0,0 0 0,0 0 0,0-1 0,0 1 0,0 0 0,0 0 0,0-1 0,0 1 0,1 0 0,-1 0 0,0 0 0,0 0 0,0-1 0,0 1 0,1 0 0,-1 0 0,0 0 0,0 0 0,0 0 0,1-1 0,-1 1 0,0 0 0,0 0 0,0 0 0,1 0 0,-1 0 0,0 0 0,0 0 0,1 0 0,-1 0 0,0 0 0,0 0 0,1 0 0,-1 0 0,0 0 0,0 0 0,0 0 0,1 0 0,11 15 0,7 22 0,-13-24 0,-1 0 0,2-1 0,0 0 0,0 0 0,1-1 0,1 0 0,-1-1 0,21 19 0,-28-28 0,0 1 0,0-1 0,1 0 0,-1 0 0,0 0 0,1 0 0,-1 0 0,1 0 0,-1 0 0,1 0 0,0 0 0,-1-1 0,1 1 0,0-1 0,-1 1 0,1-1 0,0 0 0,0 0 0,2 1 0,-2-2 0,-1 1 0,1-1 0,-1 1 0,0-1 0,1 0 0,-1 1 0,1-1 0,-1 0 0,0 0 0,0 0 0,0 0 0,1 0 0,-1 0 0,0-1 0,0 1 0,0 0 0,1-3 0,1-2 0,0 0 0,0-1 0,-1 1 0,0-1 0,0 0 0,0 0 0,-1 0 0,1-9 0,-2 14 0,5-40 0,3 24 0,-8 18 0,1 0 0,-1 0 0,0-1 0,1 1 0,-1 0 0,1 0 0,-1 0 0,0 0 0,1-1 0,-1 1 0,1 0 0,-1 0 0,1 0 0,-1 0 0,0 0 0,1 0 0,-1 0 0,1 0 0,-1 0 0,1 0 0,-1 1 0,0-1 0,1 0 0,-1 0 0,1 0 0,-1 0 0,0 1 0,1-1 0,-1 0 0,1 0 0,-1 1 0,0-1 0,1 0 0,-1 1 0,0-1 0,4 5 0,0 0 0,-1 0 0,0 0 0,0 0 0,-1 1 0,0-1 0,0 1 0,0 0 0,2 7 0,8 22 0,-10-29 0,0-1 0,1 0 0,-1 0 0,1 0 0,0 0 0,1-1 0,-1 1 0,1-1 0,0 0 0,0 0 0,0 0 0,1 0 0,-1-1 0,1 0 0,0 0 0,0 0 0,0 0 0,0-1 0,1 0 0,-1 0 0,1 0 0,-1-1 0,1 0 0,-1 0 0,1 0 0,11 0 0,57-2-1365,-52 0-5461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9:07.7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99 20 24575,'-25'-9'0,"-1"-1"0,24 9 0,1 1 0,-1 0 0,0 0 0,0 1 0,0-1 0,1 0 0,-1 0 0,0 1 0,1-1 0,-1 1 0,0 0 0,1-1 0,-1 1 0,0 0 0,1 0 0,0 0 0,-1 0 0,1 0 0,-1 0 0,1 0 0,0 1 0,0-1 0,0 1 0,0-1 0,0 0 0,0 1 0,0 0 0,0-1 0,0 1 0,1-1 0,-1 1 0,1 0 0,-1 0 0,1-1 0,0 4 0,-1 0 0,0 0 0,1 0 0,0-1 0,0 1 0,0 0 0,1 0 0,0 0 0,0 0 0,0 0 0,0 0 0,4 8 0,1-4 0,-1 0 0,1-1 0,0 0 0,1 0 0,0 0 0,0 0 0,10 7 0,9 4 0,27 16 0,10 7 0,-60-39 0,0-1 0,0 1 0,0 0 0,-1 0 0,1 0 0,-1 0 0,0 1 0,0-1 0,0 0 0,0 1 0,-1-1 0,2 5 0,-3-7 0,1 1 0,-1-1 0,0 0 0,1 1 0,-1-1 0,0 0 0,0 1 0,0-1 0,0 0 0,0 1 0,0-1 0,-1 0 0,1 1 0,0-1 0,-1 0 0,1 1 0,-1-1 0,1 0 0,-1 0 0,1 1 0,-1-1 0,0 0 0,0 0 0,0 0 0,0 0 0,0 0 0,0 0 0,0 0 0,0-1 0,0 1 0,0 0 0,0 0 0,0-1 0,-1 1 0,1-1 0,-3 1 0,3 0-42,0-1-1,-1 0 0,1 1 1,0-1-1,-1 0 0,1 0 1,-1 0-1,1 0 0,0-1 1,-1 1-1,1 0 0,-1-1 1,1 1-1,0 0 0,0-1 1,-1 0-1,1 1 0,0-1 1,0 0-1,0 0 0,-1 1 1,1-1-1,0 0 0,0 0 1,0 0-1,1 0 0,-1 0 1,0-1-1,0 1 0,0 0 1,0-3-1,-6-11-6783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9:07.9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24575,'1'4'0,"0"1"0,0-1 0,1 0 0,0 0 0,-1 0 0,6 8 0,2 4 0,1 8 0,-1 1 0,-1 0 0,-1 1 0,-1 0 0,-1 0 0,-1 0 0,0 44 0,-3-60 0,0 1 0,1 0 0,4 15 0,-4-19 0,0-1 0,0 1 0,0 0 0,-1 0 0,-1 0 0,1 0 0,-1 0 0,0 0 0,0 0 0,-3 10 0,2-15-80,1-1 0,-1 1-1,0 0 1,0-1 0,0 1-1,0-1 1,0 0 0,-1 1-1,1-1 1,0 0 0,-1 0 0,1 0-1,0 0 1,-1 0 0,0 0-1,-2 1 1,-11 4-6746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3T03:59:08.7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97 24575,'0'-3'0,"0"0"0,0 1 0,1-1 0,-1 0 0,1 0 0,0 0 0,-1 1 0,1-1 0,0 0 0,1 1 0,-1-1 0,0 1 0,1-1 0,-1 1 0,1 0 0,0-1 0,0 1 0,2-2 0,0 1 0,0 0 0,0 1 0,0-1 0,1 1 0,-1 0 0,1 0 0,-1 0 0,1 0 0,9-1 0,-2 1 0,0 1 0,1 0 0,-1 0 0,0 2 0,1-1 0,-1 2 0,22 4 0,-28-4 0,0 1 0,0 1 0,0-1 0,0 1 0,0 0 0,9 8 0,22 15 0,-35-26 0,0 0 0,0 0 0,0 0 0,0-1 0,0 1 0,1 0 0,-1-1 0,0 1 0,0-1 0,0 0 0,1 0 0,-1 0 0,0 0 0,0 0 0,4-1 0,-5 1 0,0 0 0,0 0 0,0-1 0,1 1 0,-1 0 0,0-1 0,0 1 0,0-1 0,0 1 0,0-1 0,0 0 0,0 1 0,-1-1 0,1 0 0,0 0 0,0 1 0,0-1 0,-1 0 0,1 0 0,0 0 0,-1 0 0,1 0 0,-1 0 0,1 0 0,-1 0 0,0 0 0,1-1 0,-1 1 0,0 0 0,0 0 0,0 0 0,1 0 0,-1 0 0,-1 0 0,1-1 0,0 1 0,0 0 0,0 0 0,0 0 0,-1 0 0,1 0 0,-1 0 0,1 0 0,-1 0 0,1 0 0,-1 0 0,1 0 0,-2-1 0,0-2 0,-1 0 0,1 1 0,-1-1 0,0 1 0,0-1 0,0 1 0,-1 0 0,1 1 0,-1-1 0,0 0 0,-5-2 0,7 4 0,0 0 0,0 0 0,0 0 0,0 1 0,0-1 0,0 1 0,0 0 0,0-1 0,0 1 0,0 0 0,0 0 0,0 0 0,0 0 0,-1 1 0,1-1 0,0 0 0,0 1 0,0 0 0,0-1 0,0 1 0,1 0 0,-1 0 0,-3 2 0,3-1 0,0 0 0,0 1 0,0 0 0,0-1 0,0 1 0,0 0 0,1 0 0,-1 0 0,1 0 0,0 0 0,0 0 0,0 0 0,0 5 0,-1 4 0,1 0 0,0 0 0,1 0 0,0 0 0,1 0 0,0-1 0,5 19 0,-5-26 0,1 0 0,-1 1 0,1-1 0,0 0 0,0 0 0,0 0 0,0 0 0,1 0 0,0-1 0,-1 1 0,1-1 0,1 0 0,-1 0 0,0 0 0,1 0 0,0 0 0,-1-1 0,1 0 0,0 1 0,5 1 0,-3-2 0,1-1 0,0 1 0,-1-1 0,1 0 0,-1-1 0,1 1 0,0-1 0,0-1 0,-1 1 0,1-1 0,-1 0 0,1-1 0,6-2 0,-9 3 0,12-4 0,0 0 0,21-11 0,-32 14 0,0-1 0,0 0 0,0-1 0,0 0 0,-1 1 0,0-1 0,1-1 0,-2 1 0,1 0 0,5-9 0,-4 4 0,16-21 0,-21 30 0,0-1 0,1 1 0,-1-1 0,1 1 0,-1 0 0,1-1 0,0 1 0,-1 0 0,1-1 0,-1 1 0,1 0 0,-1 0 0,1 0 0,0 0 0,-1 0 0,1-1 0,0 1 0,-1 0 0,1 0 0,0 0 0,-1 1 0,1-1 0,-1 0 0,1 0 0,0 0 0,-1 0 0,1 1 0,-1-1 0,1 0 0,0 0 0,-1 1 0,1-1 0,-1 0 0,1 1 0,-1-1 0,1 1 0,-1-1 0,0 1 0,1-1 0,-1 1 0,1-1 0,-1 1 0,0-1 0,0 1 0,1-1 0,-1 1 0,0 0 0,0 0 0,6 9 0,-2 1 0,1 0 0,3 14 0,-2-6 0,-6-19 0,0 0 0,0 0 0,0 0 0,0 0 0,0 0 0,0-1 0,0 1 0,0 0 0,0 0 0,0 0 0,0 0 0,0 0 0,0 0 0,0 0 0,0 0 0,1 0 0,-1 0 0,0 0 0,0 0 0,0 0 0,0 0 0,0 0 0,0 0 0,0 0 0,0 0 0,0 0 0,0 0 0,0 0 0,0 0 0,0 0 0,0 0 0,1 0 0,-1 0 0,0 0 0,0 0 0,0 0 0,0 0 0,0 0 0,0 0 0,0 0 0,0 0 0,0 0 0,0 0 0,0 0 0,1 0 0,0-16 0,0-19 0,-2 11-106,0 18 16,0 0 0,1-1 0,0 1 0,0 0 0,0-1 0,1 1 0,0 0 1,0-1-1,0 1 0,1 0 0,0 0 0,0 0 0,4-6 0,5 0-6736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076BB-1BB8-558F-B9B5-9F0F38439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62E841-895C-57C2-5493-969416FB9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89C92-CF81-D907-232C-1D94DDD2D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EDC6-92FA-4EB2-AD17-9A63CC1038DF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69B24-0DBB-717D-9050-4987B0F9D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3D013-3BAA-8162-5FBA-1D96BE7AB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42C7-285C-4E7C-979C-D87CBFAC7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913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ABE2C-16A5-DC99-26A6-21D3B643A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74698-0C7C-8F5F-3070-E0A90C092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9961C-97DC-1083-5D2B-31B35ADC5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EDC6-92FA-4EB2-AD17-9A63CC1038DF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87C52-EA61-9A0C-68B2-CC6892133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A8F92-CB50-807C-27FC-50709132C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42C7-285C-4E7C-979C-D87CBFAC7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18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76A6-B8BE-54BF-3E6B-864E882A3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B7F3E-A1B8-E8CB-4F8F-A4AE64884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32949-5EA9-D5E5-DD81-B40DC55CE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EDC6-92FA-4EB2-AD17-9A63CC1038DF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1B882-1014-FA52-8FCA-A8E004940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72BAB-A16B-79A6-EBCD-C5AE0A936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42C7-285C-4E7C-979C-D87CBFAC7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10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64A30-7920-F512-8A59-36CBAE82D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C3E0D-9314-48A4-3387-99364B019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7EA3D-9150-0192-2B14-6DBCA9EB0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2C2E4-ADCB-FC92-D877-10B381CF3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EDC6-92FA-4EB2-AD17-9A63CC1038DF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5A5AF-3BD2-319D-D04F-A860B7506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685286-47C3-43A1-EEE7-C99F20F2C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42C7-285C-4E7C-979C-D87CBFAC7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828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1CD96-48C0-9543-8961-480083C42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0B4D9-18C6-A7C3-8C2B-42F3863B3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6D9466-4B2D-B944-4EB1-6772572A7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7B30BE-2F5F-4F7A-CE72-7B10DC74AA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4498D8-6FCD-9A8D-AE73-EB572118C1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5CCE46-3E23-A31E-557E-213E76EC2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EDC6-92FA-4EB2-AD17-9A63CC1038DF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FE946F-743C-34FC-390F-D3C01CDFC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244313-9997-BC3B-52D5-0CF1118FA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42C7-285C-4E7C-979C-D87CBFAC7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581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86A81-F563-0398-49A3-1766CA17A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3A3166-39FD-11EE-043D-EDBB7F8C2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EDC6-92FA-4EB2-AD17-9A63CC1038DF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3BC85F-591F-D2C9-4358-F4D10BA62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6F08E3-984F-67B3-355A-494349DAC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42C7-285C-4E7C-979C-D87CBFAC7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907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BB28B3-E6E3-3A29-44E1-3B3DC60C5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EDC6-92FA-4EB2-AD17-9A63CC1038DF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61D78C-9F42-2CC3-FEA1-69326BB4C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660A5-D992-3ABC-F2B0-8B8FBB815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42C7-285C-4E7C-979C-D87CBFAC7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75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8BF8A-4644-9FDC-EFEA-71C7E2DE5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2519A-89BD-8C5C-7747-914E7B218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98036-801A-CA8E-2B68-7C0C6DCC6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02406C-1759-69EF-3CCF-6CE49C972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EDC6-92FA-4EB2-AD17-9A63CC1038DF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FA6E8-A965-C804-2A29-7806B31ED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5E175F-C315-A6BE-FAA1-E8A9FAE8B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42C7-285C-4E7C-979C-D87CBFAC7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945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59DFF-C9F4-95A4-3A7F-687C2FD81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13A8BB-CC29-2181-95D9-E0551F8ED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B72EC4-AB3D-CDF3-82C7-A6B73640D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DE544-76D1-E636-0147-933753F4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EDC6-92FA-4EB2-AD17-9A63CC1038DF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87FA2-EF23-636A-89CB-F2292764E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0D894D-B94F-FF2B-545D-7D0BFB6EC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42C7-285C-4E7C-979C-D87CBFAC7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870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7BF45-B3B8-90DB-AFF8-1D6267030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BD7888-8DC5-23D6-5205-766505B2A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E5427-17DF-971F-FF85-8411B767E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EDC6-92FA-4EB2-AD17-9A63CC1038DF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3D949-08A3-23D4-1A21-B64A8D237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FADCC-A814-4BBE-2727-2412E0EC4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42C7-285C-4E7C-979C-D87CBFAC7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2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A81DB5-0FCC-43BB-3B43-2E2860F532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7D3365-4F83-3FEB-1D2B-A9C7DCE86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63FE0-054D-2D31-6B90-33EDA600D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EDC6-92FA-4EB2-AD17-9A63CC1038DF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53446-C4F2-6BD5-D548-5F6C57144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FED36-5882-6F8B-3890-0DEE6B2DA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42C7-285C-4E7C-979C-D87CBFAC7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74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FCEC3B-A32A-153C-BE32-8840DE1EF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EBF0A-D66F-D944-B05C-CBE82D91F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85DA4-38AE-2EAD-E59C-1695850A4A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16EDC6-92FA-4EB2-AD17-9A63CC1038DF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EFCBA-3BDF-B3A5-7DEF-D212476940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F2EEE-E2F0-EF9E-B562-F985063BFF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5442C7-285C-4E7C-979C-D87CBFAC7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315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.xml"/><Relationship Id="rId299" Type="http://schemas.openxmlformats.org/officeDocument/2006/relationships/customXml" Target="../ink/ink156.xml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8.png"/><Relationship Id="rId324" Type="http://schemas.openxmlformats.org/officeDocument/2006/relationships/customXml" Target="../ink/ink170.xml"/><Relationship Id="rId366" Type="http://schemas.openxmlformats.org/officeDocument/2006/relationships/customXml" Target="../ink/ink192.xml"/><Relationship Id="rId170" Type="http://schemas.openxmlformats.org/officeDocument/2006/relationships/image" Target="../media/image83.png"/><Relationship Id="rId226" Type="http://schemas.openxmlformats.org/officeDocument/2006/relationships/image" Target="../media/image110.png"/><Relationship Id="rId268" Type="http://schemas.openxmlformats.org/officeDocument/2006/relationships/customXml" Target="../ink/ink138.xml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image" Target="../media/image63.png"/><Relationship Id="rId335" Type="http://schemas.openxmlformats.org/officeDocument/2006/relationships/image" Target="../media/image159.png"/><Relationship Id="rId377" Type="http://schemas.openxmlformats.org/officeDocument/2006/relationships/image" Target="../media/image179.png"/><Relationship Id="rId5" Type="http://schemas.openxmlformats.org/officeDocument/2006/relationships/image" Target="../media/image2.png"/><Relationship Id="rId181" Type="http://schemas.openxmlformats.org/officeDocument/2006/relationships/customXml" Target="../ink/ink92.xml"/><Relationship Id="rId237" Type="http://schemas.openxmlformats.org/officeDocument/2006/relationships/customXml" Target="../ink/ink121.xml"/><Relationship Id="rId279" Type="http://schemas.openxmlformats.org/officeDocument/2006/relationships/customXml" Target="../ink/ink145.xml"/><Relationship Id="rId43" Type="http://schemas.openxmlformats.org/officeDocument/2006/relationships/image" Target="../media/image21.png"/><Relationship Id="rId139" Type="http://schemas.openxmlformats.org/officeDocument/2006/relationships/image" Target="../media/image68.png"/><Relationship Id="rId290" Type="http://schemas.openxmlformats.org/officeDocument/2006/relationships/customXml" Target="../ink/ink151.xml"/><Relationship Id="rId304" Type="http://schemas.openxmlformats.org/officeDocument/2006/relationships/customXml" Target="../ink/ink159.xml"/><Relationship Id="rId346" Type="http://schemas.openxmlformats.org/officeDocument/2006/relationships/image" Target="../media/image164.png"/><Relationship Id="rId388" Type="http://schemas.openxmlformats.org/officeDocument/2006/relationships/customXml" Target="../ink/ink203.xml"/><Relationship Id="rId85" Type="http://schemas.openxmlformats.org/officeDocument/2006/relationships/image" Target="../media/image42.png"/><Relationship Id="rId150" Type="http://schemas.openxmlformats.org/officeDocument/2006/relationships/customXml" Target="../ink/ink76.xml"/><Relationship Id="rId192" Type="http://schemas.openxmlformats.org/officeDocument/2006/relationships/image" Target="../media/image94.png"/><Relationship Id="rId206" Type="http://schemas.openxmlformats.org/officeDocument/2006/relationships/image" Target="../media/image101.png"/><Relationship Id="rId248" Type="http://schemas.openxmlformats.org/officeDocument/2006/relationships/customXml" Target="../ink/ink127.xml"/><Relationship Id="rId12" Type="http://schemas.openxmlformats.org/officeDocument/2006/relationships/customXml" Target="../ink/ink6.xml"/><Relationship Id="rId108" Type="http://schemas.openxmlformats.org/officeDocument/2006/relationships/image" Target="../media/image53.png"/><Relationship Id="rId315" Type="http://schemas.openxmlformats.org/officeDocument/2006/relationships/customXml" Target="../ink/ink165.xml"/><Relationship Id="rId357" Type="http://schemas.openxmlformats.org/officeDocument/2006/relationships/image" Target="../media/image169.png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customXml" Target="../ink/ink82.xml"/><Relationship Id="rId217" Type="http://schemas.openxmlformats.org/officeDocument/2006/relationships/image" Target="../media/image106.png"/><Relationship Id="rId259" Type="http://schemas.openxmlformats.org/officeDocument/2006/relationships/image" Target="../media/image125.png"/><Relationship Id="rId23" Type="http://schemas.openxmlformats.org/officeDocument/2006/relationships/image" Target="../media/image11.png"/><Relationship Id="rId119" Type="http://schemas.openxmlformats.org/officeDocument/2006/relationships/customXml" Target="../ink/ink60.xml"/><Relationship Id="rId270" Type="http://schemas.openxmlformats.org/officeDocument/2006/relationships/customXml" Target="../ink/ink139.xml"/><Relationship Id="rId326" Type="http://schemas.openxmlformats.org/officeDocument/2006/relationships/customXml" Target="../ink/ink171.xml"/><Relationship Id="rId65" Type="http://schemas.openxmlformats.org/officeDocument/2006/relationships/image" Target="../media/image32.png"/><Relationship Id="rId130" Type="http://schemas.openxmlformats.org/officeDocument/2006/relationships/customXml" Target="../ink/ink66.xml"/><Relationship Id="rId368" Type="http://schemas.openxmlformats.org/officeDocument/2006/relationships/customXml" Target="../ink/ink193.xml"/><Relationship Id="rId172" Type="http://schemas.openxmlformats.org/officeDocument/2006/relationships/image" Target="../media/image84.png"/><Relationship Id="rId228" Type="http://schemas.openxmlformats.org/officeDocument/2006/relationships/image" Target="../media/image111.png"/><Relationship Id="rId281" Type="http://schemas.openxmlformats.org/officeDocument/2006/relationships/customXml" Target="../ink/ink146.xml"/><Relationship Id="rId337" Type="http://schemas.openxmlformats.org/officeDocument/2006/relationships/customXml" Target="../ink/ink177.xml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image" Target="../media/image69.png"/><Relationship Id="rId379" Type="http://schemas.openxmlformats.org/officeDocument/2006/relationships/image" Target="../media/image180.png"/><Relationship Id="rId7" Type="http://schemas.openxmlformats.org/officeDocument/2006/relationships/image" Target="../media/image3.png"/><Relationship Id="rId183" Type="http://schemas.openxmlformats.org/officeDocument/2006/relationships/customXml" Target="../ink/ink93.xml"/><Relationship Id="rId239" Type="http://schemas.openxmlformats.org/officeDocument/2006/relationships/customXml" Target="../ink/ink122.xml"/><Relationship Id="rId390" Type="http://schemas.openxmlformats.org/officeDocument/2006/relationships/customXml" Target="../ink/ink204.xml"/><Relationship Id="rId250" Type="http://schemas.openxmlformats.org/officeDocument/2006/relationships/customXml" Target="../ink/ink128.xml"/><Relationship Id="rId292" Type="http://schemas.openxmlformats.org/officeDocument/2006/relationships/customXml" Target="../ink/ink152.xml"/><Relationship Id="rId306" Type="http://schemas.openxmlformats.org/officeDocument/2006/relationships/customXml" Target="../ink/ink160.xml"/><Relationship Id="rId45" Type="http://schemas.openxmlformats.org/officeDocument/2006/relationships/image" Target="../media/image22.png"/><Relationship Id="rId87" Type="http://schemas.openxmlformats.org/officeDocument/2006/relationships/image" Target="../media/image43.png"/><Relationship Id="rId110" Type="http://schemas.openxmlformats.org/officeDocument/2006/relationships/image" Target="../media/image54.png"/><Relationship Id="rId348" Type="http://schemas.openxmlformats.org/officeDocument/2006/relationships/image" Target="../media/image165.png"/><Relationship Id="rId152" Type="http://schemas.openxmlformats.org/officeDocument/2006/relationships/customXml" Target="../ink/ink77.xml"/><Relationship Id="rId194" Type="http://schemas.openxmlformats.org/officeDocument/2006/relationships/image" Target="../media/image95.png"/><Relationship Id="rId208" Type="http://schemas.openxmlformats.org/officeDocument/2006/relationships/customXml" Target="../ink/ink106.xml"/><Relationship Id="rId261" Type="http://schemas.openxmlformats.org/officeDocument/2006/relationships/image" Target="../media/image126.png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customXml" Target="../ink/ink166.xml"/><Relationship Id="rId359" Type="http://schemas.openxmlformats.org/officeDocument/2006/relationships/image" Target="../media/image170.png"/><Relationship Id="rId98" Type="http://schemas.openxmlformats.org/officeDocument/2006/relationships/customXml" Target="../ink/ink49.xml"/><Relationship Id="rId121" Type="http://schemas.openxmlformats.org/officeDocument/2006/relationships/customXml" Target="../ink/ink61.xml"/><Relationship Id="rId163" Type="http://schemas.openxmlformats.org/officeDocument/2006/relationships/customXml" Target="../ink/ink83.xml"/><Relationship Id="rId219" Type="http://schemas.openxmlformats.org/officeDocument/2006/relationships/image" Target="../media/image107.png"/><Relationship Id="rId370" Type="http://schemas.openxmlformats.org/officeDocument/2006/relationships/customXml" Target="../ink/ink194.xml"/><Relationship Id="rId230" Type="http://schemas.openxmlformats.org/officeDocument/2006/relationships/image" Target="../media/image112.png"/><Relationship Id="rId25" Type="http://schemas.openxmlformats.org/officeDocument/2006/relationships/image" Target="../media/image12.png"/><Relationship Id="rId67" Type="http://schemas.openxmlformats.org/officeDocument/2006/relationships/image" Target="../media/image33.png"/><Relationship Id="rId272" Type="http://schemas.openxmlformats.org/officeDocument/2006/relationships/customXml" Target="../ink/ink141.xml"/><Relationship Id="rId328" Type="http://schemas.openxmlformats.org/officeDocument/2006/relationships/customXml" Target="../ink/ink172.xml"/><Relationship Id="rId132" Type="http://schemas.openxmlformats.org/officeDocument/2006/relationships/customXml" Target="../ink/ink67.xml"/><Relationship Id="rId174" Type="http://schemas.openxmlformats.org/officeDocument/2006/relationships/image" Target="../media/image85.png"/><Relationship Id="rId381" Type="http://schemas.openxmlformats.org/officeDocument/2006/relationships/image" Target="../media/image181.png"/><Relationship Id="rId241" Type="http://schemas.openxmlformats.org/officeDocument/2006/relationships/customXml" Target="../ink/ink123.xml"/><Relationship Id="rId36" Type="http://schemas.openxmlformats.org/officeDocument/2006/relationships/customXml" Target="../ink/ink18.xml"/><Relationship Id="rId283" Type="http://schemas.openxmlformats.org/officeDocument/2006/relationships/customXml" Target="../ink/ink147.xml"/><Relationship Id="rId339" Type="http://schemas.openxmlformats.org/officeDocument/2006/relationships/customXml" Target="../ink/ink178.xml"/><Relationship Id="rId78" Type="http://schemas.openxmlformats.org/officeDocument/2006/relationships/customXml" Target="../ink/ink39.xml"/><Relationship Id="rId101" Type="http://schemas.openxmlformats.org/officeDocument/2006/relationships/image" Target="../media/image50.png"/><Relationship Id="rId143" Type="http://schemas.openxmlformats.org/officeDocument/2006/relationships/image" Target="../media/image70.png"/><Relationship Id="rId185" Type="http://schemas.openxmlformats.org/officeDocument/2006/relationships/customXml" Target="../ink/ink94.xml"/><Relationship Id="rId350" Type="http://schemas.openxmlformats.org/officeDocument/2006/relationships/image" Target="../media/image166.png"/><Relationship Id="rId9" Type="http://schemas.openxmlformats.org/officeDocument/2006/relationships/image" Target="../media/image4.png"/><Relationship Id="rId210" Type="http://schemas.openxmlformats.org/officeDocument/2006/relationships/customXml" Target="../ink/ink107.xml"/><Relationship Id="rId392" Type="http://schemas.openxmlformats.org/officeDocument/2006/relationships/image" Target="../media/image186.png"/><Relationship Id="rId252" Type="http://schemas.openxmlformats.org/officeDocument/2006/relationships/customXml" Target="../ink/ink129.xml"/><Relationship Id="rId294" Type="http://schemas.openxmlformats.org/officeDocument/2006/relationships/customXml" Target="../ink/ink153.xml"/><Relationship Id="rId308" Type="http://schemas.openxmlformats.org/officeDocument/2006/relationships/customXml" Target="../ink/ink161.xml"/><Relationship Id="rId47" Type="http://schemas.openxmlformats.org/officeDocument/2006/relationships/image" Target="../media/image23.png"/><Relationship Id="rId89" Type="http://schemas.openxmlformats.org/officeDocument/2006/relationships/image" Target="../media/image44.png"/><Relationship Id="rId112" Type="http://schemas.openxmlformats.org/officeDocument/2006/relationships/image" Target="../media/image55.png"/><Relationship Id="rId154" Type="http://schemas.openxmlformats.org/officeDocument/2006/relationships/customXml" Target="../ink/ink78.xml"/><Relationship Id="rId361" Type="http://schemas.openxmlformats.org/officeDocument/2006/relationships/image" Target="../media/image171.png"/><Relationship Id="rId196" Type="http://schemas.openxmlformats.org/officeDocument/2006/relationships/image" Target="../media/image96.png"/><Relationship Id="rId16" Type="http://schemas.openxmlformats.org/officeDocument/2006/relationships/customXml" Target="../ink/ink8.xml"/><Relationship Id="rId221" Type="http://schemas.openxmlformats.org/officeDocument/2006/relationships/image" Target="../media/image108.png"/><Relationship Id="rId242" Type="http://schemas.openxmlformats.org/officeDocument/2006/relationships/image" Target="../media/image118.png"/><Relationship Id="rId263" Type="http://schemas.openxmlformats.org/officeDocument/2006/relationships/image" Target="../media/image127.png"/><Relationship Id="rId284" Type="http://schemas.openxmlformats.org/officeDocument/2006/relationships/customXml" Target="../ink/ink148.xml"/><Relationship Id="rId319" Type="http://schemas.openxmlformats.org/officeDocument/2006/relationships/customXml" Target="../ink/ink167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customXml" Target="../ink/ink62.xml"/><Relationship Id="rId144" Type="http://schemas.openxmlformats.org/officeDocument/2006/relationships/customXml" Target="../ink/ink73.xml"/><Relationship Id="rId330" Type="http://schemas.openxmlformats.org/officeDocument/2006/relationships/customXml" Target="../ink/ink173.xml"/><Relationship Id="rId90" Type="http://schemas.openxmlformats.org/officeDocument/2006/relationships/customXml" Target="../ink/ink45.xml"/><Relationship Id="rId165" Type="http://schemas.openxmlformats.org/officeDocument/2006/relationships/customXml" Target="../ink/ink84.xml"/><Relationship Id="rId186" Type="http://schemas.openxmlformats.org/officeDocument/2006/relationships/image" Target="../media/image91.png"/><Relationship Id="rId351" Type="http://schemas.openxmlformats.org/officeDocument/2006/relationships/customXml" Target="../ink/ink184.xml"/><Relationship Id="rId372" Type="http://schemas.openxmlformats.org/officeDocument/2006/relationships/customXml" Target="../ink/ink195.xml"/><Relationship Id="rId393" Type="http://schemas.openxmlformats.org/officeDocument/2006/relationships/customXml" Target="../ink/ink206.xml"/><Relationship Id="rId211" Type="http://schemas.openxmlformats.org/officeDocument/2006/relationships/image" Target="../media/image103.png"/><Relationship Id="rId232" Type="http://schemas.openxmlformats.org/officeDocument/2006/relationships/image" Target="../media/image113.png"/><Relationship Id="rId253" Type="http://schemas.openxmlformats.org/officeDocument/2006/relationships/customXml" Target="../ink/ink130.xml"/><Relationship Id="rId274" Type="http://schemas.openxmlformats.org/officeDocument/2006/relationships/image" Target="../media/image131.png"/><Relationship Id="rId295" Type="http://schemas.openxmlformats.org/officeDocument/2006/relationships/image" Target="../media/image141.png"/><Relationship Id="rId309" Type="http://schemas.openxmlformats.org/officeDocument/2006/relationships/image" Target="../media/image147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customXml" Target="../ink/ink57.xml"/><Relationship Id="rId134" Type="http://schemas.openxmlformats.org/officeDocument/2006/relationships/customXml" Target="../ink/ink68.xml"/><Relationship Id="rId320" Type="http://schemas.openxmlformats.org/officeDocument/2006/relationships/image" Target="../media/image152.png"/><Relationship Id="rId80" Type="http://schemas.openxmlformats.org/officeDocument/2006/relationships/customXml" Target="../ink/ink40.xml"/><Relationship Id="rId155" Type="http://schemas.openxmlformats.org/officeDocument/2006/relationships/image" Target="../media/image76.png"/><Relationship Id="rId176" Type="http://schemas.openxmlformats.org/officeDocument/2006/relationships/image" Target="../media/image86.png"/><Relationship Id="rId197" Type="http://schemas.openxmlformats.org/officeDocument/2006/relationships/customXml" Target="../ink/ink100.xml"/><Relationship Id="rId341" Type="http://schemas.openxmlformats.org/officeDocument/2006/relationships/customXml" Target="../ink/ink179.xml"/><Relationship Id="rId362" Type="http://schemas.openxmlformats.org/officeDocument/2006/relationships/customXml" Target="../ink/ink190.xml"/><Relationship Id="rId383" Type="http://schemas.openxmlformats.org/officeDocument/2006/relationships/image" Target="../media/image182.png"/><Relationship Id="rId201" Type="http://schemas.openxmlformats.org/officeDocument/2006/relationships/customXml" Target="../ink/ink102.xml"/><Relationship Id="rId222" Type="http://schemas.openxmlformats.org/officeDocument/2006/relationships/customXml" Target="../ink/ink113.xml"/><Relationship Id="rId243" Type="http://schemas.openxmlformats.org/officeDocument/2006/relationships/customXml" Target="../ink/ink124.xml"/><Relationship Id="rId264" Type="http://schemas.openxmlformats.org/officeDocument/2006/relationships/customXml" Target="../ink/ink136.xml"/><Relationship Id="rId285" Type="http://schemas.openxmlformats.org/officeDocument/2006/relationships/image" Target="../media/image136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image" Target="../media/image61.png"/><Relationship Id="rId310" Type="http://schemas.openxmlformats.org/officeDocument/2006/relationships/customXml" Target="../ink/ink1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1.png"/><Relationship Id="rId166" Type="http://schemas.openxmlformats.org/officeDocument/2006/relationships/image" Target="../media/image81.png"/><Relationship Id="rId187" Type="http://schemas.openxmlformats.org/officeDocument/2006/relationships/customXml" Target="../ink/ink95.xml"/><Relationship Id="rId331" Type="http://schemas.openxmlformats.org/officeDocument/2006/relationships/image" Target="../media/image157.png"/><Relationship Id="rId352" Type="http://schemas.openxmlformats.org/officeDocument/2006/relationships/image" Target="../media/image167.png"/><Relationship Id="rId373" Type="http://schemas.openxmlformats.org/officeDocument/2006/relationships/image" Target="../media/image177.png"/><Relationship Id="rId394" Type="http://schemas.openxmlformats.org/officeDocument/2006/relationships/image" Target="../media/image187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08.xml"/><Relationship Id="rId233" Type="http://schemas.openxmlformats.org/officeDocument/2006/relationships/customXml" Target="../ink/ink119.xml"/><Relationship Id="rId254" Type="http://schemas.openxmlformats.org/officeDocument/2006/relationships/customXml" Target="../ink/ink131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image" Target="../media/image56.png"/><Relationship Id="rId275" Type="http://schemas.openxmlformats.org/officeDocument/2006/relationships/customXml" Target="../ink/ink143.xml"/><Relationship Id="rId296" Type="http://schemas.openxmlformats.org/officeDocument/2006/relationships/customXml" Target="../ink/ink154.xml"/><Relationship Id="rId300" Type="http://schemas.openxmlformats.org/officeDocument/2006/relationships/customXml" Target="../ink/ink157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6.png"/><Relationship Id="rId156" Type="http://schemas.openxmlformats.org/officeDocument/2006/relationships/customXml" Target="../ink/ink79.xml"/><Relationship Id="rId177" Type="http://schemas.openxmlformats.org/officeDocument/2006/relationships/customXml" Target="../ink/ink90.xml"/><Relationship Id="rId198" Type="http://schemas.openxmlformats.org/officeDocument/2006/relationships/image" Target="../media/image97.png"/><Relationship Id="rId321" Type="http://schemas.openxmlformats.org/officeDocument/2006/relationships/customXml" Target="../ink/ink168.xml"/><Relationship Id="rId342" Type="http://schemas.openxmlformats.org/officeDocument/2006/relationships/image" Target="../media/image162.png"/><Relationship Id="rId363" Type="http://schemas.openxmlformats.org/officeDocument/2006/relationships/image" Target="../media/image172.png"/><Relationship Id="rId384" Type="http://schemas.openxmlformats.org/officeDocument/2006/relationships/customXml" Target="../ink/ink201.xml"/><Relationship Id="rId202" Type="http://schemas.openxmlformats.org/officeDocument/2006/relationships/image" Target="../media/image99.png"/><Relationship Id="rId223" Type="http://schemas.openxmlformats.org/officeDocument/2006/relationships/image" Target="../media/image109.png"/><Relationship Id="rId244" Type="http://schemas.openxmlformats.org/officeDocument/2006/relationships/image" Target="../media/image119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image" Target="../media/image128.png"/><Relationship Id="rId286" Type="http://schemas.openxmlformats.org/officeDocument/2006/relationships/customXml" Target="../ink/ink149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customXml" Target="../ink/ink63.xml"/><Relationship Id="rId146" Type="http://schemas.openxmlformats.org/officeDocument/2006/relationships/customXml" Target="../ink/ink74.xml"/><Relationship Id="rId167" Type="http://schemas.openxmlformats.org/officeDocument/2006/relationships/customXml" Target="../ink/ink85.xml"/><Relationship Id="rId188" Type="http://schemas.openxmlformats.org/officeDocument/2006/relationships/image" Target="../media/image92.png"/><Relationship Id="rId311" Type="http://schemas.openxmlformats.org/officeDocument/2006/relationships/customXml" Target="../ink/ink163.xml"/><Relationship Id="rId332" Type="http://schemas.openxmlformats.org/officeDocument/2006/relationships/customXml" Target="../ink/ink174.xml"/><Relationship Id="rId353" Type="http://schemas.openxmlformats.org/officeDocument/2006/relationships/customXml" Target="../ink/ink185.xml"/><Relationship Id="rId374" Type="http://schemas.openxmlformats.org/officeDocument/2006/relationships/customXml" Target="../ink/ink196.xml"/><Relationship Id="rId395" Type="http://schemas.openxmlformats.org/officeDocument/2006/relationships/customXml" Target="../ink/ink207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4.png"/><Relationship Id="rId234" Type="http://schemas.openxmlformats.org/officeDocument/2006/relationships/image" Target="../media/image114.png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image" Target="../media/image123.png"/><Relationship Id="rId276" Type="http://schemas.openxmlformats.org/officeDocument/2006/relationships/image" Target="../media/image132.png"/><Relationship Id="rId297" Type="http://schemas.openxmlformats.org/officeDocument/2006/relationships/image" Target="../media/image142.png"/><Relationship Id="rId40" Type="http://schemas.openxmlformats.org/officeDocument/2006/relationships/customXml" Target="../ink/ink20.xml"/><Relationship Id="rId115" Type="http://schemas.openxmlformats.org/officeDocument/2006/relationships/customXml" Target="../ink/ink58.xml"/><Relationship Id="rId136" Type="http://schemas.openxmlformats.org/officeDocument/2006/relationships/customXml" Target="../ink/ink69.xml"/><Relationship Id="rId157" Type="http://schemas.openxmlformats.org/officeDocument/2006/relationships/image" Target="../media/image77.png"/><Relationship Id="rId178" Type="http://schemas.openxmlformats.org/officeDocument/2006/relationships/image" Target="../media/image87.png"/><Relationship Id="rId301" Type="http://schemas.openxmlformats.org/officeDocument/2006/relationships/image" Target="../media/image143.png"/><Relationship Id="rId322" Type="http://schemas.openxmlformats.org/officeDocument/2006/relationships/image" Target="../media/image153.png"/><Relationship Id="rId343" Type="http://schemas.openxmlformats.org/officeDocument/2006/relationships/customXml" Target="../ink/ink180.xml"/><Relationship Id="rId364" Type="http://schemas.openxmlformats.org/officeDocument/2006/relationships/customXml" Target="../ink/ink191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customXml" Target="../ink/ink101.xml"/><Relationship Id="rId203" Type="http://schemas.openxmlformats.org/officeDocument/2006/relationships/customXml" Target="../ink/ink103.xml"/><Relationship Id="rId385" Type="http://schemas.openxmlformats.org/officeDocument/2006/relationships/image" Target="../media/image183.png"/><Relationship Id="rId19" Type="http://schemas.openxmlformats.org/officeDocument/2006/relationships/image" Target="../media/image9.png"/><Relationship Id="rId224" Type="http://schemas.openxmlformats.org/officeDocument/2006/relationships/customXml" Target="../ink/ink114.xml"/><Relationship Id="rId245" Type="http://schemas.openxmlformats.org/officeDocument/2006/relationships/customXml" Target="../ink/ink125.xml"/><Relationship Id="rId266" Type="http://schemas.openxmlformats.org/officeDocument/2006/relationships/customXml" Target="../ink/ink137.xml"/><Relationship Id="rId287" Type="http://schemas.openxmlformats.org/officeDocument/2006/relationships/image" Target="../media/image137.png"/><Relationship Id="rId30" Type="http://schemas.openxmlformats.org/officeDocument/2006/relationships/customXml" Target="../ink/ink15.xml"/><Relationship Id="rId105" Type="http://schemas.openxmlformats.org/officeDocument/2006/relationships/customXml" Target="../ink/ink53.xml"/><Relationship Id="rId126" Type="http://schemas.openxmlformats.org/officeDocument/2006/relationships/image" Target="../media/image62.png"/><Relationship Id="rId147" Type="http://schemas.openxmlformats.org/officeDocument/2006/relationships/image" Target="../media/image72.png"/><Relationship Id="rId168" Type="http://schemas.openxmlformats.org/officeDocument/2006/relationships/image" Target="../media/image82.png"/><Relationship Id="rId312" Type="http://schemas.openxmlformats.org/officeDocument/2006/relationships/image" Target="../media/image148.png"/><Relationship Id="rId333" Type="http://schemas.openxmlformats.org/officeDocument/2006/relationships/image" Target="../media/image158.png"/><Relationship Id="rId354" Type="http://schemas.openxmlformats.org/officeDocument/2006/relationships/customXml" Target="../ink/ink186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customXml" Target="../ink/ink96.xml"/><Relationship Id="rId375" Type="http://schemas.openxmlformats.org/officeDocument/2006/relationships/image" Target="../media/image178.png"/><Relationship Id="rId396" Type="http://schemas.openxmlformats.org/officeDocument/2006/relationships/image" Target="../media/image188.png"/><Relationship Id="rId3" Type="http://schemas.openxmlformats.org/officeDocument/2006/relationships/image" Target="../media/image1.png"/><Relationship Id="rId214" Type="http://schemas.openxmlformats.org/officeDocument/2006/relationships/customXml" Target="../ink/ink109.xml"/><Relationship Id="rId235" Type="http://schemas.openxmlformats.org/officeDocument/2006/relationships/customXml" Target="../ink/ink120.xml"/><Relationship Id="rId256" Type="http://schemas.openxmlformats.org/officeDocument/2006/relationships/customXml" Target="../ink/ink132.xml"/><Relationship Id="rId277" Type="http://schemas.openxmlformats.org/officeDocument/2006/relationships/customXml" Target="../ink/ink144.xml"/><Relationship Id="rId298" Type="http://schemas.openxmlformats.org/officeDocument/2006/relationships/customXml" Target="../ink/ink155.xml"/><Relationship Id="rId116" Type="http://schemas.openxmlformats.org/officeDocument/2006/relationships/image" Target="../media/image57.png"/><Relationship Id="rId137" Type="http://schemas.openxmlformats.org/officeDocument/2006/relationships/image" Target="../media/image67.png"/><Relationship Id="rId158" Type="http://schemas.openxmlformats.org/officeDocument/2006/relationships/customXml" Target="../ink/ink80.xml"/><Relationship Id="rId302" Type="http://schemas.openxmlformats.org/officeDocument/2006/relationships/customXml" Target="../ink/ink158.xml"/><Relationship Id="rId323" Type="http://schemas.openxmlformats.org/officeDocument/2006/relationships/customXml" Target="../ink/ink169.xml"/><Relationship Id="rId344" Type="http://schemas.openxmlformats.org/officeDocument/2006/relationships/image" Target="../media/image16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customXml" Target="../ink/ink91.xml"/><Relationship Id="rId365" Type="http://schemas.openxmlformats.org/officeDocument/2006/relationships/image" Target="../media/image173.png"/><Relationship Id="rId386" Type="http://schemas.openxmlformats.org/officeDocument/2006/relationships/customXml" Target="../ink/ink202.xml"/><Relationship Id="rId190" Type="http://schemas.openxmlformats.org/officeDocument/2006/relationships/image" Target="../media/image93.png"/><Relationship Id="rId204" Type="http://schemas.openxmlformats.org/officeDocument/2006/relationships/image" Target="../media/image100.png"/><Relationship Id="rId225" Type="http://schemas.openxmlformats.org/officeDocument/2006/relationships/customXml" Target="../ink/ink115.xml"/><Relationship Id="rId246" Type="http://schemas.openxmlformats.org/officeDocument/2006/relationships/image" Target="../media/image120.png"/><Relationship Id="rId267" Type="http://schemas.openxmlformats.org/officeDocument/2006/relationships/image" Target="../media/image129.png"/><Relationship Id="rId288" Type="http://schemas.openxmlformats.org/officeDocument/2006/relationships/customXml" Target="../ink/ink150.xml"/><Relationship Id="rId106" Type="http://schemas.openxmlformats.org/officeDocument/2006/relationships/image" Target="../media/image52.png"/><Relationship Id="rId127" Type="http://schemas.openxmlformats.org/officeDocument/2006/relationships/customXml" Target="../ink/ink64.xml"/><Relationship Id="rId313" Type="http://schemas.openxmlformats.org/officeDocument/2006/relationships/customXml" Target="../ink/ink164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5.xml"/><Relationship Id="rId169" Type="http://schemas.openxmlformats.org/officeDocument/2006/relationships/customXml" Target="../ink/ink86.xml"/><Relationship Id="rId334" Type="http://schemas.openxmlformats.org/officeDocument/2006/relationships/customXml" Target="../ink/ink175.xml"/><Relationship Id="rId355" Type="http://schemas.openxmlformats.org/officeDocument/2006/relationships/image" Target="../media/image168.png"/><Relationship Id="rId376" Type="http://schemas.openxmlformats.org/officeDocument/2006/relationships/customXml" Target="../ink/ink197.xml"/><Relationship Id="rId4" Type="http://schemas.openxmlformats.org/officeDocument/2006/relationships/customXml" Target="../ink/ink2.xml"/><Relationship Id="rId180" Type="http://schemas.openxmlformats.org/officeDocument/2006/relationships/image" Target="../media/image88.png"/><Relationship Id="rId215" Type="http://schemas.openxmlformats.org/officeDocument/2006/relationships/image" Target="../media/image105.png"/><Relationship Id="rId236" Type="http://schemas.openxmlformats.org/officeDocument/2006/relationships/image" Target="../media/image115.png"/><Relationship Id="rId257" Type="http://schemas.openxmlformats.org/officeDocument/2006/relationships/image" Target="../media/image124.png"/><Relationship Id="rId278" Type="http://schemas.openxmlformats.org/officeDocument/2006/relationships/image" Target="../media/image133.png"/><Relationship Id="rId303" Type="http://schemas.openxmlformats.org/officeDocument/2006/relationships/image" Target="../media/image144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70.xml"/><Relationship Id="rId345" Type="http://schemas.openxmlformats.org/officeDocument/2006/relationships/customXml" Target="../ink/ink181.xml"/><Relationship Id="rId387" Type="http://schemas.openxmlformats.org/officeDocument/2006/relationships/image" Target="../media/image184.png"/><Relationship Id="rId191" Type="http://schemas.openxmlformats.org/officeDocument/2006/relationships/customXml" Target="../ink/ink97.xml"/><Relationship Id="rId205" Type="http://schemas.openxmlformats.org/officeDocument/2006/relationships/customXml" Target="../ink/ink104.xml"/><Relationship Id="rId247" Type="http://schemas.openxmlformats.org/officeDocument/2006/relationships/customXml" Target="../ink/ink126.xml"/><Relationship Id="rId107" Type="http://schemas.openxmlformats.org/officeDocument/2006/relationships/customXml" Target="../ink/ink54.xml"/><Relationship Id="rId289" Type="http://schemas.openxmlformats.org/officeDocument/2006/relationships/image" Target="../media/image138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3.png"/><Relationship Id="rId314" Type="http://schemas.openxmlformats.org/officeDocument/2006/relationships/image" Target="../media/image149.png"/><Relationship Id="rId356" Type="http://schemas.openxmlformats.org/officeDocument/2006/relationships/customXml" Target="../ink/ink187.xml"/><Relationship Id="rId95" Type="http://schemas.openxmlformats.org/officeDocument/2006/relationships/image" Target="../media/image47.png"/><Relationship Id="rId160" Type="http://schemas.openxmlformats.org/officeDocument/2006/relationships/customXml" Target="../ink/ink81.xml"/><Relationship Id="rId216" Type="http://schemas.openxmlformats.org/officeDocument/2006/relationships/customXml" Target="../ink/ink110.xml"/><Relationship Id="rId258" Type="http://schemas.openxmlformats.org/officeDocument/2006/relationships/customXml" Target="../ink/ink133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image" Target="../media/image58.png"/><Relationship Id="rId325" Type="http://schemas.openxmlformats.org/officeDocument/2006/relationships/image" Target="../media/image154.png"/><Relationship Id="rId367" Type="http://schemas.openxmlformats.org/officeDocument/2006/relationships/image" Target="../media/image174.png"/><Relationship Id="rId171" Type="http://schemas.openxmlformats.org/officeDocument/2006/relationships/customXml" Target="../ink/ink87.xml"/><Relationship Id="rId227" Type="http://schemas.openxmlformats.org/officeDocument/2006/relationships/customXml" Target="../ink/ink116.xml"/><Relationship Id="rId269" Type="http://schemas.openxmlformats.org/officeDocument/2006/relationships/image" Target="../media/image130.png"/><Relationship Id="rId33" Type="http://schemas.openxmlformats.org/officeDocument/2006/relationships/image" Target="../media/image16.png"/><Relationship Id="rId129" Type="http://schemas.openxmlformats.org/officeDocument/2006/relationships/customXml" Target="../ink/ink65.xml"/><Relationship Id="rId280" Type="http://schemas.openxmlformats.org/officeDocument/2006/relationships/image" Target="../media/image134.png"/><Relationship Id="rId336" Type="http://schemas.openxmlformats.org/officeDocument/2006/relationships/customXml" Target="../ink/ink176.xml"/><Relationship Id="rId75" Type="http://schemas.openxmlformats.org/officeDocument/2006/relationships/image" Target="../media/image37.png"/><Relationship Id="rId140" Type="http://schemas.openxmlformats.org/officeDocument/2006/relationships/customXml" Target="../ink/ink71.xml"/><Relationship Id="rId182" Type="http://schemas.openxmlformats.org/officeDocument/2006/relationships/image" Target="../media/image89.png"/><Relationship Id="rId378" Type="http://schemas.openxmlformats.org/officeDocument/2006/relationships/customXml" Target="../ink/ink198.xml"/><Relationship Id="rId6" Type="http://schemas.openxmlformats.org/officeDocument/2006/relationships/customXml" Target="../ink/ink3.xml"/><Relationship Id="rId238" Type="http://schemas.openxmlformats.org/officeDocument/2006/relationships/image" Target="../media/image116.png"/><Relationship Id="rId291" Type="http://schemas.openxmlformats.org/officeDocument/2006/relationships/image" Target="../media/image139.png"/><Relationship Id="rId305" Type="http://schemas.openxmlformats.org/officeDocument/2006/relationships/image" Target="../media/image145.png"/><Relationship Id="rId347" Type="http://schemas.openxmlformats.org/officeDocument/2006/relationships/customXml" Target="../ink/ink182.xml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4.png"/><Relationship Id="rId389" Type="http://schemas.openxmlformats.org/officeDocument/2006/relationships/image" Target="../media/image185.png"/><Relationship Id="rId193" Type="http://schemas.openxmlformats.org/officeDocument/2006/relationships/customXml" Target="../ink/ink98.xml"/><Relationship Id="rId207" Type="http://schemas.openxmlformats.org/officeDocument/2006/relationships/customXml" Target="../ink/ink105.xml"/><Relationship Id="rId249" Type="http://schemas.openxmlformats.org/officeDocument/2006/relationships/image" Target="../media/image121.png"/><Relationship Id="rId13" Type="http://schemas.openxmlformats.org/officeDocument/2006/relationships/image" Target="../media/image6.png"/><Relationship Id="rId109" Type="http://schemas.openxmlformats.org/officeDocument/2006/relationships/customXml" Target="../ink/ink55.xml"/><Relationship Id="rId260" Type="http://schemas.openxmlformats.org/officeDocument/2006/relationships/customXml" Target="../ink/ink134.xml"/><Relationship Id="rId316" Type="http://schemas.openxmlformats.org/officeDocument/2006/relationships/image" Target="../media/image150.png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image" Target="../media/image59.png"/><Relationship Id="rId358" Type="http://schemas.openxmlformats.org/officeDocument/2006/relationships/customXml" Target="../ink/ink188.xml"/><Relationship Id="rId162" Type="http://schemas.openxmlformats.org/officeDocument/2006/relationships/image" Target="../media/image79.png"/><Relationship Id="rId218" Type="http://schemas.openxmlformats.org/officeDocument/2006/relationships/customXml" Target="../ink/ink111.xml"/><Relationship Id="rId271" Type="http://schemas.openxmlformats.org/officeDocument/2006/relationships/customXml" Target="../ink/ink140.xml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4.png"/><Relationship Id="rId327" Type="http://schemas.openxmlformats.org/officeDocument/2006/relationships/image" Target="../media/image155.png"/><Relationship Id="rId369" Type="http://schemas.openxmlformats.org/officeDocument/2006/relationships/image" Target="../media/image175.png"/><Relationship Id="rId173" Type="http://schemas.openxmlformats.org/officeDocument/2006/relationships/customXml" Target="../ink/ink88.xml"/><Relationship Id="rId229" Type="http://schemas.openxmlformats.org/officeDocument/2006/relationships/customXml" Target="../ink/ink117.xml"/><Relationship Id="rId380" Type="http://schemas.openxmlformats.org/officeDocument/2006/relationships/customXml" Target="../ink/ink199.xml"/><Relationship Id="rId240" Type="http://schemas.openxmlformats.org/officeDocument/2006/relationships/image" Target="../media/image117.png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image" Target="../media/image135.png"/><Relationship Id="rId338" Type="http://schemas.openxmlformats.org/officeDocument/2006/relationships/image" Target="../media/image160.png"/><Relationship Id="rId8" Type="http://schemas.openxmlformats.org/officeDocument/2006/relationships/customXml" Target="../ink/ink4.xml"/><Relationship Id="rId142" Type="http://schemas.openxmlformats.org/officeDocument/2006/relationships/customXml" Target="../ink/ink72.xml"/><Relationship Id="rId184" Type="http://schemas.openxmlformats.org/officeDocument/2006/relationships/image" Target="../media/image90.png"/><Relationship Id="rId391" Type="http://schemas.openxmlformats.org/officeDocument/2006/relationships/customXml" Target="../ink/ink205.xml"/><Relationship Id="rId251" Type="http://schemas.openxmlformats.org/officeDocument/2006/relationships/image" Target="../media/image122.png"/><Relationship Id="rId46" Type="http://schemas.openxmlformats.org/officeDocument/2006/relationships/customXml" Target="../ink/ink23.xml"/><Relationship Id="rId293" Type="http://schemas.openxmlformats.org/officeDocument/2006/relationships/image" Target="../media/image140.png"/><Relationship Id="rId307" Type="http://schemas.openxmlformats.org/officeDocument/2006/relationships/image" Target="../media/image146.png"/><Relationship Id="rId349" Type="http://schemas.openxmlformats.org/officeDocument/2006/relationships/customXml" Target="../ink/ink183.xml"/><Relationship Id="rId88" Type="http://schemas.openxmlformats.org/officeDocument/2006/relationships/customXml" Target="../ink/ink44.xml"/><Relationship Id="rId111" Type="http://schemas.openxmlformats.org/officeDocument/2006/relationships/customXml" Target="../ink/ink56.xml"/><Relationship Id="rId153" Type="http://schemas.openxmlformats.org/officeDocument/2006/relationships/image" Target="../media/image75.png"/><Relationship Id="rId195" Type="http://schemas.openxmlformats.org/officeDocument/2006/relationships/customXml" Target="../ink/ink99.xml"/><Relationship Id="rId209" Type="http://schemas.openxmlformats.org/officeDocument/2006/relationships/image" Target="../media/image102.png"/><Relationship Id="rId360" Type="http://schemas.openxmlformats.org/officeDocument/2006/relationships/customXml" Target="../ink/ink189.xml"/><Relationship Id="rId220" Type="http://schemas.openxmlformats.org/officeDocument/2006/relationships/customXml" Target="../ink/ink112.xml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customXml" Target="../ink/ink135.xml"/><Relationship Id="rId318" Type="http://schemas.openxmlformats.org/officeDocument/2006/relationships/image" Target="../media/image151.png"/><Relationship Id="rId99" Type="http://schemas.openxmlformats.org/officeDocument/2006/relationships/image" Target="../media/image49.png"/><Relationship Id="rId122" Type="http://schemas.openxmlformats.org/officeDocument/2006/relationships/image" Target="../media/image60.png"/><Relationship Id="rId164" Type="http://schemas.openxmlformats.org/officeDocument/2006/relationships/image" Target="../media/image80.png"/><Relationship Id="rId371" Type="http://schemas.openxmlformats.org/officeDocument/2006/relationships/image" Target="../media/image176.png"/><Relationship Id="rId26" Type="http://schemas.openxmlformats.org/officeDocument/2006/relationships/customXml" Target="../ink/ink13.xml"/><Relationship Id="rId231" Type="http://schemas.openxmlformats.org/officeDocument/2006/relationships/customXml" Target="../ink/ink118.xml"/><Relationship Id="rId273" Type="http://schemas.openxmlformats.org/officeDocument/2006/relationships/customXml" Target="../ink/ink142.xml"/><Relationship Id="rId329" Type="http://schemas.openxmlformats.org/officeDocument/2006/relationships/image" Target="../media/image156.png"/><Relationship Id="rId68" Type="http://schemas.openxmlformats.org/officeDocument/2006/relationships/customXml" Target="../ink/ink34.xml"/><Relationship Id="rId133" Type="http://schemas.openxmlformats.org/officeDocument/2006/relationships/image" Target="../media/image65.png"/><Relationship Id="rId175" Type="http://schemas.openxmlformats.org/officeDocument/2006/relationships/customXml" Target="../ink/ink89.xml"/><Relationship Id="rId340" Type="http://schemas.openxmlformats.org/officeDocument/2006/relationships/image" Target="../media/image161.png"/><Relationship Id="rId200" Type="http://schemas.openxmlformats.org/officeDocument/2006/relationships/image" Target="../media/image98.png"/><Relationship Id="rId382" Type="http://schemas.openxmlformats.org/officeDocument/2006/relationships/customXml" Target="../ink/ink200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10.png"/><Relationship Id="rId21" Type="http://schemas.openxmlformats.org/officeDocument/2006/relationships/image" Target="../media/image1011.png"/><Relationship Id="rId324" Type="http://schemas.openxmlformats.org/officeDocument/2006/relationships/customXml" Target="../ink/ink373.xml"/><Relationship Id="rId531" Type="http://schemas.openxmlformats.org/officeDocument/2006/relationships/customXml" Target="../ink/ink477.xml"/><Relationship Id="rId170" Type="http://schemas.openxmlformats.org/officeDocument/2006/relationships/image" Target="../media/image8410.png"/><Relationship Id="rId268" Type="http://schemas.openxmlformats.org/officeDocument/2006/relationships/customXml" Target="../ink/ink344.xml"/><Relationship Id="rId475" Type="http://schemas.openxmlformats.org/officeDocument/2006/relationships/customXml" Target="../ink/ink449.xml"/><Relationship Id="rId32" Type="http://schemas.openxmlformats.org/officeDocument/2006/relationships/customXml" Target="../ink/ink223.xml"/><Relationship Id="rId128" Type="http://schemas.openxmlformats.org/officeDocument/2006/relationships/customXml" Target="../ink/ink271.xml"/><Relationship Id="rId335" Type="http://schemas.openxmlformats.org/officeDocument/2006/relationships/image" Target="../media/image1630.png"/><Relationship Id="rId542" Type="http://schemas.openxmlformats.org/officeDocument/2006/relationships/image" Target="../media/image266.png"/><Relationship Id="rId181" Type="http://schemas.openxmlformats.org/officeDocument/2006/relationships/customXml" Target="../ink/ink298.xml"/><Relationship Id="rId402" Type="http://schemas.openxmlformats.org/officeDocument/2006/relationships/customXml" Target="../ink/ink412.xml"/><Relationship Id="rId279" Type="http://schemas.openxmlformats.org/officeDocument/2006/relationships/image" Target="../media/image1360.png"/><Relationship Id="rId486" Type="http://schemas.openxmlformats.org/officeDocument/2006/relationships/image" Target="../media/image238.png"/><Relationship Id="rId43" Type="http://schemas.openxmlformats.org/officeDocument/2006/relationships/image" Target="../media/image2110.png"/><Relationship Id="rId139" Type="http://schemas.openxmlformats.org/officeDocument/2006/relationships/image" Target="../media/image6910.png"/><Relationship Id="rId346" Type="http://schemas.openxmlformats.org/officeDocument/2006/relationships/customXml" Target="../ink/ink384.xml"/><Relationship Id="rId85" Type="http://schemas.openxmlformats.org/officeDocument/2006/relationships/image" Target="../media/image4210.png"/><Relationship Id="rId150" Type="http://schemas.openxmlformats.org/officeDocument/2006/relationships/customXml" Target="../ink/ink282.xml"/><Relationship Id="rId192" Type="http://schemas.openxmlformats.org/officeDocument/2006/relationships/image" Target="../media/image9510.png"/><Relationship Id="rId206" Type="http://schemas.openxmlformats.org/officeDocument/2006/relationships/customXml" Target="../ink/ink311.xml"/><Relationship Id="rId413" Type="http://schemas.openxmlformats.org/officeDocument/2006/relationships/image" Target="../media/image202.png"/><Relationship Id="rId248" Type="http://schemas.openxmlformats.org/officeDocument/2006/relationships/image" Target="../media/image1220.png"/><Relationship Id="rId455" Type="http://schemas.openxmlformats.org/officeDocument/2006/relationships/customXml" Target="../ink/ink439.xml"/><Relationship Id="rId497" Type="http://schemas.openxmlformats.org/officeDocument/2006/relationships/customXml" Target="../ink/ink460.xml"/><Relationship Id="rId12" Type="http://schemas.openxmlformats.org/officeDocument/2006/relationships/customXml" Target="../ink/ink213.xml"/><Relationship Id="rId108" Type="http://schemas.openxmlformats.org/officeDocument/2006/relationships/customXml" Target="../ink/ink261.xml"/><Relationship Id="rId315" Type="http://schemas.openxmlformats.org/officeDocument/2006/relationships/image" Target="../media/image1530.png"/><Relationship Id="rId357" Type="http://schemas.openxmlformats.org/officeDocument/2006/relationships/image" Target="../media/image1740.png"/><Relationship Id="rId522" Type="http://schemas.openxmlformats.org/officeDocument/2006/relationships/image" Target="../media/image256.png"/><Relationship Id="rId54" Type="http://schemas.openxmlformats.org/officeDocument/2006/relationships/customXml" Target="../ink/ink234.xml"/><Relationship Id="rId96" Type="http://schemas.openxmlformats.org/officeDocument/2006/relationships/customXml" Target="../ink/ink255.xml"/><Relationship Id="rId161" Type="http://schemas.openxmlformats.org/officeDocument/2006/relationships/image" Target="../media/image8010.png"/><Relationship Id="rId217" Type="http://schemas.openxmlformats.org/officeDocument/2006/relationships/image" Target="../media/image1070.png"/><Relationship Id="rId399" Type="http://schemas.openxmlformats.org/officeDocument/2006/relationships/image" Target="../media/image195.png"/><Relationship Id="rId259" Type="http://schemas.openxmlformats.org/officeDocument/2006/relationships/image" Target="../media/image1260.png"/><Relationship Id="rId424" Type="http://schemas.openxmlformats.org/officeDocument/2006/relationships/customXml" Target="../ink/ink423.xml"/><Relationship Id="rId466" Type="http://schemas.openxmlformats.org/officeDocument/2006/relationships/image" Target="../media/image228.png"/><Relationship Id="rId23" Type="http://schemas.openxmlformats.org/officeDocument/2006/relationships/image" Target="../media/image1110.png"/><Relationship Id="rId119" Type="http://schemas.openxmlformats.org/officeDocument/2006/relationships/image" Target="../media/image5910.png"/><Relationship Id="rId270" Type="http://schemas.openxmlformats.org/officeDocument/2006/relationships/customXml" Target="../ink/ink345.xml"/><Relationship Id="rId326" Type="http://schemas.openxmlformats.org/officeDocument/2006/relationships/customXml" Target="../ink/ink374.xml"/><Relationship Id="rId533" Type="http://schemas.openxmlformats.org/officeDocument/2006/relationships/customXml" Target="../ink/ink478.xml"/><Relationship Id="rId65" Type="http://schemas.openxmlformats.org/officeDocument/2006/relationships/image" Target="../media/image3210.png"/><Relationship Id="rId130" Type="http://schemas.openxmlformats.org/officeDocument/2006/relationships/customXml" Target="../ink/ink272.xml"/><Relationship Id="rId368" Type="http://schemas.openxmlformats.org/officeDocument/2006/relationships/customXml" Target="../ink/ink395.xml"/><Relationship Id="rId172" Type="http://schemas.openxmlformats.org/officeDocument/2006/relationships/image" Target="../media/image8510.png"/><Relationship Id="rId228" Type="http://schemas.openxmlformats.org/officeDocument/2006/relationships/image" Target="../media/image1120.png"/><Relationship Id="rId435" Type="http://schemas.openxmlformats.org/officeDocument/2006/relationships/customXml" Target="../ink/ink429.xml"/><Relationship Id="rId477" Type="http://schemas.openxmlformats.org/officeDocument/2006/relationships/customXml" Target="../ink/ink450.xml"/><Relationship Id="rId281" Type="http://schemas.openxmlformats.org/officeDocument/2006/relationships/customXml" Target="../ink/ink351.xml"/><Relationship Id="rId337" Type="http://schemas.openxmlformats.org/officeDocument/2006/relationships/image" Target="../media/image1640.png"/><Relationship Id="rId502" Type="http://schemas.openxmlformats.org/officeDocument/2006/relationships/image" Target="../media/image246.png"/><Relationship Id="rId34" Type="http://schemas.openxmlformats.org/officeDocument/2006/relationships/customXml" Target="../ink/ink224.xml"/><Relationship Id="rId76" Type="http://schemas.openxmlformats.org/officeDocument/2006/relationships/customXml" Target="../ink/ink245.xml"/><Relationship Id="rId141" Type="http://schemas.openxmlformats.org/officeDocument/2006/relationships/image" Target="../media/image7010.png"/><Relationship Id="rId379" Type="http://schemas.openxmlformats.org/officeDocument/2006/relationships/image" Target="../media/image1850.png"/><Relationship Id="rId544" Type="http://schemas.openxmlformats.org/officeDocument/2006/relationships/image" Target="../media/image267.png"/><Relationship Id="rId7" Type="http://schemas.openxmlformats.org/officeDocument/2006/relationships/image" Target="../media/image3100.png"/><Relationship Id="rId183" Type="http://schemas.openxmlformats.org/officeDocument/2006/relationships/customXml" Target="../ink/ink299.xml"/><Relationship Id="rId239" Type="http://schemas.openxmlformats.org/officeDocument/2006/relationships/customXml" Target="../ink/ink328.xml"/><Relationship Id="rId390" Type="http://schemas.openxmlformats.org/officeDocument/2006/relationships/customXml" Target="../ink/ink406.xml"/><Relationship Id="rId404" Type="http://schemas.openxmlformats.org/officeDocument/2006/relationships/customXml" Target="../ink/ink413.xml"/><Relationship Id="rId446" Type="http://schemas.openxmlformats.org/officeDocument/2006/relationships/image" Target="../media/image218.png"/><Relationship Id="rId250" Type="http://schemas.openxmlformats.org/officeDocument/2006/relationships/image" Target="../media/image1230.png"/><Relationship Id="rId292" Type="http://schemas.openxmlformats.org/officeDocument/2006/relationships/customXml" Target="../ink/ink357.xml"/><Relationship Id="rId306" Type="http://schemas.openxmlformats.org/officeDocument/2006/relationships/customXml" Target="../ink/ink364.xml"/><Relationship Id="rId488" Type="http://schemas.openxmlformats.org/officeDocument/2006/relationships/image" Target="../media/image239.png"/><Relationship Id="rId45" Type="http://schemas.openxmlformats.org/officeDocument/2006/relationships/image" Target="../media/image2210.png"/><Relationship Id="rId87" Type="http://schemas.openxmlformats.org/officeDocument/2006/relationships/image" Target="../media/image4310.png"/><Relationship Id="rId110" Type="http://schemas.openxmlformats.org/officeDocument/2006/relationships/customXml" Target="../ink/ink262.xml"/><Relationship Id="rId348" Type="http://schemas.openxmlformats.org/officeDocument/2006/relationships/customXml" Target="../ink/ink385.xml"/><Relationship Id="rId513" Type="http://schemas.openxmlformats.org/officeDocument/2006/relationships/customXml" Target="../ink/ink468.xml"/><Relationship Id="rId152" Type="http://schemas.openxmlformats.org/officeDocument/2006/relationships/customXml" Target="../ink/ink283.xml"/><Relationship Id="rId194" Type="http://schemas.openxmlformats.org/officeDocument/2006/relationships/customXml" Target="../ink/ink305.xml"/><Relationship Id="rId208" Type="http://schemas.openxmlformats.org/officeDocument/2006/relationships/customXml" Target="../ink/ink312.xml"/><Relationship Id="rId415" Type="http://schemas.openxmlformats.org/officeDocument/2006/relationships/image" Target="../media/image203.png"/><Relationship Id="rId457" Type="http://schemas.openxmlformats.org/officeDocument/2006/relationships/customXml" Target="../ink/ink440.xml"/><Relationship Id="rId261" Type="http://schemas.openxmlformats.org/officeDocument/2006/relationships/image" Target="../media/image1270.png"/><Relationship Id="rId499" Type="http://schemas.openxmlformats.org/officeDocument/2006/relationships/customXml" Target="../ink/ink461.xml"/><Relationship Id="rId14" Type="http://schemas.openxmlformats.org/officeDocument/2006/relationships/customXml" Target="../ink/ink214.xml"/><Relationship Id="rId56" Type="http://schemas.openxmlformats.org/officeDocument/2006/relationships/customXml" Target="../ink/ink235.xml"/><Relationship Id="rId317" Type="http://schemas.openxmlformats.org/officeDocument/2006/relationships/image" Target="../media/image1540.png"/><Relationship Id="rId359" Type="http://schemas.openxmlformats.org/officeDocument/2006/relationships/image" Target="../media/image1750.png"/><Relationship Id="rId524" Type="http://schemas.openxmlformats.org/officeDocument/2006/relationships/image" Target="../media/image257.png"/><Relationship Id="rId98" Type="http://schemas.openxmlformats.org/officeDocument/2006/relationships/customXml" Target="../ink/ink256.xml"/><Relationship Id="rId121" Type="http://schemas.openxmlformats.org/officeDocument/2006/relationships/image" Target="../media/image6010.png"/><Relationship Id="rId163" Type="http://schemas.openxmlformats.org/officeDocument/2006/relationships/image" Target="../media/image8110.png"/><Relationship Id="rId219" Type="http://schemas.openxmlformats.org/officeDocument/2006/relationships/image" Target="../media/image1080.png"/><Relationship Id="rId370" Type="http://schemas.openxmlformats.org/officeDocument/2006/relationships/customXml" Target="../ink/ink396.xml"/><Relationship Id="rId426" Type="http://schemas.openxmlformats.org/officeDocument/2006/relationships/image" Target="../media/image208.png"/><Relationship Id="rId230" Type="http://schemas.openxmlformats.org/officeDocument/2006/relationships/image" Target="../media/image1130.png"/><Relationship Id="rId468" Type="http://schemas.openxmlformats.org/officeDocument/2006/relationships/image" Target="../media/image229.png"/><Relationship Id="rId25" Type="http://schemas.openxmlformats.org/officeDocument/2006/relationships/image" Target="../media/image1210.png"/><Relationship Id="rId67" Type="http://schemas.openxmlformats.org/officeDocument/2006/relationships/image" Target="../media/image3310.png"/><Relationship Id="rId272" Type="http://schemas.openxmlformats.org/officeDocument/2006/relationships/customXml" Target="../ink/ink346.xml"/><Relationship Id="rId328" Type="http://schemas.openxmlformats.org/officeDocument/2006/relationships/customXml" Target="../ink/ink375.xml"/><Relationship Id="rId535" Type="http://schemas.openxmlformats.org/officeDocument/2006/relationships/customXml" Target="../ink/ink479.xml"/><Relationship Id="rId132" Type="http://schemas.openxmlformats.org/officeDocument/2006/relationships/customXml" Target="../ink/ink273.xml"/><Relationship Id="rId174" Type="http://schemas.openxmlformats.org/officeDocument/2006/relationships/image" Target="../media/image8610.png"/><Relationship Id="rId381" Type="http://schemas.openxmlformats.org/officeDocument/2006/relationships/image" Target="../media/image1860.png"/><Relationship Id="rId241" Type="http://schemas.openxmlformats.org/officeDocument/2006/relationships/customXml" Target="../ink/ink329.xml"/><Relationship Id="rId437" Type="http://schemas.openxmlformats.org/officeDocument/2006/relationships/customXml" Target="../ink/ink430.xml"/><Relationship Id="rId479" Type="http://schemas.openxmlformats.org/officeDocument/2006/relationships/customXml" Target="../ink/ink451.xml"/><Relationship Id="rId36" Type="http://schemas.openxmlformats.org/officeDocument/2006/relationships/customXml" Target="../ink/ink225.xml"/><Relationship Id="rId283" Type="http://schemas.openxmlformats.org/officeDocument/2006/relationships/image" Target="../media/image1370.png"/><Relationship Id="rId339" Type="http://schemas.openxmlformats.org/officeDocument/2006/relationships/image" Target="../media/image1650.png"/><Relationship Id="rId490" Type="http://schemas.openxmlformats.org/officeDocument/2006/relationships/image" Target="../media/image240.png"/><Relationship Id="rId504" Type="http://schemas.openxmlformats.org/officeDocument/2006/relationships/image" Target="../media/image247.png"/><Relationship Id="rId78" Type="http://schemas.openxmlformats.org/officeDocument/2006/relationships/customXml" Target="../ink/ink246.xml"/><Relationship Id="rId101" Type="http://schemas.openxmlformats.org/officeDocument/2006/relationships/image" Target="../media/image5010.png"/><Relationship Id="rId143" Type="http://schemas.openxmlformats.org/officeDocument/2006/relationships/image" Target="../media/image7110.png"/><Relationship Id="rId185" Type="http://schemas.openxmlformats.org/officeDocument/2006/relationships/customXml" Target="../ink/ink300.xml"/><Relationship Id="rId350" Type="http://schemas.openxmlformats.org/officeDocument/2006/relationships/customXml" Target="../ink/ink386.xml"/><Relationship Id="rId406" Type="http://schemas.openxmlformats.org/officeDocument/2006/relationships/customXml" Target="../ink/ink414.xml"/><Relationship Id="rId9" Type="http://schemas.openxmlformats.org/officeDocument/2006/relationships/image" Target="../media/image4100.png"/><Relationship Id="rId210" Type="http://schemas.openxmlformats.org/officeDocument/2006/relationships/customXml" Target="../ink/ink313.xml"/><Relationship Id="rId392" Type="http://schemas.openxmlformats.org/officeDocument/2006/relationships/customXml" Target="../ink/ink407.xml"/><Relationship Id="rId448" Type="http://schemas.openxmlformats.org/officeDocument/2006/relationships/image" Target="../media/image219.png"/><Relationship Id="rId252" Type="http://schemas.openxmlformats.org/officeDocument/2006/relationships/image" Target="../media/image1240.png"/><Relationship Id="rId294" Type="http://schemas.openxmlformats.org/officeDocument/2006/relationships/customXml" Target="../ink/ink358.xml"/><Relationship Id="rId308" Type="http://schemas.openxmlformats.org/officeDocument/2006/relationships/customXml" Target="../ink/ink365.xml"/><Relationship Id="rId515" Type="http://schemas.openxmlformats.org/officeDocument/2006/relationships/customXml" Target="../ink/ink469.xml"/><Relationship Id="rId47" Type="http://schemas.openxmlformats.org/officeDocument/2006/relationships/image" Target="../media/image2310.png"/><Relationship Id="rId89" Type="http://schemas.openxmlformats.org/officeDocument/2006/relationships/image" Target="../media/image4410.png"/><Relationship Id="rId112" Type="http://schemas.openxmlformats.org/officeDocument/2006/relationships/customXml" Target="../ink/ink263.xml"/><Relationship Id="rId154" Type="http://schemas.openxmlformats.org/officeDocument/2006/relationships/customXml" Target="../ink/ink284.xml"/><Relationship Id="rId361" Type="http://schemas.openxmlformats.org/officeDocument/2006/relationships/image" Target="../media/image1760.png"/><Relationship Id="rId196" Type="http://schemas.openxmlformats.org/officeDocument/2006/relationships/customXml" Target="../ink/ink306.xml"/><Relationship Id="rId417" Type="http://schemas.openxmlformats.org/officeDocument/2006/relationships/image" Target="../media/image204.png"/><Relationship Id="rId459" Type="http://schemas.openxmlformats.org/officeDocument/2006/relationships/customXml" Target="../ink/ink441.xml"/><Relationship Id="rId16" Type="http://schemas.openxmlformats.org/officeDocument/2006/relationships/customXml" Target="../ink/ink215.xml"/><Relationship Id="rId221" Type="http://schemas.openxmlformats.org/officeDocument/2006/relationships/image" Target="../media/image1090.png"/><Relationship Id="rId263" Type="http://schemas.openxmlformats.org/officeDocument/2006/relationships/image" Target="../media/image1280.png"/><Relationship Id="rId319" Type="http://schemas.openxmlformats.org/officeDocument/2006/relationships/image" Target="../media/image1550.png"/><Relationship Id="rId470" Type="http://schemas.openxmlformats.org/officeDocument/2006/relationships/image" Target="../media/image230.png"/><Relationship Id="rId526" Type="http://schemas.openxmlformats.org/officeDocument/2006/relationships/image" Target="../media/image258.png"/><Relationship Id="rId58" Type="http://schemas.openxmlformats.org/officeDocument/2006/relationships/customXml" Target="../ink/ink236.xml"/><Relationship Id="rId123" Type="http://schemas.openxmlformats.org/officeDocument/2006/relationships/image" Target="../media/image6110.png"/><Relationship Id="rId330" Type="http://schemas.openxmlformats.org/officeDocument/2006/relationships/customXml" Target="../ink/ink376.xml"/><Relationship Id="rId165" Type="http://schemas.openxmlformats.org/officeDocument/2006/relationships/image" Target="../media/image8210.png"/><Relationship Id="rId372" Type="http://schemas.openxmlformats.org/officeDocument/2006/relationships/customXml" Target="../ink/ink397.xml"/><Relationship Id="rId428" Type="http://schemas.openxmlformats.org/officeDocument/2006/relationships/image" Target="../media/image209.png"/><Relationship Id="rId232" Type="http://schemas.openxmlformats.org/officeDocument/2006/relationships/image" Target="../media/image1140.png"/><Relationship Id="rId274" Type="http://schemas.openxmlformats.org/officeDocument/2006/relationships/customXml" Target="../ink/ink347.xml"/><Relationship Id="rId481" Type="http://schemas.openxmlformats.org/officeDocument/2006/relationships/customXml" Target="../ink/ink452.xml"/><Relationship Id="rId27" Type="http://schemas.openxmlformats.org/officeDocument/2006/relationships/image" Target="../media/image1310.png"/><Relationship Id="rId69" Type="http://schemas.openxmlformats.org/officeDocument/2006/relationships/image" Target="../media/image3410.png"/><Relationship Id="rId134" Type="http://schemas.openxmlformats.org/officeDocument/2006/relationships/customXml" Target="../ink/ink274.xml"/><Relationship Id="rId537" Type="http://schemas.openxmlformats.org/officeDocument/2006/relationships/customXml" Target="../ink/ink480.xml"/><Relationship Id="rId80" Type="http://schemas.openxmlformats.org/officeDocument/2006/relationships/customXml" Target="../ink/ink247.xml"/><Relationship Id="rId176" Type="http://schemas.openxmlformats.org/officeDocument/2006/relationships/image" Target="../media/image8710.png"/><Relationship Id="rId341" Type="http://schemas.openxmlformats.org/officeDocument/2006/relationships/image" Target="../media/image1660.png"/><Relationship Id="rId383" Type="http://schemas.openxmlformats.org/officeDocument/2006/relationships/image" Target="../media/image1870.png"/><Relationship Id="rId439" Type="http://schemas.openxmlformats.org/officeDocument/2006/relationships/customXml" Target="../ink/ink431.xml"/><Relationship Id="rId201" Type="http://schemas.openxmlformats.org/officeDocument/2006/relationships/image" Target="../media/image9910.png"/><Relationship Id="rId243" Type="http://schemas.openxmlformats.org/officeDocument/2006/relationships/customXml" Target="../ink/ink330.xml"/><Relationship Id="rId285" Type="http://schemas.openxmlformats.org/officeDocument/2006/relationships/image" Target="../media/image1380.png"/><Relationship Id="rId450" Type="http://schemas.openxmlformats.org/officeDocument/2006/relationships/image" Target="../media/image220.png"/><Relationship Id="rId506" Type="http://schemas.openxmlformats.org/officeDocument/2006/relationships/image" Target="../media/image248.png"/><Relationship Id="rId38" Type="http://schemas.openxmlformats.org/officeDocument/2006/relationships/customXml" Target="../ink/ink226.xml"/><Relationship Id="rId103" Type="http://schemas.openxmlformats.org/officeDocument/2006/relationships/image" Target="../media/image5110.png"/><Relationship Id="rId310" Type="http://schemas.openxmlformats.org/officeDocument/2006/relationships/customXml" Target="../ink/ink366.xml"/><Relationship Id="rId492" Type="http://schemas.openxmlformats.org/officeDocument/2006/relationships/image" Target="../media/image241.png"/><Relationship Id="rId91" Type="http://schemas.openxmlformats.org/officeDocument/2006/relationships/image" Target="../media/image4510.png"/><Relationship Id="rId145" Type="http://schemas.openxmlformats.org/officeDocument/2006/relationships/image" Target="../media/image7210.png"/><Relationship Id="rId187" Type="http://schemas.openxmlformats.org/officeDocument/2006/relationships/customXml" Target="../ink/ink301.xml"/><Relationship Id="rId352" Type="http://schemas.openxmlformats.org/officeDocument/2006/relationships/customXml" Target="../ink/ink387.xml"/><Relationship Id="rId394" Type="http://schemas.openxmlformats.org/officeDocument/2006/relationships/customXml" Target="../ink/ink408.xml"/><Relationship Id="rId408" Type="http://schemas.openxmlformats.org/officeDocument/2006/relationships/customXml" Target="../ink/ink415.xml"/><Relationship Id="rId212" Type="http://schemas.openxmlformats.org/officeDocument/2006/relationships/customXml" Target="../ink/ink314.xml"/><Relationship Id="rId254" Type="http://schemas.openxmlformats.org/officeDocument/2006/relationships/customXml" Target="../ink/ink336.xml"/><Relationship Id="rId49" Type="http://schemas.openxmlformats.org/officeDocument/2006/relationships/image" Target="../media/image2410.png"/><Relationship Id="rId114" Type="http://schemas.openxmlformats.org/officeDocument/2006/relationships/customXml" Target="../ink/ink264.xml"/><Relationship Id="rId296" Type="http://schemas.openxmlformats.org/officeDocument/2006/relationships/customXml" Target="../ink/ink359.xml"/><Relationship Id="rId461" Type="http://schemas.openxmlformats.org/officeDocument/2006/relationships/customXml" Target="../ink/ink442.xml"/><Relationship Id="rId517" Type="http://schemas.openxmlformats.org/officeDocument/2006/relationships/customXml" Target="../ink/ink470.xml"/><Relationship Id="rId60" Type="http://schemas.openxmlformats.org/officeDocument/2006/relationships/customXml" Target="../ink/ink237.xml"/><Relationship Id="rId156" Type="http://schemas.openxmlformats.org/officeDocument/2006/relationships/customXml" Target="../ink/ink285.xml"/><Relationship Id="rId198" Type="http://schemas.openxmlformats.org/officeDocument/2006/relationships/customXml" Target="../ink/ink307.xml"/><Relationship Id="rId321" Type="http://schemas.openxmlformats.org/officeDocument/2006/relationships/image" Target="../media/image1560.png"/><Relationship Id="rId363" Type="http://schemas.openxmlformats.org/officeDocument/2006/relationships/image" Target="../media/image1770.png"/><Relationship Id="rId419" Type="http://schemas.openxmlformats.org/officeDocument/2006/relationships/image" Target="../media/image205.png"/><Relationship Id="rId223" Type="http://schemas.openxmlformats.org/officeDocument/2006/relationships/image" Target="../media/image1101.png"/><Relationship Id="rId430" Type="http://schemas.openxmlformats.org/officeDocument/2006/relationships/image" Target="../media/image210.png"/><Relationship Id="rId18" Type="http://schemas.openxmlformats.org/officeDocument/2006/relationships/customXml" Target="../ink/ink216.xml"/><Relationship Id="rId265" Type="http://schemas.openxmlformats.org/officeDocument/2006/relationships/image" Target="../media/image1290.png"/><Relationship Id="rId472" Type="http://schemas.openxmlformats.org/officeDocument/2006/relationships/image" Target="../media/image231.png"/><Relationship Id="rId528" Type="http://schemas.openxmlformats.org/officeDocument/2006/relationships/image" Target="../media/image259.png"/><Relationship Id="rId125" Type="http://schemas.openxmlformats.org/officeDocument/2006/relationships/image" Target="../media/image6210.png"/><Relationship Id="rId167" Type="http://schemas.openxmlformats.org/officeDocument/2006/relationships/customXml" Target="../ink/ink291.xml"/><Relationship Id="rId332" Type="http://schemas.openxmlformats.org/officeDocument/2006/relationships/customXml" Target="../ink/ink377.xml"/><Relationship Id="rId374" Type="http://schemas.openxmlformats.org/officeDocument/2006/relationships/customXml" Target="../ink/ink398.xml"/><Relationship Id="rId71" Type="http://schemas.openxmlformats.org/officeDocument/2006/relationships/image" Target="../media/image3510.png"/><Relationship Id="rId234" Type="http://schemas.openxmlformats.org/officeDocument/2006/relationships/image" Target="../media/image1150.png"/><Relationship Id="rId2" Type="http://schemas.openxmlformats.org/officeDocument/2006/relationships/customXml" Target="../ink/ink208.xml"/><Relationship Id="rId29" Type="http://schemas.openxmlformats.org/officeDocument/2006/relationships/image" Target="../media/image1410.png"/><Relationship Id="rId276" Type="http://schemas.openxmlformats.org/officeDocument/2006/relationships/customXml" Target="../ink/ink348.xml"/><Relationship Id="rId441" Type="http://schemas.openxmlformats.org/officeDocument/2006/relationships/customXml" Target="../ink/ink432.xml"/><Relationship Id="rId483" Type="http://schemas.openxmlformats.org/officeDocument/2006/relationships/customXml" Target="../ink/ink453.xml"/><Relationship Id="rId539" Type="http://schemas.openxmlformats.org/officeDocument/2006/relationships/customXml" Target="../ink/ink481.xml"/><Relationship Id="rId40" Type="http://schemas.openxmlformats.org/officeDocument/2006/relationships/customXml" Target="../ink/ink227.xml"/><Relationship Id="rId136" Type="http://schemas.openxmlformats.org/officeDocument/2006/relationships/customXml" Target="../ink/ink275.xml"/><Relationship Id="rId178" Type="http://schemas.openxmlformats.org/officeDocument/2006/relationships/image" Target="../media/image8810.png"/><Relationship Id="rId301" Type="http://schemas.openxmlformats.org/officeDocument/2006/relationships/image" Target="../media/image1460.png"/><Relationship Id="rId343" Type="http://schemas.openxmlformats.org/officeDocument/2006/relationships/image" Target="../media/image1670.png"/><Relationship Id="rId82" Type="http://schemas.openxmlformats.org/officeDocument/2006/relationships/customXml" Target="../ink/ink248.xml"/><Relationship Id="rId203" Type="http://schemas.openxmlformats.org/officeDocument/2006/relationships/image" Target="../media/image10010.png"/><Relationship Id="rId385" Type="http://schemas.openxmlformats.org/officeDocument/2006/relationships/image" Target="../media/image1880.png"/><Relationship Id="rId245" Type="http://schemas.openxmlformats.org/officeDocument/2006/relationships/customXml" Target="../ink/ink331.xml"/><Relationship Id="rId287" Type="http://schemas.openxmlformats.org/officeDocument/2006/relationships/image" Target="../media/image1390.png"/><Relationship Id="rId410" Type="http://schemas.openxmlformats.org/officeDocument/2006/relationships/customXml" Target="../ink/ink416.xml"/><Relationship Id="rId452" Type="http://schemas.openxmlformats.org/officeDocument/2006/relationships/image" Target="../media/image221.png"/><Relationship Id="rId494" Type="http://schemas.openxmlformats.org/officeDocument/2006/relationships/image" Target="../media/image242.png"/><Relationship Id="rId508" Type="http://schemas.openxmlformats.org/officeDocument/2006/relationships/image" Target="../media/image249.png"/><Relationship Id="rId105" Type="http://schemas.openxmlformats.org/officeDocument/2006/relationships/image" Target="../media/image5210.png"/><Relationship Id="rId147" Type="http://schemas.openxmlformats.org/officeDocument/2006/relationships/image" Target="../media/image7310.png"/><Relationship Id="rId312" Type="http://schemas.openxmlformats.org/officeDocument/2006/relationships/customXml" Target="../ink/ink367.xml"/><Relationship Id="rId354" Type="http://schemas.openxmlformats.org/officeDocument/2006/relationships/customXml" Target="../ink/ink388.xml"/><Relationship Id="rId51" Type="http://schemas.openxmlformats.org/officeDocument/2006/relationships/image" Target="../media/image2510.png"/><Relationship Id="rId93" Type="http://schemas.openxmlformats.org/officeDocument/2006/relationships/image" Target="../media/image4610.png"/><Relationship Id="rId189" Type="http://schemas.openxmlformats.org/officeDocument/2006/relationships/customXml" Target="../ink/ink302.xml"/><Relationship Id="rId396" Type="http://schemas.openxmlformats.org/officeDocument/2006/relationships/customXml" Target="../ink/ink409.xml"/><Relationship Id="rId214" Type="http://schemas.openxmlformats.org/officeDocument/2006/relationships/customXml" Target="../ink/ink315.xml"/><Relationship Id="rId256" Type="http://schemas.openxmlformats.org/officeDocument/2006/relationships/customXml" Target="../ink/ink337.xml"/><Relationship Id="rId298" Type="http://schemas.openxmlformats.org/officeDocument/2006/relationships/customXml" Target="../ink/ink360.xml"/><Relationship Id="rId421" Type="http://schemas.openxmlformats.org/officeDocument/2006/relationships/image" Target="../media/image206.png"/><Relationship Id="rId463" Type="http://schemas.openxmlformats.org/officeDocument/2006/relationships/customXml" Target="../ink/ink443.xml"/><Relationship Id="rId519" Type="http://schemas.openxmlformats.org/officeDocument/2006/relationships/customXml" Target="../ink/ink471.xml"/><Relationship Id="rId116" Type="http://schemas.openxmlformats.org/officeDocument/2006/relationships/customXml" Target="../ink/ink265.xml"/><Relationship Id="rId158" Type="http://schemas.openxmlformats.org/officeDocument/2006/relationships/customXml" Target="../ink/ink286.xml"/><Relationship Id="rId323" Type="http://schemas.openxmlformats.org/officeDocument/2006/relationships/image" Target="../media/image1570.png"/><Relationship Id="rId530" Type="http://schemas.openxmlformats.org/officeDocument/2006/relationships/image" Target="../media/image260.png"/><Relationship Id="rId20" Type="http://schemas.openxmlformats.org/officeDocument/2006/relationships/customXml" Target="../ink/ink217.xml"/><Relationship Id="rId62" Type="http://schemas.openxmlformats.org/officeDocument/2006/relationships/customXml" Target="../ink/ink238.xml"/><Relationship Id="rId365" Type="http://schemas.openxmlformats.org/officeDocument/2006/relationships/image" Target="../media/image1780.png"/><Relationship Id="rId225" Type="http://schemas.openxmlformats.org/officeDocument/2006/relationships/customXml" Target="../ink/ink321.xml"/><Relationship Id="rId267" Type="http://schemas.openxmlformats.org/officeDocument/2006/relationships/image" Target="../media/image1300.png"/><Relationship Id="rId432" Type="http://schemas.openxmlformats.org/officeDocument/2006/relationships/image" Target="../media/image211.png"/><Relationship Id="rId474" Type="http://schemas.openxmlformats.org/officeDocument/2006/relationships/image" Target="../media/image232.png"/><Relationship Id="rId127" Type="http://schemas.openxmlformats.org/officeDocument/2006/relationships/image" Target="../media/image6310.png"/><Relationship Id="rId31" Type="http://schemas.openxmlformats.org/officeDocument/2006/relationships/image" Target="../media/image1510.png"/><Relationship Id="rId73" Type="http://schemas.openxmlformats.org/officeDocument/2006/relationships/image" Target="../media/image3610.png"/><Relationship Id="rId169" Type="http://schemas.openxmlformats.org/officeDocument/2006/relationships/customXml" Target="../ink/ink292.xml"/><Relationship Id="rId334" Type="http://schemas.openxmlformats.org/officeDocument/2006/relationships/customXml" Target="../ink/ink378.xml"/><Relationship Id="rId376" Type="http://schemas.openxmlformats.org/officeDocument/2006/relationships/customXml" Target="../ink/ink399.xml"/><Relationship Id="rId541" Type="http://schemas.openxmlformats.org/officeDocument/2006/relationships/customXml" Target="../ink/ink482.xml"/><Relationship Id="rId4" Type="http://schemas.openxmlformats.org/officeDocument/2006/relationships/customXml" Target="../ink/ink209.xml"/><Relationship Id="rId180" Type="http://schemas.openxmlformats.org/officeDocument/2006/relationships/image" Target="../media/image8910.png"/><Relationship Id="rId236" Type="http://schemas.openxmlformats.org/officeDocument/2006/relationships/image" Target="../media/image1160.png"/><Relationship Id="rId278" Type="http://schemas.openxmlformats.org/officeDocument/2006/relationships/customXml" Target="../ink/ink349.xml"/><Relationship Id="rId401" Type="http://schemas.openxmlformats.org/officeDocument/2006/relationships/image" Target="../media/image196.png"/><Relationship Id="rId443" Type="http://schemas.openxmlformats.org/officeDocument/2006/relationships/customXml" Target="../ink/ink433.xml"/><Relationship Id="rId303" Type="http://schemas.openxmlformats.org/officeDocument/2006/relationships/image" Target="../media/image1470.png"/><Relationship Id="rId485" Type="http://schemas.openxmlformats.org/officeDocument/2006/relationships/customXml" Target="../ink/ink454.xml"/><Relationship Id="rId42" Type="http://schemas.openxmlformats.org/officeDocument/2006/relationships/customXml" Target="../ink/ink228.xml"/><Relationship Id="rId84" Type="http://schemas.openxmlformats.org/officeDocument/2006/relationships/customXml" Target="../ink/ink249.xml"/><Relationship Id="rId138" Type="http://schemas.openxmlformats.org/officeDocument/2006/relationships/customXml" Target="../ink/ink276.xml"/><Relationship Id="rId345" Type="http://schemas.openxmlformats.org/officeDocument/2006/relationships/image" Target="../media/image1680.png"/><Relationship Id="rId387" Type="http://schemas.openxmlformats.org/officeDocument/2006/relationships/image" Target="../media/image189.png"/><Relationship Id="rId510" Type="http://schemas.openxmlformats.org/officeDocument/2006/relationships/image" Target="../media/image250.png"/><Relationship Id="rId191" Type="http://schemas.openxmlformats.org/officeDocument/2006/relationships/customXml" Target="../ink/ink303.xml"/><Relationship Id="rId205" Type="http://schemas.openxmlformats.org/officeDocument/2006/relationships/image" Target="../media/image1012.png"/><Relationship Id="rId247" Type="http://schemas.openxmlformats.org/officeDocument/2006/relationships/customXml" Target="../ink/ink332.xml"/><Relationship Id="rId412" Type="http://schemas.openxmlformats.org/officeDocument/2006/relationships/customXml" Target="../ink/ink417.xml"/><Relationship Id="rId107" Type="http://schemas.openxmlformats.org/officeDocument/2006/relationships/image" Target="../media/image5310.png"/><Relationship Id="rId289" Type="http://schemas.openxmlformats.org/officeDocument/2006/relationships/image" Target="../media/image1400.png"/><Relationship Id="rId454" Type="http://schemas.openxmlformats.org/officeDocument/2006/relationships/image" Target="../media/image222.png"/><Relationship Id="rId496" Type="http://schemas.openxmlformats.org/officeDocument/2006/relationships/image" Target="../media/image243.png"/><Relationship Id="rId11" Type="http://schemas.openxmlformats.org/officeDocument/2006/relationships/image" Target="../media/image5100.png"/><Relationship Id="rId53" Type="http://schemas.openxmlformats.org/officeDocument/2006/relationships/image" Target="../media/image2610.png"/><Relationship Id="rId149" Type="http://schemas.openxmlformats.org/officeDocument/2006/relationships/image" Target="../media/image7410.png"/><Relationship Id="rId314" Type="http://schemas.openxmlformats.org/officeDocument/2006/relationships/customXml" Target="../ink/ink368.xml"/><Relationship Id="rId356" Type="http://schemas.openxmlformats.org/officeDocument/2006/relationships/customXml" Target="../ink/ink389.xml"/><Relationship Id="rId398" Type="http://schemas.openxmlformats.org/officeDocument/2006/relationships/customXml" Target="../ink/ink410.xml"/><Relationship Id="rId521" Type="http://schemas.openxmlformats.org/officeDocument/2006/relationships/customXml" Target="../ink/ink472.xml"/><Relationship Id="rId95" Type="http://schemas.openxmlformats.org/officeDocument/2006/relationships/image" Target="../media/image4710.png"/><Relationship Id="rId160" Type="http://schemas.openxmlformats.org/officeDocument/2006/relationships/customXml" Target="../ink/ink287.xml"/><Relationship Id="rId216" Type="http://schemas.openxmlformats.org/officeDocument/2006/relationships/customXml" Target="../ink/ink316.xml"/><Relationship Id="rId423" Type="http://schemas.openxmlformats.org/officeDocument/2006/relationships/image" Target="../media/image207.png"/><Relationship Id="rId258" Type="http://schemas.openxmlformats.org/officeDocument/2006/relationships/customXml" Target="../ink/ink339.xml"/><Relationship Id="rId465" Type="http://schemas.openxmlformats.org/officeDocument/2006/relationships/customXml" Target="../ink/ink444.xml"/><Relationship Id="rId22" Type="http://schemas.openxmlformats.org/officeDocument/2006/relationships/customXml" Target="../ink/ink218.xml"/><Relationship Id="rId64" Type="http://schemas.openxmlformats.org/officeDocument/2006/relationships/customXml" Target="../ink/ink239.xml"/><Relationship Id="rId118" Type="http://schemas.openxmlformats.org/officeDocument/2006/relationships/customXml" Target="../ink/ink266.xml"/><Relationship Id="rId325" Type="http://schemas.openxmlformats.org/officeDocument/2006/relationships/image" Target="../media/image1580.png"/><Relationship Id="rId367" Type="http://schemas.openxmlformats.org/officeDocument/2006/relationships/image" Target="../media/image1790.png"/><Relationship Id="rId532" Type="http://schemas.openxmlformats.org/officeDocument/2006/relationships/image" Target="../media/image261.png"/><Relationship Id="rId171" Type="http://schemas.openxmlformats.org/officeDocument/2006/relationships/customXml" Target="../ink/ink293.xml"/><Relationship Id="rId227" Type="http://schemas.openxmlformats.org/officeDocument/2006/relationships/customXml" Target="../ink/ink322.xml"/><Relationship Id="rId269" Type="http://schemas.openxmlformats.org/officeDocument/2006/relationships/image" Target="../media/image1311.png"/><Relationship Id="rId434" Type="http://schemas.openxmlformats.org/officeDocument/2006/relationships/image" Target="../media/image212.png"/><Relationship Id="rId476" Type="http://schemas.openxmlformats.org/officeDocument/2006/relationships/image" Target="../media/image233.png"/><Relationship Id="rId33" Type="http://schemas.openxmlformats.org/officeDocument/2006/relationships/image" Target="../media/image1610.png"/><Relationship Id="rId129" Type="http://schemas.openxmlformats.org/officeDocument/2006/relationships/image" Target="../media/image6410.png"/><Relationship Id="rId280" Type="http://schemas.openxmlformats.org/officeDocument/2006/relationships/customXml" Target="../ink/ink350.xml"/><Relationship Id="rId336" Type="http://schemas.openxmlformats.org/officeDocument/2006/relationships/customXml" Target="../ink/ink379.xml"/><Relationship Id="rId501" Type="http://schemas.openxmlformats.org/officeDocument/2006/relationships/customXml" Target="../ink/ink462.xml"/><Relationship Id="rId543" Type="http://schemas.openxmlformats.org/officeDocument/2006/relationships/customXml" Target="../ink/ink483.xml"/><Relationship Id="rId75" Type="http://schemas.openxmlformats.org/officeDocument/2006/relationships/image" Target="../media/image3710.png"/><Relationship Id="rId140" Type="http://schemas.openxmlformats.org/officeDocument/2006/relationships/customXml" Target="../ink/ink277.xml"/><Relationship Id="rId182" Type="http://schemas.openxmlformats.org/officeDocument/2006/relationships/image" Target="../media/image9010.png"/><Relationship Id="rId378" Type="http://schemas.openxmlformats.org/officeDocument/2006/relationships/customXml" Target="../ink/ink400.xml"/><Relationship Id="rId403" Type="http://schemas.openxmlformats.org/officeDocument/2006/relationships/image" Target="../media/image197.png"/><Relationship Id="rId6" Type="http://schemas.openxmlformats.org/officeDocument/2006/relationships/customXml" Target="../ink/ink210.xml"/><Relationship Id="rId238" Type="http://schemas.openxmlformats.org/officeDocument/2006/relationships/image" Target="../media/image1170.png"/><Relationship Id="rId445" Type="http://schemas.openxmlformats.org/officeDocument/2006/relationships/customXml" Target="../ink/ink434.xml"/><Relationship Id="rId487" Type="http://schemas.openxmlformats.org/officeDocument/2006/relationships/customXml" Target="../ink/ink455.xml"/><Relationship Id="rId291" Type="http://schemas.openxmlformats.org/officeDocument/2006/relationships/image" Target="../media/image1411.png"/><Relationship Id="rId305" Type="http://schemas.openxmlformats.org/officeDocument/2006/relationships/image" Target="../media/image1480.png"/><Relationship Id="rId347" Type="http://schemas.openxmlformats.org/officeDocument/2006/relationships/image" Target="../media/image1690.png"/><Relationship Id="rId512" Type="http://schemas.openxmlformats.org/officeDocument/2006/relationships/image" Target="../media/image251.png"/><Relationship Id="rId44" Type="http://schemas.openxmlformats.org/officeDocument/2006/relationships/customXml" Target="../ink/ink229.xml"/><Relationship Id="rId86" Type="http://schemas.openxmlformats.org/officeDocument/2006/relationships/customXml" Target="../ink/ink250.xml"/><Relationship Id="rId151" Type="http://schemas.openxmlformats.org/officeDocument/2006/relationships/image" Target="../media/image7510.png"/><Relationship Id="rId389" Type="http://schemas.openxmlformats.org/officeDocument/2006/relationships/image" Target="../media/image190.png"/><Relationship Id="rId193" Type="http://schemas.openxmlformats.org/officeDocument/2006/relationships/customXml" Target="../ink/ink304.xml"/><Relationship Id="rId207" Type="http://schemas.openxmlformats.org/officeDocument/2006/relationships/image" Target="../media/image1020.png"/><Relationship Id="rId249" Type="http://schemas.openxmlformats.org/officeDocument/2006/relationships/customXml" Target="../ink/ink333.xml"/><Relationship Id="rId414" Type="http://schemas.openxmlformats.org/officeDocument/2006/relationships/customXml" Target="../ink/ink418.xml"/><Relationship Id="rId456" Type="http://schemas.openxmlformats.org/officeDocument/2006/relationships/image" Target="../media/image223.png"/><Relationship Id="rId498" Type="http://schemas.openxmlformats.org/officeDocument/2006/relationships/image" Target="../media/image244.png"/><Relationship Id="rId13" Type="http://schemas.openxmlformats.org/officeDocument/2006/relationships/image" Target="../media/image6100.png"/><Relationship Id="rId109" Type="http://schemas.openxmlformats.org/officeDocument/2006/relationships/image" Target="../media/image5410.png"/><Relationship Id="rId260" Type="http://schemas.openxmlformats.org/officeDocument/2006/relationships/customXml" Target="../ink/ink340.xml"/><Relationship Id="rId316" Type="http://schemas.openxmlformats.org/officeDocument/2006/relationships/customXml" Target="../ink/ink369.xml"/><Relationship Id="rId523" Type="http://schemas.openxmlformats.org/officeDocument/2006/relationships/customXml" Target="../ink/ink473.xml"/><Relationship Id="rId55" Type="http://schemas.openxmlformats.org/officeDocument/2006/relationships/image" Target="../media/image2710.png"/><Relationship Id="rId97" Type="http://schemas.openxmlformats.org/officeDocument/2006/relationships/image" Target="../media/image4810.png"/><Relationship Id="rId120" Type="http://schemas.openxmlformats.org/officeDocument/2006/relationships/customXml" Target="../ink/ink267.xml"/><Relationship Id="rId358" Type="http://schemas.openxmlformats.org/officeDocument/2006/relationships/customXml" Target="../ink/ink390.xml"/><Relationship Id="rId162" Type="http://schemas.openxmlformats.org/officeDocument/2006/relationships/customXml" Target="../ink/ink288.xml"/><Relationship Id="rId218" Type="http://schemas.openxmlformats.org/officeDocument/2006/relationships/customXml" Target="../ink/ink317.xml"/><Relationship Id="rId425" Type="http://schemas.openxmlformats.org/officeDocument/2006/relationships/customXml" Target="../ink/ink424.xml"/><Relationship Id="rId467" Type="http://schemas.openxmlformats.org/officeDocument/2006/relationships/customXml" Target="../ink/ink445.xml"/><Relationship Id="rId271" Type="http://schemas.openxmlformats.org/officeDocument/2006/relationships/image" Target="../media/image1320.png"/><Relationship Id="rId24" Type="http://schemas.openxmlformats.org/officeDocument/2006/relationships/customXml" Target="../ink/ink219.xml"/><Relationship Id="rId66" Type="http://schemas.openxmlformats.org/officeDocument/2006/relationships/customXml" Target="../ink/ink240.xml"/><Relationship Id="rId131" Type="http://schemas.openxmlformats.org/officeDocument/2006/relationships/image" Target="../media/image6510.png"/><Relationship Id="rId327" Type="http://schemas.openxmlformats.org/officeDocument/2006/relationships/image" Target="../media/image1590.png"/><Relationship Id="rId369" Type="http://schemas.openxmlformats.org/officeDocument/2006/relationships/image" Target="../media/image1800.png"/><Relationship Id="rId534" Type="http://schemas.openxmlformats.org/officeDocument/2006/relationships/image" Target="../media/image262.png"/><Relationship Id="rId173" Type="http://schemas.openxmlformats.org/officeDocument/2006/relationships/customXml" Target="../ink/ink294.xml"/><Relationship Id="rId229" Type="http://schemas.openxmlformats.org/officeDocument/2006/relationships/customXml" Target="../ink/ink323.xml"/><Relationship Id="rId380" Type="http://schemas.openxmlformats.org/officeDocument/2006/relationships/customXml" Target="../ink/ink401.xml"/><Relationship Id="rId436" Type="http://schemas.openxmlformats.org/officeDocument/2006/relationships/image" Target="../media/image213.png"/><Relationship Id="rId240" Type="http://schemas.openxmlformats.org/officeDocument/2006/relationships/image" Target="../media/image1180.png"/><Relationship Id="rId478" Type="http://schemas.openxmlformats.org/officeDocument/2006/relationships/image" Target="../media/image234.png"/><Relationship Id="rId35" Type="http://schemas.openxmlformats.org/officeDocument/2006/relationships/image" Target="../media/image1710.png"/><Relationship Id="rId77" Type="http://schemas.openxmlformats.org/officeDocument/2006/relationships/image" Target="../media/image3810.png"/><Relationship Id="rId100" Type="http://schemas.openxmlformats.org/officeDocument/2006/relationships/customXml" Target="../ink/ink257.xml"/><Relationship Id="rId282" Type="http://schemas.openxmlformats.org/officeDocument/2006/relationships/customXml" Target="../ink/ink352.xml"/><Relationship Id="rId338" Type="http://schemas.openxmlformats.org/officeDocument/2006/relationships/customXml" Target="../ink/ink380.xml"/><Relationship Id="rId503" Type="http://schemas.openxmlformats.org/officeDocument/2006/relationships/customXml" Target="../ink/ink463.xml"/><Relationship Id="rId8" Type="http://schemas.openxmlformats.org/officeDocument/2006/relationships/customXml" Target="../ink/ink211.xml"/><Relationship Id="rId142" Type="http://schemas.openxmlformats.org/officeDocument/2006/relationships/customXml" Target="../ink/ink278.xml"/><Relationship Id="rId184" Type="http://schemas.openxmlformats.org/officeDocument/2006/relationships/image" Target="../media/image9110.png"/><Relationship Id="rId391" Type="http://schemas.openxmlformats.org/officeDocument/2006/relationships/image" Target="../media/image191.png"/><Relationship Id="rId405" Type="http://schemas.openxmlformats.org/officeDocument/2006/relationships/image" Target="../media/image198.png"/><Relationship Id="rId447" Type="http://schemas.openxmlformats.org/officeDocument/2006/relationships/customXml" Target="../ink/ink435.xml"/><Relationship Id="rId251" Type="http://schemas.openxmlformats.org/officeDocument/2006/relationships/customXml" Target="../ink/ink334.xml"/><Relationship Id="rId489" Type="http://schemas.openxmlformats.org/officeDocument/2006/relationships/customXml" Target="../ink/ink456.xml"/><Relationship Id="rId46" Type="http://schemas.openxmlformats.org/officeDocument/2006/relationships/customXml" Target="../ink/ink230.xml"/><Relationship Id="rId293" Type="http://schemas.openxmlformats.org/officeDocument/2006/relationships/image" Target="../media/image1420.png"/><Relationship Id="rId307" Type="http://schemas.openxmlformats.org/officeDocument/2006/relationships/image" Target="../media/image1490.png"/><Relationship Id="rId349" Type="http://schemas.openxmlformats.org/officeDocument/2006/relationships/image" Target="../media/image1700.png"/><Relationship Id="rId514" Type="http://schemas.openxmlformats.org/officeDocument/2006/relationships/image" Target="../media/image252.png"/><Relationship Id="rId88" Type="http://schemas.openxmlformats.org/officeDocument/2006/relationships/customXml" Target="../ink/ink251.xml"/><Relationship Id="rId111" Type="http://schemas.openxmlformats.org/officeDocument/2006/relationships/image" Target="../media/image5510.png"/><Relationship Id="rId153" Type="http://schemas.openxmlformats.org/officeDocument/2006/relationships/image" Target="../media/image7610.png"/><Relationship Id="rId195" Type="http://schemas.openxmlformats.org/officeDocument/2006/relationships/image" Target="../media/image9610.png"/><Relationship Id="rId209" Type="http://schemas.openxmlformats.org/officeDocument/2006/relationships/image" Target="../media/image1030.png"/><Relationship Id="rId360" Type="http://schemas.openxmlformats.org/officeDocument/2006/relationships/customXml" Target="../ink/ink391.xml"/><Relationship Id="rId416" Type="http://schemas.openxmlformats.org/officeDocument/2006/relationships/customXml" Target="../ink/ink419.xml"/><Relationship Id="rId220" Type="http://schemas.openxmlformats.org/officeDocument/2006/relationships/customXml" Target="../ink/ink318.xml"/><Relationship Id="rId458" Type="http://schemas.openxmlformats.org/officeDocument/2006/relationships/image" Target="../media/image224.png"/><Relationship Id="rId15" Type="http://schemas.openxmlformats.org/officeDocument/2006/relationships/image" Target="../media/image7100.png"/><Relationship Id="rId57" Type="http://schemas.openxmlformats.org/officeDocument/2006/relationships/image" Target="../media/image2810.png"/><Relationship Id="rId262" Type="http://schemas.openxmlformats.org/officeDocument/2006/relationships/customXml" Target="../ink/ink341.xml"/><Relationship Id="rId318" Type="http://schemas.openxmlformats.org/officeDocument/2006/relationships/customXml" Target="../ink/ink370.xml"/><Relationship Id="rId525" Type="http://schemas.openxmlformats.org/officeDocument/2006/relationships/customXml" Target="../ink/ink474.xml"/><Relationship Id="rId99" Type="http://schemas.openxmlformats.org/officeDocument/2006/relationships/image" Target="../media/image4910.png"/><Relationship Id="rId122" Type="http://schemas.openxmlformats.org/officeDocument/2006/relationships/customXml" Target="../ink/ink268.xml"/><Relationship Id="rId164" Type="http://schemas.openxmlformats.org/officeDocument/2006/relationships/customXml" Target="../ink/ink289.xml"/><Relationship Id="rId371" Type="http://schemas.openxmlformats.org/officeDocument/2006/relationships/image" Target="../media/image1811.png"/><Relationship Id="rId427" Type="http://schemas.openxmlformats.org/officeDocument/2006/relationships/customXml" Target="../ink/ink425.xml"/><Relationship Id="rId469" Type="http://schemas.openxmlformats.org/officeDocument/2006/relationships/customXml" Target="../ink/ink446.xml"/><Relationship Id="rId26" Type="http://schemas.openxmlformats.org/officeDocument/2006/relationships/customXml" Target="../ink/ink220.xml"/><Relationship Id="rId231" Type="http://schemas.openxmlformats.org/officeDocument/2006/relationships/customXml" Target="../ink/ink324.xml"/><Relationship Id="rId273" Type="http://schemas.openxmlformats.org/officeDocument/2006/relationships/image" Target="../media/image1330.png"/><Relationship Id="rId329" Type="http://schemas.openxmlformats.org/officeDocument/2006/relationships/image" Target="../media/image1600.png"/><Relationship Id="rId480" Type="http://schemas.openxmlformats.org/officeDocument/2006/relationships/image" Target="../media/image235.png"/><Relationship Id="rId536" Type="http://schemas.openxmlformats.org/officeDocument/2006/relationships/image" Target="../media/image263.png"/><Relationship Id="rId68" Type="http://schemas.openxmlformats.org/officeDocument/2006/relationships/customXml" Target="../ink/ink241.xml"/><Relationship Id="rId133" Type="http://schemas.openxmlformats.org/officeDocument/2006/relationships/image" Target="../media/image6610.png"/><Relationship Id="rId175" Type="http://schemas.openxmlformats.org/officeDocument/2006/relationships/customXml" Target="../ink/ink295.xml"/><Relationship Id="rId340" Type="http://schemas.openxmlformats.org/officeDocument/2006/relationships/customXml" Target="../ink/ink381.xml"/><Relationship Id="rId200" Type="http://schemas.openxmlformats.org/officeDocument/2006/relationships/customXml" Target="../ink/ink308.xml"/><Relationship Id="rId382" Type="http://schemas.openxmlformats.org/officeDocument/2006/relationships/customXml" Target="../ink/ink402.xml"/><Relationship Id="rId438" Type="http://schemas.openxmlformats.org/officeDocument/2006/relationships/image" Target="../media/image214.png"/><Relationship Id="rId242" Type="http://schemas.openxmlformats.org/officeDocument/2006/relationships/image" Target="../media/image1190.png"/><Relationship Id="rId284" Type="http://schemas.openxmlformats.org/officeDocument/2006/relationships/customXml" Target="../ink/ink353.xml"/><Relationship Id="rId491" Type="http://schemas.openxmlformats.org/officeDocument/2006/relationships/customXml" Target="../ink/ink457.xml"/><Relationship Id="rId505" Type="http://schemas.openxmlformats.org/officeDocument/2006/relationships/customXml" Target="../ink/ink464.xml"/><Relationship Id="rId37" Type="http://schemas.openxmlformats.org/officeDocument/2006/relationships/image" Target="../media/image1810.png"/><Relationship Id="rId79" Type="http://schemas.openxmlformats.org/officeDocument/2006/relationships/image" Target="../media/image3910.png"/><Relationship Id="rId102" Type="http://schemas.openxmlformats.org/officeDocument/2006/relationships/customXml" Target="../ink/ink258.xml"/><Relationship Id="rId144" Type="http://schemas.openxmlformats.org/officeDocument/2006/relationships/customXml" Target="../ink/ink279.xml"/><Relationship Id="rId90" Type="http://schemas.openxmlformats.org/officeDocument/2006/relationships/customXml" Target="../ink/ink252.xml"/><Relationship Id="rId186" Type="http://schemas.openxmlformats.org/officeDocument/2006/relationships/image" Target="../media/image9210.png"/><Relationship Id="rId351" Type="http://schemas.openxmlformats.org/officeDocument/2006/relationships/image" Target="../media/image1711.png"/><Relationship Id="rId393" Type="http://schemas.openxmlformats.org/officeDocument/2006/relationships/image" Target="../media/image192.png"/><Relationship Id="rId407" Type="http://schemas.openxmlformats.org/officeDocument/2006/relationships/image" Target="../media/image199.png"/><Relationship Id="rId449" Type="http://schemas.openxmlformats.org/officeDocument/2006/relationships/customXml" Target="../ink/ink436.xml"/><Relationship Id="rId211" Type="http://schemas.openxmlformats.org/officeDocument/2006/relationships/image" Target="../media/image1040.png"/><Relationship Id="rId253" Type="http://schemas.openxmlformats.org/officeDocument/2006/relationships/customXml" Target="../ink/ink335.xml"/><Relationship Id="rId295" Type="http://schemas.openxmlformats.org/officeDocument/2006/relationships/image" Target="../media/image1430.png"/><Relationship Id="rId309" Type="http://schemas.openxmlformats.org/officeDocument/2006/relationships/image" Target="../media/image1500.png"/><Relationship Id="rId460" Type="http://schemas.openxmlformats.org/officeDocument/2006/relationships/image" Target="../media/image225.png"/><Relationship Id="rId516" Type="http://schemas.openxmlformats.org/officeDocument/2006/relationships/image" Target="../media/image253.png"/><Relationship Id="rId48" Type="http://schemas.openxmlformats.org/officeDocument/2006/relationships/customXml" Target="../ink/ink231.xml"/><Relationship Id="rId113" Type="http://schemas.openxmlformats.org/officeDocument/2006/relationships/image" Target="../media/image5610.png"/><Relationship Id="rId320" Type="http://schemas.openxmlformats.org/officeDocument/2006/relationships/customXml" Target="../ink/ink371.xml"/><Relationship Id="rId155" Type="http://schemas.openxmlformats.org/officeDocument/2006/relationships/image" Target="../media/image7710.png"/><Relationship Id="rId197" Type="http://schemas.openxmlformats.org/officeDocument/2006/relationships/image" Target="../media/image9710.png"/><Relationship Id="rId362" Type="http://schemas.openxmlformats.org/officeDocument/2006/relationships/customXml" Target="../ink/ink392.xml"/><Relationship Id="rId418" Type="http://schemas.openxmlformats.org/officeDocument/2006/relationships/customXml" Target="../ink/ink420.xml"/><Relationship Id="rId222" Type="http://schemas.openxmlformats.org/officeDocument/2006/relationships/customXml" Target="../ink/ink319.xml"/><Relationship Id="rId264" Type="http://schemas.openxmlformats.org/officeDocument/2006/relationships/customXml" Target="../ink/ink342.xml"/><Relationship Id="rId471" Type="http://schemas.openxmlformats.org/officeDocument/2006/relationships/customXml" Target="../ink/ink447.xml"/><Relationship Id="rId17" Type="http://schemas.openxmlformats.org/officeDocument/2006/relationships/image" Target="../media/image8100.png"/><Relationship Id="rId59" Type="http://schemas.openxmlformats.org/officeDocument/2006/relationships/image" Target="../media/image2910.png"/><Relationship Id="rId124" Type="http://schemas.openxmlformats.org/officeDocument/2006/relationships/customXml" Target="../ink/ink269.xml"/><Relationship Id="rId527" Type="http://schemas.openxmlformats.org/officeDocument/2006/relationships/customXml" Target="../ink/ink475.xml"/><Relationship Id="rId70" Type="http://schemas.openxmlformats.org/officeDocument/2006/relationships/customXml" Target="../ink/ink242.xml"/><Relationship Id="rId166" Type="http://schemas.openxmlformats.org/officeDocument/2006/relationships/customXml" Target="../ink/ink290.xml"/><Relationship Id="rId331" Type="http://schemas.openxmlformats.org/officeDocument/2006/relationships/image" Target="../media/image1611.png"/><Relationship Id="rId373" Type="http://schemas.openxmlformats.org/officeDocument/2006/relationships/image" Target="../media/image1820.png"/><Relationship Id="rId429" Type="http://schemas.openxmlformats.org/officeDocument/2006/relationships/customXml" Target="../ink/ink426.xml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325.xml"/><Relationship Id="rId440" Type="http://schemas.openxmlformats.org/officeDocument/2006/relationships/image" Target="../media/image215.png"/><Relationship Id="rId28" Type="http://schemas.openxmlformats.org/officeDocument/2006/relationships/customXml" Target="../ink/ink221.xml"/><Relationship Id="rId275" Type="http://schemas.openxmlformats.org/officeDocument/2006/relationships/image" Target="../media/image1340.png"/><Relationship Id="rId300" Type="http://schemas.openxmlformats.org/officeDocument/2006/relationships/customXml" Target="../ink/ink361.xml"/><Relationship Id="rId482" Type="http://schemas.openxmlformats.org/officeDocument/2006/relationships/image" Target="../media/image236.png"/><Relationship Id="rId538" Type="http://schemas.openxmlformats.org/officeDocument/2006/relationships/image" Target="../media/image264.png"/><Relationship Id="rId81" Type="http://schemas.openxmlformats.org/officeDocument/2006/relationships/image" Target="../media/image4010.png"/><Relationship Id="rId135" Type="http://schemas.openxmlformats.org/officeDocument/2006/relationships/image" Target="../media/image6710.png"/><Relationship Id="rId177" Type="http://schemas.openxmlformats.org/officeDocument/2006/relationships/customXml" Target="../ink/ink296.xml"/><Relationship Id="rId342" Type="http://schemas.openxmlformats.org/officeDocument/2006/relationships/customXml" Target="../ink/ink382.xml"/><Relationship Id="rId384" Type="http://schemas.openxmlformats.org/officeDocument/2006/relationships/customXml" Target="../ink/ink403.xml"/><Relationship Id="rId202" Type="http://schemas.openxmlformats.org/officeDocument/2006/relationships/customXml" Target="../ink/ink309.xml"/><Relationship Id="rId244" Type="http://schemas.openxmlformats.org/officeDocument/2006/relationships/image" Target="../media/image1200.png"/><Relationship Id="rId39" Type="http://schemas.openxmlformats.org/officeDocument/2006/relationships/image" Target="../media/image1910.png"/><Relationship Id="rId286" Type="http://schemas.openxmlformats.org/officeDocument/2006/relationships/customXml" Target="../ink/ink354.xml"/><Relationship Id="rId451" Type="http://schemas.openxmlformats.org/officeDocument/2006/relationships/customXml" Target="../ink/ink437.xml"/><Relationship Id="rId493" Type="http://schemas.openxmlformats.org/officeDocument/2006/relationships/customXml" Target="../ink/ink458.xml"/><Relationship Id="rId507" Type="http://schemas.openxmlformats.org/officeDocument/2006/relationships/customXml" Target="../ink/ink465.xml"/><Relationship Id="rId50" Type="http://schemas.openxmlformats.org/officeDocument/2006/relationships/customXml" Target="../ink/ink232.xml"/><Relationship Id="rId104" Type="http://schemas.openxmlformats.org/officeDocument/2006/relationships/customXml" Target="../ink/ink259.xml"/><Relationship Id="rId146" Type="http://schemas.openxmlformats.org/officeDocument/2006/relationships/customXml" Target="../ink/ink280.xml"/><Relationship Id="rId188" Type="http://schemas.openxmlformats.org/officeDocument/2006/relationships/image" Target="../media/image9310.png"/><Relationship Id="rId311" Type="http://schemas.openxmlformats.org/officeDocument/2006/relationships/image" Target="../media/image1511.png"/><Relationship Id="rId353" Type="http://schemas.openxmlformats.org/officeDocument/2006/relationships/image" Target="../media/image1720.png"/><Relationship Id="rId395" Type="http://schemas.openxmlformats.org/officeDocument/2006/relationships/image" Target="../media/image193.png"/><Relationship Id="rId409" Type="http://schemas.openxmlformats.org/officeDocument/2006/relationships/image" Target="../media/image200.png"/><Relationship Id="rId92" Type="http://schemas.openxmlformats.org/officeDocument/2006/relationships/customXml" Target="../ink/ink253.xml"/><Relationship Id="rId213" Type="http://schemas.openxmlformats.org/officeDocument/2006/relationships/image" Target="../media/image1050.png"/><Relationship Id="rId420" Type="http://schemas.openxmlformats.org/officeDocument/2006/relationships/customXml" Target="../ink/ink421.xml"/><Relationship Id="rId255" Type="http://schemas.openxmlformats.org/officeDocument/2006/relationships/image" Target="../media/image1250.png"/><Relationship Id="rId297" Type="http://schemas.openxmlformats.org/officeDocument/2006/relationships/image" Target="../media/image1440.png"/><Relationship Id="rId462" Type="http://schemas.openxmlformats.org/officeDocument/2006/relationships/image" Target="../media/image226.png"/><Relationship Id="rId518" Type="http://schemas.openxmlformats.org/officeDocument/2006/relationships/image" Target="../media/image254.png"/><Relationship Id="rId115" Type="http://schemas.openxmlformats.org/officeDocument/2006/relationships/image" Target="../media/image5710.png"/><Relationship Id="rId157" Type="http://schemas.openxmlformats.org/officeDocument/2006/relationships/image" Target="../media/image7810.png"/><Relationship Id="rId322" Type="http://schemas.openxmlformats.org/officeDocument/2006/relationships/customXml" Target="../ink/ink372.xml"/><Relationship Id="rId364" Type="http://schemas.openxmlformats.org/officeDocument/2006/relationships/customXml" Target="../ink/ink393.xml"/><Relationship Id="rId61" Type="http://schemas.openxmlformats.org/officeDocument/2006/relationships/image" Target="../media/image3010.png"/><Relationship Id="rId199" Type="http://schemas.openxmlformats.org/officeDocument/2006/relationships/image" Target="../media/image9810.png"/><Relationship Id="rId19" Type="http://schemas.openxmlformats.org/officeDocument/2006/relationships/image" Target="../media/image9100.png"/><Relationship Id="rId224" Type="http://schemas.openxmlformats.org/officeDocument/2006/relationships/customXml" Target="../ink/ink320.xml"/><Relationship Id="rId266" Type="http://schemas.openxmlformats.org/officeDocument/2006/relationships/customXml" Target="../ink/ink343.xml"/><Relationship Id="rId431" Type="http://schemas.openxmlformats.org/officeDocument/2006/relationships/customXml" Target="../ink/ink427.xml"/><Relationship Id="rId473" Type="http://schemas.openxmlformats.org/officeDocument/2006/relationships/customXml" Target="../ink/ink448.xml"/><Relationship Id="rId529" Type="http://schemas.openxmlformats.org/officeDocument/2006/relationships/customXml" Target="../ink/ink476.xml"/><Relationship Id="rId30" Type="http://schemas.openxmlformats.org/officeDocument/2006/relationships/customXml" Target="../ink/ink222.xml"/><Relationship Id="rId126" Type="http://schemas.openxmlformats.org/officeDocument/2006/relationships/customXml" Target="../ink/ink270.xml"/><Relationship Id="rId168" Type="http://schemas.openxmlformats.org/officeDocument/2006/relationships/image" Target="../media/image8310.png"/><Relationship Id="rId333" Type="http://schemas.openxmlformats.org/officeDocument/2006/relationships/image" Target="../media/image1620.png"/><Relationship Id="rId540" Type="http://schemas.openxmlformats.org/officeDocument/2006/relationships/image" Target="../media/image265.png"/><Relationship Id="rId72" Type="http://schemas.openxmlformats.org/officeDocument/2006/relationships/customXml" Target="../ink/ink243.xml"/><Relationship Id="rId375" Type="http://schemas.openxmlformats.org/officeDocument/2006/relationships/image" Target="../media/image1830.png"/><Relationship Id="rId3" Type="http://schemas.openxmlformats.org/officeDocument/2006/relationships/image" Target="../media/image1100.png"/><Relationship Id="rId235" Type="http://schemas.openxmlformats.org/officeDocument/2006/relationships/customXml" Target="../ink/ink326.xml"/><Relationship Id="rId277" Type="http://schemas.openxmlformats.org/officeDocument/2006/relationships/image" Target="../media/image1350.png"/><Relationship Id="rId400" Type="http://schemas.openxmlformats.org/officeDocument/2006/relationships/customXml" Target="../ink/ink411.xml"/><Relationship Id="rId442" Type="http://schemas.openxmlformats.org/officeDocument/2006/relationships/image" Target="../media/image216.png"/><Relationship Id="rId484" Type="http://schemas.openxmlformats.org/officeDocument/2006/relationships/image" Target="../media/image237.png"/><Relationship Id="rId137" Type="http://schemas.openxmlformats.org/officeDocument/2006/relationships/image" Target="../media/image6810.png"/><Relationship Id="rId302" Type="http://schemas.openxmlformats.org/officeDocument/2006/relationships/customXml" Target="../ink/ink362.xml"/><Relationship Id="rId344" Type="http://schemas.openxmlformats.org/officeDocument/2006/relationships/customXml" Target="../ink/ink383.xml"/><Relationship Id="rId41" Type="http://schemas.openxmlformats.org/officeDocument/2006/relationships/image" Target="../media/image2010.png"/><Relationship Id="rId83" Type="http://schemas.openxmlformats.org/officeDocument/2006/relationships/image" Target="../media/image4110.png"/><Relationship Id="rId179" Type="http://schemas.openxmlformats.org/officeDocument/2006/relationships/customXml" Target="../ink/ink297.xml"/><Relationship Id="rId386" Type="http://schemas.openxmlformats.org/officeDocument/2006/relationships/customXml" Target="../ink/ink404.xml"/><Relationship Id="rId190" Type="http://schemas.openxmlformats.org/officeDocument/2006/relationships/image" Target="../media/image9410.png"/><Relationship Id="rId204" Type="http://schemas.openxmlformats.org/officeDocument/2006/relationships/customXml" Target="../ink/ink310.xml"/><Relationship Id="rId246" Type="http://schemas.openxmlformats.org/officeDocument/2006/relationships/image" Target="../media/image1211.png"/><Relationship Id="rId288" Type="http://schemas.openxmlformats.org/officeDocument/2006/relationships/customXml" Target="../ink/ink355.xml"/><Relationship Id="rId411" Type="http://schemas.openxmlformats.org/officeDocument/2006/relationships/image" Target="../media/image201.png"/><Relationship Id="rId453" Type="http://schemas.openxmlformats.org/officeDocument/2006/relationships/customXml" Target="../ink/ink438.xml"/><Relationship Id="rId509" Type="http://schemas.openxmlformats.org/officeDocument/2006/relationships/customXml" Target="../ink/ink466.xml"/><Relationship Id="rId106" Type="http://schemas.openxmlformats.org/officeDocument/2006/relationships/customXml" Target="../ink/ink260.xml"/><Relationship Id="rId313" Type="http://schemas.openxmlformats.org/officeDocument/2006/relationships/image" Target="../media/image1520.png"/><Relationship Id="rId495" Type="http://schemas.openxmlformats.org/officeDocument/2006/relationships/customXml" Target="../ink/ink459.xml"/><Relationship Id="rId10" Type="http://schemas.openxmlformats.org/officeDocument/2006/relationships/customXml" Target="../ink/ink212.xml"/><Relationship Id="rId52" Type="http://schemas.openxmlformats.org/officeDocument/2006/relationships/customXml" Target="../ink/ink233.xml"/><Relationship Id="rId94" Type="http://schemas.openxmlformats.org/officeDocument/2006/relationships/customXml" Target="../ink/ink254.xml"/><Relationship Id="rId148" Type="http://schemas.openxmlformats.org/officeDocument/2006/relationships/customXml" Target="../ink/ink281.xml"/><Relationship Id="rId355" Type="http://schemas.openxmlformats.org/officeDocument/2006/relationships/image" Target="../media/image1730.png"/><Relationship Id="rId397" Type="http://schemas.openxmlformats.org/officeDocument/2006/relationships/image" Target="../media/image194.png"/><Relationship Id="rId520" Type="http://schemas.openxmlformats.org/officeDocument/2006/relationships/image" Target="../media/image255.png"/><Relationship Id="rId215" Type="http://schemas.openxmlformats.org/officeDocument/2006/relationships/image" Target="../media/image1060.png"/><Relationship Id="rId257" Type="http://schemas.openxmlformats.org/officeDocument/2006/relationships/customXml" Target="../ink/ink338.xml"/><Relationship Id="rId422" Type="http://schemas.openxmlformats.org/officeDocument/2006/relationships/customXml" Target="../ink/ink422.xml"/><Relationship Id="rId464" Type="http://schemas.openxmlformats.org/officeDocument/2006/relationships/image" Target="../media/image227.png"/><Relationship Id="rId299" Type="http://schemas.openxmlformats.org/officeDocument/2006/relationships/image" Target="../media/image1450.png"/><Relationship Id="rId63" Type="http://schemas.openxmlformats.org/officeDocument/2006/relationships/image" Target="../media/image3110.png"/><Relationship Id="rId159" Type="http://schemas.openxmlformats.org/officeDocument/2006/relationships/image" Target="../media/image7910.png"/><Relationship Id="rId366" Type="http://schemas.openxmlformats.org/officeDocument/2006/relationships/customXml" Target="../ink/ink394.xml"/><Relationship Id="rId226" Type="http://schemas.openxmlformats.org/officeDocument/2006/relationships/image" Target="../media/image1111.png"/><Relationship Id="rId433" Type="http://schemas.openxmlformats.org/officeDocument/2006/relationships/customXml" Target="../ink/ink428.xml"/><Relationship Id="rId74" Type="http://schemas.openxmlformats.org/officeDocument/2006/relationships/customXml" Target="../ink/ink244.xml"/><Relationship Id="rId377" Type="http://schemas.openxmlformats.org/officeDocument/2006/relationships/image" Target="../media/image1840.png"/><Relationship Id="rId500" Type="http://schemas.openxmlformats.org/officeDocument/2006/relationships/image" Target="../media/image245.png"/><Relationship Id="rId5" Type="http://schemas.openxmlformats.org/officeDocument/2006/relationships/image" Target="../media/image2100.png"/><Relationship Id="rId237" Type="http://schemas.openxmlformats.org/officeDocument/2006/relationships/customXml" Target="../ink/ink327.xml"/><Relationship Id="rId444" Type="http://schemas.openxmlformats.org/officeDocument/2006/relationships/image" Target="../media/image217.png"/><Relationship Id="rId290" Type="http://schemas.openxmlformats.org/officeDocument/2006/relationships/customXml" Target="../ink/ink356.xml"/><Relationship Id="rId304" Type="http://schemas.openxmlformats.org/officeDocument/2006/relationships/customXml" Target="../ink/ink363.xml"/><Relationship Id="rId388" Type="http://schemas.openxmlformats.org/officeDocument/2006/relationships/customXml" Target="../ink/ink405.xml"/><Relationship Id="rId511" Type="http://schemas.openxmlformats.org/officeDocument/2006/relationships/customXml" Target="../ink/ink467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25.png"/><Relationship Id="rId21" Type="http://schemas.openxmlformats.org/officeDocument/2006/relationships/image" Target="../media/image277.png"/><Relationship Id="rId324" Type="http://schemas.openxmlformats.org/officeDocument/2006/relationships/image" Target="../media/image428.png"/><Relationship Id="rId531" Type="http://schemas.openxmlformats.org/officeDocument/2006/relationships/image" Target="../media/image531.png"/><Relationship Id="rId629" Type="http://schemas.openxmlformats.org/officeDocument/2006/relationships/image" Target="../media/image580.png"/><Relationship Id="rId170" Type="http://schemas.openxmlformats.org/officeDocument/2006/relationships/image" Target="../media/image351.png"/><Relationship Id="rId268" Type="http://schemas.openxmlformats.org/officeDocument/2006/relationships/image" Target="../media/image400.png"/><Relationship Id="rId475" Type="http://schemas.openxmlformats.org/officeDocument/2006/relationships/image" Target="../media/image503.png"/><Relationship Id="rId32" Type="http://schemas.openxmlformats.org/officeDocument/2006/relationships/customXml" Target="../ink/ink499.xml"/><Relationship Id="rId128" Type="http://schemas.openxmlformats.org/officeDocument/2006/relationships/customXml" Target="../ink/ink547.xml"/><Relationship Id="rId335" Type="http://schemas.openxmlformats.org/officeDocument/2006/relationships/customXml" Target="../ink/ink650.xml"/><Relationship Id="rId542" Type="http://schemas.openxmlformats.org/officeDocument/2006/relationships/customXml" Target="../ink/ink754.xml"/><Relationship Id="rId181" Type="http://schemas.openxmlformats.org/officeDocument/2006/relationships/customXml" Target="../ink/ink573.xml"/><Relationship Id="rId402" Type="http://schemas.openxmlformats.org/officeDocument/2006/relationships/image" Target="../media/image467.png"/><Relationship Id="rId279" Type="http://schemas.openxmlformats.org/officeDocument/2006/relationships/customXml" Target="../ink/ink622.xml"/><Relationship Id="rId486" Type="http://schemas.openxmlformats.org/officeDocument/2006/relationships/customXml" Target="../ink/ink726.xml"/><Relationship Id="rId43" Type="http://schemas.openxmlformats.org/officeDocument/2006/relationships/image" Target="../media/image288.png"/><Relationship Id="rId139" Type="http://schemas.openxmlformats.org/officeDocument/2006/relationships/image" Target="../media/image336.png"/><Relationship Id="rId346" Type="http://schemas.openxmlformats.org/officeDocument/2006/relationships/image" Target="../media/image439.png"/><Relationship Id="rId553" Type="http://schemas.openxmlformats.org/officeDocument/2006/relationships/image" Target="../media/image542.png"/><Relationship Id="rId192" Type="http://schemas.openxmlformats.org/officeDocument/2006/relationships/image" Target="../media/image362.png"/><Relationship Id="rId206" Type="http://schemas.openxmlformats.org/officeDocument/2006/relationships/image" Target="../media/image369.png"/><Relationship Id="rId413" Type="http://schemas.openxmlformats.org/officeDocument/2006/relationships/customXml" Target="../ink/ink689.xml"/><Relationship Id="rId497" Type="http://schemas.openxmlformats.org/officeDocument/2006/relationships/image" Target="../media/image514.png"/><Relationship Id="rId620" Type="http://schemas.openxmlformats.org/officeDocument/2006/relationships/customXml" Target="../ink/ink793.xml"/><Relationship Id="rId357" Type="http://schemas.openxmlformats.org/officeDocument/2006/relationships/customXml" Target="../ink/ink661.xml"/><Relationship Id="rId54" Type="http://schemas.openxmlformats.org/officeDocument/2006/relationships/customXml" Target="../ink/ink510.xml"/><Relationship Id="rId217" Type="http://schemas.openxmlformats.org/officeDocument/2006/relationships/customXml" Target="../ink/ink591.xml"/><Relationship Id="rId564" Type="http://schemas.openxmlformats.org/officeDocument/2006/relationships/customXml" Target="../ink/ink765.xml"/><Relationship Id="rId424" Type="http://schemas.openxmlformats.org/officeDocument/2006/relationships/customXml" Target="../ink/ink695.xml"/><Relationship Id="rId631" Type="http://schemas.openxmlformats.org/officeDocument/2006/relationships/image" Target="../media/image581.png"/><Relationship Id="rId270" Type="http://schemas.openxmlformats.org/officeDocument/2006/relationships/image" Target="../media/image401.png"/><Relationship Id="rId65" Type="http://schemas.openxmlformats.org/officeDocument/2006/relationships/image" Target="../media/image299.png"/><Relationship Id="rId130" Type="http://schemas.openxmlformats.org/officeDocument/2006/relationships/customXml" Target="../ink/ink548.xml"/><Relationship Id="rId368" Type="http://schemas.openxmlformats.org/officeDocument/2006/relationships/image" Target="../media/image450.png"/><Relationship Id="rId575" Type="http://schemas.openxmlformats.org/officeDocument/2006/relationships/image" Target="../media/image553.png"/><Relationship Id="rId228" Type="http://schemas.openxmlformats.org/officeDocument/2006/relationships/image" Target="../media/image380.png"/><Relationship Id="rId435" Type="http://schemas.openxmlformats.org/officeDocument/2006/relationships/image" Target="../media/image483.png"/><Relationship Id="rId642" Type="http://schemas.openxmlformats.org/officeDocument/2006/relationships/customXml" Target="../ink/ink804.xml"/><Relationship Id="rId281" Type="http://schemas.openxmlformats.org/officeDocument/2006/relationships/customXml" Target="../ink/ink623.xml"/><Relationship Id="rId502" Type="http://schemas.openxmlformats.org/officeDocument/2006/relationships/customXml" Target="../ink/ink734.xml"/><Relationship Id="rId76" Type="http://schemas.openxmlformats.org/officeDocument/2006/relationships/customXml" Target="../ink/ink521.xml"/><Relationship Id="rId141" Type="http://schemas.openxmlformats.org/officeDocument/2006/relationships/image" Target="../media/image337.png"/><Relationship Id="rId379" Type="http://schemas.openxmlformats.org/officeDocument/2006/relationships/customXml" Target="../ink/ink672.xml"/><Relationship Id="rId586" Type="http://schemas.openxmlformats.org/officeDocument/2006/relationships/customXml" Target="../ink/ink776.xml"/><Relationship Id="rId7" Type="http://schemas.openxmlformats.org/officeDocument/2006/relationships/image" Target="../media/image270.png"/><Relationship Id="rId239" Type="http://schemas.openxmlformats.org/officeDocument/2006/relationships/customXml" Target="../ink/ink602.xml"/><Relationship Id="rId446" Type="http://schemas.openxmlformats.org/officeDocument/2006/relationships/customXml" Target="../ink/ink706.xml"/><Relationship Id="rId653" Type="http://schemas.openxmlformats.org/officeDocument/2006/relationships/image" Target="../media/image592.png"/><Relationship Id="rId292" Type="http://schemas.openxmlformats.org/officeDocument/2006/relationships/image" Target="../media/image412.png"/><Relationship Id="rId306" Type="http://schemas.openxmlformats.org/officeDocument/2006/relationships/image" Target="../media/image419.png"/><Relationship Id="rId87" Type="http://schemas.openxmlformats.org/officeDocument/2006/relationships/image" Target="../media/image310.png"/><Relationship Id="rId513" Type="http://schemas.openxmlformats.org/officeDocument/2006/relationships/image" Target="../media/image522.png"/><Relationship Id="rId597" Type="http://schemas.openxmlformats.org/officeDocument/2006/relationships/image" Target="../media/image564.png"/><Relationship Id="rId152" Type="http://schemas.openxmlformats.org/officeDocument/2006/relationships/customXml" Target="../ink/ink559.xml"/><Relationship Id="rId457" Type="http://schemas.openxmlformats.org/officeDocument/2006/relationships/image" Target="../media/image494.png"/><Relationship Id="rId14" Type="http://schemas.openxmlformats.org/officeDocument/2006/relationships/customXml" Target="../ink/ink490.xml"/><Relationship Id="rId317" Type="http://schemas.openxmlformats.org/officeDocument/2006/relationships/customXml" Target="../ink/ink641.xml"/><Relationship Id="rId524" Type="http://schemas.openxmlformats.org/officeDocument/2006/relationships/customXml" Target="../ink/ink745.xml"/><Relationship Id="rId98" Type="http://schemas.openxmlformats.org/officeDocument/2006/relationships/customXml" Target="../ink/ink532.xml"/><Relationship Id="rId163" Type="http://schemas.openxmlformats.org/officeDocument/2006/relationships/customXml" Target="../ink/ink564.xml"/><Relationship Id="rId370" Type="http://schemas.openxmlformats.org/officeDocument/2006/relationships/image" Target="../media/image451.png"/><Relationship Id="rId230" Type="http://schemas.openxmlformats.org/officeDocument/2006/relationships/image" Target="../media/image381.png"/><Relationship Id="rId468" Type="http://schemas.openxmlformats.org/officeDocument/2006/relationships/customXml" Target="../ink/ink717.xml"/><Relationship Id="rId25" Type="http://schemas.openxmlformats.org/officeDocument/2006/relationships/image" Target="../media/image279.png"/><Relationship Id="rId328" Type="http://schemas.openxmlformats.org/officeDocument/2006/relationships/image" Target="../media/image430.png"/><Relationship Id="rId535" Type="http://schemas.openxmlformats.org/officeDocument/2006/relationships/image" Target="../media/image533.png"/><Relationship Id="rId174" Type="http://schemas.openxmlformats.org/officeDocument/2006/relationships/image" Target="../media/image353.png"/><Relationship Id="rId381" Type="http://schemas.openxmlformats.org/officeDocument/2006/relationships/customXml" Target="../ink/ink673.xml"/><Relationship Id="rId602" Type="http://schemas.openxmlformats.org/officeDocument/2006/relationships/customXml" Target="../ink/ink784.xml"/><Relationship Id="rId241" Type="http://schemas.openxmlformats.org/officeDocument/2006/relationships/customXml" Target="../ink/ink603.xml"/><Relationship Id="rId479" Type="http://schemas.openxmlformats.org/officeDocument/2006/relationships/image" Target="../media/image505.png"/><Relationship Id="rId36" Type="http://schemas.openxmlformats.org/officeDocument/2006/relationships/customXml" Target="../ink/ink501.xml"/><Relationship Id="rId339" Type="http://schemas.openxmlformats.org/officeDocument/2006/relationships/customXml" Target="../ink/ink652.xml"/><Relationship Id="rId546" Type="http://schemas.openxmlformats.org/officeDocument/2006/relationships/customXml" Target="../ink/ink756.xml"/><Relationship Id="rId101" Type="http://schemas.openxmlformats.org/officeDocument/2006/relationships/image" Target="../media/image317.png"/><Relationship Id="rId185" Type="http://schemas.openxmlformats.org/officeDocument/2006/relationships/customXml" Target="../ink/ink575.xml"/><Relationship Id="rId406" Type="http://schemas.openxmlformats.org/officeDocument/2006/relationships/image" Target="../media/image469.png"/><Relationship Id="rId392" Type="http://schemas.openxmlformats.org/officeDocument/2006/relationships/image" Target="../media/image462.png"/><Relationship Id="rId613" Type="http://schemas.openxmlformats.org/officeDocument/2006/relationships/image" Target="../media/image572.png"/><Relationship Id="rId252" Type="http://schemas.openxmlformats.org/officeDocument/2006/relationships/image" Target="../media/image392.png"/><Relationship Id="rId47" Type="http://schemas.openxmlformats.org/officeDocument/2006/relationships/image" Target="../media/image290.png"/><Relationship Id="rId112" Type="http://schemas.openxmlformats.org/officeDocument/2006/relationships/customXml" Target="../ink/ink539.xml"/><Relationship Id="rId557" Type="http://schemas.openxmlformats.org/officeDocument/2006/relationships/image" Target="../media/image544.png"/><Relationship Id="rId196" Type="http://schemas.openxmlformats.org/officeDocument/2006/relationships/image" Target="../media/image364.png"/><Relationship Id="rId417" Type="http://schemas.openxmlformats.org/officeDocument/2006/relationships/image" Target="../media/image474.png"/><Relationship Id="rId624" Type="http://schemas.openxmlformats.org/officeDocument/2006/relationships/customXml" Target="../ink/ink795.xml"/><Relationship Id="rId263" Type="http://schemas.openxmlformats.org/officeDocument/2006/relationships/customXml" Target="../ink/ink614.xml"/><Relationship Id="rId470" Type="http://schemas.openxmlformats.org/officeDocument/2006/relationships/customXml" Target="../ink/ink718.xml"/><Relationship Id="rId58" Type="http://schemas.openxmlformats.org/officeDocument/2006/relationships/customXml" Target="../ink/ink512.xml"/><Relationship Id="rId123" Type="http://schemas.openxmlformats.org/officeDocument/2006/relationships/image" Target="../media/image328.png"/><Relationship Id="rId330" Type="http://schemas.openxmlformats.org/officeDocument/2006/relationships/image" Target="../media/image431.png"/><Relationship Id="rId568" Type="http://schemas.openxmlformats.org/officeDocument/2006/relationships/customXml" Target="../ink/ink767.xml"/><Relationship Id="rId428" Type="http://schemas.openxmlformats.org/officeDocument/2006/relationships/customXml" Target="../ink/ink697.xml"/><Relationship Id="rId635" Type="http://schemas.openxmlformats.org/officeDocument/2006/relationships/image" Target="../media/image583.png"/><Relationship Id="rId232" Type="http://schemas.openxmlformats.org/officeDocument/2006/relationships/image" Target="../media/image382.png"/><Relationship Id="rId274" Type="http://schemas.openxmlformats.org/officeDocument/2006/relationships/image" Target="../media/image403.png"/><Relationship Id="rId481" Type="http://schemas.openxmlformats.org/officeDocument/2006/relationships/image" Target="../media/image506.png"/><Relationship Id="rId27" Type="http://schemas.openxmlformats.org/officeDocument/2006/relationships/image" Target="../media/image280.png"/><Relationship Id="rId69" Type="http://schemas.openxmlformats.org/officeDocument/2006/relationships/image" Target="../media/image301.png"/><Relationship Id="rId134" Type="http://schemas.openxmlformats.org/officeDocument/2006/relationships/customXml" Target="../ink/ink550.xml"/><Relationship Id="rId537" Type="http://schemas.openxmlformats.org/officeDocument/2006/relationships/image" Target="../media/image534.png"/><Relationship Id="rId579" Type="http://schemas.openxmlformats.org/officeDocument/2006/relationships/image" Target="../media/image555.png"/><Relationship Id="rId80" Type="http://schemas.openxmlformats.org/officeDocument/2006/relationships/customXml" Target="../ink/ink523.xml"/><Relationship Id="rId176" Type="http://schemas.openxmlformats.org/officeDocument/2006/relationships/image" Target="../media/image354.png"/><Relationship Id="rId341" Type="http://schemas.openxmlformats.org/officeDocument/2006/relationships/customXml" Target="../ink/ink653.xml"/><Relationship Id="rId383" Type="http://schemas.openxmlformats.org/officeDocument/2006/relationships/customXml" Target="../ink/ink674.xml"/><Relationship Id="rId439" Type="http://schemas.openxmlformats.org/officeDocument/2006/relationships/image" Target="../media/image485.png"/><Relationship Id="rId590" Type="http://schemas.openxmlformats.org/officeDocument/2006/relationships/customXml" Target="../ink/ink778.xml"/><Relationship Id="rId604" Type="http://schemas.openxmlformats.org/officeDocument/2006/relationships/customXml" Target="../ink/ink785.xml"/><Relationship Id="rId646" Type="http://schemas.openxmlformats.org/officeDocument/2006/relationships/customXml" Target="../ink/ink806.xml"/><Relationship Id="rId201" Type="http://schemas.openxmlformats.org/officeDocument/2006/relationships/customXml" Target="../ink/ink583.xml"/><Relationship Id="rId243" Type="http://schemas.openxmlformats.org/officeDocument/2006/relationships/customXml" Target="../ink/ink604.xml"/><Relationship Id="rId285" Type="http://schemas.openxmlformats.org/officeDocument/2006/relationships/customXml" Target="../ink/ink625.xml"/><Relationship Id="rId450" Type="http://schemas.openxmlformats.org/officeDocument/2006/relationships/customXml" Target="../ink/ink708.xml"/><Relationship Id="rId506" Type="http://schemas.openxmlformats.org/officeDocument/2006/relationships/customXml" Target="../ink/ink736.xml"/><Relationship Id="rId38" Type="http://schemas.openxmlformats.org/officeDocument/2006/relationships/customXml" Target="../ink/ink502.xml"/><Relationship Id="rId103" Type="http://schemas.openxmlformats.org/officeDocument/2006/relationships/image" Target="../media/image318.png"/><Relationship Id="rId310" Type="http://schemas.openxmlformats.org/officeDocument/2006/relationships/image" Target="../media/image421.png"/><Relationship Id="rId492" Type="http://schemas.openxmlformats.org/officeDocument/2006/relationships/customXml" Target="../ink/ink729.xml"/><Relationship Id="rId548" Type="http://schemas.openxmlformats.org/officeDocument/2006/relationships/customXml" Target="../ink/ink757.xml"/><Relationship Id="rId91" Type="http://schemas.openxmlformats.org/officeDocument/2006/relationships/image" Target="../media/image312.png"/><Relationship Id="rId145" Type="http://schemas.openxmlformats.org/officeDocument/2006/relationships/image" Target="../media/image339.png"/><Relationship Id="rId187" Type="http://schemas.openxmlformats.org/officeDocument/2006/relationships/customXml" Target="../ink/ink576.xml"/><Relationship Id="rId352" Type="http://schemas.openxmlformats.org/officeDocument/2006/relationships/image" Target="../media/image442.png"/><Relationship Id="rId394" Type="http://schemas.openxmlformats.org/officeDocument/2006/relationships/image" Target="../media/image463.png"/><Relationship Id="rId408" Type="http://schemas.openxmlformats.org/officeDocument/2006/relationships/image" Target="../media/image470.png"/><Relationship Id="rId615" Type="http://schemas.openxmlformats.org/officeDocument/2006/relationships/image" Target="../media/image573.png"/><Relationship Id="rId212" Type="http://schemas.openxmlformats.org/officeDocument/2006/relationships/image" Target="../media/image372.png"/><Relationship Id="rId254" Type="http://schemas.openxmlformats.org/officeDocument/2006/relationships/image" Target="../media/image393.png"/><Relationship Id="rId657" Type="http://schemas.openxmlformats.org/officeDocument/2006/relationships/image" Target="../media/image594.png"/><Relationship Id="rId49" Type="http://schemas.openxmlformats.org/officeDocument/2006/relationships/image" Target="../media/image291.png"/><Relationship Id="rId114" Type="http://schemas.openxmlformats.org/officeDocument/2006/relationships/customXml" Target="../ink/ink540.xml"/><Relationship Id="rId296" Type="http://schemas.openxmlformats.org/officeDocument/2006/relationships/image" Target="../media/image414.png"/><Relationship Id="rId461" Type="http://schemas.openxmlformats.org/officeDocument/2006/relationships/image" Target="../media/image496.png"/><Relationship Id="rId517" Type="http://schemas.openxmlformats.org/officeDocument/2006/relationships/image" Target="../media/image524.png"/><Relationship Id="rId559" Type="http://schemas.openxmlformats.org/officeDocument/2006/relationships/image" Target="../media/image545.png"/><Relationship Id="rId60" Type="http://schemas.openxmlformats.org/officeDocument/2006/relationships/customXml" Target="../ink/ink513.xml"/><Relationship Id="rId156" Type="http://schemas.openxmlformats.org/officeDocument/2006/relationships/customXml" Target="../ink/ink561.xml"/><Relationship Id="rId198" Type="http://schemas.openxmlformats.org/officeDocument/2006/relationships/image" Target="../media/image365.png"/><Relationship Id="rId321" Type="http://schemas.openxmlformats.org/officeDocument/2006/relationships/customXml" Target="../ink/ink643.xml"/><Relationship Id="rId363" Type="http://schemas.openxmlformats.org/officeDocument/2006/relationships/customXml" Target="../ink/ink664.xml"/><Relationship Id="rId419" Type="http://schemas.openxmlformats.org/officeDocument/2006/relationships/image" Target="../media/image475.png"/><Relationship Id="rId570" Type="http://schemas.openxmlformats.org/officeDocument/2006/relationships/customXml" Target="../ink/ink768.xml"/><Relationship Id="rId626" Type="http://schemas.openxmlformats.org/officeDocument/2006/relationships/customXml" Target="../ink/ink796.xml"/><Relationship Id="rId223" Type="http://schemas.openxmlformats.org/officeDocument/2006/relationships/customXml" Target="../ink/ink594.xml"/><Relationship Id="rId430" Type="http://schemas.openxmlformats.org/officeDocument/2006/relationships/customXml" Target="../ink/ink698.xml"/><Relationship Id="rId18" Type="http://schemas.openxmlformats.org/officeDocument/2006/relationships/customXml" Target="../ink/ink492.xml"/><Relationship Id="rId265" Type="http://schemas.openxmlformats.org/officeDocument/2006/relationships/customXml" Target="../ink/ink615.xml"/><Relationship Id="rId472" Type="http://schemas.openxmlformats.org/officeDocument/2006/relationships/customXml" Target="../ink/ink719.xml"/><Relationship Id="rId528" Type="http://schemas.openxmlformats.org/officeDocument/2006/relationships/customXml" Target="../ink/ink747.xml"/><Relationship Id="rId125" Type="http://schemas.openxmlformats.org/officeDocument/2006/relationships/image" Target="../media/image329.png"/><Relationship Id="rId167" Type="http://schemas.openxmlformats.org/officeDocument/2006/relationships/customXml" Target="../ink/ink566.xml"/><Relationship Id="rId332" Type="http://schemas.openxmlformats.org/officeDocument/2006/relationships/image" Target="../media/image432.png"/><Relationship Id="rId374" Type="http://schemas.openxmlformats.org/officeDocument/2006/relationships/image" Target="../media/image453.png"/><Relationship Id="rId581" Type="http://schemas.openxmlformats.org/officeDocument/2006/relationships/image" Target="../media/image556.png"/><Relationship Id="rId71" Type="http://schemas.openxmlformats.org/officeDocument/2006/relationships/image" Target="../media/image302.png"/><Relationship Id="rId234" Type="http://schemas.openxmlformats.org/officeDocument/2006/relationships/image" Target="../media/image383.png"/><Relationship Id="rId637" Type="http://schemas.openxmlformats.org/officeDocument/2006/relationships/image" Target="../media/image584.png"/><Relationship Id="rId2" Type="http://schemas.openxmlformats.org/officeDocument/2006/relationships/customXml" Target="../ink/ink484.xml"/><Relationship Id="rId29" Type="http://schemas.openxmlformats.org/officeDocument/2006/relationships/image" Target="../media/image281.png"/><Relationship Id="rId276" Type="http://schemas.openxmlformats.org/officeDocument/2006/relationships/image" Target="../media/image404.png"/><Relationship Id="rId441" Type="http://schemas.openxmlformats.org/officeDocument/2006/relationships/image" Target="../media/image486.png"/><Relationship Id="rId483" Type="http://schemas.openxmlformats.org/officeDocument/2006/relationships/image" Target="../media/image507.png"/><Relationship Id="rId539" Type="http://schemas.openxmlformats.org/officeDocument/2006/relationships/image" Target="../media/image535.png"/><Relationship Id="rId40" Type="http://schemas.openxmlformats.org/officeDocument/2006/relationships/customXml" Target="../ink/ink503.xml"/><Relationship Id="rId136" Type="http://schemas.openxmlformats.org/officeDocument/2006/relationships/customXml" Target="../ink/ink551.xml"/><Relationship Id="rId178" Type="http://schemas.openxmlformats.org/officeDocument/2006/relationships/image" Target="../media/image355.png"/><Relationship Id="rId301" Type="http://schemas.openxmlformats.org/officeDocument/2006/relationships/customXml" Target="../ink/ink633.xml"/><Relationship Id="rId343" Type="http://schemas.openxmlformats.org/officeDocument/2006/relationships/customXml" Target="../ink/ink654.xml"/><Relationship Id="rId550" Type="http://schemas.openxmlformats.org/officeDocument/2006/relationships/customXml" Target="../ink/ink758.xml"/><Relationship Id="rId82" Type="http://schemas.openxmlformats.org/officeDocument/2006/relationships/customXml" Target="../ink/ink524.xml"/><Relationship Id="rId203" Type="http://schemas.openxmlformats.org/officeDocument/2006/relationships/customXml" Target="../ink/ink584.xml"/><Relationship Id="rId385" Type="http://schemas.openxmlformats.org/officeDocument/2006/relationships/customXml" Target="../ink/ink675.xml"/><Relationship Id="rId592" Type="http://schemas.openxmlformats.org/officeDocument/2006/relationships/customXml" Target="../ink/ink779.xml"/><Relationship Id="rId606" Type="http://schemas.openxmlformats.org/officeDocument/2006/relationships/customXml" Target="../ink/ink786.xml"/><Relationship Id="rId648" Type="http://schemas.openxmlformats.org/officeDocument/2006/relationships/customXml" Target="../ink/ink807.xml"/><Relationship Id="rId245" Type="http://schemas.openxmlformats.org/officeDocument/2006/relationships/customXml" Target="../ink/ink605.xml"/><Relationship Id="rId287" Type="http://schemas.openxmlformats.org/officeDocument/2006/relationships/customXml" Target="../ink/ink626.xml"/><Relationship Id="rId410" Type="http://schemas.openxmlformats.org/officeDocument/2006/relationships/image" Target="../media/image471.png"/><Relationship Id="rId452" Type="http://schemas.openxmlformats.org/officeDocument/2006/relationships/customXml" Target="../ink/ink709.xml"/><Relationship Id="rId494" Type="http://schemas.openxmlformats.org/officeDocument/2006/relationships/customXml" Target="../ink/ink730.xml"/><Relationship Id="rId508" Type="http://schemas.openxmlformats.org/officeDocument/2006/relationships/customXml" Target="../ink/ink737.xml"/><Relationship Id="rId105" Type="http://schemas.openxmlformats.org/officeDocument/2006/relationships/image" Target="../media/image319.png"/><Relationship Id="rId147" Type="http://schemas.openxmlformats.org/officeDocument/2006/relationships/image" Target="../media/image340.png"/><Relationship Id="rId312" Type="http://schemas.openxmlformats.org/officeDocument/2006/relationships/image" Target="../media/image422.png"/><Relationship Id="rId354" Type="http://schemas.openxmlformats.org/officeDocument/2006/relationships/image" Target="../media/image443.png"/><Relationship Id="rId51" Type="http://schemas.openxmlformats.org/officeDocument/2006/relationships/image" Target="../media/image292.png"/><Relationship Id="rId93" Type="http://schemas.openxmlformats.org/officeDocument/2006/relationships/image" Target="../media/image313.png"/><Relationship Id="rId189" Type="http://schemas.openxmlformats.org/officeDocument/2006/relationships/customXml" Target="../ink/ink577.xml"/><Relationship Id="rId396" Type="http://schemas.openxmlformats.org/officeDocument/2006/relationships/image" Target="../media/image464.png"/><Relationship Id="rId561" Type="http://schemas.openxmlformats.org/officeDocument/2006/relationships/image" Target="../media/image546.png"/><Relationship Id="rId617" Type="http://schemas.openxmlformats.org/officeDocument/2006/relationships/image" Target="../media/image574.png"/><Relationship Id="rId659" Type="http://schemas.openxmlformats.org/officeDocument/2006/relationships/image" Target="../media/image595.png"/><Relationship Id="rId214" Type="http://schemas.openxmlformats.org/officeDocument/2006/relationships/image" Target="../media/image373.png"/><Relationship Id="rId256" Type="http://schemas.openxmlformats.org/officeDocument/2006/relationships/image" Target="../media/image394.png"/><Relationship Id="rId298" Type="http://schemas.openxmlformats.org/officeDocument/2006/relationships/image" Target="../media/image415.png"/><Relationship Id="rId421" Type="http://schemas.openxmlformats.org/officeDocument/2006/relationships/image" Target="../media/image476.png"/><Relationship Id="rId463" Type="http://schemas.openxmlformats.org/officeDocument/2006/relationships/image" Target="../media/image497.png"/><Relationship Id="rId519" Type="http://schemas.openxmlformats.org/officeDocument/2006/relationships/image" Target="../media/image525.png"/><Relationship Id="rId116" Type="http://schemas.openxmlformats.org/officeDocument/2006/relationships/customXml" Target="../ink/ink541.xml"/><Relationship Id="rId158" Type="http://schemas.openxmlformats.org/officeDocument/2006/relationships/customXml" Target="../ink/ink562.xml"/><Relationship Id="rId323" Type="http://schemas.openxmlformats.org/officeDocument/2006/relationships/customXml" Target="../ink/ink644.xml"/><Relationship Id="rId530" Type="http://schemas.openxmlformats.org/officeDocument/2006/relationships/customXml" Target="../ink/ink748.xml"/><Relationship Id="rId20" Type="http://schemas.openxmlformats.org/officeDocument/2006/relationships/customXml" Target="../ink/ink493.xml"/><Relationship Id="rId62" Type="http://schemas.openxmlformats.org/officeDocument/2006/relationships/customXml" Target="../ink/ink514.xml"/><Relationship Id="rId365" Type="http://schemas.openxmlformats.org/officeDocument/2006/relationships/customXml" Target="../ink/ink665.xml"/><Relationship Id="rId572" Type="http://schemas.openxmlformats.org/officeDocument/2006/relationships/customXml" Target="../ink/ink769.xml"/><Relationship Id="rId628" Type="http://schemas.openxmlformats.org/officeDocument/2006/relationships/customXml" Target="../ink/ink797.xml"/><Relationship Id="rId225" Type="http://schemas.openxmlformats.org/officeDocument/2006/relationships/customXml" Target="../ink/ink595.xml"/><Relationship Id="rId267" Type="http://schemas.openxmlformats.org/officeDocument/2006/relationships/customXml" Target="../ink/ink616.xml"/><Relationship Id="rId432" Type="http://schemas.openxmlformats.org/officeDocument/2006/relationships/customXml" Target="../ink/ink699.xml"/><Relationship Id="rId474" Type="http://schemas.openxmlformats.org/officeDocument/2006/relationships/customXml" Target="../ink/ink720.xml"/><Relationship Id="rId127" Type="http://schemas.openxmlformats.org/officeDocument/2006/relationships/image" Target="../media/image330.png"/><Relationship Id="rId31" Type="http://schemas.openxmlformats.org/officeDocument/2006/relationships/image" Target="../media/image282.png"/><Relationship Id="rId73" Type="http://schemas.openxmlformats.org/officeDocument/2006/relationships/image" Target="../media/image303.png"/><Relationship Id="rId169" Type="http://schemas.openxmlformats.org/officeDocument/2006/relationships/customXml" Target="../ink/ink567.xml"/><Relationship Id="rId334" Type="http://schemas.openxmlformats.org/officeDocument/2006/relationships/image" Target="../media/image433.png"/><Relationship Id="rId376" Type="http://schemas.openxmlformats.org/officeDocument/2006/relationships/image" Target="../media/image454.png"/><Relationship Id="rId541" Type="http://schemas.openxmlformats.org/officeDocument/2006/relationships/image" Target="../media/image536.png"/><Relationship Id="rId583" Type="http://schemas.openxmlformats.org/officeDocument/2006/relationships/image" Target="../media/image557.png"/><Relationship Id="rId639" Type="http://schemas.openxmlformats.org/officeDocument/2006/relationships/image" Target="../media/image585.png"/><Relationship Id="rId4" Type="http://schemas.openxmlformats.org/officeDocument/2006/relationships/customXml" Target="../ink/ink485.xml"/><Relationship Id="rId180" Type="http://schemas.openxmlformats.org/officeDocument/2006/relationships/image" Target="../media/image356.png"/><Relationship Id="rId236" Type="http://schemas.openxmlformats.org/officeDocument/2006/relationships/image" Target="../media/image384.png"/><Relationship Id="rId278" Type="http://schemas.openxmlformats.org/officeDocument/2006/relationships/image" Target="../media/image405.png"/><Relationship Id="rId401" Type="http://schemas.openxmlformats.org/officeDocument/2006/relationships/customXml" Target="../ink/ink683.xml"/><Relationship Id="rId443" Type="http://schemas.openxmlformats.org/officeDocument/2006/relationships/image" Target="../media/image487.png"/><Relationship Id="rId650" Type="http://schemas.openxmlformats.org/officeDocument/2006/relationships/customXml" Target="../ink/ink808.xml"/><Relationship Id="rId303" Type="http://schemas.openxmlformats.org/officeDocument/2006/relationships/customXml" Target="../ink/ink634.xml"/><Relationship Id="rId485" Type="http://schemas.openxmlformats.org/officeDocument/2006/relationships/image" Target="../media/image508.png"/><Relationship Id="rId42" Type="http://schemas.openxmlformats.org/officeDocument/2006/relationships/customXml" Target="../ink/ink504.xml"/><Relationship Id="rId84" Type="http://schemas.openxmlformats.org/officeDocument/2006/relationships/customXml" Target="../ink/ink525.xml"/><Relationship Id="rId138" Type="http://schemas.openxmlformats.org/officeDocument/2006/relationships/customXml" Target="../ink/ink552.xml"/><Relationship Id="rId345" Type="http://schemas.openxmlformats.org/officeDocument/2006/relationships/customXml" Target="../ink/ink655.xml"/><Relationship Id="rId387" Type="http://schemas.openxmlformats.org/officeDocument/2006/relationships/customXml" Target="../ink/ink676.xml"/><Relationship Id="rId510" Type="http://schemas.openxmlformats.org/officeDocument/2006/relationships/customXml" Target="../ink/ink738.xml"/><Relationship Id="rId552" Type="http://schemas.openxmlformats.org/officeDocument/2006/relationships/customXml" Target="../ink/ink759.xml"/><Relationship Id="rId594" Type="http://schemas.openxmlformats.org/officeDocument/2006/relationships/customXml" Target="../ink/ink780.xml"/><Relationship Id="rId608" Type="http://schemas.openxmlformats.org/officeDocument/2006/relationships/customXml" Target="../ink/ink787.xml"/><Relationship Id="rId191" Type="http://schemas.openxmlformats.org/officeDocument/2006/relationships/customXml" Target="../ink/ink578.xml"/><Relationship Id="rId205" Type="http://schemas.openxmlformats.org/officeDocument/2006/relationships/customXml" Target="../ink/ink585.xml"/><Relationship Id="rId247" Type="http://schemas.openxmlformats.org/officeDocument/2006/relationships/customXml" Target="../ink/ink606.xml"/><Relationship Id="rId412" Type="http://schemas.openxmlformats.org/officeDocument/2006/relationships/image" Target="../media/image472.png"/><Relationship Id="rId107" Type="http://schemas.openxmlformats.org/officeDocument/2006/relationships/image" Target="../media/image320.png"/><Relationship Id="rId289" Type="http://schemas.openxmlformats.org/officeDocument/2006/relationships/customXml" Target="../ink/ink627.xml"/><Relationship Id="rId454" Type="http://schemas.openxmlformats.org/officeDocument/2006/relationships/customXml" Target="../ink/ink710.xml"/><Relationship Id="rId496" Type="http://schemas.openxmlformats.org/officeDocument/2006/relationships/customXml" Target="../ink/ink731.xml"/><Relationship Id="rId661" Type="http://schemas.openxmlformats.org/officeDocument/2006/relationships/image" Target="../media/image596.png"/><Relationship Id="rId11" Type="http://schemas.openxmlformats.org/officeDocument/2006/relationships/image" Target="../media/image272.png"/><Relationship Id="rId53" Type="http://schemas.openxmlformats.org/officeDocument/2006/relationships/image" Target="../media/image293.png"/><Relationship Id="rId149" Type="http://schemas.openxmlformats.org/officeDocument/2006/relationships/image" Target="../media/image341.png"/><Relationship Id="rId314" Type="http://schemas.openxmlformats.org/officeDocument/2006/relationships/image" Target="../media/image423.png"/><Relationship Id="rId356" Type="http://schemas.openxmlformats.org/officeDocument/2006/relationships/image" Target="../media/image444.png"/><Relationship Id="rId398" Type="http://schemas.openxmlformats.org/officeDocument/2006/relationships/image" Target="../media/image465.png"/><Relationship Id="rId521" Type="http://schemas.openxmlformats.org/officeDocument/2006/relationships/image" Target="../media/image526.png"/><Relationship Id="rId563" Type="http://schemas.openxmlformats.org/officeDocument/2006/relationships/image" Target="../media/image547.png"/><Relationship Id="rId619" Type="http://schemas.openxmlformats.org/officeDocument/2006/relationships/image" Target="../media/image575.png"/><Relationship Id="rId95" Type="http://schemas.openxmlformats.org/officeDocument/2006/relationships/image" Target="../media/image314.png"/><Relationship Id="rId160" Type="http://schemas.openxmlformats.org/officeDocument/2006/relationships/customXml" Target="../ink/ink563.xml"/><Relationship Id="rId216" Type="http://schemas.openxmlformats.org/officeDocument/2006/relationships/image" Target="../media/image374.png"/><Relationship Id="rId423" Type="http://schemas.openxmlformats.org/officeDocument/2006/relationships/image" Target="../media/image477.png"/><Relationship Id="rId258" Type="http://schemas.openxmlformats.org/officeDocument/2006/relationships/image" Target="../media/image395.png"/><Relationship Id="rId465" Type="http://schemas.openxmlformats.org/officeDocument/2006/relationships/image" Target="../media/image498.png"/><Relationship Id="rId630" Type="http://schemas.openxmlformats.org/officeDocument/2006/relationships/customXml" Target="../ink/ink798.xml"/><Relationship Id="rId22" Type="http://schemas.openxmlformats.org/officeDocument/2006/relationships/customXml" Target="../ink/ink494.xml"/><Relationship Id="rId64" Type="http://schemas.openxmlformats.org/officeDocument/2006/relationships/customXml" Target="../ink/ink515.xml"/><Relationship Id="rId118" Type="http://schemas.openxmlformats.org/officeDocument/2006/relationships/customXml" Target="../ink/ink542.xml"/><Relationship Id="rId325" Type="http://schemas.openxmlformats.org/officeDocument/2006/relationships/customXml" Target="../ink/ink645.xml"/><Relationship Id="rId367" Type="http://schemas.openxmlformats.org/officeDocument/2006/relationships/customXml" Target="../ink/ink666.xml"/><Relationship Id="rId532" Type="http://schemas.openxmlformats.org/officeDocument/2006/relationships/customXml" Target="../ink/ink749.xml"/><Relationship Id="rId574" Type="http://schemas.openxmlformats.org/officeDocument/2006/relationships/customXml" Target="../ink/ink770.xml"/><Relationship Id="rId171" Type="http://schemas.openxmlformats.org/officeDocument/2006/relationships/customXml" Target="../ink/ink568.xml"/><Relationship Id="rId227" Type="http://schemas.openxmlformats.org/officeDocument/2006/relationships/customXml" Target="../ink/ink596.xml"/><Relationship Id="rId269" Type="http://schemas.openxmlformats.org/officeDocument/2006/relationships/customXml" Target="../ink/ink617.xml"/><Relationship Id="rId434" Type="http://schemas.openxmlformats.org/officeDocument/2006/relationships/customXml" Target="../ink/ink700.xml"/><Relationship Id="rId476" Type="http://schemas.openxmlformats.org/officeDocument/2006/relationships/customXml" Target="../ink/ink721.xml"/><Relationship Id="rId641" Type="http://schemas.openxmlformats.org/officeDocument/2006/relationships/image" Target="../media/image586.png"/><Relationship Id="rId33" Type="http://schemas.openxmlformats.org/officeDocument/2006/relationships/image" Target="../media/image283.png"/><Relationship Id="rId129" Type="http://schemas.openxmlformats.org/officeDocument/2006/relationships/image" Target="../media/image331.png"/><Relationship Id="rId280" Type="http://schemas.openxmlformats.org/officeDocument/2006/relationships/image" Target="../media/image406.png"/><Relationship Id="rId336" Type="http://schemas.openxmlformats.org/officeDocument/2006/relationships/image" Target="../media/image434.png"/><Relationship Id="rId501" Type="http://schemas.openxmlformats.org/officeDocument/2006/relationships/image" Target="../media/image516.png"/><Relationship Id="rId543" Type="http://schemas.openxmlformats.org/officeDocument/2006/relationships/image" Target="../media/image537.png"/><Relationship Id="rId75" Type="http://schemas.openxmlformats.org/officeDocument/2006/relationships/image" Target="../media/image304.png"/><Relationship Id="rId140" Type="http://schemas.openxmlformats.org/officeDocument/2006/relationships/customXml" Target="../ink/ink553.xml"/><Relationship Id="rId182" Type="http://schemas.openxmlformats.org/officeDocument/2006/relationships/image" Target="../media/image357.png"/><Relationship Id="rId378" Type="http://schemas.openxmlformats.org/officeDocument/2006/relationships/image" Target="../media/image455.png"/><Relationship Id="rId403" Type="http://schemas.openxmlformats.org/officeDocument/2006/relationships/customXml" Target="../ink/ink684.xml"/><Relationship Id="rId585" Type="http://schemas.openxmlformats.org/officeDocument/2006/relationships/image" Target="../media/image558.png"/><Relationship Id="rId6" Type="http://schemas.openxmlformats.org/officeDocument/2006/relationships/customXml" Target="../ink/ink486.xml"/><Relationship Id="rId238" Type="http://schemas.openxmlformats.org/officeDocument/2006/relationships/image" Target="../media/image385.png"/><Relationship Id="rId445" Type="http://schemas.openxmlformats.org/officeDocument/2006/relationships/image" Target="../media/image488.png"/><Relationship Id="rId487" Type="http://schemas.openxmlformats.org/officeDocument/2006/relationships/image" Target="../media/image509.png"/><Relationship Id="rId610" Type="http://schemas.openxmlformats.org/officeDocument/2006/relationships/customXml" Target="../ink/ink788.xml"/><Relationship Id="rId652" Type="http://schemas.openxmlformats.org/officeDocument/2006/relationships/customXml" Target="../ink/ink809.xml"/><Relationship Id="rId291" Type="http://schemas.openxmlformats.org/officeDocument/2006/relationships/customXml" Target="../ink/ink628.xml"/><Relationship Id="rId305" Type="http://schemas.openxmlformats.org/officeDocument/2006/relationships/customXml" Target="../ink/ink635.xml"/><Relationship Id="rId347" Type="http://schemas.openxmlformats.org/officeDocument/2006/relationships/customXml" Target="../ink/ink656.xml"/><Relationship Id="rId512" Type="http://schemas.openxmlformats.org/officeDocument/2006/relationships/customXml" Target="../ink/ink739.xml"/><Relationship Id="rId44" Type="http://schemas.openxmlformats.org/officeDocument/2006/relationships/customXml" Target="../ink/ink505.xml"/><Relationship Id="rId86" Type="http://schemas.openxmlformats.org/officeDocument/2006/relationships/customXml" Target="../ink/ink526.xml"/><Relationship Id="rId151" Type="http://schemas.openxmlformats.org/officeDocument/2006/relationships/image" Target="../media/image342.png"/><Relationship Id="rId389" Type="http://schemas.openxmlformats.org/officeDocument/2006/relationships/customXml" Target="../ink/ink677.xml"/><Relationship Id="rId554" Type="http://schemas.openxmlformats.org/officeDocument/2006/relationships/customXml" Target="../ink/ink760.xml"/><Relationship Id="rId596" Type="http://schemas.openxmlformats.org/officeDocument/2006/relationships/customXml" Target="../ink/ink781.xml"/><Relationship Id="rId193" Type="http://schemas.openxmlformats.org/officeDocument/2006/relationships/customXml" Target="../ink/ink579.xml"/><Relationship Id="rId207" Type="http://schemas.openxmlformats.org/officeDocument/2006/relationships/customXml" Target="../ink/ink586.xml"/><Relationship Id="rId249" Type="http://schemas.openxmlformats.org/officeDocument/2006/relationships/customXml" Target="../ink/ink607.xml"/><Relationship Id="rId414" Type="http://schemas.openxmlformats.org/officeDocument/2006/relationships/image" Target="../media/image473.png"/><Relationship Id="rId456" Type="http://schemas.openxmlformats.org/officeDocument/2006/relationships/customXml" Target="../ink/ink711.xml"/><Relationship Id="rId498" Type="http://schemas.openxmlformats.org/officeDocument/2006/relationships/customXml" Target="../ink/ink732.xml"/><Relationship Id="rId621" Type="http://schemas.openxmlformats.org/officeDocument/2006/relationships/image" Target="../media/image576.png"/><Relationship Id="rId13" Type="http://schemas.openxmlformats.org/officeDocument/2006/relationships/image" Target="../media/image273.png"/><Relationship Id="rId109" Type="http://schemas.openxmlformats.org/officeDocument/2006/relationships/image" Target="../media/image321.png"/><Relationship Id="rId260" Type="http://schemas.openxmlformats.org/officeDocument/2006/relationships/image" Target="../media/image396.png"/><Relationship Id="rId316" Type="http://schemas.openxmlformats.org/officeDocument/2006/relationships/image" Target="../media/image424.png"/><Relationship Id="rId523" Type="http://schemas.openxmlformats.org/officeDocument/2006/relationships/image" Target="../media/image527.png"/><Relationship Id="rId55" Type="http://schemas.openxmlformats.org/officeDocument/2006/relationships/image" Target="../media/image294.png"/><Relationship Id="rId97" Type="http://schemas.openxmlformats.org/officeDocument/2006/relationships/image" Target="../media/image315.png"/><Relationship Id="rId120" Type="http://schemas.openxmlformats.org/officeDocument/2006/relationships/customXml" Target="../ink/ink543.xml"/><Relationship Id="rId358" Type="http://schemas.openxmlformats.org/officeDocument/2006/relationships/image" Target="../media/image445.png"/><Relationship Id="rId565" Type="http://schemas.openxmlformats.org/officeDocument/2006/relationships/image" Target="../media/image548.png"/><Relationship Id="rId162" Type="http://schemas.openxmlformats.org/officeDocument/2006/relationships/image" Target="../media/image347.png"/><Relationship Id="rId218" Type="http://schemas.openxmlformats.org/officeDocument/2006/relationships/image" Target="../media/image375.png"/><Relationship Id="rId425" Type="http://schemas.openxmlformats.org/officeDocument/2006/relationships/image" Target="../media/image478.png"/><Relationship Id="rId467" Type="http://schemas.openxmlformats.org/officeDocument/2006/relationships/image" Target="../media/image499.png"/><Relationship Id="rId632" Type="http://schemas.openxmlformats.org/officeDocument/2006/relationships/customXml" Target="../ink/ink799.xml"/><Relationship Id="rId271" Type="http://schemas.openxmlformats.org/officeDocument/2006/relationships/customXml" Target="../ink/ink618.xml"/><Relationship Id="rId24" Type="http://schemas.openxmlformats.org/officeDocument/2006/relationships/customXml" Target="../ink/ink495.xml"/><Relationship Id="rId66" Type="http://schemas.openxmlformats.org/officeDocument/2006/relationships/customXml" Target="../ink/ink516.xml"/><Relationship Id="rId131" Type="http://schemas.openxmlformats.org/officeDocument/2006/relationships/image" Target="../media/image332.png"/><Relationship Id="rId327" Type="http://schemas.openxmlformats.org/officeDocument/2006/relationships/customXml" Target="../ink/ink646.xml"/><Relationship Id="rId369" Type="http://schemas.openxmlformats.org/officeDocument/2006/relationships/customXml" Target="../ink/ink667.xml"/><Relationship Id="rId534" Type="http://schemas.openxmlformats.org/officeDocument/2006/relationships/customXml" Target="../ink/ink750.xml"/><Relationship Id="rId576" Type="http://schemas.openxmlformats.org/officeDocument/2006/relationships/customXml" Target="../ink/ink771.xml"/><Relationship Id="rId173" Type="http://schemas.openxmlformats.org/officeDocument/2006/relationships/customXml" Target="../ink/ink569.xml"/><Relationship Id="rId229" Type="http://schemas.openxmlformats.org/officeDocument/2006/relationships/customXml" Target="../ink/ink597.xml"/><Relationship Id="rId380" Type="http://schemas.openxmlformats.org/officeDocument/2006/relationships/image" Target="../media/image456.png"/><Relationship Id="rId436" Type="http://schemas.openxmlformats.org/officeDocument/2006/relationships/customXml" Target="../ink/ink701.xml"/><Relationship Id="rId601" Type="http://schemas.openxmlformats.org/officeDocument/2006/relationships/image" Target="../media/image566.png"/><Relationship Id="rId643" Type="http://schemas.openxmlformats.org/officeDocument/2006/relationships/image" Target="../media/image587.png"/><Relationship Id="rId240" Type="http://schemas.openxmlformats.org/officeDocument/2006/relationships/image" Target="../media/image386.png"/><Relationship Id="rId478" Type="http://schemas.openxmlformats.org/officeDocument/2006/relationships/customXml" Target="../ink/ink722.xml"/><Relationship Id="rId35" Type="http://schemas.openxmlformats.org/officeDocument/2006/relationships/image" Target="../media/image284.png"/><Relationship Id="rId77" Type="http://schemas.openxmlformats.org/officeDocument/2006/relationships/image" Target="../media/image305.png"/><Relationship Id="rId100" Type="http://schemas.openxmlformats.org/officeDocument/2006/relationships/customXml" Target="../ink/ink533.xml"/><Relationship Id="rId282" Type="http://schemas.openxmlformats.org/officeDocument/2006/relationships/image" Target="../media/image407.png"/><Relationship Id="rId338" Type="http://schemas.openxmlformats.org/officeDocument/2006/relationships/image" Target="../media/image435.png"/><Relationship Id="rId503" Type="http://schemas.openxmlformats.org/officeDocument/2006/relationships/image" Target="../media/image517.png"/><Relationship Id="rId545" Type="http://schemas.openxmlformats.org/officeDocument/2006/relationships/image" Target="../media/image538.png"/><Relationship Id="rId587" Type="http://schemas.openxmlformats.org/officeDocument/2006/relationships/image" Target="../media/image559.png"/><Relationship Id="rId8" Type="http://schemas.openxmlformats.org/officeDocument/2006/relationships/customXml" Target="../ink/ink487.xml"/><Relationship Id="rId142" Type="http://schemas.openxmlformats.org/officeDocument/2006/relationships/customXml" Target="../ink/ink554.xml"/><Relationship Id="rId184" Type="http://schemas.openxmlformats.org/officeDocument/2006/relationships/image" Target="../media/image358.png"/><Relationship Id="rId391" Type="http://schemas.openxmlformats.org/officeDocument/2006/relationships/customXml" Target="../ink/ink678.xml"/><Relationship Id="rId405" Type="http://schemas.openxmlformats.org/officeDocument/2006/relationships/customXml" Target="../ink/ink685.xml"/><Relationship Id="rId447" Type="http://schemas.openxmlformats.org/officeDocument/2006/relationships/image" Target="../media/image489.png"/><Relationship Id="rId612" Type="http://schemas.openxmlformats.org/officeDocument/2006/relationships/customXml" Target="../ink/ink789.xml"/><Relationship Id="rId251" Type="http://schemas.openxmlformats.org/officeDocument/2006/relationships/customXml" Target="../ink/ink608.xml"/><Relationship Id="rId489" Type="http://schemas.openxmlformats.org/officeDocument/2006/relationships/image" Target="../media/image510.png"/><Relationship Id="rId654" Type="http://schemas.openxmlformats.org/officeDocument/2006/relationships/customXml" Target="../ink/ink810.xml"/><Relationship Id="rId46" Type="http://schemas.openxmlformats.org/officeDocument/2006/relationships/customXml" Target="../ink/ink506.xml"/><Relationship Id="rId293" Type="http://schemas.openxmlformats.org/officeDocument/2006/relationships/customXml" Target="../ink/ink629.xml"/><Relationship Id="rId307" Type="http://schemas.openxmlformats.org/officeDocument/2006/relationships/customXml" Target="../ink/ink636.xml"/><Relationship Id="rId349" Type="http://schemas.openxmlformats.org/officeDocument/2006/relationships/customXml" Target="../ink/ink657.xml"/><Relationship Id="rId514" Type="http://schemas.openxmlformats.org/officeDocument/2006/relationships/customXml" Target="../ink/ink740.xml"/><Relationship Id="rId556" Type="http://schemas.openxmlformats.org/officeDocument/2006/relationships/customXml" Target="../ink/ink761.xml"/><Relationship Id="rId88" Type="http://schemas.openxmlformats.org/officeDocument/2006/relationships/customXml" Target="../ink/ink527.xml"/><Relationship Id="rId111" Type="http://schemas.openxmlformats.org/officeDocument/2006/relationships/image" Target="../media/image322.png"/><Relationship Id="rId153" Type="http://schemas.openxmlformats.org/officeDocument/2006/relationships/image" Target="../media/image343.png"/><Relationship Id="rId195" Type="http://schemas.openxmlformats.org/officeDocument/2006/relationships/customXml" Target="../ink/ink580.xml"/><Relationship Id="rId209" Type="http://schemas.openxmlformats.org/officeDocument/2006/relationships/customXml" Target="../ink/ink587.xml"/><Relationship Id="rId360" Type="http://schemas.openxmlformats.org/officeDocument/2006/relationships/image" Target="../media/image446.png"/><Relationship Id="rId416" Type="http://schemas.openxmlformats.org/officeDocument/2006/relationships/customXml" Target="../ink/ink691.xml"/><Relationship Id="rId598" Type="http://schemas.openxmlformats.org/officeDocument/2006/relationships/customXml" Target="../ink/ink782.xml"/><Relationship Id="rId220" Type="http://schemas.openxmlformats.org/officeDocument/2006/relationships/image" Target="../media/image376.png"/><Relationship Id="rId458" Type="http://schemas.openxmlformats.org/officeDocument/2006/relationships/customXml" Target="../ink/ink712.xml"/><Relationship Id="rId623" Type="http://schemas.openxmlformats.org/officeDocument/2006/relationships/image" Target="../media/image577.png"/><Relationship Id="rId15" Type="http://schemas.openxmlformats.org/officeDocument/2006/relationships/image" Target="../media/image274.png"/><Relationship Id="rId57" Type="http://schemas.openxmlformats.org/officeDocument/2006/relationships/image" Target="../media/image295.png"/><Relationship Id="rId262" Type="http://schemas.openxmlformats.org/officeDocument/2006/relationships/image" Target="../media/image397.png"/><Relationship Id="rId318" Type="http://schemas.openxmlformats.org/officeDocument/2006/relationships/image" Target="../media/image425.png"/><Relationship Id="rId525" Type="http://schemas.openxmlformats.org/officeDocument/2006/relationships/image" Target="../media/image528.png"/><Relationship Id="rId567" Type="http://schemas.openxmlformats.org/officeDocument/2006/relationships/image" Target="../media/image549.png"/><Relationship Id="rId99" Type="http://schemas.openxmlformats.org/officeDocument/2006/relationships/image" Target="../media/image316.png"/><Relationship Id="rId122" Type="http://schemas.openxmlformats.org/officeDocument/2006/relationships/customXml" Target="../ink/ink544.xml"/><Relationship Id="rId164" Type="http://schemas.openxmlformats.org/officeDocument/2006/relationships/image" Target="../media/image348.png"/><Relationship Id="rId371" Type="http://schemas.openxmlformats.org/officeDocument/2006/relationships/customXml" Target="../ink/ink668.xml"/><Relationship Id="rId427" Type="http://schemas.openxmlformats.org/officeDocument/2006/relationships/image" Target="../media/image479.png"/><Relationship Id="rId469" Type="http://schemas.openxmlformats.org/officeDocument/2006/relationships/image" Target="../media/image500.png"/><Relationship Id="rId634" Type="http://schemas.openxmlformats.org/officeDocument/2006/relationships/customXml" Target="../ink/ink800.xml"/><Relationship Id="rId26" Type="http://schemas.openxmlformats.org/officeDocument/2006/relationships/customXml" Target="../ink/ink496.xml"/><Relationship Id="rId231" Type="http://schemas.openxmlformats.org/officeDocument/2006/relationships/customXml" Target="../ink/ink598.xml"/><Relationship Id="rId273" Type="http://schemas.openxmlformats.org/officeDocument/2006/relationships/customXml" Target="../ink/ink619.xml"/><Relationship Id="rId329" Type="http://schemas.openxmlformats.org/officeDocument/2006/relationships/customXml" Target="../ink/ink647.xml"/><Relationship Id="rId480" Type="http://schemas.openxmlformats.org/officeDocument/2006/relationships/customXml" Target="../ink/ink723.xml"/><Relationship Id="rId536" Type="http://schemas.openxmlformats.org/officeDocument/2006/relationships/customXml" Target="../ink/ink751.xml"/><Relationship Id="rId68" Type="http://schemas.openxmlformats.org/officeDocument/2006/relationships/customXml" Target="../ink/ink517.xml"/><Relationship Id="rId133" Type="http://schemas.openxmlformats.org/officeDocument/2006/relationships/image" Target="../media/image333.png"/><Relationship Id="rId175" Type="http://schemas.openxmlformats.org/officeDocument/2006/relationships/customXml" Target="../ink/ink570.xml"/><Relationship Id="rId340" Type="http://schemas.openxmlformats.org/officeDocument/2006/relationships/image" Target="../media/image436.png"/><Relationship Id="rId578" Type="http://schemas.openxmlformats.org/officeDocument/2006/relationships/customXml" Target="../ink/ink772.xml"/><Relationship Id="rId200" Type="http://schemas.openxmlformats.org/officeDocument/2006/relationships/image" Target="../media/image366.png"/><Relationship Id="rId382" Type="http://schemas.openxmlformats.org/officeDocument/2006/relationships/image" Target="../media/image457.png"/><Relationship Id="rId438" Type="http://schemas.openxmlformats.org/officeDocument/2006/relationships/customXml" Target="../ink/ink702.xml"/><Relationship Id="rId603" Type="http://schemas.openxmlformats.org/officeDocument/2006/relationships/image" Target="../media/image567.png"/><Relationship Id="rId645" Type="http://schemas.openxmlformats.org/officeDocument/2006/relationships/image" Target="../media/image588.png"/><Relationship Id="rId242" Type="http://schemas.openxmlformats.org/officeDocument/2006/relationships/image" Target="../media/image387.png"/><Relationship Id="rId284" Type="http://schemas.openxmlformats.org/officeDocument/2006/relationships/image" Target="../media/image408.png"/><Relationship Id="rId491" Type="http://schemas.openxmlformats.org/officeDocument/2006/relationships/image" Target="../media/image511.png"/><Relationship Id="rId505" Type="http://schemas.openxmlformats.org/officeDocument/2006/relationships/image" Target="../media/image518.png"/><Relationship Id="rId37" Type="http://schemas.openxmlformats.org/officeDocument/2006/relationships/image" Target="../media/image285.png"/><Relationship Id="rId79" Type="http://schemas.openxmlformats.org/officeDocument/2006/relationships/image" Target="../media/image306.png"/><Relationship Id="rId102" Type="http://schemas.openxmlformats.org/officeDocument/2006/relationships/customXml" Target="../ink/ink534.xml"/><Relationship Id="rId144" Type="http://schemas.openxmlformats.org/officeDocument/2006/relationships/customXml" Target="../ink/ink555.xml"/><Relationship Id="rId547" Type="http://schemas.openxmlformats.org/officeDocument/2006/relationships/image" Target="../media/image539.png"/><Relationship Id="rId589" Type="http://schemas.openxmlformats.org/officeDocument/2006/relationships/image" Target="../media/image560.png"/><Relationship Id="rId90" Type="http://schemas.openxmlformats.org/officeDocument/2006/relationships/customXml" Target="../ink/ink528.xml"/><Relationship Id="rId186" Type="http://schemas.openxmlformats.org/officeDocument/2006/relationships/image" Target="../media/image359.png"/><Relationship Id="rId351" Type="http://schemas.openxmlformats.org/officeDocument/2006/relationships/customXml" Target="../ink/ink658.xml"/><Relationship Id="rId393" Type="http://schemas.openxmlformats.org/officeDocument/2006/relationships/customXml" Target="../ink/ink679.xml"/><Relationship Id="rId407" Type="http://schemas.openxmlformats.org/officeDocument/2006/relationships/customXml" Target="../ink/ink686.xml"/><Relationship Id="rId449" Type="http://schemas.openxmlformats.org/officeDocument/2006/relationships/image" Target="../media/image490.png"/><Relationship Id="rId614" Type="http://schemas.openxmlformats.org/officeDocument/2006/relationships/customXml" Target="../ink/ink790.xml"/><Relationship Id="rId656" Type="http://schemas.openxmlformats.org/officeDocument/2006/relationships/customXml" Target="../ink/ink811.xml"/><Relationship Id="rId211" Type="http://schemas.openxmlformats.org/officeDocument/2006/relationships/customXml" Target="../ink/ink588.xml"/><Relationship Id="rId253" Type="http://schemas.openxmlformats.org/officeDocument/2006/relationships/customXml" Target="../ink/ink609.xml"/><Relationship Id="rId295" Type="http://schemas.openxmlformats.org/officeDocument/2006/relationships/customXml" Target="../ink/ink630.xml"/><Relationship Id="rId309" Type="http://schemas.openxmlformats.org/officeDocument/2006/relationships/customXml" Target="../ink/ink637.xml"/><Relationship Id="rId460" Type="http://schemas.openxmlformats.org/officeDocument/2006/relationships/customXml" Target="../ink/ink713.xml"/><Relationship Id="rId516" Type="http://schemas.openxmlformats.org/officeDocument/2006/relationships/customXml" Target="../ink/ink741.xml"/><Relationship Id="rId48" Type="http://schemas.openxmlformats.org/officeDocument/2006/relationships/customXml" Target="../ink/ink507.xml"/><Relationship Id="rId113" Type="http://schemas.openxmlformats.org/officeDocument/2006/relationships/image" Target="../media/image323.png"/><Relationship Id="rId320" Type="http://schemas.openxmlformats.org/officeDocument/2006/relationships/image" Target="../media/image426.png"/><Relationship Id="rId558" Type="http://schemas.openxmlformats.org/officeDocument/2006/relationships/customXml" Target="../ink/ink762.xml"/><Relationship Id="rId155" Type="http://schemas.openxmlformats.org/officeDocument/2006/relationships/image" Target="../media/image6310.png"/><Relationship Id="rId197" Type="http://schemas.openxmlformats.org/officeDocument/2006/relationships/customXml" Target="../ink/ink581.xml"/><Relationship Id="rId362" Type="http://schemas.openxmlformats.org/officeDocument/2006/relationships/image" Target="../media/image447.png"/><Relationship Id="rId418" Type="http://schemas.openxmlformats.org/officeDocument/2006/relationships/customXml" Target="../ink/ink692.xml"/><Relationship Id="rId625" Type="http://schemas.openxmlformats.org/officeDocument/2006/relationships/image" Target="../media/image578.png"/><Relationship Id="rId222" Type="http://schemas.openxmlformats.org/officeDocument/2006/relationships/image" Target="../media/image377.png"/><Relationship Id="rId264" Type="http://schemas.openxmlformats.org/officeDocument/2006/relationships/image" Target="../media/image398.png"/><Relationship Id="rId471" Type="http://schemas.openxmlformats.org/officeDocument/2006/relationships/image" Target="../media/image501.png"/><Relationship Id="rId17" Type="http://schemas.openxmlformats.org/officeDocument/2006/relationships/image" Target="../media/image275.png"/><Relationship Id="rId59" Type="http://schemas.openxmlformats.org/officeDocument/2006/relationships/image" Target="../media/image296.png"/><Relationship Id="rId124" Type="http://schemas.openxmlformats.org/officeDocument/2006/relationships/customXml" Target="../ink/ink545.xml"/><Relationship Id="rId527" Type="http://schemas.openxmlformats.org/officeDocument/2006/relationships/image" Target="../media/image529.png"/><Relationship Id="rId569" Type="http://schemas.openxmlformats.org/officeDocument/2006/relationships/image" Target="../media/image550.png"/><Relationship Id="rId70" Type="http://schemas.openxmlformats.org/officeDocument/2006/relationships/customXml" Target="../ink/ink518.xml"/><Relationship Id="rId166" Type="http://schemas.openxmlformats.org/officeDocument/2006/relationships/image" Target="../media/image349.png"/><Relationship Id="rId331" Type="http://schemas.openxmlformats.org/officeDocument/2006/relationships/customXml" Target="../ink/ink648.xml"/><Relationship Id="rId373" Type="http://schemas.openxmlformats.org/officeDocument/2006/relationships/customXml" Target="../ink/ink669.xml"/><Relationship Id="rId429" Type="http://schemas.openxmlformats.org/officeDocument/2006/relationships/image" Target="../media/image480.png"/><Relationship Id="rId580" Type="http://schemas.openxmlformats.org/officeDocument/2006/relationships/customXml" Target="../ink/ink773.xml"/><Relationship Id="rId636" Type="http://schemas.openxmlformats.org/officeDocument/2006/relationships/customXml" Target="../ink/ink801.xml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599.xml"/><Relationship Id="rId440" Type="http://schemas.openxmlformats.org/officeDocument/2006/relationships/customXml" Target="../ink/ink703.xml"/><Relationship Id="rId28" Type="http://schemas.openxmlformats.org/officeDocument/2006/relationships/customXml" Target="../ink/ink497.xml"/><Relationship Id="rId275" Type="http://schemas.openxmlformats.org/officeDocument/2006/relationships/customXml" Target="../ink/ink620.xml"/><Relationship Id="rId300" Type="http://schemas.openxmlformats.org/officeDocument/2006/relationships/image" Target="../media/image416.png"/><Relationship Id="rId482" Type="http://schemas.openxmlformats.org/officeDocument/2006/relationships/customXml" Target="../ink/ink724.xml"/><Relationship Id="rId538" Type="http://schemas.openxmlformats.org/officeDocument/2006/relationships/customXml" Target="../ink/ink752.xml"/><Relationship Id="rId81" Type="http://schemas.openxmlformats.org/officeDocument/2006/relationships/image" Target="../media/image307.png"/><Relationship Id="rId135" Type="http://schemas.openxmlformats.org/officeDocument/2006/relationships/image" Target="../media/image334.png"/><Relationship Id="rId177" Type="http://schemas.openxmlformats.org/officeDocument/2006/relationships/customXml" Target="../ink/ink571.xml"/><Relationship Id="rId342" Type="http://schemas.openxmlformats.org/officeDocument/2006/relationships/image" Target="../media/image437.png"/><Relationship Id="rId384" Type="http://schemas.openxmlformats.org/officeDocument/2006/relationships/image" Target="../media/image458.png"/><Relationship Id="rId591" Type="http://schemas.openxmlformats.org/officeDocument/2006/relationships/image" Target="../media/image561.png"/><Relationship Id="rId605" Type="http://schemas.openxmlformats.org/officeDocument/2006/relationships/image" Target="../media/image568.png"/><Relationship Id="rId202" Type="http://schemas.openxmlformats.org/officeDocument/2006/relationships/image" Target="../media/image367.png"/><Relationship Id="rId244" Type="http://schemas.openxmlformats.org/officeDocument/2006/relationships/image" Target="../media/image388.png"/><Relationship Id="rId647" Type="http://schemas.openxmlformats.org/officeDocument/2006/relationships/image" Target="../media/image589.png"/><Relationship Id="rId39" Type="http://schemas.openxmlformats.org/officeDocument/2006/relationships/image" Target="../media/image286.png"/><Relationship Id="rId286" Type="http://schemas.openxmlformats.org/officeDocument/2006/relationships/image" Target="../media/image409.png"/><Relationship Id="rId451" Type="http://schemas.openxmlformats.org/officeDocument/2006/relationships/image" Target="../media/image491.png"/><Relationship Id="rId493" Type="http://schemas.openxmlformats.org/officeDocument/2006/relationships/image" Target="../media/image512.png"/><Relationship Id="rId507" Type="http://schemas.openxmlformats.org/officeDocument/2006/relationships/image" Target="../media/image519.png"/><Relationship Id="rId549" Type="http://schemas.openxmlformats.org/officeDocument/2006/relationships/image" Target="../media/image540.png"/><Relationship Id="rId50" Type="http://schemas.openxmlformats.org/officeDocument/2006/relationships/customXml" Target="../ink/ink508.xml"/><Relationship Id="rId104" Type="http://schemas.openxmlformats.org/officeDocument/2006/relationships/customXml" Target="../ink/ink535.xml"/><Relationship Id="rId146" Type="http://schemas.openxmlformats.org/officeDocument/2006/relationships/customXml" Target="../ink/ink556.xml"/><Relationship Id="rId188" Type="http://schemas.openxmlformats.org/officeDocument/2006/relationships/image" Target="../media/image360.png"/><Relationship Id="rId311" Type="http://schemas.openxmlformats.org/officeDocument/2006/relationships/customXml" Target="../ink/ink638.xml"/><Relationship Id="rId353" Type="http://schemas.openxmlformats.org/officeDocument/2006/relationships/customXml" Target="../ink/ink659.xml"/><Relationship Id="rId395" Type="http://schemas.openxmlformats.org/officeDocument/2006/relationships/customXml" Target="../ink/ink680.xml"/><Relationship Id="rId409" Type="http://schemas.openxmlformats.org/officeDocument/2006/relationships/customXml" Target="../ink/ink687.xml"/><Relationship Id="rId560" Type="http://schemas.openxmlformats.org/officeDocument/2006/relationships/customXml" Target="../ink/ink763.xml"/><Relationship Id="rId92" Type="http://schemas.openxmlformats.org/officeDocument/2006/relationships/customXml" Target="../ink/ink529.xml"/><Relationship Id="rId213" Type="http://schemas.openxmlformats.org/officeDocument/2006/relationships/customXml" Target="../ink/ink589.xml"/><Relationship Id="rId420" Type="http://schemas.openxmlformats.org/officeDocument/2006/relationships/customXml" Target="../ink/ink693.xml"/><Relationship Id="rId616" Type="http://schemas.openxmlformats.org/officeDocument/2006/relationships/customXml" Target="../ink/ink791.xml"/><Relationship Id="rId658" Type="http://schemas.openxmlformats.org/officeDocument/2006/relationships/customXml" Target="../ink/ink812.xml"/><Relationship Id="rId255" Type="http://schemas.openxmlformats.org/officeDocument/2006/relationships/customXml" Target="../ink/ink610.xml"/><Relationship Id="rId297" Type="http://schemas.openxmlformats.org/officeDocument/2006/relationships/customXml" Target="../ink/ink631.xml"/><Relationship Id="rId462" Type="http://schemas.openxmlformats.org/officeDocument/2006/relationships/customXml" Target="../ink/ink714.xml"/><Relationship Id="rId518" Type="http://schemas.openxmlformats.org/officeDocument/2006/relationships/customXml" Target="../ink/ink742.xml"/><Relationship Id="rId115" Type="http://schemas.openxmlformats.org/officeDocument/2006/relationships/image" Target="../media/image324.png"/><Relationship Id="rId157" Type="http://schemas.openxmlformats.org/officeDocument/2006/relationships/image" Target="../media/image344.png"/><Relationship Id="rId322" Type="http://schemas.openxmlformats.org/officeDocument/2006/relationships/image" Target="../media/image427.png"/><Relationship Id="rId364" Type="http://schemas.openxmlformats.org/officeDocument/2006/relationships/image" Target="../media/image448.png"/><Relationship Id="rId61" Type="http://schemas.openxmlformats.org/officeDocument/2006/relationships/image" Target="../media/image297.png"/><Relationship Id="rId199" Type="http://schemas.openxmlformats.org/officeDocument/2006/relationships/customXml" Target="../ink/ink582.xml"/><Relationship Id="rId571" Type="http://schemas.openxmlformats.org/officeDocument/2006/relationships/image" Target="../media/image551.png"/><Relationship Id="rId627" Type="http://schemas.openxmlformats.org/officeDocument/2006/relationships/image" Target="../media/image579.png"/><Relationship Id="rId19" Type="http://schemas.openxmlformats.org/officeDocument/2006/relationships/image" Target="../media/image276.png"/><Relationship Id="rId224" Type="http://schemas.openxmlformats.org/officeDocument/2006/relationships/image" Target="../media/image378.png"/><Relationship Id="rId266" Type="http://schemas.openxmlformats.org/officeDocument/2006/relationships/image" Target="../media/image399.png"/><Relationship Id="rId431" Type="http://schemas.openxmlformats.org/officeDocument/2006/relationships/image" Target="../media/image481.png"/><Relationship Id="rId473" Type="http://schemas.openxmlformats.org/officeDocument/2006/relationships/image" Target="../media/image502.png"/><Relationship Id="rId529" Type="http://schemas.openxmlformats.org/officeDocument/2006/relationships/image" Target="../media/image530.png"/><Relationship Id="rId30" Type="http://schemas.openxmlformats.org/officeDocument/2006/relationships/customXml" Target="../ink/ink498.xml"/><Relationship Id="rId126" Type="http://schemas.openxmlformats.org/officeDocument/2006/relationships/customXml" Target="../ink/ink546.xml"/><Relationship Id="rId168" Type="http://schemas.openxmlformats.org/officeDocument/2006/relationships/image" Target="../media/image350.png"/><Relationship Id="rId333" Type="http://schemas.openxmlformats.org/officeDocument/2006/relationships/customXml" Target="../ink/ink649.xml"/><Relationship Id="rId540" Type="http://schemas.openxmlformats.org/officeDocument/2006/relationships/customXml" Target="../ink/ink753.xml"/><Relationship Id="rId72" Type="http://schemas.openxmlformats.org/officeDocument/2006/relationships/customXml" Target="../ink/ink519.xml"/><Relationship Id="rId375" Type="http://schemas.openxmlformats.org/officeDocument/2006/relationships/customXml" Target="../ink/ink670.xml"/><Relationship Id="rId582" Type="http://schemas.openxmlformats.org/officeDocument/2006/relationships/customXml" Target="../ink/ink774.xml"/><Relationship Id="rId638" Type="http://schemas.openxmlformats.org/officeDocument/2006/relationships/customXml" Target="../ink/ink802.xml"/><Relationship Id="rId3" Type="http://schemas.openxmlformats.org/officeDocument/2006/relationships/image" Target="../media/image268.png"/><Relationship Id="rId235" Type="http://schemas.openxmlformats.org/officeDocument/2006/relationships/customXml" Target="../ink/ink600.xml"/><Relationship Id="rId277" Type="http://schemas.openxmlformats.org/officeDocument/2006/relationships/customXml" Target="../ink/ink621.xml"/><Relationship Id="rId400" Type="http://schemas.openxmlformats.org/officeDocument/2006/relationships/image" Target="../media/image466.png"/><Relationship Id="rId442" Type="http://schemas.openxmlformats.org/officeDocument/2006/relationships/customXml" Target="../ink/ink704.xml"/><Relationship Id="rId484" Type="http://schemas.openxmlformats.org/officeDocument/2006/relationships/customXml" Target="../ink/ink725.xml"/><Relationship Id="rId137" Type="http://schemas.openxmlformats.org/officeDocument/2006/relationships/image" Target="../media/image335.png"/><Relationship Id="rId302" Type="http://schemas.openxmlformats.org/officeDocument/2006/relationships/image" Target="../media/image417.png"/><Relationship Id="rId344" Type="http://schemas.openxmlformats.org/officeDocument/2006/relationships/image" Target="../media/image438.png"/><Relationship Id="rId41" Type="http://schemas.openxmlformats.org/officeDocument/2006/relationships/image" Target="../media/image287.png"/><Relationship Id="rId83" Type="http://schemas.openxmlformats.org/officeDocument/2006/relationships/image" Target="../media/image308.png"/><Relationship Id="rId179" Type="http://schemas.openxmlformats.org/officeDocument/2006/relationships/customXml" Target="../ink/ink572.xml"/><Relationship Id="rId386" Type="http://schemas.openxmlformats.org/officeDocument/2006/relationships/image" Target="../media/image459.png"/><Relationship Id="rId551" Type="http://schemas.openxmlformats.org/officeDocument/2006/relationships/image" Target="../media/image541.png"/><Relationship Id="rId593" Type="http://schemas.openxmlformats.org/officeDocument/2006/relationships/image" Target="../media/image562.png"/><Relationship Id="rId607" Type="http://schemas.openxmlformats.org/officeDocument/2006/relationships/image" Target="../media/image569.png"/><Relationship Id="rId649" Type="http://schemas.openxmlformats.org/officeDocument/2006/relationships/image" Target="../media/image590.png"/><Relationship Id="rId190" Type="http://schemas.openxmlformats.org/officeDocument/2006/relationships/image" Target="../media/image361.png"/><Relationship Id="rId204" Type="http://schemas.openxmlformats.org/officeDocument/2006/relationships/image" Target="../media/image368.png"/><Relationship Id="rId246" Type="http://schemas.openxmlformats.org/officeDocument/2006/relationships/image" Target="../media/image389.png"/><Relationship Id="rId288" Type="http://schemas.openxmlformats.org/officeDocument/2006/relationships/image" Target="../media/image410.png"/><Relationship Id="rId411" Type="http://schemas.openxmlformats.org/officeDocument/2006/relationships/customXml" Target="../ink/ink688.xml"/><Relationship Id="rId453" Type="http://schemas.openxmlformats.org/officeDocument/2006/relationships/image" Target="../media/image492.png"/><Relationship Id="rId509" Type="http://schemas.openxmlformats.org/officeDocument/2006/relationships/image" Target="../media/image520.png"/><Relationship Id="rId660" Type="http://schemas.openxmlformats.org/officeDocument/2006/relationships/customXml" Target="../ink/ink813.xml"/><Relationship Id="rId106" Type="http://schemas.openxmlformats.org/officeDocument/2006/relationships/customXml" Target="../ink/ink536.xml"/><Relationship Id="rId313" Type="http://schemas.openxmlformats.org/officeDocument/2006/relationships/customXml" Target="../ink/ink639.xml"/><Relationship Id="rId495" Type="http://schemas.openxmlformats.org/officeDocument/2006/relationships/image" Target="../media/image513.png"/><Relationship Id="rId10" Type="http://schemas.openxmlformats.org/officeDocument/2006/relationships/customXml" Target="../ink/ink488.xml"/><Relationship Id="rId52" Type="http://schemas.openxmlformats.org/officeDocument/2006/relationships/customXml" Target="../ink/ink509.xml"/><Relationship Id="rId94" Type="http://schemas.openxmlformats.org/officeDocument/2006/relationships/customXml" Target="../ink/ink530.xml"/><Relationship Id="rId148" Type="http://schemas.openxmlformats.org/officeDocument/2006/relationships/customXml" Target="../ink/ink557.xml"/><Relationship Id="rId355" Type="http://schemas.openxmlformats.org/officeDocument/2006/relationships/customXml" Target="../ink/ink660.xml"/><Relationship Id="rId397" Type="http://schemas.openxmlformats.org/officeDocument/2006/relationships/customXml" Target="../ink/ink681.xml"/><Relationship Id="rId520" Type="http://schemas.openxmlformats.org/officeDocument/2006/relationships/customXml" Target="../ink/ink743.xml"/><Relationship Id="rId562" Type="http://schemas.openxmlformats.org/officeDocument/2006/relationships/customXml" Target="../ink/ink764.xml"/><Relationship Id="rId618" Type="http://schemas.openxmlformats.org/officeDocument/2006/relationships/customXml" Target="../ink/ink792.xml"/><Relationship Id="rId215" Type="http://schemas.openxmlformats.org/officeDocument/2006/relationships/customXml" Target="../ink/ink590.xml"/><Relationship Id="rId257" Type="http://schemas.openxmlformats.org/officeDocument/2006/relationships/customXml" Target="../ink/ink611.xml"/><Relationship Id="rId422" Type="http://schemas.openxmlformats.org/officeDocument/2006/relationships/customXml" Target="../ink/ink694.xml"/><Relationship Id="rId464" Type="http://schemas.openxmlformats.org/officeDocument/2006/relationships/customXml" Target="../ink/ink715.xml"/><Relationship Id="rId299" Type="http://schemas.openxmlformats.org/officeDocument/2006/relationships/customXml" Target="../ink/ink632.xml"/><Relationship Id="rId63" Type="http://schemas.openxmlformats.org/officeDocument/2006/relationships/image" Target="../media/image298.png"/><Relationship Id="rId159" Type="http://schemas.openxmlformats.org/officeDocument/2006/relationships/image" Target="../media/image345.png"/><Relationship Id="rId366" Type="http://schemas.openxmlformats.org/officeDocument/2006/relationships/image" Target="../media/image449.png"/><Relationship Id="rId573" Type="http://schemas.openxmlformats.org/officeDocument/2006/relationships/image" Target="../media/image552.png"/><Relationship Id="rId226" Type="http://schemas.openxmlformats.org/officeDocument/2006/relationships/image" Target="../media/image379.png"/><Relationship Id="rId433" Type="http://schemas.openxmlformats.org/officeDocument/2006/relationships/image" Target="../media/image482.png"/><Relationship Id="rId640" Type="http://schemas.openxmlformats.org/officeDocument/2006/relationships/customXml" Target="../ink/ink803.xml"/><Relationship Id="rId74" Type="http://schemas.openxmlformats.org/officeDocument/2006/relationships/customXml" Target="../ink/ink520.xml"/><Relationship Id="rId377" Type="http://schemas.openxmlformats.org/officeDocument/2006/relationships/customXml" Target="../ink/ink671.xml"/><Relationship Id="rId500" Type="http://schemas.openxmlformats.org/officeDocument/2006/relationships/customXml" Target="../ink/ink733.xml"/><Relationship Id="rId584" Type="http://schemas.openxmlformats.org/officeDocument/2006/relationships/customXml" Target="../ink/ink775.xml"/><Relationship Id="rId5" Type="http://schemas.openxmlformats.org/officeDocument/2006/relationships/image" Target="../media/image269.png"/><Relationship Id="rId237" Type="http://schemas.openxmlformats.org/officeDocument/2006/relationships/customXml" Target="../ink/ink601.xml"/><Relationship Id="rId444" Type="http://schemas.openxmlformats.org/officeDocument/2006/relationships/customXml" Target="../ink/ink705.xml"/><Relationship Id="rId651" Type="http://schemas.openxmlformats.org/officeDocument/2006/relationships/image" Target="../media/image591.png"/><Relationship Id="rId290" Type="http://schemas.openxmlformats.org/officeDocument/2006/relationships/image" Target="../media/image411.png"/><Relationship Id="rId304" Type="http://schemas.openxmlformats.org/officeDocument/2006/relationships/image" Target="../media/image418.png"/><Relationship Id="rId388" Type="http://schemas.openxmlformats.org/officeDocument/2006/relationships/image" Target="../media/image460.png"/><Relationship Id="rId511" Type="http://schemas.openxmlformats.org/officeDocument/2006/relationships/image" Target="../media/image521.png"/><Relationship Id="rId609" Type="http://schemas.openxmlformats.org/officeDocument/2006/relationships/image" Target="../media/image570.png"/><Relationship Id="rId85" Type="http://schemas.openxmlformats.org/officeDocument/2006/relationships/image" Target="../media/image309.png"/><Relationship Id="rId150" Type="http://schemas.openxmlformats.org/officeDocument/2006/relationships/customXml" Target="../ink/ink558.xml"/><Relationship Id="rId595" Type="http://schemas.openxmlformats.org/officeDocument/2006/relationships/image" Target="../media/image563.png"/><Relationship Id="rId248" Type="http://schemas.openxmlformats.org/officeDocument/2006/relationships/image" Target="../media/image390.png"/><Relationship Id="rId455" Type="http://schemas.openxmlformats.org/officeDocument/2006/relationships/image" Target="../media/image493.png"/><Relationship Id="rId12" Type="http://schemas.openxmlformats.org/officeDocument/2006/relationships/customXml" Target="../ink/ink489.xml"/><Relationship Id="rId108" Type="http://schemas.openxmlformats.org/officeDocument/2006/relationships/customXml" Target="../ink/ink537.xml"/><Relationship Id="rId315" Type="http://schemas.openxmlformats.org/officeDocument/2006/relationships/customXml" Target="../ink/ink640.xml"/><Relationship Id="rId522" Type="http://schemas.openxmlformats.org/officeDocument/2006/relationships/customXml" Target="../ink/ink744.xml"/><Relationship Id="rId96" Type="http://schemas.openxmlformats.org/officeDocument/2006/relationships/customXml" Target="../ink/ink531.xml"/><Relationship Id="rId161" Type="http://schemas.openxmlformats.org/officeDocument/2006/relationships/image" Target="../media/image346.png"/><Relationship Id="rId399" Type="http://schemas.openxmlformats.org/officeDocument/2006/relationships/customXml" Target="../ink/ink682.xml"/><Relationship Id="rId259" Type="http://schemas.openxmlformats.org/officeDocument/2006/relationships/customXml" Target="../ink/ink612.xml"/><Relationship Id="rId466" Type="http://schemas.openxmlformats.org/officeDocument/2006/relationships/customXml" Target="../ink/ink716.xml"/><Relationship Id="rId23" Type="http://schemas.openxmlformats.org/officeDocument/2006/relationships/image" Target="../media/image278.png"/><Relationship Id="rId119" Type="http://schemas.openxmlformats.org/officeDocument/2006/relationships/image" Target="../media/image326.png"/><Relationship Id="rId326" Type="http://schemas.openxmlformats.org/officeDocument/2006/relationships/image" Target="../media/image429.png"/><Relationship Id="rId533" Type="http://schemas.openxmlformats.org/officeDocument/2006/relationships/image" Target="../media/image532.png"/><Relationship Id="rId172" Type="http://schemas.openxmlformats.org/officeDocument/2006/relationships/image" Target="../media/image352.png"/><Relationship Id="rId477" Type="http://schemas.openxmlformats.org/officeDocument/2006/relationships/image" Target="../media/image504.png"/><Relationship Id="rId600" Type="http://schemas.openxmlformats.org/officeDocument/2006/relationships/customXml" Target="../ink/ink783.xml"/><Relationship Id="rId337" Type="http://schemas.openxmlformats.org/officeDocument/2006/relationships/customXml" Target="../ink/ink651.xml"/><Relationship Id="rId34" Type="http://schemas.openxmlformats.org/officeDocument/2006/relationships/customXml" Target="../ink/ink500.xml"/><Relationship Id="rId544" Type="http://schemas.openxmlformats.org/officeDocument/2006/relationships/customXml" Target="../ink/ink755.xml"/><Relationship Id="rId183" Type="http://schemas.openxmlformats.org/officeDocument/2006/relationships/customXml" Target="../ink/ink574.xml"/><Relationship Id="rId390" Type="http://schemas.openxmlformats.org/officeDocument/2006/relationships/image" Target="../media/image461.png"/><Relationship Id="rId404" Type="http://schemas.openxmlformats.org/officeDocument/2006/relationships/image" Target="../media/image468.png"/><Relationship Id="rId611" Type="http://schemas.openxmlformats.org/officeDocument/2006/relationships/image" Target="../media/image571.png"/><Relationship Id="rId250" Type="http://schemas.openxmlformats.org/officeDocument/2006/relationships/image" Target="../media/image391.png"/><Relationship Id="rId488" Type="http://schemas.openxmlformats.org/officeDocument/2006/relationships/customXml" Target="../ink/ink727.xml"/><Relationship Id="rId45" Type="http://schemas.openxmlformats.org/officeDocument/2006/relationships/image" Target="../media/image289.png"/><Relationship Id="rId110" Type="http://schemas.openxmlformats.org/officeDocument/2006/relationships/customXml" Target="../ink/ink538.xml"/><Relationship Id="rId348" Type="http://schemas.openxmlformats.org/officeDocument/2006/relationships/image" Target="../media/image440.png"/><Relationship Id="rId555" Type="http://schemas.openxmlformats.org/officeDocument/2006/relationships/image" Target="../media/image543.png"/><Relationship Id="rId194" Type="http://schemas.openxmlformats.org/officeDocument/2006/relationships/image" Target="../media/image363.png"/><Relationship Id="rId208" Type="http://schemas.openxmlformats.org/officeDocument/2006/relationships/image" Target="../media/image370.png"/><Relationship Id="rId415" Type="http://schemas.openxmlformats.org/officeDocument/2006/relationships/customXml" Target="../ink/ink690.xml"/><Relationship Id="rId622" Type="http://schemas.openxmlformats.org/officeDocument/2006/relationships/customXml" Target="../ink/ink794.xml"/><Relationship Id="rId261" Type="http://schemas.openxmlformats.org/officeDocument/2006/relationships/customXml" Target="../ink/ink613.xml"/><Relationship Id="rId499" Type="http://schemas.openxmlformats.org/officeDocument/2006/relationships/image" Target="../media/image515.png"/><Relationship Id="rId56" Type="http://schemas.openxmlformats.org/officeDocument/2006/relationships/customXml" Target="../ink/ink511.xml"/><Relationship Id="rId359" Type="http://schemas.openxmlformats.org/officeDocument/2006/relationships/customXml" Target="../ink/ink662.xml"/><Relationship Id="rId566" Type="http://schemas.openxmlformats.org/officeDocument/2006/relationships/customXml" Target="../ink/ink766.xml"/><Relationship Id="rId121" Type="http://schemas.openxmlformats.org/officeDocument/2006/relationships/image" Target="../media/image327.png"/><Relationship Id="rId219" Type="http://schemas.openxmlformats.org/officeDocument/2006/relationships/customXml" Target="../ink/ink592.xml"/><Relationship Id="rId426" Type="http://schemas.openxmlformats.org/officeDocument/2006/relationships/customXml" Target="../ink/ink696.xml"/><Relationship Id="rId633" Type="http://schemas.openxmlformats.org/officeDocument/2006/relationships/image" Target="../media/image582.png"/><Relationship Id="rId67" Type="http://schemas.openxmlformats.org/officeDocument/2006/relationships/image" Target="../media/image300.png"/><Relationship Id="rId272" Type="http://schemas.openxmlformats.org/officeDocument/2006/relationships/image" Target="../media/image402.png"/><Relationship Id="rId577" Type="http://schemas.openxmlformats.org/officeDocument/2006/relationships/image" Target="../media/image554.png"/><Relationship Id="rId132" Type="http://schemas.openxmlformats.org/officeDocument/2006/relationships/customXml" Target="../ink/ink549.xml"/><Relationship Id="rId437" Type="http://schemas.openxmlformats.org/officeDocument/2006/relationships/image" Target="../media/image484.png"/><Relationship Id="rId644" Type="http://schemas.openxmlformats.org/officeDocument/2006/relationships/customXml" Target="../ink/ink805.xml"/><Relationship Id="rId283" Type="http://schemas.openxmlformats.org/officeDocument/2006/relationships/customXml" Target="../ink/ink624.xml"/><Relationship Id="rId490" Type="http://schemas.openxmlformats.org/officeDocument/2006/relationships/customXml" Target="../ink/ink728.xml"/><Relationship Id="rId504" Type="http://schemas.openxmlformats.org/officeDocument/2006/relationships/customXml" Target="../ink/ink735.xml"/><Relationship Id="rId78" Type="http://schemas.openxmlformats.org/officeDocument/2006/relationships/customXml" Target="../ink/ink522.xml"/><Relationship Id="rId143" Type="http://schemas.openxmlformats.org/officeDocument/2006/relationships/image" Target="../media/image338.png"/><Relationship Id="rId350" Type="http://schemas.openxmlformats.org/officeDocument/2006/relationships/image" Target="../media/image441.png"/><Relationship Id="rId588" Type="http://schemas.openxmlformats.org/officeDocument/2006/relationships/customXml" Target="../ink/ink777.xml"/><Relationship Id="rId9" Type="http://schemas.openxmlformats.org/officeDocument/2006/relationships/image" Target="../media/image271.png"/><Relationship Id="rId210" Type="http://schemas.openxmlformats.org/officeDocument/2006/relationships/image" Target="../media/image371.png"/><Relationship Id="rId448" Type="http://schemas.openxmlformats.org/officeDocument/2006/relationships/customXml" Target="../ink/ink707.xml"/><Relationship Id="rId655" Type="http://schemas.openxmlformats.org/officeDocument/2006/relationships/image" Target="../media/image593.png"/><Relationship Id="rId294" Type="http://schemas.openxmlformats.org/officeDocument/2006/relationships/image" Target="../media/image413.png"/><Relationship Id="rId308" Type="http://schemas.openxmlformats.org/officeDocument/2006/relationships/image" Target="../media/image420.png"/><Relationship Id="rId515" Type="http://schemas.openxmlformats.org/officeDocument/2006/relationships/image" Target="../media/image523.png"/><Relationship Id="rId89" Type="http://schemas.openxmlformats.org/officeDocument/2006/relationships/image" Target="../media/image311.png"/><Relationship Id="rId154" Type="http://schemas.openxmlformats.org/officeDocument/2006/relationships/customXml" Target="../ink/ink560.xml"/><Relationship Id="rId361" Type="http://schemas.openxmlformats.org/officeDocument/2006/relationships/customXml" Target="../ink/ink663.xml"/><Relationship Id="rId599" Type="http://schemas.openxmlformats.org/officeDocument/2006/relationships/image" Target="../media/image565.png"/><Relationship Id="rId459" Type="http://schemas.openxmlformats.org/officeDocument/2006/relationships/image" Target="../media/image495.png"/><Relationship Id="rId16" Type="http://schemas.openxmlformats.org/officeDocument/2006/relationships/customXml" Target="../ink/ink491.xml"/><Relationship Id="rId221" Type="http://schemas.openxmlformats.org/officeDocument/2006/relationships/customXml" Target="../ink/ink593.xml"/><Relationship Id="rId319" Type="http://schemas.openxmlformats.org/officeDocument/2006/relationships/customXml" Target="../ink/ink642.xml"/><Relationship Id="rId526" Type="http://schemas.openxmlformats.org/officeDocument/2006/relationships/customXml" Target="../ink/ink746.xml"/><Relationship Id="rId165" Type="http://schemas.openxmlformats.org/officeDocument/2006/relationships/customXml" Target="../ink/ink565.xml"/><Relationship Id="rId372" Type="http://schemas.openxmlformats.org/officeDocument/2006/relationships/image" Target="../media/image452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71.xml"/><Relationship Id="rId21" Type="http://schemas.openxmlformats.org/officeDocument/2006/relationships/customXml" Target="../ink/ink823.xml"/><Relationship Id="rId42" Type="http://schemas.openxmlformats.org/officeDocument/2006/relationships/image" Target="../media/image617.png"/><Relationship Id="rId63" Type="http://schemas.openxmlformats.org/officeDocument/2006/relationships/customXml" Target="../ink/ink844.xml"/><Relationship Id="rId84" Type="http://schemas.openxmlformats.org/officeDocument/2006/relationships/image" Target="../media/image638.png"/><Relationship Id="rId138" Type="http://schemas.openxmlformats.org/officeDocument/2006/relationships/image" Target="../media/image664.png"/><Relationship Id="rId159" Type="http://schemas.openxmlformats.org/officeDocument/2006/relationships/image" Target="../media/image674.png"/><Relationship Id="rId170" Type="http://schemas.openxmlformats.org/officeDocument/2006/relationships/customXml" Target="../ink/ink898.xml"/><Relationship Id="rId191" Type="http://schemas.openxmlformats.org/officeDocument/2006/relationships/image" Target="../media/image689.png"/><Relationship Id="rId205" Type="http://schemas.openxmlformats.org/officeDocument/2006/relationships/image" Target="../media/image696.png"/><Relationship Id="rId226" Type="http://schemas.openxmlformats.org/officeDocument/2006/relationships/customXml" Target="../ink/ink927.xml"/><Relationship Id="rId107" Type="http://schemas.openxmlformats.org/officeDocument/2006/relationships/customXml" Target="../ink/ink866.xml"/><Relationship Id="rId11" Type="http://schemas.openxmlformats.org/officeDocument/2006/relationships/customXml" Target="../ink/ink818.xml"/><Relationship Id="rId32" Type="http://schemas.openxmlformats.org/officeDocument/2006/relationships/image" Target="../media/image612.png"/><Relationship Id="rId53" Type="http://schemas.openxmlformats.org/officeDocument/2006/relationships/customXml" Target="../ink/ink839.xml"/><Relationship Id="rId74" Type="http://schemas.openxmlformats.org/officeDocument/2006/relationships/image" Target="../media/image633.png"/><Relationship Id="rId128" Type="http://schemas.openxmlformats.org/officeDocument/2006/relationships/image" Target="../media/image8.png"/><Relationship Id="rId149" Type="http://schemas.openxmlformats.org/officeDocument/2006/relationships/image" Target="../media/image669.png"/><Relationship Id="rId5" Type="http://schemas.openxmlformats.org/officeDocument/2006/relationships/customXml" Target="../ink/ink815.xml"/><Relationship Id="rId95" Type="http://schemas.openxmlformats.org/officeDocument/2006/relationships/customXml" Target="../ink/ink860.xml"/><Relationship Id="rId160" Type="http://schemas.openxmlformats.org/officeDocument/2006/relationships/customXml" Target="../ink/ink893.xml"/><Relationship Id="rId181" Type="http://schemas.openxmlformats.org/officeDocument/2006/relationships/customXml" Target="../ink/ink904.xml"/><Relationship Id="rId216" Type="http://schemas.openxmlformats.org/officeDocument/2006/relationships/customXml" Target="../ink/ink922.xml"/><Relationship Id="rId237" Type="http://schemas.openxmlformats.org/officeDocument/2006/relationships/image" Target="../media/image712.png"/><Relationship Id="rId22" Type="http://schemas.openxmlformats.org/officeDocument/2006/relationships/image" Target="../media/image607.png"/><Relationship Id="rId43" Type="http://schemas.openxmlformats.org/officeDocument/2006/relationships/customXml" Target="../ink/ink834.xml"/><Relationship Id="rId64" Type="http://schemas.openxmlformats.org/officeDocument/2006/relationships/image" Target="../media/image628.png"/><Relationship Id="rId118" Type="http://schemas.openxmlformats.org/officeDocument/2006/relationships/image" Target="../media/image655.png"/><Relationship Id="rId139" Type="http://schemas.openxmlformats.org/officeDocument/2006/relationships/customXml" Target="../ink/ink882.xml"/><Relationship Id="rId85" Type="http://schemas.openxmlformats.org/officeDocument/2006/relationships/customXml" Target="../ink/ink855.xml"/><Relationship Id="rId150" Type="http://schemas.openxmlformats.org/officeDocument/2006/relationships/customXml" Target="../ink/ink888.xml"/><Relationship Id="rId171" Type="http://schemas.openxmlformats.org/officeDocument/2006/relationships/customXml" Target="../ink/ink899.xml"/><Relationship Id="rId192" Type="http://schemas.openxmlformats.org/officeDocument/2006/relationships/customXml" Target="../ink/ink910.xml"/><Relationship Id="rId206" Type="http://schemas.openxmlformats.org/officeDocument/2006/relationships/customXml" Target="../ink/ink917.xml"/><Relationship Id="rId227" Type="http://schemas.openxmlformats.org/officeDocument/2006/relationships/image" Target="../media/image707.png"/><Relationship Id="rId12" Type="http://schemas.openxmlformats.org/officeDocument/2006/relationships/image" Target="../media/image602.png"/><Relationship Id="rId33" Type="http://schemas.openxmlformats.org/officeDocument/2006/relationships/customXml" Target="../ink/ink829.xml"/><Relationship Id="rId108" Type="http://schemas.openxmlformats.org/officeDocument/2006/relationships/image" Target="../media/image650.png"/><Relationship Id="rId129" Type="http://schemas.openxmlformats.org/officeDocument/2006/relationships/customXml" Target="../ink/ink877.xml"/><Relationship Id="rId54" Type="http://schemas.openxmlformats.org/officeDocument/2006/relationships/image" Target="../media/image623.png"/><Relationship Id="rId75" Type="http://schemas.openxmlformats.org/officeDocument/2006/relationships/customXml" Target="../ink/ink850.xml"/><Relationship Id="rId96" Type="http://schemas.openxmlformats.org/officeDocument/2006/relationships/image" Target="../media/image644.png"/><Relationship Id="rId140" Type="http://schemas.openxmlformats.org/officeDocument/2006/relationships/image" Target="../media/image665.png"/><Relationship Id="rId161" Type="http://schemas.openxmlformats.org/officeDocument/2006/relationships/image" Target="../media/image675.png"/><Relationship Id="rId182" Type="http://schemas.openxmlformats.org/officeDocument/2006/relationships/customXml" Target="../ink/ink905.xml"/><Relationship Id="rId217" Type="http://schemas.openxmlformats.org/officeDocument/2006/relationships/image" Target="../media/image702.png"/><Relationship Id="rId6" Type="http://schemas.openxmlformats.org/officeDocument/2006/relationships/image" Target="../media/image599.png"/><Relationship Id="rId238" Type="http://schemas.openxmlformats.org/officeDocument/2006/relationships/customXml" Target="../ink/ink933.xml"/><Relationship Id="rId23" Type="http://schemas.openxmlformats.org/officeDocument/2006/relationships/customXml" Target="../ink/ink824.xml"/><Relationship Id="rId119" Type="http://schemas.openxmlformats.org/officeDocument/2006/relationships/customXml" Target="../ink/ink872.xml"/><Relationship Id="rId44" Type="http://schemas.openxmlformats.org/officeDocument/2006/relationships/image" Target="../media/image618.png"/><Relationship Id="rId65" Type="http://schemas.openxmlformats.org/officeDocument/2006/relationships/customXml" Target="../ink/ink845.xml"/><Relationship Id="rId86" Type="http://schemas.openxmlformats.org/officeDocument/2006/relationships/image" Target="../media/image639.png"/><Relationship Id="rId130" Type="http://schemas.openxmlformats.org/officeDocument/2006/relationships/image" Target="../media/image660.png"/><Relationship Id="rId151" Type="http://schemas.openxmlformats.org/officeDocument/2006/relationships/image" Target="../media/image670.png"/><Relationship Id="rId172" Type="http://schemas.openxmlformats.org/officeDocument/2006/relationships/image" Target="../media/image680.png"/><Relationship Id="rId193" Type="http://schemas.openxmlformats.org/officeDocument/2006/relationships/image" Target="../media/image690.png"/><Relationship Id="rId207" Type="http://schemas.openxmlformats.org/officeDocument/2006/relationships/image" Target="../media/image697.png"/><Relationship Id="rId228" Type="http://schemas.openxmlformats.org/officeDocument/2006/relationships/customXml" Target="../ink/ink928.xml"/><Relationship Id="rId13" Type="http://schemas.openxmlformats.org/officeDocument/2006/relationships/customXml" Target="../ink/ink819.xml"/><Relationship Id="rId109" Type="http://schemas.openxmlformats.org/officeDocument/2006/relationships/customXml" Target="../ink/ink867.xml"/><Relationship Id="rId34" Type="http://schemas.openxmlformats.org/officeDocument/2006/relationships/image" Target="../media/image613.png"/><Relationship Id="rId55" Type="http://schemas.openxmlformats.org/officeDocument/2006/relationships/customXml" Target="../ink/ink840.xml"/><Relationship Id="rId76" Type="http://schemas.openxmlformats.org/officeDocument/2006/relationships/image" Target="../media/image634.png"/><Relationship Id="rId97" Type="http://schemas.openxmlformats.org/officeDocument/2006/relationships/customXml" Target="../ink/ink861.xml"/><Relationship Id="rId120" Type="http://schemas.openxmlformats.org/officeDocument/2006/relationships/image" Target="../media/image656.png"/><Relationship Id="rId141" Type="http://schemas.openxmlformats.org/officeDocument/2006/relationships/customXml" Target="../ink/ink883.xml"/><Relationship Id="rId7" Type="http://schemas.openxmlformats.org/officeDocument/2006/relationships/customXml" Target="../ink/ink816.xml"/><Relationship Id="rId162" Type="http://schemas.openxmlformats.org/officeDocument/2006/relationships/customXml" Target="../ink/ink894.xml"/><Relationship Id="rId183" Type="http://schemas.openxmlformats.org/officeDocument/2006/relationships/image" Target="../media/image685.png"/><Relationship Id="rId218" Type="http://schemas.openxmlformats.org/officeDocument/2006/relationships/customXml" Target="../ink/ink923.xml"/><Relationship Id="rId239" Type="http://schemas.openxmlformats.org/officeDocument/2006/relationships/image" Target="../media/image713.png"/><Relationship Id="rId24" Type="http://schemas.openxmlformats.org/officeDocument/2006/relationships/image" Target="../media/image608.png"/><Relationship Id="rId45" Type="http://schemas.openxmlformats.org/officeDocument/2006/relationships/customXml" Target="../ink/ink835.xml"/><Relationship Id="rId66" Type="http://schemas.openxmlformats.org/officeDocument/2006/relationships/image" Target="../media/image629.png"/><Relationship Id="rId87" Type="http://schemas.openxmlformats.org/officeDocument/2006/relationships/customXml" Target="../ink/ink856.xml"/><Relationship Id="rId110" Type="http://schemas.openxmlformats.org/officeDocument/2006/relationships/image" Target="../media/image651.png"/><Relationship Id="rId131" Type="http://schemas.openxmlformats.org/officeDocument/2006/relationships/customXml" Target="../ink/ink878.xml"/><Relationship Id="rId152" Type="http://schemas.openxmlformats.org/officeDocument/2006/relationships/customXml" Target="../ink/ink889.xml"/><Relationship Id="rId173" Type="http://schemas.openxmlformats.org/officeDocument/2006/relationships/customXml" Target="../ink/ink900.xml"/><Relationship Id="rId194" Type="http://schemas.openxmlformats.org/officeDocument/2006/relationships/customXml" Target="../ink/ink911.xml"/><Relationship Id="rId208" Type="http://schemas.openxmlformats.org/officeDocument/2006/relationships/customXml" Target="../ink/ink918.xml"/><Relationship Id="rId229" Type="http://schemas.openxmlformats.org/officeDocument/2006/relationships/image" Target="../media/image708.png"/><Relationship Id="rId14" Type="http://schemas.openxmlformats.org/officeDocument/2006/relationships/image" Target="../media/image603.png"/><Relationship Id="rId35" Type="http://schemas.openxmlformats.org/officeDocument/2006/relationships/customXml" Target="../ink/ink830.xml"/><Relationship Id="rId56" Type="http://schemas.openxmlformats.org/officeDocument/2006/relationships/image" Target="../media/image624.png"/><Relationship Id="rId77" Type="http://schemas.openxmlformats.org/officeDocument/2006/relationships/customXml" Target="../ink/ink851.xml"/><Relationship Id="rId100" Type="http://schemas.openxmlformats.org/officeDocument/2006/relationships/image" Target="../media/image646.png"/><Relationship Id="rId8" Type="http://schemas.openxmlformats.org/officeDocument/2006/relationships/image" Target="../media/image600.png"/><Relationship Id="rId98" Type="http://schemas.openxmlformats.org/officeDocument/2006/relationships/image" Target="../media/image645.png"/><Relationship Id="rId121" Type="http://schemas.openxmlformats.org/officeDocument/2006/relationships/customXml" Target="../ink/ink873.xml"/><Relationship Id="rId142" Type="http://schemas.openxmlformats.org/officeDocument/2006/relationships/customXml" Target="../ink/ink884.xml"/><Relationship Id="rId163" Type="http://schemas.openxmlformats.org/officeDocument/2006/relationships/image" Target="../media/image676.png"/><Relationship Id="rId184" Type="http://schemas.openxmlformats.org/officeDocument/2006/relationships/customXml" Target="../ink/ink906.xml"/><Relationship Id="rId219" Type="http://schemas.openxmlformats.org/officeDocument/2006/relationships/image" Target="../media/image703.png"/><Relationship Id="rId230" Type="http://schemas.openxmlformats.org/officeDocument/2006/relationships/customXml" Target="../ink/ink929.xml"/><Relationship Id="rId25" Type="http://schemas.openxmlformats.org/officeDocument/2006/relationships/customXml" Target="../ink/ink825.xml"/><Relationship Id="rId46" Type="http://schemas.openxmlformats.org/officeDocument/2006/relationships/image" Target="../media/image619.png"/><Relationship Id="rId67" Type="http://schemas.openxmlformats.org/officeDocument/2006/relationships/customXml" Target="../ink/ink846.xml"/><Relationship Id="rId88" Type="http://schemas.openxmlformats.org/officeDocument/2006/relationships/image" Target="../media/image640.png"/><Relationship Id="rId111" Type="http://schemas.openxmlformats.org/officeDocument/2006/relationships/customXml" Target="../ink/ink868.xml"/><Relationship Id="rId132" Type="http://schemas.openxmlformats.org/officeDocument/2006/relationships/image" Target="../media/image661.png"/><Relationship Id="rId153" Type="http://schemas.openxmlformats.org/officeDocument/2006/relationships/image" Target="../media/image671.png"/><Relationship Id="rId174" Type="http://schemas.openxmlformats.org/officeDocument/2006/relationships/image" Target="../media/image681.png"/><Relationship Id="rId195" Type="http://schemas.openxmlformats.org/officeDocument/2006/relationships/image" Target="../media/image691.png"/><Relationship Id="rId209" Type="http://schemas.openxmlformats.org/officeDocument/2006/relationships/image" Target="../media/image698.png"/><Relationship Id="rId190" Type="http://schemas.openxmlformats.org/officeDocument/2006/relationships/customXml" Target="../ink/ink909.xml"/><Relationship Id="rId204" Type="http://schemas.openxmlformats.org/officeDocument/2006/relationships/customXml" Target="../ink/ink916.xml"/><Relationship Id="rId220" Type="http://schemas.openxmlformats.org/officeDocument/2006/relationships/customXml" Target="../ink/ink924.xml"/><Relationship Id="rId225" Type="http://schemas.openxmlformats.org/officeDocument/2006/relationships/image" Target="../media/image706.png"/><Relationship Id="rId15" Type="http://schemas.openxmlformats.org/officeDocument/2006/relationships/customXml" Target="../ink/ink820.xml"/><Relationship Id="rId36" Type="http://schemas.openxmlformats.org/officeDocument/2006/relationships/image" Target="../media/image614.png"/><Relationship Id="rId57" Type="http://schemas.openxmlformats.org/officeDocument/2006/relationships/customXml" Target="../ink/ink841.xml"/><Relationship Id="rId106" Type="http://schemas.openxmlformats.org/officeDocument/2006/relationships/image" Target="../media/image649.png"/><Relationship Id="rId127" Type="http://schemas.openxmlformats.org/officeDocument/2006/relationships/customXml" Target="../ink/ink876.xml"/><Relationship Id="rId10" Type="http://schemas.openxmlformats.org/officeDocument/2006/relationships/image" Target="../media/image601.png"/><Relationship Id="rId31" Type="http://schemas.openxmlformats.org/officeDocument/2006/relationships/customXml" Target="../ink/ink828.xml"/><Relationship Id="rId52" Type="http://schemas.openxmlformats.org/officeDocument/2006/relationships/image" Target="../media/image622.png"/><Relationship Id="rId73" Type="http://schemas.openxmlformats.org/officeDocument/2006/relationships/customXml" Target="../ink/ink849.xml"/><Relationship Id="rId78" Type="http://schemas.openxmlformats.org/officeDocument/2006/relationships/image" Target="../media/image635.png"/><Relationship Id="rId94" Type="http://schemas.openxmlformats.org/officeDocument/2006/relationships/image" Target="../media/image643.png"/><Relationship Id="rId99" Type="http://schemas.openxmlformats.org/officeDocument/2006/relationships/customXml" Target="../ink/ink862.xml"/><Relationship Id="rId101" Type="http://schemas.openxmlformats.org/officeDocument/2006/relationships/customXml" Target="../ink/ink863.xml"/><Relationship Id="rId122" Type="http://schemas.openxmlformats.org/officeDocument/2006/relationships/image" Target="../media/image657.png"/><Relationship Id="rId143" Type="http://schemas.openxmlformats.org/officeDocument/2006/relationships/image" Target="../media/image666.png"/><Relationship Id="rId148" Type="http://schemas.openxmlformats.org/officeDocument/2006/relationships/customXml" Target="../ink/ink887.xml"/><Relationship Id="rId164" Type="http://schemas.openxmlformats.org/officeDocument/2006/relationships/customXml" Target="../ink/ink895.xml"/><Relationship Id="rId169" Type="http://schemas.openxmlformats.org/officeDocument/2006/relationships/image" Target="../media/image679.png"/><Relationship Id="rId185" Type="http://schemas.openxmlformats.org/officeDocument/2006/relationships/image" Target="../media/image686.png"/><Relationship Id="rId4" Type="http://schemas.openxmlformats.org/officeDocument/2006/relationships/image" Target="../media/image598.png"/><Relationship Id="rId9" Type="http://schemas.openxmlformats.org/officeDocument/2006/relationships/customXml" Target="../ink/ink817.xml"/><Relationship Id="rId180" Type="http://schemas.openxmlformats.org/officeDocument/2006/relationships/image" Target="../media/image684.png"/><Relationship Id="rId210" Type="http://schemas.openxmlformats.org/officeDocument/2006/relationships/customXml" Target="../ink/ink919.xml"/><Relationship Id="rId215" Type="http://schemas.openxmlformats.org/officeDocument/2006/relationships/image" Target="../media/image701.png"/><Relationship Id="rId236" Type="http://schemas.openxmlformats.org/officeDocument/2006/relationships/customXml" Target="../ink/ink932.xml"/><Relationship Id="rId26" Type="http://schemas.openxmlformats.org/officeDocument/2006/relationships/image" Target="../media/image609.png"/><Relationship Id="rId231" Type="http://schemas.openxmlformats.org/officeDocument/2006/relationships/image" Target="../media/image709.png"/><Relationship Id="rId47" Type="http://schemas.openxmlformats.org/officeDocument/2006/relationships/customXml" Target="../ink/ink836.xml"/><Relationship Id="rId68" Type="http://schemas.openxmlformats.org/officeDocument/2006/relationships/image" Target="../media/image630.png"/><Relationship Id="rId89" Type="http://schemas.openxmlformats.org/officeDocument/2006/relationships/customXml" Target="../ink/ink857.xml"/><Relationship Id="rId112" Type="http://schemas.openxmlformats.org/officeDocument/2006/relationships/image" Target="../media/image652.png"/><Relationship Id="rId133" Type="http://schemas.openxmlformats.org/officeDocument/2006/relationships/customXml" Target="../ink/ink879.xml"/><Relationship Id="rId154" Type="http://schemas.openxmlformats.org/officeDocument/2006/relationships/customXml" Target="../ink/ink890.xml"/><Relationship Id="rId175" Type="http://schemas.openxmlformats.org/officeDocument/2006/relationships/customXml" Target="../ink/ink901.xml"/><Relationship Id="rId196" Type="http://schemas.openxmlformats.org/officeDocument/2006/relationships/customXml" Target="../ink/ink912.xml"/><Relationship Id="rId200" Type="http://schemas.openxmlformats.org/officeDocument/2006/relationships/customXml" Target="../ink/ink914.xml"/><Relationship Id="rId16" Type="http://schemas.openxmlformats.org/officeDocument/2006/relationships/image" Target="../media/image604.png"/><Relationship Id="rId221" Type="http://schemas.openxmlformats.org/officeDocument/2006/relationships/image" Target="../media/image704.png"/><Relationship Id="rId37" Type="http://schemas.openxmlformats.org/officeDocument/2006/relationships/customXml" Target="../ink/ink831.xml"/><Relationship Id="rId58" Type="http://schemas.openxmlformats.org/officeDocument/2006/relationships/image" Target="../media/image625.png"/><Relationship Id="rId79" Type="http://schemas.openxmlformats.org/officeDocument/2006/relationships/customXml" Target="../ink/ink852.xml"/><Relationship Id="rId102" Type="http://schemas.openxmlformats.org/officeDocument/2006/relationships/image" Target="../media/image647.png"/><Relationship Id="rId123" Type="http://schemas.openxmlformats.org/officeDocument/2006/relationships/customXml" Target="../ink/ink874.xml"/><Relationship Id="rId144" Type="http://schemas.openxmlformats.org/officeDocument/2006/relationships/customXml" Target="../ink/ink885.xml"/><Relationship Id="rId90" Type="http://schemas.openxmlformats.org/officeDocument/2006/relationships/image" Target="../media/image641.png"/><Relationship Id="rId165" Type="http://schemas.openxmlformats.org/officeDocument/2006/relationships/image" Target="../media/image677.png"/><Relationship Id="rId186" Type="http://schemas.openxmlformats.org/officeDocument/2006/relationships/customXml" Target="../ink/ink907.xml"/><Relationship Id="rId211" Type="http://schemas.openxmlformats.org/officeDocument/2006/relationships/image" Target="../media/image699.png"/><Relationship Id="rId232" Type="http://schemas.openxmlformats.org/officeDocument/2006/relationships/customXml" Target="../ink/ink930.xml"/><Relationship Id="rId27" Type="http://schemas.openxmlformats.org/officeDocument/2006/relationships/customXml" Target="../ink/ink826.xml"/><Relationship Id="rId48" Type="http://schemas.openxmlformats.org/officeDocument/2006/relationships/image" Target="../media/image620.png"/><Relationship Id="rId69" Type="http://schemas.openxmlformats.org/officeDocument/2006/relationships/customXml" Target="../ink/ink847.xml"/><Relationship Id="rId113" Type="http://schemas.openxmlformats.org/officeDocument/2006/relationships/customXml" Target="../ink/ink869.xml"/><Relationship Id="rId134" Type="http://schemas.openxmlformats.org/officeDocument/2006/relationships/image" Target="../media/image662.png"/><Relationship Id="rId80" Type="http://schemas.openxmlformats.org/officeDocument/2006/relationships/image" Target="../media/image636.png"/><Relationship Id="rId155" Type="http://schemas.openxmlformats.org/officeDocument/2006/relationships/image" Target="../media/image672.png"/><Relationship Id="rId176" Type="http://schemas.openxmlformats.org/officeDocument/2006/relationships/image" Target="../media/image682.png"/><Relationship Id="rId197" Type="http://schemas.openxmlformats.org/officeDocument/2006/relationships/image" Target="../media/image692.png"/><Relationship Id="rId201" Type="http://schemas.openxmlformats.org/officeDocument/2006/relationships/image" Target="../media/image694.png"/><Relationship Id="rId222" Type="http://schemas.openxmlformats.org/officeDocument/2006/relationships/customXml" Target="../ink/ink925.xml"/><Relationship Id="rId17" Type="http://schemas.openxmlformats.org/officeDocument/2006/relationships/customXml" Target="../ink/ink821.xml"/><Relationship Id="rId38" Type="http://schemas.openxmlformats.org/officeDocument/2006/relationships/image" Target="../media/image615.png"/><Relationship Id="rId59" Type="http://schemas.openxmlformats.org/officeDocument/2006/relationships/customXml" Target="../ink/ink842.xml"/><Relationship Id="rId103" Type="http://schemas.openxmlformats.org/officeDocument/2006/relationships/customXml" Target="../ink/ink864.xml"/><Relationship Id="rId124" Type="http://schemas.openxmlformats.org/officeDocument/2006/relationships/image" Target="../media/image658.png"/><Relationship Id="rId70" Type="http://schemas.openxmlformats.org/officeDocument/2006/relationships/image" Target="../media/image631.png"/><Relationship Id="rId91" Type="http://schemas.openxmlformats.org/officeDocument/2006/relationships/customXml" Target="../ink/ink858.xml"/><Relationship Id="rId145" Type="http://schemas.openxmlformats.org/officeDocument/2006/relationships/image" Target="../media/image667.png"/><Relationship Id="rId166" Type="http://schemas.openxmlformats.org/officeDocument/2006/relationships/customXml" Target="../ink/ink896.xml"/><Relationship Id="rId187" Type="http://schemas.openxmlformats.org/officeDocument/2006/relationships/image" Target="../media/image687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920.xml"/><Relationship Id="rId233" Type="http://schemas.openxmlformats.org/officeDocument/2006/relationships/image" Target="../media/image710.png"/><Relationship Id="rId28" Type="http://schemas.openxmlformats.org/officeDocument/2006/relationships/image" Target="../media/image610.png"/><Relationship Id="rId49" Type="http://schemas.openxmlformats.org/officeDocument/2006/relationships/customXml" Target="../ink/ink837.xml"/><Relationship Id="rId114" Type="http://schemas.openxmlformats.org/officeDocument/2006/relationships/image" Target="../media/image653.png"/><Relationship Id="rId60" Type="http://schemas.openxmlformats.org/officeDocument/2006/relationships/image" Target="../media/image626.png"/><Relationship Id="rId81" Type="http://schemas.openxmlformats.org/officeDocument/2006/relationships/customXml" Target="../ink/ink853.xml"/><Relationship Id="rId135" Type="http://schemas.openxmlformats.org/officeDocument/2006/relationships/customXml" Target="../ink/ink880.xml"/><Relationship Id="rId156" Type="http://schemas.openxmlformats.org/officeDocument/2006/relationships/customXml" Target="../ink/ink891.xml"/><Relationship Id="rId177" Type="http://schemas.openxmlformats.org/officeDocument/2006/relationships/customXml" Target="../ink/ink902.xml"/><Relationship Id="rId198" Type="http://schemas.openxmlformats.org/officeDocument/2006/relationships/customXml" Target="../ink/ink913.xml"/><Relationship Id="rId202" Type="http://schemas.openxmlformats.org/officeDocument/2006/relationships/customXml" Target="../ink/ink915.xml"/><Relationship Id="rId223" Type="http://schemas.openxmlformats.org/officeDocument/2006/relationships/image" Target="../media/image705.png"/><Relationship Id="rId18" Type="http://schemas.openxmlformats.org/officeDocument/2006/relationships/image" Target="../media/image605.png"/><Relationship Id="rId39" Type="http://schemas.openxmlformats.org/officeDocument/2006/relationships/customXml" Target="../ink/ink832.xml"/><Relationship Id="rId50" Type="http://schemas.openxmlformats.org/officeDocument/2006/relationships/image" Target="../media/image621.png"/><Relationship Id="rId104" Type="http://schemas.openxmlformats.org/officeDocument/2006/relationships/image" Target="../media/image648.png"/><Relationship Id="rId125" Type="http://schemas.openxmlformats.org/officeDocument/2006/relationships/customXml" Target="../ink/ink875.xml"/><Relationship Id="rId146" Type="http://schemas.openxmlformats.org/officeDocument/2006/relationships/customXml" Target="../ink/ink886.xml"/><Relationship Id="rId167" Type="http://schemas.openxmlformats.org/officeDocument/2006/relationships/image" Target="../media/image678.png"/><Relationship Id="rId188" Type="http://schemas.openxmlformats.org/officeDocument/2006/relationships/customXml" Target="../ink/ink908.xml"/><Relationship Id="rId71" Type="http://schemas.openxmlformats.org/officeDocument/2006/relationships/customXml" Target="../ink/ink848.xml"/><Relationship Id="rId92" Type="http://schemas.openxmlformats.org/officeDocument/2006/relationships/image" Target="../media/image642.png"/><Relationship Id="rId213" Type="http://schemas.openxmlformats.org/officeDocument/2006/relationships/image" Target="../media/image700.png"/><Relationship Id="rId234" Type="http://schemas.openxmlformats.org/officeDocument/2006/relationships/customXml" Target="../ink/ink931.xml"/><Relationship Id="rId2" Type="http://schemas.openxmlformats.org/officeDocument/2006/relationships/image" Target="../media/image597.png"/><Relationship Id="rId29" Type="http://schemas.openxmlformats.org/officeDocument/2006/relationships/customXml" Target="../ink/ink827.xml"/><Relationship Id="rId40" Type="http://schemas.openxmlformats.org/officeDocument/2006/relationships/image" Target="../media/image616.png"/><Relationship Id="rId115" Type="http://schemas.openxmlformats.org/officeDocument/2006/relationships/customXml" Target="../ink/ink870.xml"/><Relationship Id="rId136" Type="http://schemas.openxmlformats.org/officeDocument/2006/relationships/image" Target="../media/image663.png"/><Relationship Id="rId157" Type="http://schemas.openxmlformats.org/officeDocument/2006/relationships/image" Target="../media/image673.png"/><Relationship Id="rId178" Type="http://schemas.openxmlformats.org/officeDocument/2006/relationships/image" Target="../media/image683.png"/><Relationship Id="rId61" Type="http://schemas.openxmlformats.org/officeDocument/2006/relationships/customXml" Target="../ink/ink843.xml"/><Relationship Id="rId82" Type="http://schemas.openxmlformats.org/officeDocument/2006/relationships/image" Target="../media/image637.png"/><Relationship Id="rId199" Type="http://schemas.openxmlformats.org/officeDocument/2006/relationships/image" Target="../media/image693.png"/><Relationship Id="rId203" Type="http://schemas.openxmlformats.org/officeDocument/2006/relationships/image" Target="../media/image695.png"/><Relationship Id="rId19" Type="http://schemas.openxmlformats.org/officeDocument/2006/relationships/customXml" Target="../ink/ink822.xml"/><Relationship Id="rId224" Type="http://schemas.openxmlformats.org/officeDocument/2006/relationships/customXml" Target="../ink/ink926.xml"/><Relationship Id="rId30" Type="http://schemas.openxmlformats.org/officeDocument/2006/relationships/image" Target="../media/image611.png"/><Relationship Id="rId105" Type="http://schemas.openxmlformats.org/officeDocument/2006/relationships/customXml" Target="../ink/ink865.xml"/><Relationship Id="rId126" Type="http://schemas.openxmlformats.org/officeDocument/2006/relationships/image" Target="../media/image659.png"/><Relationship Id="rId147" Type="http://schemas.openxmlformats.org/officeDocument/2006/relationships/image" Target="../media/image668.png"/><Relationship Id="rId168" Type="http://schemas.openxmlformats.org/officeDocument/2006/relationships/customXml" Target="../ink/ink897.xml"/><Relationship Id="rId51" Type="http://schemas.openxmlformats.org/officeDocument/2006/relationships/customXml" Target="../ink/ink838.xml"/><Relationship Id="rId72" Type="http://schemas.openxmlformats.org/officeDocument/2006/relationships/image" Target="../media/image632.png"/><Relationship Id="rId93" Type="http://schemas.openxmlformats.org/officeDocument/2006/relationships/customXml" Target="../ink/ink859.xml"/><Relationship Id="rId189" Type="http://schemas.openxmlformats.org/officeDocument/2006/relationships/image" Target="../media/image688.png"/><Relationship Id="rId3" Type="http://schemas.openxmlformats.org/officeDocument/2006/relationships/customXml" Target="../ink/ink814.xml"/><Relationship Id="rId214" Type="http://schemas.openxmlformats.org/officeDocument/2006/relationships/customXml" Target="../ink/ink921.xml"/><Relationship Id="rId235" Type="http://schemas.openxmlformats.org/officeDocument/2006/relationships/image" Target="../media/image711.png"/><Relationship Id="rId116" Type="http://schemas.openxmlformats.org/officeDocument/2006/relationships/image" Target="../media/image654.png"/><Relationship Id="rId137" Type="http://schemas.openxmlformats.org/officeDocument/2006/relationships/customXml" Target="../ink/ink881.xml"/><Relationship Id="rId158" Type="http://schemas.openxmlformats.org/officeDocument/2006/relationships/customXml" Target="../ink/ink892.xml"/><Relationship Id="rId20" Type="http://schemas.openxmlformats.org/officeDocument/2006/relationships/image" Target="../media/image606.png"/><Relationship Id="rId41" Type="http://schemas.openxmlformats.org/officeDocument/2006/relationships/customXml" Target="../ink/ink833.xml"/><Relationship Id="rId62" Type="http://schemas.openxmlformats.org/officeDocument/2006/relationships/image" Target="../media/image627.png"/><Relationship Id="rId83" Type="http://schemas.openxmlformats.org/officeDocument/2006/relationships/customXml" Target="../ink/ink854.xml"/><Relationship Id="rId179" Type="http://schemas.openxmlformats.org/officeDocument/2006/relationships/customXml" Target="../ink/ink903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67.png"/><Relationship Id="rId21" Type="http://schemas.openxmlformats.org/officeDocument/2006/relationships/image" Target="../media/image134.png"/><Relationship Id="rId324" Type="http://schemas.openxmlformats.org/officeDocument/2006/relationships/image" Target="../media/image870.png"/><Relationship Id="rId531" Type="http://schemas.openxmlformats.org/officeDocument/2006/relationships/customXml" Target="../ink/ink1202.xml"/><Relationship Id="rId170" Type="http://schemas.openxmlformats.org/officeDocument/2006/relationships/image" Target="../media/image793.png"/><Relationship Id="rId268" Type="http://schemas.openxmlformats.org/officeDocument/2006/relationships/image" Target="../media/image842.png"/><Relationship Id="rId475" Type="http://schemas.openxmlformats.org/officeDocument/2006/relationships/image" Target="../media/image943.png"/><Relationship Id="rId32" Type="http://schemas.openxmlformats.org/officeDocument/2006/relationships/customXml" Target="../ink/ink949.xml"/><Relationship Id="rId128" Type="http://schemas.openxmlformats.org/officeDocument/2006/relationships/customXml" Target="../ink/ink997.xml"/><Relationship Id="rId335" Type="http://schemas.openxmlformats.org/officeDocument/2006/relationships/customXml" Target="../ink/ink1101.xml"/><Relationship Id="rId542" Type="http://schemas.openxmlformats.org/officeDocument/2006/relationships/image" Target="../media/image974.png"/><Relationship Id="rId181" Type="http://schemas.openxmlformats.org/officeDocument/2006/relationships/customXml" Target="../ink/ink1024.xml"/><Relationship Id="rId402" Type="http://schemas.openxmlformats.org/officeDocument/2006/relationships/image" Target="../media/image908.png"/><Relationship Id="rId279" Type="http://schemas.openxmlformats.org/officeDocument/2006/relationships/customXml" Target="../ink/ink1073.xml"/><Relationship Id="rId486" Type="http://schemas.openxmlformats.org/officeDocument/2006/relationships/customXml" Target="../ink/ink1178.xml"/><Relationship Id="rId43" Type="http://schemas.openxmlformats.org/officeDocument/2006/relationships/image" Target="../media/image731.png"/><Relationship Id="rId139" Type="http://schemas.openxmlformats.org/officeDocument/2006/relationships/image" Target="../media/image778.png"/><Relationship Id="rId346" Type="http://schemas.openxmlformats.org/officeDocument/2006/relationships/image" Target="../media/image880.png"/><Relationship Id="rId553" Type="http://schemas.openxmlformats.org/officeDocument/2006/relationships/customXml" Target="../ink/ink1213.xml"/><Relationship Id="rId192" Type="http://schemas.openxmlformats.org/officeDocument/2006/relationships/image" Target="../media/image804.png"/><Relationship Id="rId206" Type="http://schemas.openxmlformats.org/officeDocument/2006/relationships/image" Target="../media/image811.png"/><Relationship Id="rId413" Type="http://schemas.openxmlformats.org/officeDocument/2006/relationships/customXml" Target="../ink/ink1140.xml"/><Relationship Id="rId497" Type="http://schemas.openxmlformats.org/officeDocument/2006/relationships/image" Target="../media/image953.png"/><Relationship Id="rId357" Type="http://schemas.openxmlformats.org/officeDocument/2006/relationships/customXml" Target="../ink/ink1112.xml"/><Relationship Id="rId54" Type="http://schemas.openxmlformats.org/officeDocument/2006/relationships/customXml" Target="../ink/ink960.xml"/><Relationship Id="rId217" Type="http://schemas.openxmlformats.org/officeDocument/2006/relationships/customXml" Target="../ink/ink1042.xml"/><Relationship Id="rId564" Type="http://schemas.openxmlformats.org/officeDocument/2006/relationships/customXml" Target="../ink/ink1219.xml"/><Relationship Id="rId424" Type="http://schemas.openxmlformats.org/officeDocument/2006/relationships/customXml" Target="../ink/ink1146.xml"/><Relationship Id="rId270" Type="http://schemas.openxmlformats.org/officeDocument/2006/relationships/image" Target="../media/image843.png"/><Relationship Id="rId65" Type="http://schemas.openxmlformats.org/officeDocument/2006/relationships/image" Target="../media/image741.png"/><Relationship Id="rId130" Type="http://schemas.openxmlformats.org/officeDocument/2006/relationships/customXml" Target="../ink/ink998.xml"/><Relationship Id="rId368" Type="http://schemas.openxmlformats.org/officeDocument/2006/relationships/image" Target="../media/image891.png"/><Relationship Id="rId575" Type="http://schemas.openxmlformats.org/officeDocument/2006/relationships/customXml" Target="../ink/ink1225.xml"/><Relationship Id="rId228" Type="http://schemas.openxmlformats.org/officeDocument/2006/relationships/image" Target="../media/image822.png"/><Relationship Id="rId435" Type="http://schemas.openxmlformats.org/officeDocument/2006/relationships/customXml" Target="../ink/ink1152.xml"/><Relationship Id="rId281" Type="http://schemas.openxmlformats.org/officeDocument/2006/relationships/customXml" Target="../ink/ink1074.xml"/><Relationship Id="rId502" Type="http://schemas.openxmlformats.org/officeDocument/2006/relationships/customXml" Target="../ink/ink1187.xml"/><Relationship Id="rId76" Type="http://schemas.openxmlformats.org/officeDocument/2006/relationships/customXml" Target="../ink/ink971.xml"/><Relationship Id="rId141" Type="http://schemas.openxmlformats.org/officeDocument/2006/relationships/image" Target="../media/image779.png"/><Relationship Id="rId379" Type="http://schemas.openxmlformats.org/officeDocument/2006/relationships/customXml" Target="../ink/ink1123.xml"/><Relationship Id="rId586" Type="http://schemas.openxmlformats.org/officeDocument/2006/relationships/image" Target="../media/image995.png"/><Relationship Id="rId7" Type="http://schemas.openxmlformats.org/officeDocument/2006/relationships/image" Target="../media/image716.png"/><Relationship Id="rId239" Type="http://schemas.openxmlformats.org/officeDocument/2006/relationships/customXml" Target="../ink/ink1053.xml"/><Relationship Id="rId446" Type="http://schemas.openxmlformats.org/officeDocument/2006/relationships/customXml" Target="../ink/ink1158.xml"/><Relationship Id="rId292" Type="http://schemas.openxmlformats.org/officeDocument/2006/relationships/image" Target="../media/image854.png"/><Relationship Id="rId306" Type="http://schemas.openxmlformats.org/officeDocument/2006/relationships/image" Target="../media/image861.png"/><Relationship Id="rId87" Type="http://schemas.openxmlformats.org/officeDocument/2006/relationships/image" Target="../media/image752.png"/><Relationship Id="rId513" Type="http://schemas.openxmlformats.org/officeDocument/2006/relationships/image" Target="../media/image961.png"/><Relationship Id="rId597" Type="http://schemas.openxmlformats.org/officeDocument/2006/relationships/customXml" Target="../ink/ink1236.xml"/><Relationship Id="rId152" Type="http://schemas.openxmlformats.org/officeDocument/2006/relationships/image" Target="../media/image784.png"/><Relationship Id="rId457" Type="http://schemas.openxmlformats.org/officeDocument/2006/relationships/image" Target="../media/image934.png"/><Relationship Id="rId14" Type="http://schemas.openxmlformats.org/officeDocument/2006/relationships/customXml" Target="../ink/ink940.xml"/><Relationship Id="rId317" Type="http://schemas.openxmlformats.org/officeDocument/2006/relationships/customXml" Target="../ink/ink1092.xml"/><Relationship Id="rId524" Type="http://schemas.openxmlformats.org/officeDocument/2006/relationships/customXml" Target="../ink/ink1198.xml"/><Relationship Id="rId98" Type="http://schemas.openxmlformats.org/officeDocument/2006/relationships/customXml" Target="../ink/ink982.xml"/><Relationship Id="rId163" Type="http://schemas.openxmlformats.org/officeDocument/2006/relationships/customXml" Target="../ink/ink1015.xml"/><Relationship Id="rId370" Type="http://schemas.openxmlformats.org/officeDocument/2006/relationships/image" Target="../media/image892.png"/><Relationship Id="rId230" Type="http://schemas.openxmlformats.org/officeDocument/2006/relationships/image" Target="../media/image823.png"/><Relationship Id="rId468" Type="http://schemas.openxmlformats.org/officeDocument/2006/relationships/customXml" Target="../ink/ink1169.xml"/><Relationship Id="rId25" Type="http://schemas.openxmlformats.org/officeDocument/2006/relationships/image" Target="../media/image109.png"/><Relationship Id="rId67" Type="http://schemas.openxmlformats.org/officeDocument/2006/relationships/image" Target="../media/image742.png"/><Relationship Id="rId272" Type="http://schemas.openxmlformats.org/officeDocument/2006/relationships/image" Target="../media/image844.png"/><Relationship Id="rId328" Type="http://schemas.openxmlformats.org/officeDocument/2006/relationships/image" Target="../media/image872.png"/><Relationship Id="rId535" Type="http://schemas.openxmlformats.org/officeDocument/2006/relationships/customXml" Target="../ink/ink1204.xml"/><Relationship Id="rId577" Type="http://schemas.openxmlformats.org/officeDocument/2006/relationships/customXml" Target="../ink/ink1226.xml"/><Relationship Id="rId132" Type="http://schemas.openxmlformats.org/officeDocument/2006/relationships/customXml" Target="../ink/ink999.xml"/><Relationship Id="rId174" Type="http://schemas.openxmlformats.org/officeDocument/2006/relationships/image" Target="../media/image795.png"/><Relationship Id="rId381" Type="http://schemas.openxmlformats.org/officeDocument/2006/relationships/customXml" Target="../ink/ink1124.xml"/><Relationship Id="rId602" Type="http://schemas.openxmlformats.org/officeDocument/2006/relationships/image" Target="../media/image1003.png"/><Relationship Id="rId241" Type="http://schemas.openxmlformats.org/officeDocument/2006/relationships/customXml" Target="../ink/ink1054.xml"/><Relationship Id="rId437" Type="http://schemas.openxmlformats.org/officeDocument/2006/relationships/customXml" Target="../ink/ink1153.xml"/><Relationship Id="rId479" Type="http://schemas.openxmlformats.org/officeDocument/2006/relationships/image" Target="../media/image945.png"/><Relationship Id="rId36" Type="http://schemas.openxmlformats.org/officeDocument/2006/relationships/customXml" Target="../ink/ink951.xml"/><Relationship Id="rId283" Type="http://schemas.openxmlformats.org/officeDocument/2006/relationships/customXml" Target="../ink/ink1075.xml"/><Relationship Id="rId339" Type="http://schemas.openxmlformats.org/officeDocument/2006/relationships/customXml" Target="../ink/ink1103.xml"/><Relationship Id="rId490" Type="http://schemas.openxmlformats.org/officeDocument/2006/relationships/image" Target="../media/image950.png"/><Relationship Id="rId504" Type="http://schemas.openxmlformats.org/officeDocument/2006/relationships/customXml" Target="../ink/ink1188.xml"/><Relationship Id="rId546" Type="http://schemas.openxmlformats.org/officeDocument/2006/relationships/image" Target="../media/image976.png"/><Relationship Id="rId78" Type="http://schemas.openxmlformats.org/officeDocument/2006/relationships/customXml" Target="../ink/ink972.xml"/><Relationship Id="rId101" Type="http://schemas.openxmlformats.org/officeDocument/2006/relationships/image" Target="../media/image759.png"/><Relationship Id="rId143" Type="http://schemas.openxmlformats.org/officeDocument/2006/relationships/image" Target="../media/image780.png"/><Relationship Id="rId185" Type="http://schemas.openxmlformats.org/officeDocument/2006/relationships/customXml" Target="../ink/ink1026.xml"/><Relationship Id="rId350" Type="http://schemas.openxmlformats.org/officeDocument/2006/relationships/image" Target="../media/image882.png"/><Relationship Id="rId406" Type="http://schemas.openxmlformats.org/officeDocument/2006/relationships/image" Target="../media/image910.png"/><Relationship Id="rId588" Type="http://schemas.openxmlformats.org/officeDocument/2006/relationships/image" Target="../media/image996.png"/><Relationship Id="rId9" Type="http://schemas.openxmlformats.org/officeDocument/2006/relationships/image" Target="../media/image717.png"/><Relationship Id="rId210" Type="http://schemas.openxmlformats.org/officeDocument/2006/relationships/image" Target="../media/image813.png"/><Relationship Id="rId392" Type="http://schemas.openxmlformats.org/officeDocument/2006/relationships/image" Target="../media/image903.png"/><Relationship Id="rId448" Type="http://schemas.openxmlformats.org/officeDocument/2006/relationships/customXml" Target="../ink/ink1159.xml"/><Relationship Id="rId613" Type="http://schemas.openxmlformats.org/officeDocument/2006/relationships/customXml" Target="../ink/ink1244.xml"/><Relationship Id="rId252" Type="http://schemas.openxmlformats.org/officeDocument/2006/relationships/image" Target="../media/image834.png"/><Relationship Id="rId294" Type="http://schemas.openxmlformats.org/officeDocument/2006/relationships/image" Target="../media/image855.png"/><Relationship Id="rId308" Type="http://schemas.openxmlformats.org/officeDocument/2006/relationships/image" Target="../media/image862.png"/><Relationship Id="rId515" Type="http://schemas.openxmlformats.org/officeDocument/2006/relationships/image" Target="../media/image962.png"/><Relationship Id="rId47" Type="http://schemas.openxmlformats.org/officeDocument/2006/relationships/image" Target="../media/image733.png"/><Relationship Id="rId89" Type="http://schemas.openxmlformats.org/officeDocument/2006/relationships/image" Target="../media/image753.png"/><Relationship Id="rId112" Type="http://schemas.openxmlformats.org/officeDocument/2006/relationships/customXml" Target="../ink/ink989.xml"/><Relationship Id="rId154" Type="http://schemas.openxmlformats.org/officeDocument/2006/relationships/image" Target="../media/image785.png"/><Relationship Id="rId361" Type="http://schemas.openxmlformats.org/officeDocument/2006/relationships/customXml" Target="../ink/ink1114.xml"/><Relationship Id="rId557" Type="http://schemas.openxmlformats.org/officeDocument/2006/relationships/image" Target="../media/image981.png"/><Relationship Id="rId599" Type="http://schemas.openxmlformats.org/officeDocument/2006/relationships/customXml" Target="../ink/ink1237.xml"/><Relationship Id="rId196" Type="http://schemas.openxmlformats.org/officeDocument/2006/relationships/image" Target="../media/image806.png"/><Relationship Id="rId417" Type="http://schemas.openxmlformats.org/officeDocument/2006/relationships/image" Target="../media/image915.png"/><Relationship Id="rId459" Type="http://schemas.openxmlformats.org/officeDocument/2006/relationships/image" Target="../media/image935.png"/><Relationship Id="rId16" Type="http://schemas.openxmlformats.org/officeDocument/2006/relationships/customXml" Target="../ink/ink941.xml"/><Relationship Id="rId221" Type="http://schemas.openxmlformats.org/officeDocument/2006/relationships/customXml" Target="../ink/ink1044.xml"/><Relationship Id="rId263" Type="http://schemas.openxmlformats.org/officeDocument/2006/relationships/customXml" Target="../ink/ink1065.xml"/><Relationship Id="rId319" Type="http://schemas.openxmlformats.org/officeDocument/2006/relationships/customXml" Target="../ink/ink1093.xml"/><Relationship Id="rId470" Type="http://schemas.openxmlformats.org/officeDocument/2006/relationships/customXml" Target="../ink/ink1170.xml"/><Relationship Id="rId526" Type="http://schemas.openxmlformats.org/officeDocument/2006/relationships/customXml" Target="../ink/ink1199.xml"/><Relationship Id="rId58" Type="http://schemas.openxmlformats.org/officeDocument/2006/relationships/customXml" Target="../ink/ink962.xml"/><Relationship Id="rId123" Type="http://schemas.openxmlformats.org/officeDocument/2006/relationships/image" Target="../media/image770.png"/><Relationship Id="rId330" Type="http://schemas.openxmlformats.org/officeDocument/2006/relationships/image" Target="../media/image873.png"/><Relationship Id="rId568" Type="http://schemas.openxmlformats.org/officeDocument/2006/relationships/customXml" Target="../ink/ink1221.xml"/><Relationship Id="rId165" Type="http://schemas.openxmlformats.org/officeDocument/2006/relationships/customXml" Target="../ink/ink1016.xml"/><Relationship Id="rId372" Type="http://schemas.openxmlformats.org/officeDocument/2006/relationships/image" Target="../media/image893.png"/><Relationship Id="rId428" Type="http://schemas.openxmlformats.org/officeDocument/2006/relationships/customXml" Target="../ink/ink1148.xml"/><Relationship Id="rId232" Type="http://schemas.openxmlformats.org/officeDocument/2006/relationships/image" Target="../media/image824.png"/><Relationship Id="rId274" Type="http://schemas.openxmlformats.org/officeDocument/2006/relationships/image" Target="../media/image845.png"/><Relationship Id="rId481" Type="http://schemas.openxmlformats.org/officeDocument/2006/relationships/image" Target="../media/image946.png"/><Relationship Id="rId27" Type="http://schemas.openxmlformats.org/officeDocument/2006/relationships/image" Target="../media/image723.png"/><Relationship Id="rId69" Type="http://schemas.openxmlformats.org/officeDocument/2006/relationships/image" Target="../media/image743.png"/><Relationship Id="rId134" Type="http://schemas.openxmlformats.org/officeDocument/2006/relationships/customXml" Target="../ink/ink1000.xml"/><Relationship Id="rId537" Type="http://schemas.openxmlformats.org/officeDocument/2006/relationships/customXml" Target="../ink/ink1205.xml"/><Relationship Id="rId579" Type="http://schemas.openxmlformats.org/officeDocument/2006/relationships/customXml" Target="../ink/ink1227.xml"/><Relationship Id="rId80" Type="http://schemas.openxmlformats.org/officeDocument/2006/relationships/customXml" Target="../ink/ink973.xml"/><Relationship Id="rId176" Type="http://schemas.openxmlformats.org/officeDocument/2006/relationships/image" Target="../media/image796.png"/><Relationship Id="rId341" Type="http://schemas.openxmlformats.org/officeDocument/2006/relationships/customXml" Target="../ink/ink1104.xml"/><Relationship Id="rId383" Type="http://schemas.openxmlformats.org/officeDocument/2006/relationships/customXml" Target="../ink/ink1125.xml"/><Relationship Id="rId439" Type="http://schemas.openxmlformats.org/officeDocument/2006/relationships/customXml" Target="../ink/ink1154.xml"/><Relationship Id="rId590" Type="http://schemas.openxmlformats.org/officeDocument/2006/relationships/image" Target="../media/image997.png"/><Relationship Id="rId604" Type="http://schemas.openxmlformats.org/officeDocument/2006/relationships/image" Target="../media/image1004.png"/><Relationship Id="rId201" Type="http://schemas.openxmlformats.org/officeDocument/2006/relationships/customXml" Target="../ink/ink1034.xml"/><Relationship Id="rId243" Type="http://schemas.openxmlformats.org/officeDocument/2006/relationships/customXml" Target="../ink/ink1055.xml"/><Relationship Id="rId285" Type="http://schemas.openxmlformats.org/officeDocument/2006/relationships/customXml" Target="../ink/ink1076.xml"/><Relationship Id="rId450" Type="http://schemas.openxmlformats.org/officeDocument/2006/relationships/customXml" Target="../ink/ink1160.xml"/><Relationship Id="rId506" Type="http://schemas.openxmlformats.org/officeDocument/2006/relationships/customXml" Target="../ink/ink1189.xml"/><Relationship Id="rId38" Type="http://schemas.openxmlformats.org/officeDocument/2006/relationships/customXml" Target="../ink/ink952.xml"/><Relationship Id="rId103" Type="http://schemas.openxmlformats.org/officeDocument/2006/relationships/image" Target="../media/image760.png"/><Relationship Id="rId310" Type="http://schemas.openxmlformats.org/officeDocument/2006/relationships/image" Target="../media/image863.png"/><Relationship Id="rId492" Type="http://schemas.openxmlformats.org/officeDocument/2006/relationships/image" Target="../media/image951.png"/><Relationship Id="rId548" Type="http://schemas.openxmlformats.org/officeDocument/2006/relationships/image" Target="../media/image977.png"/><Relationship Id="rId91" Type="http://schemas.openxmlformats.org/officeDocument/2006/relationships/image" Target="../media/image754.png"/><Relationship Id="rId145" Type="http://schemas.openxmlformats.org/officeDocument/2006/relationships/customXml" Target="../ink/ink1006.xml"/><Relationship Id="rId187" Type="http://schemas.openxmlformats.org/officeDocument/2006/relationships/customXml" Target="../ink/ink1027.xml"/><Relationship Id="rId352" Type="http://schemas.openxmlformats.org/officeDocument/2006/relationships/image" Target="../media/image883.png"/><Relationship Id="rId394" Type="http://schemas.openxmlformats.org/officeDocument/2006/relationships/image" Target="../media/image904.png"/><Relationship Id="rId408" Type="http://schemas.openxmlformats.org/officeDocument/2006/relationships/image" Target="../media/image911.png"/><Relationship Id="rId615" Type="http://schemas.openxmlformats.org/officeDocument/2006/relationships/customXml" Target="../ink/ink1245.xml"/><Relationship Id="rId212" Type="http://schemas.openxmlformats.org/officeDocument/2006/relationships/image" Target="../media/image814.png"/><Relationship Id="rId254" Type="http://schemas.openxmlformats.org/officeDocument/2006/relationships/image" Target="../media/image835.png"/><Relationship Id="rId49" Type="http://schemas.openxmlformats.org/officeDocument/2006/relationships/image" Target="../media/image734.png"/><Relationship Id="rId114" Type="http://schemas.openxmlformats.org/officeDocument/2006/relationships/customXml" Target="../ink/ink990.xml"/><Relationship Id="rId296" Type="http://schemas.openxmlformats.org/officeDocument/2006/relationships/image" Target="../media/image856.png"/><Relationship Id="rId461" Type="http://schemas.openxmlformats.org/officeDocument/2006/relationships/image" Target="../media/image936.png"/><Relationship Id="rId517" Type="http://schemas.openxmlformats.org/officeDocument/2006/relationships/image" Target="../media/image963.png"/><Relationship Id="rId559" Type="http://schemas.openxmlformats.org/officeDocument/2006/relationships/image" Target="../media/image982.png"/><Relationship Id="rId60" Type="http://schemas.openxmlformats.org/officeDocument/2006/relationships/customXml" Target="../ink/ink963.xml"/><Relationship Id="rId156" Type="http://schemas.openxmlformats.org/officeDocument/2006/relationships/image" Target="../media/image786.png"/><Relationship Id="rId198" Type="http://schemas.openxmlformats.org/officeDocument/2006/relationships/image" Target="../media/image807.png"/><Relationship Id="rId321" Type="http://schemas.openxmlformats.org/officeDocument/2006/relationships/customXml" Target="../ink/ink1094.xml"/><Relationship Id="rId363" Type="http://schemas.openxmlformats.org/officeDocument/2006/relationships/customXml" Target="../ink/ink1115.xml"/><Relationship Id="rId419" Type="http://schemas.openxmlformats.org/officeDocument/2006/relationships/image" Target="../media/image916.png"/><Relationship Id="rId570" Type="http://schemas.openxmlformats.org/officeDocument/2006/relationships/customXml" Target="../ink/ink1222.xml"/><Relationship Id="rId223" Type="http://schemas.openxmlformats.org/officeDocument/2006/relationships/customXml" Target="../ink/ink1045.xml"/><Relationship Id="rId430" Type="http://schemas.openxmlformats.org/officeDocument/2006/relationships/customXml" Target="../ink/ink1149.xml"/><Relationship Id="rId18" Type="http://schemas.openxmlformats.org/officeDocument/2006/relationships/customXml" Target="../ink/ink942.xml"/><Relationship Id="rId265" Type="http://schemas.openxmlformats.org/officeDocument/2006/relationships/customXml" Target="../ink/ink1066.xml"/><Relationship Id="rId472" Type="http://schemas.openxmlformats.org/officeDocument/2006/relationships/customXml" Target="../ink/ink1171.xml"/><Relationship Id="rId528" Type="http://schemas.openxmlformats.org/officeDocument/2006/relationships/image" Target="../media/image967.png"/><Relationship Id="rId125" Type="http://schemas.openxmlformats.org/officeDocument/2006/relationships/image" Target="../media/image771.png"/><Relationship Id="rId167" Type="http://schemas.openxmlformats.org/officeDocument/2006/relationships/customXml" Target="../ink/ink1017.xml"/><Relationship Id="rId332" Type="http://schemas.openxmlformats.org/officeDocument/2006/relationships/image" Target="../media/image874.png"/><Relationship Id="rId374" Type="http://schemas.openxmlformats.org/officeDocument/2006/relationships/image" Target="../media/image894.png"/><Relationship Id="rId581" Type="http://schemas.openxmlformats.org/officeDocument/2006/relationships/customXml" Target="../ink/ink1228.xml"/><Relationship Id="rId71" Type="http://schemas.openxmlformats.org/officeDocument/2006/relationships/image" Target="../media/image744.png"/><Relationship Id="rId234" Type="http://schemas.openxmlformats.org/officeDocument/2006/relationships/image" Target="../media/image825.png"/><Relationship Id="rId2" Type="http://schemas.openxmlformats.org/officeDocument/2006/relationships/customXml" Target="../ink/ink934.xml"/><Relationship Id="rId29" Type="http://schemas.openxmlformats.org/officeDocument/2006/relationships/image" Target="../media/image724.png"/><Relationship Id="rId276" Type="http://schemas.openxmlformats.org/officeDocument/2006/relationships/image" Target="../media/image846.png"/><Relationship Id="rId441" Type="http://schemas.openxmlformats.org/officeDocument/2006/relationships/customXml" Target="../ink/ink1155.xml"/><Relationship Id="rId483" Type="http://schemas.openxmlformats.org/officeDocument/2006/relationships/image" Target="../media/image947.png"/><Relationship Id="rId539" Type="http://schemas.openxmlformats.org/officeDocument/2006/relationships/customXml" Target="../ink/ink1206.xml"/><Relationship Id="rId40" Type="http://schemas.openxmlformats.org/officeDocument/2006/relationships/customXml" Target="../ink/ink953.xml"/><Relationship Id="rId136" Type="http://schemas.openxmlformats.org/officeDocument/2006/relationships/customXml" Target="../ink/ink1001.xml"/><Relationship Id="rId178" Type="http://schemas.openxmlformats.org/officeDocument/2006/relationships/image" Target="../media/image797.png"/><Relationship Id="rId301" Type="http://schemas.openxmlformats.org/officeDocument/2006/relationships/customXml" Target="../ink/ink1084.xml"/><Relationship Id="rId343" Type="http://schemas.openxmlformats.org/officeDocument/2006/relationships/customXml" Target="../ink/ink1105.xml"/><Relationship Id="rId550" Type="http://schemas.openxmlformats.org/officeDocument/2006/relationships/image" Target="../media/image978.png"/><Relationship Id="rId82" Type="http://schemas.openxmlformats.org/officeDocument/2006/relationships/customXml" Target="../ink/ink974.xml"/><Relationship Id="rId203" Type="http://schemas.openxmlformats.org/officeDocument/2006/relationships/customXml" Target="../ink/ink1035.xml"/><Relationship Id="rId385" Type="http://schemas.openxmlformats.org/officeDocument/2006/relationships/customXml" Target="../ink/ink1126.xml"/><Relationship Id="rId592" Type="http://schemas.openxmlformats.org/officeDocument/2006/relationships/image" Target="../media/image998.png"/><Relationship Id="rId606" Type="http://schemas.openxmlformats.org/officeDocument/2006/relationships/image" Target="../media/image1005.png"/><Relationship Id="rId245" Type="http://schemas.openxmlformats.org/officeDocument/2006/relationships/customXml" Target="../ink/ink1056.xml"/><Relationship Id="rId287" Type="http://schemas.openxmlformats.org/officeDocument/2006/relationships/customXml" Target="../ink/ink1077.xml"/><Relationship Id="rId410" Type="http://schemas.openxmlformats.org/officeDocument/2006/relationships/image" Target="../media/image912.png"/><Relationship Id="rId452" Type="http://schemas.openxmlformats.org/officeDocument/2006/relationships/customXml" Target="../ink/ink1161.xml"/><Relationship Id="rId494" Type="http://schemas.openxmlformats.org/officeDocument/2006/relationships/customXml" Target="../ink/ink1183.xml"/><Relationship Id="rId508" Type="http://schemas.openxmlformats.org/officeDocument/2006/relationships/customXml" Target="../ink/ink1190.xml"/><Relationship Id="rId105" Type="http://schemas.openxmlformats.org/officeDocument/2006/relationships/image" Target="../media/image761.png"/><Relationship Id="rId147" Type="http://schemas.openxmlformats.org/officeDocument/2006/relationships/customXml" Target="../ink/ink1007.xml"/><Relationship Id="rId312" Type="http://schemas.openxmlformats.org/officeDocument/2006/relationships/image" Target="../media/image864.png"/><Relationship Id="rId354" Type="http://schemas.openxmlformats.org/officeDocument/2006/relationships/image" Target="../media/image884.png"/><Relationship Id="rId51" Type="http://schemas.openxmlformats.org/officeDocument/2006/relationships/image" Target="../media/image735.png"/><Relationship Id="rId93" Type="http://schemas.openxmlformats.org/officeDocument/2006/relationships/image" Target="../media/image755.png"/><Relationship Id="rId189" Type="http://schemas.openxmlformats.org/officeDocument/2006/relationships/customXml" Target="../ink/ink1028.xml"/><Relationship Id="rId396" Type="http://schemas.openxmlformats.org/officeDocument/2006/relationships/image" Target="../media/image905.png"/><Relationship Id="rId561" Type="http://schemas.openxmlformats.org/officeDocument/2006/relationships/image" Target="../media/image983.png"/><Relationship Id="rId214" Type="http://schemas.openxmlformats.org/officeDocument/2006/relationships/image" Target="../media/image815.png"/><Relationship Id="rId256" Type="http://schemas.openxmlformats.org/officeDocument/2006/relationships/image" Target="../media/image836.png"/><Relationship Id="rId298" Type="http://schemas.openxmlformats.org/officeDocument/2006/relationships/image" Target="../media/image857.png"/><Relationship Id="rId421" Type="http://schemas.openxmlformats.org/officeDocument/2006/relationships/image" Target="../media/image917.png"/><Relationship Id="rId463" Type="http://schemas.openxmlformats.org/officeDocument/2006/relationships/image" Target="../media/image937.png"/><Relationship Id="rId519" Type="http://schemas.openxmlformats.org/officeDocument/2006/relationships/image" Target="../media/image964.png"/><Relationship Id="rId116" Type="http://schemas.openxmlformats.org/officeDocument/2006/relationships/customXml" Target="../ink/ink991.xml"/><Relationship Id="rId158" Type="http://schemas.openxmlformats.org/officeDocument/2006/relationships/image" Target="../media/image787.png"/><Relationship Id="rId323" Type="http://schemas.openxmlformats.org/officeDocument/2006/relationships/customXml" Target="../ink/ink1095.xml"/><Relationship Id="rId530" Type="http://schemas.openxmlformats.org/officeDocument/2006/relationships/image" Target="../media/image968.png"/><Relationship Id="rId20" Type="http://schemas.openxmlformats.org/officeDocument/2006/relationships/customXml" Target="../ink/ink943.xml"/><Relationship Id="rId62" Type="http://schemas.openxmlformats.org/officeDocument/2006/relationships/customXml" Target="../ink/ink964.xml"/><Relationship Id="rId365" Type="http://schemas.openxmlformats.org/officeDocument/2006/relationships/customXml" Target="../ink/ink1116.xml"/><Relationship Id="rId572" Type="http://schemas.openxmlformats.org/officeDocument/2006/relationships/customXml" Target="../ink/ink1223.xml"/><Relationship Id="rId225" Type="http://schemas.openxmlformats.org/officeDocument/2006/relationships/customXml" Target="../ink/ink1046.xml"/><Relationship Id="rId267" Type="http://schemas.openxmlformats.org/officeDocument/2006/relationships/customXml" Target="../ink/ink1067.xml"/><Relationship Id="rId432" Type="http://schemas.openxmlformats.org/officeDocument/2006/relationships/customXml" Target="../ink/ink1150.xml"/><Relationship Id="rId474" Type="http://schemas.openxmlformats.org/officeDocument/2006/relationships/customXml" Target="../ink/ink1172.xml"/><Relationship Id="rId127" Type="http://schemas.openxmlformats.org/officeDocument/2006/relationships/image" Target="../media/image772.png"/><Relationship Id="rId31" Type="http://schemas.openxmlformats.org/officeDocument/2006/relationships/image" Target="../media/image725.png"/><Relationship Id="rId73" Type="http://schemas.openxmlformats.org/officeDocument/2006/relationships/image" Target="../media/image745.png"/><Relationship Id="rId169" Type="http://schemas.openxmlformats.org/officeDocument/2006/relationships/customXml" Target="../ink/ink1018.xml"/><Relationship Id="rId334" Type="http://schemas.openxmlformats.org/officeDocument/2006/relationships/image" Target="../media/image875.png"/><Relationship Id="rId376" Type="http://schemas.openxmlformats.org/officeDocument/2006/relationships/image" Target="../media/image895.png"/><Relationship Id="rId541" Type="http://schemas.openxmlformats.org/officeDocument/2006/relationships/customXml" Target="../ink/ink1207.xml"/><Relationship Id="rId583" Type="http://schemas.openxmlformats.org/officeDocument/2006/relationships/customXml" Target="../ink/ink1229.xml"/><Relationship Id="rId4" Type="http://schemas.openxmlformats.org/officeDocument/2006/relationships/customXml" Target="../ink/ink935.xml"/><Relationship Id="rId180" Type="http://schemas.openxmlformats.org/officeDocument/2006/relationships/image" Target="../media/image798.png"/><Relationship Id="rId236" Type="http://schemas.openxmlformats.org/officeDocument/2006/relationships/image" Target="../media/image826.png"/><Relationship Id="rId278" Type="http://schemas.openxmlformats.org/officeDocument/2006/relationships/image" Target="../media/image847.png"/><Relationship Id="rId401" Type="http://schemas.openxmlformats.org/officeDocument/2006/relationships/customXml" Target="../ink/ink1134.xml"/><Relationship Id="rId443" Type="http://schemas.openxmlformats.org/officeDocument/2006/relationships/customXml" Target="../ink/ink1156.xml"/><Relationship Id="rId303" Type="http://schemas.openxmlformats.org/officeDocument/2006/relationships/customXml" Target="../ink/ink1085.xml"/><Relationship Id="rId485" Type="http://schemas.openxmlformats.org/officeDocument/2006/relationships/image" Target="../media/image948.png"/><Relationship Id="rId42" Type="http://schemas.openxmlformats.org/officeDocument/2006/relationships/customXml" Target="../ink/ink954.xml"/><Relationship Id="rId84" Type="http://schemas.openxmlformats.org/officeDocument/2006/relationships/customXml" Target="../ink/ink975.xml"/><Relationship Id="rId138" Type="http://schemas.openxmlformats.org/officeDocument/2006/relationships/customXml" Target="../ink/ink1002.xml"/><Relationship Id="rId345" Type="http://schemas.openxmlformats.org/officeDocument/2006/relationships/customXml" Target="../ink/ink1106.xml"/><Relationship Id="rId387" Type="http://schemas.openxmlformats.org/officeDocument/2006/relationships/customXml" Target="../ink/ink1127.xml"/><Relationship Id="rId510" Type="http://schemas.openxmlformats.org/officeDocument/2006/relationships/customXml" Target="../ink/ink1191.xml"/><Relationship Id="rId552" Type="http://schemas.openxmlformats.org/officeDocument/2006/relationships/image" Target="../media/image979.png"/><Relationship Id="rId594" Type="http://schemas.openxmlformats.org/officeDocument/2006/relationships/image" Target="../media/image999.png"/><Relationship Id="rId608" Type="http://schemas.openxmlformats.org/officeDocument/2006/relationships/image" Target="../media/image1006.png"/><Relationship Id="rId191" Type="http://schemas.openxmlformats.org/officeDocument/2006/relationships/customXml" Target="../ink/ink1029.xml"/><Relationship Id="rId205" Type="http://schemas.openxmlformats.org/officeDocument/2006/relationships/customXml" Target="../ink/ink1036.xml"/><Relationship Id="rId247" Type="http://schemas.openxmlformats.org/officeDocument/2006/relationships/customXml" Target="../ink/ink1057.xml"/><Relationship Id="rId412" Type="http://schemas.openxmlformats.org/officeDocument/2006/relationships/image" Target="../media/image913.png"/><Relationship Id="rId107" Type="http://schemas.openxmlformats.org/officeDocument/2006/relationships/image" Target="../media/image762.png"/><Relationship Id="rId289" Type="http://schemas.openxmlformats.org/officeDocument/2006/relationships/customXml" Target="../ink/ink1078.xml"/><Relationship Id="rId454" Type="http://schemas.openxmlformats.org/officeDocument/2006/relationships/customXml" Target="../ink/ink1162.xml"/><Relationship Id="rId496" Type="http://schemas.openxmlformats.org/officeDocument/2006/relationships/customXml" Target="../ink/ink1184.xml"/><Relationship Id="rId11" Type="http://schemas.openxmlformats.org/officeDocument/2006/relationships/image" Target="../media/image718.png"/><Relationship Id="rId53" Type="http://schemas.openxmlformats.org/officeDocument/2006/relationships/image" Target="../media/image736.png"/><Relationship Id="rId149" Type="http://schemas.openxmlformats.org/officeDocument/2006/relationships/customXml" Target="../ink/ink1008.xml"/><Relationship Id="rId314" Type="http://schemas.openxmlformats.org/officeDocument/2006/relationships/image" Target="../media/image865.png"/><Relationship Id="rId356" Type="http://schemas.openxmlformats.org/officeDocument/2006/relationships/image" Target="../media/image885.png"/><Relationship Id="rId398" Type="http://schemas.openxmlformats.org/officeDocument/2006/relationships/image" Target="../media/image906.png"/><Relationship Id="rId521" Type="http://schemas.openxmlformats.org/officeDocument/2006/relationships/image" Target="../media/image965.png"/><Relationship Id="rId563" Type="http://schemas.openxmlformats.org/officeDocument/2006/relationships/image" Target="../media/image984.png"/><Relationship Id="rId95" Type="http://schemas.openxmlformats.org/officeDocument/2006/relationships/image" Target="../media/image756.png"/><Relationship Id="rId160" Type="http://schemas.openxmlformats.org/officeDocument/2006/relationships/image" Target="../media/image788.png"/><Relationship Id="rId216" Type="http://schemas.openxmlformats.org/officeDocument/2006/relationships/image" Target="../media/image816.png"/><Relationship Id="rId423" Type="http://schemas.openxmlformats.org/officeDocument/2006/relationships/image" Target="../media/image918.png"/><Relationship Id="rId258" Type="http://schemas.openxmlformats.org/officeDocument/2006/relationships/image" Target="../media/image837.png"/><Relationship Id="rId465" Type="http://schemas.openxmlformats.org/officeDocument/2006/relationships/image" Target="../media/image938.png"/><Relationship Id="rId22" Type="http://schemas.openxmlformats.org/officeDocument/2006/relationships/customXml" Target="../ink/ink944.xml"/><Relationship Id="rId64" Type="http://schemas.openxmlformats.org/officeDocument/2006/relationships/customXml" Target="../ink/ink965.xml"/><Relationship Id="rId118" Type="http://schemas.openxmlformats.org/officeDocument/2006/relationships/customXml" Target="../ink/ink992.xml"/><Relationship Id="rId325" Type="http://schemas.openxmlformats.org/officeDocument/2006/relationships/customXml" Target="../ink/ink1096.xml"/><Relationship Id="rId367" Type="http://schemas.openxmlformats.org/officeDocument/2006/relationships/customXml" Target="../ink/ink1117.xml"/><Relationship Id="rId532" Type="http://schemas.openxmlformats.org/officeDocument/2006/relationships/image" Target="../media/image969.png"/><Relationship Id="rId574" Type="http://schemas.openxmlformats.org/officeDocument/2006/relationships/image" Target="../media/image989.png"/><Relationship Id="rId171" Type="http://schemas.openxmlformats.org/officeDocument/2006/relationships/customXml" Target="../ink/ink1019.xml"/><Relationship Id="rId227" Type="http://schemas.openxmlformats.org/officeDocument/2006/relationships/customXml" Target="../ink/ink1047.xml"/><Relationship Id="rId269" Type="http://schemas.openxmlformats.org/officeDocument/2006/relationships/customXml" Target="../ink/ink1068.xml"/><Relationship Id="rId434" Type="http://schemas.openxmlformats.org/officeDocument/2006/relationships/customXml" Target="../ink/ink1151.xml"/><Relationship Id="rId476" Type="http://schemas.openxmlformats.org/officeDocument/2006/relationships/customXml" Target="../ink/ink1173.xml"/><Relationship Id="rId33" Type="http://schemas.openxmlformats.org/officeDocument/2006/relationships/image" Target="../media/image726.png"/><Relationship Id="rId129" Type="http://schemas.openxmlformats.org/officeDocument/2006/relationships/image" Target="../media/image773.png"/><Relationship Id="rId280" Type="http://schemas.openxmlformats.org/officeDocument/2006/relationships/image" Target="../media/image848.png"/><Relationship Id="rId336" Type="http://schemas.openxmlformats.org/officeDocument/2006/relationships/image" Target="../media/image876.png"/><Relationship Id="rId501" Type="http://schemas.openxmlformats.org/officeDocument/2006/relationships/image" Target="../media/image955.png"/><Relationship Id="rId543" Type="http://schemas.openxmlformats.org/officeDocument/2006/relationships/customXml" Target="../ink/ink1208.xml"/><Relationship Id="rId75" Type="http://schemas.openxmlformats.org/officeDocument/2006/relationships/image" Target="../media/image746.png"/><Relationship Id="rId140" Type="http://schemas.openxmlformats.org/officeDocument/2006/relationships/customXml" Target="../ink/ink1003.xml"/><Relationship Id="rId182" Type="http://schemas.openxmlformats.org/officeDocument/2006/relationships/image" Target="../media/image799.png"/><Relationship Id="rId378" Type="http://schemas.openxmlformats.org/officeDocument/2006/relationships/image" Target="../media/image896.png"/><Relationship Id="rId403" Type="http://schemas.openxmlformats.org/officeDocument/2006/relationships/customXml" Target="../ink/ink1135.xml"/><Relationship Id="rId585" Type="http://schemas.openxmlformats.org/officeDocument/2006/relationships/customXml" Target="../ink/ink1230.xml"/><Relationship Id="rId6" Type="http://schemas.openxmlformats.org/officeDocument/2006/relationships/customXml" Target="../ink/ink936.xml"/><Relationship Id="rId238" Type="http://schemas.openxmlformats.org/officeDocument/2006/relationships/image" Target="../media/image827.png"/><Relationship Id="rId445" Type="http://schemas.openxmlformats.org/officeDocument/2006/relationships/customXml" Target="../ink/ink1157.xml"/><Relationship Id="rId487" Type="http://schemas.openxmlformats.org/officeDocument/2006/relationships/image" Target="../media/image949.png"/><Relationship Id="rId610" Type="http://schemas.openxmlformats.org/officeDocument/2006/relationships/image" Target="../media/image1007.png"/><Relationship Id="rId291" Type="http://schemas.openxmlformats.org/officeDocument/2006/relationships/customXml" Target="../ink/ink1079.xml"/><Relationship Id="rId305" Type="http://schemas.openxmlformats.org/officeDocument/2006/relationships/customXml" Target="../ink/ink1086.xml"/><Relationship Id="rId347" Type="http://schemas.openxmlformats.org/officeDocument/2006/relationships/customXml" Target="../ink/ink1107.xml"/><Relationship Id="rId512" Type="http://schemas.openxmlformats.org/officeDocument/2006/relationships/customXml" Target="../ink/ink1192.xml"/><Relationship Id="rId44" Type="http://schemas.openxmlformats.org/officeDocument/2006/relationships/customXml" Target="../ink/ink955.xml"/><Relationship Id="rId86" Type="http://schemas.openxmlformats.org/officeDocument/2006/relationships/customXml" Target="../ink/ink976.xml"/><Relationship Id="rId151" Type="http://schemas.openxmlformats.org/officeDocument/2006/relationships/customXml" Target="../ink/ink1009.xml"/><Relationship Id="rId389" Type="http://schemas.openxmlformats.org/officeDocument/2006/relationships/customXml" Target="../ink/ink1128.xml"/><Relationship Id="rId554" Type="http://schemas.openxmlformats.org/officeDocument/2006/relationships/image" Target="../media/image980.png"/><Relationship Id="rId596" Type="http://schemas.openxmlformats.org/officeDocument/2006/relationships/image" Target="../media/image1000.png"/><Relationship Id="rId193" Type="http://schemas.openxmlformats.org/officeDocument/2006/relationships/customXml" Target="../ink/ink1030.xml"/><Relationship Id="rId207" Type="http://schemas.openxmlformats.org/officeDocument/2006/relationships/customXml" Target="../ink/ink1037.xml"/><Relationship Id="rId249" Type="http://schemas.openxmlformats.org/officeDocument/2006/relationships/customXml" Target="../ink/ink1058.xml"/><Relationship Id="rId414" Type="http://schemas.openxmlformats.org/officeDocument/2006/relationships/image" Target="../media/image914.png"/><Relationship Id="rId456" Type="http://schemas.openxmlformats.org/officeDocument/2006/relationships/customXml" Target="../ink/ink1163.xml"/><Relationship Id="rId498" Type="http://schemas.openxmlformats.org/officeDocument/2006/relationships/customXml" Target="../ink/ink1185.xml"/><Relationship Id="rId13" Type="http://schemas.openxmlformats.org/officeDocument/2006/relationships/image" Target="../media/image719.png"/><Relationship Id="rId109" Type="http://schemas.openxmlformats.org/officeDocument/2006/relationships/image" Target="../media/image763.png"/><Relationship Id="rId260" Type="http://schemas.openxmlformats.org/officeDocument/2006/relationships/image" Target="../media/image838.png"/><Relationship Id="rId316" Type="http://schemas.openxmlformats.org/officeDocument/2006/relationships/image" Target="../media/image866.png"/><Relationship Id="rId523" Type="http://schemas.openxmlformats.org/officeDocument/2006/relationships/image" Target="../media/image44.png"/><Relationship Id="rId55" Type="http://schemas.openxmlformats.org/officeDocument/2006/relationships/image" Target="../media/image737.png"/><Relationship Id="rId97" Type="http://schemas.openxmlformats.org/officeDocument/2006/relationships/image" Target="../media/image757.png"/><Relationship Id="rId120" Type="http://schemas.openxmlformats.org/officeDocument/2006/relationships/customXml" Target="../ink/ink993.xml"/><Relationship Id="rId358" Type="http://schemas.openxmlformats.org/officeDocument/2006/relationships/image" Target="../media/image886.png"/><Relationship Id="rId565" Type="http://schemas.openxmlformats.org/officeDocument/2006/relationships/image" Target="../media/image985.png"/><Relationship Id="rId162" Type="http://schemas.openxmlformats.org/officeDocument/2006/relationships/image" Target="../media/image789.png"/><Relationship Id="rId218" Type="http://schemas.openxmlformats.org/officeDocument/2006/relationships/image" Target="../media/image817.png"/><Relationship Id="rId425" Type="http://schemas.openxmlformats.org/officeDocument/2006/relationships/image" Target="../media/image919.png"/><Relationship Id="rId467" Type="http://schemas.openxmlformats.org/officeDocument/2006/relationships/image" Target="../media/image939.png"/><Relationship Id="rId271" Type="http://schemas.openxmlformats.org/officeDocument/2006/relationships/customXml" Target="../ink/ink1069.xml"/><Relationship Id="rId24" Type="http://schemas.openxmlformats.org/officeDocument/2006/relationships/customXml" Target="../ink/ink945.xml"/><Relationship Id="rId66" Type="http://schemas.openxmlformats.org/officeDocument/2006/relationships/customXml" Target="../ink/ink966.xml"/><Relationship Id="rId131" Type="http://schemas.openxmlformats.org/officeDocument/2006/relationships/image" Target="../media/image774.png"/><Relationship Id="rId327" Type="http://schemas.openxmlformats.org/officeDocument/2006/relationships/customXml" Target="../ink/ink1097.xml"/><Relationship Id="rId369" Type="http://schemas.openxmlformats.org/officeDocument/2006/relationships/customXml" Target="../ink/ink1118.xml"/><Relationship Id="rId534" Type="http://schemas.openxmlformats.org/officeDocument/2006/relationships/image" Target="../media/image970.png"/><Relationship Id="rId576" Type="http://schemas.openxmlformats.org/officeDocument/2006/relationships/image" Target="../media/image990.png"/><Relationship Id="rId173" Type="http://schemas.openxmlformats.org/officeDocument/2006/relationships/customXml" Target="../ink/ink1020.xml"/><Relationship Id="rId229" Type="http://schemas.openxmlformats.org/officeDocument/2006/relationships/customXml" Target="../ink/ink1048.xml"/><Relationship Id="rId380" Type="http://schemas.openxmlformats.org/officeDocument/2006/relationships/image" Target="../media/image897.png"/><Relationship Id="rId436" Type="http://schemas.openxmlformats.org/officeDocument/2006/relationships/image" Target="../media/image924.png"/><Relationship Id="rId601" Type="http://schemas.openxmlformats.org/officeDocument/2006/relationships/customXml" Target="../ink/ink1238.xml"/><Relationship Id="rId240" Type="http://schemas.openxmlformats.org/officeDocument/2006/relationships/image" Target="../media/image828.png"/><Relationship Id="rId478" Type="http://schemas.openxmlformats.org/officeDocument/2006/relationships/customXml" Target="../ink/ink1174.xml"/><Relationship Id="rId35" Type="http://schemas.openxmlformats.org/officeDocument/2006/relationships/image" Target="../media/image727.png"/><Relationship Id="rId77" Type="http://schemas.openxmlformats.org/officeDocument/2006/relationships/image" Target="../media/image747.png"/><Relationship Id="rId100" Type="http://schemas.openxmlformats.org/officeDocument/2006/relationships/customXml" Target="../ink/ink983.xml"/><Relationship Id="rId282" Type="http://schemas.openxmlformats.org/officeDocument/2006/relationships/image" Target="../media/image849.png"/><Relationship Id="rId338" Type="http://schemas.openxmlformats.org/officeDocument/2006/relationships/image" Target="../media/image877.png"/><Relationship Id="rId503" Type="http://schemas.openxmlformats.org/officeDocument/2006/relationships/image" Target="../media/image956.png"/><Relationship Id="rId545" Type="http://schemas.openxmlformats.org/officeDocument/2006/relationships/customXml" Target="../ink/ink1209.xml"/><Relationship Id="rId587" Type="http://schemas.openxmlformats.org/officeDocument/2006/relationships/customXml" Target="../ink/ink1231.xml"/><Relationship Id="rId8" Type="http://schemas.openxmlformats.org/officeDocument/2006/relationships/customXml" Target="../ink/ink937.xml"/><Relationship Id="rId142" Type="http://schemas.openxmlformats.org/officeDocument/2006/relationships/customXml" Target="../ink/ink1004.xml"/><Relationship Id="rId184" Type="http://schemas.openxmlformats.org/officeDocument/2006/relationships/image" Target="../media/image800.png"/><Relationship Id="rId391" Type="http://schemas.openxmlformats.org/officeDocument/2006/relationships/customXml" Target="../ink/ink1129.xml"/><Relationship Id="rId405" Type="http://schemas.openxmlformats.org/officeDocument/2006/relationships/customXml" Target="../ink/ink1136.xml"/><Relationship Id="rId447" Type="http://schemas.openxmlformats.org/officeDocument/2006/relationships/image" Target="../media/image929.png"/><Relationship Id="rId612" Type="http://schemas.openxmlformats.org/officeDocument/2006/relationships/image" Target="../media/image1008.png"/><Relationship Id="rId251" Type="http://schemas.openxmlformats.org/officeDocument/2006/relationships/customXml" Target="../ink/ink1059.xml"/><Relationship Id="rId489" Type="http://schemas.openxmlformats.org/officeDocument/2006/relationships/customXml" Target="../ink/ink1180.xml"/><Relationship Id="rId46" Type="http://schemas.openxmlformats.org/officeDocument/2006/relationships/customXml" Target="../ink/ink956.xml"/><Relationship Id="rId293" Type="http://schemas.openxmlformats.org/officeDocument/2006/relationships/customXml" Target="../ink/ink1080.xml"/><Relationship Id="rId307" Type="http://schemas.openxmlformats.org/officeDocument/2006/relationships/customXml" Target="../ink/ink1087.xml"/><Relationship Id="rId349" Type="http://schemas.openxmlformats.org/officeDocument/2006/relationships/customXml" Target="../ink/ink1108.xml"/><Relationship Id="rId514" Type="http://schemas.openxmlformats.org/officeDocument/2006/relationships/customXml" Target="../ink/ink1193.xml"/><Relationship Id="rId556" Type="http://schemas.openxmlformats.org/officeDocument/2006/relationships/customXml" Target="../ink/ink1215.xml"/><Relationship Id="rId88" Type="http://schemas.openxmlformats.org/officeDocument/2006/relationships/customXml" Target="../ink/ink977.xml"/><Relationship Id="rId111" Type="http://schemas.openxmlformats.org/officeDocument/2006/relationships/image" Target="../media/image764.png"/><Relationship Id="rId153" Type="http://schemas.openxmlformats.org/officeDocument/2006/relationships/customXml" Target="../ink/ink1010.xml"/><Relationship Id="rId195" Type="http://schemas.openxmlformats.org/officeDocument/2006/relationships/customXml" Target="../ink/ink1031.xml"/><Relationship Id="rId209" Type="http://schemas.openxmlformats.org/officeDocument/2006/relationships/customXml" Target="../ink/ink1038.xml"/><Relationship Id="rId360" Type="http://schemas.openxmlformats.org/officeDocument/2006/relationships/image" Target="../media/image887.png"/><Relationship Id="rId416" Type="http://schemas.openxmlformats.org/officeDocument/2006/relationships/customXml" Target="../ink/ink1142.xml"/><Relationship Id="rId598" Type="http://schemas.openxmlformats.org/officeDocument/2006/relationships/image" Target="../media/image1001.png"/><Relationship Id="rId220" Type="http://schemas.openxmlformats.org/officeDocument/2006/relationships/image" Target="../media/image818.png"/><Relationship Id="rId458" Type="http://schemas.openxmlformats.org/officeDocument/2006/relationships/customXml" Target="../ink/ink1164.xml"/><Relationship Id="rId15" Type="http://schemas.openxmlformats.org/officeDocument/2006/relationships/image" Target="../media/image720.png"/><Relationship Id="rId57" Type="http://schemas.openxmlformats.org/officeDocument/2006/relationships/image" Target="../media/image738.png"/><Relationship Id="rId262" Type="http://schemas.openxmlformats.org/officeDocument/2006/relationships/image" Target="../media/image839.png"/><Relationship Id="rId318" Type="http://schemas.openxmlformats.org/officeDocument/2006/relationships/image" Target="../media/image867.png"/><Relationship Id="rId525" Type="http://schemas.openxmlformats.org/officeDocument/2006/relationships/image" Target="../media/image966.png"/><Relationship Id="rId567" Type="http://schemas.openxmlformats.org/officeDocument/2006/relationships/image" Target="../media/image986.png"/><Relationship Id="rId99" Type="http://schemas.openxmlformats.org/officeDocument/2006/relationships/image" Target="../media/image758.png"/><Relationship Id="rId122" Type="http://schemas.openxmlformats.org/officeDocument/2006/relationships/customXml" Target="../ink/ink994.xml"/><Relationship Id="rId164" Type="http://schemas.openxmlformats.org/officeDocument/2006/relationships/image" Target="../media/image790.png"/><Relationship Id="rId371" Type="http://schemas.openxmlformats.org/officeDocument/2006/relationships/customXml" Target="../ink/ink1119.xml"/><Relationship Id="rId427" Type="http://schemas.openxmlformats.org/officeDocument/2006/relationships/image" Target="../media/image920.png"/><Relationship Id="rId469" Type="http://schemas.openxmlformats.org/officeDocument/2006/relationships/image" Target="../media/image940.png"/><Relationship Id="rId26" Type="http://schemas.openxmlformats.org/officeDocument/2006/relationships/customXml" Target="../ink/ink946.xml"/><Relationship Id="rId231" Type="http://schemas.openxmlformats.org/officeDocument/2006/relationships/customXml" Target="../ink/ink1049.xml"/><Relationship Id="rId273" Type="http://schemas.openxmlformats.org/officeDocument/2006/relationships/customXml" Target="../ink/ink1070.xml"/><Relationship Id="rId329" Type="http://schemas.openxmlformats.org/officeDocument/2006/relationships/customXml" Target="../ink/ink1098.xml"/><Relationship Id="rId480" Type="http://schemas.openxmlformats.org/officeDocument/2006/relationships/customXml" Target="../ink/ink1175.xml"/><Relationship Id="rId536" Type="http://schemas.openxmlformats.org/officeDocument/2006/relationships/image" Target="../media/image971.png"/><Relationship Id="rId68" Type="http://schemas.openxmlformats.org/officeDocument/2006/relationships/customXml" Target="../ink/ink967.xml"/><Relationship Id="rId133" Type="http://schemas.openxmlformats.org/officeDocument/2006/relationships/image" Target="../media/image775.png"/><Relationship Id="rId175" Type="http://schemas.openxmlformats.org/officeDocument/2006/relationships/customXml" Target="../ink/ink1021.xml"/><Relationship Id="rId340" Type="http://schemas.openxmlformats.org/officeDocument/2006/relationships/image" Target="../media/image878.png"/><Relationship Id="rId578" Type="http://schemas.openxmlformats.org/officeDocument/2006/relationships/image" Target="../media/image991.png"/><Relationship Id="rId200" Type="http://schemas.openxmlformats.org/officeDocument/2006/relationships/image" Target="../media/image808.png"/><Relationship Id="rId382" Type="http://schemas.openxmlformats.org/officeDocument/2006/relationships/image" Target="../media/image898.png"/><Relationship Id="rId438" Type="http://schemas.openxmlformats.org/officeDocument/2006/relationships/image" Target="../media/image925.png"/><Relationship Id="rId603" Type="http://schemas.openxmlformats.org/officeDocument/2006/relationships/customXml" Target="../ink/ink1239.xml"/><Relationship Id="rId242" Type="http://schemas.openxmlformats.org/officeDocument/2006/relationships/image" Target="../media/image829.png"/><Relationship Id="rId284" Type="http://schemas.openxmlformats.org/officeDocument/2006/relationships/image" Target="../media/image850.png"/><Relationship Id="rId491" Type="http://schemas.openxmlformats.org/officeDocument/2006/relationships/customXml" Target="../ink/ink1181.xml"/><Relationship Id="rId505" Type="http://schemas.openxmlformats.org/officeDocument/2006/relationships/image" Target="../media/image957.png"/><Relationship Id="rId37" Type="http://schemas.openxmlformats.org/officeDocument/2006/relationships/image" Target="../media/image728.png"/><Relationship Id="rId79" Type="http://schemas.openxmlformats.org/officeDocument/2006/relationships/image" Target="../media/image748.png"/><Relationship Id="rId102" Type="http://schemas.openxmlformats.org/officeDocument/2006/relationships/customXml" Target="../ink/ink984.xml"/><Relationship Id="rId144" Type="http://schemas.openxmlformats.org/officeDocument/2006/relationships/customXml" Target="../ink/ink1005.xml"/><Relationship Id="rId547" Type="http://schemas.openxmlformats.org/officeDocument/2006/relationships/customXml" Target="../ink/ink1210.xml"/><Relationship Id="rId589" Type="http://schemas.openxmlformats.org/officeDocument/2006/relationships/customXml" Target="../ink/ink1232.xml"/><Relationship Id="rId90" Type="http://schemas.openxmlformats.org/officeDocument/2006/relationships/customXml" Target="../ink/ink978.xml"/><Relationship Id="rId186" Type="http://schemas.openxmlformats.org/officeDocument/2006/relationships/image" Target="../media/image801.png"/><Relationship Id="rId351" Type="http://schemas.openxmlformats.org/officeDocument/2006/relationships/customXml" Target="../ink/ink1109.xml"/><Relationship Id="rId393" Type="http://schemas.openxmlformats.org/officeDocument/2006/relationships/customXml" Target="../ink/ink1130.xml"/><Relationship Id="rId407" Type="http://schemas.openxmlformats.org/officeDocument/2006/relationships/customXml" Target="../ink/ink1137.xml"/><Relationship Id="rId449" Type="http://schemas.openxmlformats.org/officeDocument/2006/relationships/image" Target="../media/image930.png"/><Relationship Id="rId614" Type="http://schemas.openxmlformats.org/officeDocument/2006/relationships/image" Target="../media/image1009.png"/><Relationship Id="rId211" Type="http://schemas.openxmlformats.org/officeDocument/2006/relationships/customXml" Target="../ink/ink1039.xml"/><Relationship Id="rId253" Type="http://schemas.openxmlformats.org/officeDocument/2006/relationships/customXml" Target="../ink/ink1060.xml"/><Relationship Id="rId295" Type="http://schemas.openxmlformats.org/officeDocument/2006/relationships/customXml" Target="../ink/ink1081.xml"/><Relationship Id="rId309" Type="http://schemas.openxmlformats.org/officeDocument/2006/relationships/customXml" Target="../ink/ink1088.xml"/><Relationship Id="rId460" Type="http://schemas.openxmlformats.org/officeDocument/2006/relationships/customXml" Target="../ink/ink1165.xml"/><Relationship Id="rId516" Type="http://schemas.openxmlformats.org/officeDocument/2006/relationships/customXml" Target="../ink/ink1194.xml"/><Relationship Id="rId48" Type="http://schemas.openxmlformats.org/officeDocument/2006/relationships/customXml" Target="../ink/ink957.xml"/><Relationship Id="rId113" Type="http://schemas.openxmlformats.org/officeDocument/2006/relationships/image" Target="../media/image765.png"/><Relationship Id="rId320" Type="http://schemas.openxmlformats.org/officeDocument/2006/relationships/image" Target="../media/image868.png"/><Relationship Id="rId558" Type="http://schemas.openxmlformats.org/officeDocument/2006/relationships/customXml" Target="../ink/ink1216.xml"/><Relationship Id="rId155" Type="http://schemas.openxmlformats.org/officeDocument/2006/relationships/customXml" Target="../ink/ink1011.xml"/><Relationship Id="rId197" Type="http://schemas.openxmlformats.org/officeDocument/2006/relationships/customXml" Target="../ink/ink1032.xml"/><Relationship Id="rId362" Type="http://schemas.openxmlformats.org/officeDocument/2006/relationships/image" Target="../media/image888.png"/><Relationship Id="rId418" Type="http://schemas.openxmlformats.org/officeDocument/2006/relationships/customXml" Target="../ink/ink1143.xml"/><Relationship Id="rId222" Type="http://schemas.openxmlformats.org/officeDocument/2006/relationships/image" Target="../media/image819.png"/><Relationship Id="rId264" Type="http://schemas.openxmlformats.org/officeDocument/2006/relationships/image" Target="../media/image840.png"/><Relationship Id="rId471" Type="http://schemas.openxmlformats.org/officeDocument/2006/relationships/image" Target="../media/image941.png"/><Relationship Id="rId17" Type="http://schemas.openxmlformats.org/officeDocument/2006/relationships/image" Target="../media/image721.png"/><Relationship Id="rId59" Type="http://schemas.openxmlformats.org/officeDocument/2006/relationships/image" Target="../media/image155.png"/><Relationship Id="rId124" Type="http://schemas.openxmlformats.org/officeDocument/2006/relationships/customXml" Target="../ink/ink995.xml"/><Relationship Id="rId527" Type="http://schemas.openxmlformats.org/officeDocument/2006/relationships/customXml" Target="../ink/ink1200.xml"/><Relationship Id="rId569" Type="http://schemas.openxmlformats.org/officeDocument/2006/relationships/image" Target="../media/image987.png"/><Relationship Id="rId70" Type="http://schemas.openxmlformats.org/officeDocument/2006/relationships/customXml" Target="../ink/ink968.xml"/><Relationship Id="rId166" Type="http://schemas.openxmlformats.org/officeDocument/2006/relationships/image" Target="../media/image791.png"/><Relationship Id="rId331" Type="http://schemas.openxmlformats.org/officeDocument/2006/relationships/customXml" Target="../ink/ink1099.xml"/><Relationship Id="rId373" Type="http://schemas.openxmlformats.org/officeDocument/2006/relationships/customXml" Target="../ink/ink1120.xml"/><Relationship Id="rId429" Type="http://schemas.openxmlformats.org/officeDocument/2006/relationships/image" Target="../media/image921.png"/><Relationship Id="rId580" Type="http://schemas.openxmlformats.org/officeDocument/2006/relationships/image" Target="../media/image992.png"/><Relationship Id="rId1" Type="http://schemas.openxmlformats.org/officeDocument/2006/relationships/slideLayout" Target="../slideLayouts/slideLayout2.xml"/><Relationship Id="rId233" Type="http://schemas.openxmlformats.org/officeDocument/2006/relationships/customXml" Target="../ink/ink1050.xml"/><Relationship Id="rId440" Type="http://schemas.openxmlformats.org/officeDocument/2006/relationships/image" Target="../media/image926.png"/><Relationship Id="rId28" Type="http://schemas.openxmlformats.org/officeDocument/2006/relationships/customXml" Target="../ink/ink947.xml"/><Relationship Id="rId275" Type="http://schemas.openxmlformats.org/officeDocument/2006/relationships/customXml" Target="../ink/ink1071.xml"/><Relationship Id="rId300" Type="http://schemas.openxmlformats.org/officeDocument/2006/relationships/image" Target="../media/image858.png"/><Relationship Id="rId482" Type="http://schemas.openxmlformats.org/officeDocument/2006/relationships/customXml" Target="../ink/ink1176.xml"/><Relationship Id="rId538" Type="http://schemas.openxmlformats.org/officeDocument/2006/relationships/image" Target="../media/image972.png"/><Relationship Id="rId81" Type="http://schemas.openxmlformats.org/officeDocument/2006/relationships/image" Target="../media/image749.png"/><Relationship Id="rId135" Type="http://schemas.openxmlformats.org/officeDocument/2006/relationships/image" Target="../media/image776.png"/><Relationship Id="rId177" Type="http://schemas.openxmlformats.org/officeDocument/2006/relationships/customXml" Target="../ink/ink1022.xml"/><Relationship Id="rId342" Type="http://schemas.openxmlformats.org/officeDocument/2006/relationships/image" Target="../media/image610.png"/><Relationship Id="rId384" Type="http://schemas.openxmlformats.org/officeDocument/2006/relationships/image" Target="../media/image899.png"/><Relationship Id="rId591" Type="http://schemas.openxmlformats.org/officeDocument/2006/relationships/customXml" Target="../ink/ink1233.xml"/><Relationship Id="rId605" Type="http://schemas.openxmlformats.org/officeDocument/2006/relationships/customXml" Target="../ink/ink1240.xml"/><Relationship Id="rId202" Type="http://schemas.openxmlformats.org/officeDocument/2006/relationships/image" Target="../media/image809.png"/><Relationship Id="rId244" Type="http://schemas.openxmlformats.org/officeDocument/2006/relationships/image" Target="../media/image830.png"/><Relationship Id="rId39" Type="http://schemas.openxmlformats.org/officeDocument/2006/relationships/image" Target="../media/image729.png"/><Relationship Id="rId286" Type="http://schemas.openxmlformats.org/officeDocument/2006/relationships/image" Target="../media/image851.png"/><Relationship Id="rId451" Type="http://schemas.openxmlformats.org/officeDocument/2006/relationships/image" Target="../media/image931.png"/><Relationship Id="rId493" Type="http://schemas.openxmlformats.org/officeDocument/2006/relationships/customXml" Target="../ink/ink1182.xml"/><Relationship Id="rId507" Type="http://schemas.openxmlformats.org/officeDocument/2006/relationships/image" Target="../media/image958.png"/><Relationship Id="rId549" Type="http://schemas.openxmlformats.org/officeDocument/2006/relationships/customXml" Target="../ink/ink1211.xml"/><Relationship Id="rId50" Type="http://schemas.openxmlformats.org/officeDocument/2006/relationships/customXml" Target="../ink/ink958.xml"/><Relationship Id="rId104" Type="http://schemas.openxmlformats.org/officeDocument/2006/relationships/customXml" Target="../ink/ink985.xml"/><Relationship Id="rId146" Type="http://schemas.openxmlformats.org/officeDocument/2006/relationships/image" Target="../media/image781.png"/><Relationship Id="rId188" Type="http://schemas.openxmlformats.org/officeDocument/2006/relationships/image" Target="../media/image802.png"/><Relationship Id="rId311" Type="http://schemas.openxmlformats.org/officeDocument/2006/relationships/customXml" Target="../ink/ink1089.xml"/><Relationship Id="rId353" Type="http://schemas.openxmlformats.org/officeDocument/2006/relationships/customXml" Target="../ink/ink1110.xml"/><Relationship Id="rId395" Type="http://schemas.openxmlformats.org/officeDocument/2006/relationships/customXml" Target="../ink/ink1131.xml"/><Relationship Id="rId409" Type="http://schemas.openxmlformats.org/officeDocument/2006/relationships/customXml" Target="../ink/ink1138.xml"/><Relationship Id="rId560" Type="http://schemas.openxmlformats.org/officeDocument/2006/relationships/customXml" Target="../ink/ink1217.xml"/><Relationship Id="rId92" Type="http://schemas.openxmlformats.org/officeDocument/2006/relationships/customXml" Target="../ink/ink979.xml"/><Relationship Id="rId213" Type="http://schemas.openxmlformats.org/officeDocument/2006/relationships/customXml" Target="../ink/ink1040.xml"/><Relationship Id="rId420" Type="http://schemas.openxmlformats.org/officeDocument/2006/relationships/customXml" Target="../ink/ink1144.xml"/><Relationship Id="rId616" Type="http://schemas.openxmlformats.org/officeDocument/2006/relationships/image" Target="../media/image1010.png"/><Relationship Id="rId255" Type="http://schemas.openxmlformats.org/officeDocument/2006/relationships/customXml" Target="../ink/ink1061.xml"/><Relationship Id="rId297" Type="http://schemas.openxmlformats.org/officeDocument/2006/relationships/customXml" Target="../ink/ink1082.xml"/><Relationship Id="rId462" Type="http://schemas.openxmlformats.org/officeDocument/2006/relationships/customXml" Target="../ink/ink1166.xml"/><Relationship Id="rId518" Type="http://schemas.openxmlformats.org/officeDocument/2006/relationships/customXml" Target="../ink/ink1195.xml"/><Relationship Id="rId115" Type="http://schemas.openxmlformats.org/officeDocument/2006/relationships/image" Target="../media/image766.png"/><Relationship Id="rId157" Type="http://schemas.openxmlformats.org/officeDocument/2006/relationships/customXml" Target="../ink/ink1012.xml"/><Relationship Id="rId322" Type="http://schemas.openxmlformats.org/officeDocument/2006/relationships/image" Target="../media/image869.png"/><Relationship Id="rId364" Type="http://schemas.openxmlformats.org/officeDocument/2006/relationships/image" Target="../media/image889.png"/><Relationship Id="rId61" Type="http://schemas.openxmlformats.org/officeDocument/2006/relationships/image" Target="../media/image739.png"/><Relationship Id="rId199" Type="http://schemas.openxmlformats.org/officeDocument/2006/relationships/customXml" Target="../ink/ink1033.xml"/><Relationship Id="rId571" Type="http://schemas.openxmlformats.org/officeDocument/2006/relationships/image" Target="../media/image988.png"/><Relationship Id="rId19" Type="http://schemas.openxmlformats.org/officeDocument/2006/relationships/image" Target="../media/image722.png"/><Relationship Id="rId224" Type="http://schemas.openxmlformats.org/officeDocument/2006/relationships/image" Target="../media/image820.png"/><Relationship Id="rId266" Type="http://schemas.openxmlformats.org/officeDocument/2006/relationships/image" Target="../media/image841.png"/><Relationship Id="rId431" Type="http://schemas.openxmlformats.org/officeDocument/2006/relationships/image" Target="../media/image922.png"/><Relationship Id="rId473" Type="http://schemas.openxmlformats.org/officeDocument/2006/relationships/image" Target="../media/image942.png"/><Relationship Id="rId529" Type="http://schemas.openxmlformats.org/officeDocument/2006/relationships/customXml" Target="../ink/ink1201.xml"/><Relationship Id="rId30" Type="http://schemas.openxmlformats.org/officeDocument/2006/relationships/customXml" Target="../ink/ink948.xml"/><Relationship Id="rId126" Type="http://schemas.openxmlformats.org/officeDocument/2006/relationships/customXml" Target="../ink/ink996.xml"/><Relationship Id="rId168" Type="http://schemas.openxmlformats.org/officeDocument/2006/relationships/image" Target="../media/image792.png"/><Relationship Id="rId333" Type="http://schemas.openxmlformats.org/officeDocument/2006/relationships/customXml" Target="../ink/ink1100.xml"/><Relationship Id="rId540" Type="http://schemas.openxmlformats.org/officeDocument/2006/relationships/image" Target="../media/image973.png"/><Relationship Id="rId72" Type="http://schemas.openxmlformats.org/officeDocument/2006/relationships/customXml" Target="../ink/ink969.xml"/><Relationship Id="rId375" Type="http://schemas.openxmlformats.org/officeDocument/2006/relationships/customXml" Target="../ink/ink1121.xml"/><Relationship Id="rId582" Type="http://schemas.openxmlformats.org/officeDocument/2006/relationships/image" Target="../media/image993.png"/><Relationship Id="rId3" Type="http://schemas.openxmlformats.org/officeDocument/2006/relationships/image" Target="../media/image714.png"/><Relationship Id="rId235" Type="http://schemas.openxmlformats.org/officeDocument/2006/relationships/customXml" Target="../ink/ink1051.xml"/><Relationship Id="rId277" Type="http://schemas.openxmlformats.org/officeDocument/2006/relationships/customXml" Target="../ink/ink1072.xml"/><Relationship Id="rId400" Type="http://schemas.openxmlformats.org/officeDocument/2006/relationships/image" Target="../media/image907.png"/><Relationship Id="rId442" Type="http://schemas.openxmlformats.org/officeDocument/2006/relationships/image" Target="../media/image927.png"/><Relationship Id="rId484" Type="http://schemas.openxmlformats.org/officeDocument/2006/relationships/customXml" Target="../ink/ink1177.xml"/><Relationship Id="rId137" Type="http://schemas.openxmlformats.org/officeDocument/2006/relationships/image" Target="../media/image777.png"/><Relationship Id="rId302" Type="http://schemas.openxmlformats.org/officeDocument/2006/relationships/image" Target="../media/image859.png"/><Relationship Id="rId344" Type="http://schemas.openxmlformats.org/officeDocument/2006/relationships/image" Target="../media/image879.png"/><Relationship Id="rId41" Type="http://schemas.openxmlformats.org/officeDocument/2006/relationships/image" Target="../media/image730.png"/><Relationship Id="rId83" Type="http://schemas.openxmlformats.org/officeDocument/2006/relationships/image" Target="../media/image750.png"/><Relationship Id="rId179" Type="http://schemas.openxmlformats.org/officeDocument/2006/relationships/customXml" Target="../ink/ink1023.xml"/><Relationship Id="rId386" Type="http://schemas.openxmlformats.org/officeDocument/2006/relationships/image" Target="../media/image900.png"/><Relationship Id="rId551" Type="http://schemas.openxmlformats.org/officeDocument/2006/relationships/customXml" Target="../ink/ink1212.xml"/><Relationship Id="rId593" Type="http://schemas.openxmlformats.org/officeDocument/2006/relationships/customXml" Target="../ink/ink1234.xml"/><Relationship Id="rId607" Type="http://schemas.openxmlformats.org/officeDocument/2006/relationships/customXml" Target="../ink/ink1241.xml"/><Relationship Id="rId190" Type="http://schemas.openxmlformats.org/officeDocument/2006/relationships/image" Target="../media/image803.png"/><Relationship Id="rId204" Type="http://schemas.openxmlformats.org/officeDocument/2006/relationships/image" Target="../media/image810.png"/><Relationship Id="rId246" Type="http://schemas.openxmlformats.org/officeDocument/2006/relationships/image" Target="../media/image831.png"/><Relationship Id="rId288" Type="http://schemas.openxmlformats.org/officeDocument/2006/relationships/image" Target="../media/image852.png"/><Relationship Id="rId411" Type="http://schemas.openxmlformats.org/officeDocument/2006/relationships/customXml" Target="../ink/ink1139.xml"/><Relationship Id="rId453" Type="http://schemas.openxmlformats.org/officeDocument/2006/relationships/image" Target="../media/image932.png"/><Relationship Id="rId509" Type="http://schemas.openxmlformats.org/officeDocument/2006/relationships/image" Target="../media/image959.png"/><Relationship Id="rId106" Type="http://schemas.openxmlformats.org/officeDocument/2006/relationships/customXml" Target="../ink/ink986.xml"/><Relationship Id="rId313" Type="http://schemas.openxmlformats.org/officeDocument/2006/relationships/customXml" Target="../ink/ink1090.xml"/><Relationship Id="rId495" Type="http://schemas.openxmlformats.org/officeDocument/2006/relationships/image" Target="../media/image952.png"/><Relationship Id="rId10" Type="http://schemas.openxmlformats.org/officeDocument/2006/relationships/customXml" Target="../ink/ink938.xml"/><Relationship Id="rId52" Type="http://schemas.openxmlformats.org/officeDocument/2006/relationships/customXml" Target="../ink/ink959.xml"/><Relationship Id="rId94" Type="http://schemas.openxmlformats.org/officeDocument/2006/relationships/customXml" Target="../ink/ink980.xml"/><Relationship Id="rId148" Type="http://schemas.openxmlformats.org/officeDocument/2006/relationships/image" Target="../media/image782.png"/><Relationship Id="rId355" Type="http://schemas.openxmlformats.org/officeDocument/2006/relationships/customXml" Target="../ink/ink1111.xml"/><Relationship Id="rId397" Type="http://schemas.openxmlformats.org/officeDocument/2006/relationships/customXml" Target="../ink/ink1132.xml"/><Relationship Id="rId520" Type="http://schemas.openxmlformats.org/officeDocument/2006/relationships/customXml" Target="../ink/ink1196.xml"/><Relationship Id="rId562" Type="http://schemas.openxmlformats.org/officeDocument/2006/relationships/customXml" Target="../ink/ink1218.xml"/><Relationship Id="rId215" Type="http://schemas.openxmlformats.org/officeDocument/2006/relationships/customXml" Target="../ink/ink1041.xml"/><Relationship Id="rId257" Type="http://schemas.openxmlformats.org/officeDocument/2006/relationships/customXml" Target="../ink/ink1062.xml"/><Relationship Id="rId422" Type="http://schemas.openxmlformats.org/officeDocument/2006/relationships/customXml" Target="../ink/ink1145.xml"/><Relationship Id="rId464" Type="http://schemas.openxmlformats.org/officeDocument/2006/relationships/customXml" Target="../ink/ink1167.xml"/><Relationship Id="rId299" Type="http://schemas.openxmlformats.org/officeDocument/2006/relationships/customXml" Target="../ink/ink1083.xml"/><Relationship Id="rId63" Type="http://schemas.openxmlformats.org/officeDocument/2006/relationships/image" Target="../media/image740.png"/><Relationship Id="rId159" Type="http://schemas.openxmlformats.org/officeDocument/2006/relationships/customXml" Target="../ink/ink1013.xml"/><Relationship Id="rId366" Type="http://schemas.openxmlformats.org/officeDocument/2006/relationships/image" Target="../media/image890.png"/><Relationship Id="rId573" Type="http://schemas.openxmlformats.org/officeDocument/2006/relationships/customXml" Target="../ink/ink1224.xml"/><Relationship Id="rId226" Type="http://schemas.openxmlformats.org/officeDocument/2006/relationships/image" Target="../media/image821.png"/><Relationship Id="rId433" Type="http://schemas.openxmlformats.org/officeDocument/2006/relationships/image" Target="../media/image923.png"/><Relationship Id="rId74" Type="http://schemas.openxmlformats.org/officeDocument/2006/relationships/customXml" Target="../ink/ink970.xml"/><Relationship Id="rId377" Type="http://schemas.openxmlformats.org/officeDocument/2006/relationships/customXml" Target="../ink/ink1122.xml"/><Relationship Id="rId500" Type="http://schemas.openxmlformats.org/officeDocument/2006/relationships/customXml" Target="../ink/ink1186.xml"/><Relationship Id="rId584" Type="http://schemas.openxmlformats.org/officeDocument/2006/relationships/image" Target="../media/image994.png"/><Relationship Id="rId5" Type="http://schemas.openxmlformats.org/officeDocument/2006/relationships/image" Target="../media/image715.png"/><Relationship Id="rId237" Type="http://schemas.openxmlformats.org/officeDocument/2006/relationships/customXml" Target="../ink/ink1052.xml"/><Relationship Id="rId444" Type="http://schemas.openxmlformats.org/officeDocument/2006/relationships/image" Target="../media/image928.png"/><Relationship Id="rId290" Type="http://schemas.openxmlformats.org/officeDocument/2006/relationships/image" Target="../media/image853.png"/><Relationship Id="rId304" Type="http://schemas.openxmlformats.org/officeDocument/2006/relationships/image" Target="../media/image860.png"/><Relationship Id="rId388" Type="http://schemas.openxmlformats.org/officeDocument/2006/relationships/image" Target="../media/image901.png"/><Relationship Id="rId511" Type="http://schemas.openxmlformats.org/officeDocument/2006/relationships/image" Target="../media/image960.png"/><Relationship Id="rId609" Type="http://schemas.openxmlformats.org/officeDocument/2006/relationships/customXml" Target="../ink/ink1242.xml"/><Relationship Id="rId85" Type="http://schemas.openxmlformats.org/officeDocument/2006/relationships/image" Target="../media/image751.png"/><Relationship Id="rId150" Type="http://schemas.openxmlformats.org/officeDocument/2006/relationships/image" Target="../media/image783.png"/><Relationship Id="rId595" Type="http://schemas.openxmlformats.org/officeDocument/2006/relationships/customXml" Target="../ink/ink1235.xml"/><Relationship Id="rId248" Type="http://schemas.openxmlformats.org/officeDocument/2006/relationships/image" Target="../media/image832.png"/><Relationship Id="rId455" Type="http://schemas.openxmlformats.org/officeDocument/2006/relationships/image" Target="../media/image933.png"/><Relationship Id="rId12" Type="http://schemas.openxmlformats.org/officeDocument/2006/relationships/customXml" Target="../ink/ink939.xml"/><Relationship Id="rId108" Type="http://schemas.openxmlformats.org/officeDocument/2006/relationships/customXml" Target="../ink/ink987.xml"/><Relationship Id="rId315" Type="http://schemas.openxmlformats.org/officeDocument/2006/relationships/customXml" Target="../ink/ink1091.xml"/><Relationship Id="rId522" Type="http://schemas.openxmlformats.org/officeDocument/2006/relationships/customXml" Target="../ink/ink1197.xml"/><Relationship Id="rId96" Type="http://schemas.openxmlformats.org/officeDocument/2006/relationships/customXml" Target="../ink/ink981.xml"/><Relationship Id="rId161" Type="http://schemas.openxmlformats.org/officeDocument/2006/relationships/customXml" Target="../ink/ink1014.xml"/><Relationship Id="rId399" Type="http://schemas.openxmlformats.org/officeDocument/2006/relationships/customXml" Target="../ink/ink1133.xml"/><Relationship Id="rId259" Type="http://schemas.openxmlformats.org/officeDocument/2006/relationships/customXml" Target="../ink/ink1063.xml"/><Relationship Id="rId466" Type="http://schemas.openxmlformats.org/officeDocument/2006/relationships/customXml" Target="../ink/ink1168.xml"/><Relationship Id="rId23" Type="http://schemas.openxmlformats.org/officeDocument/2006/relationships/image" Target="../media/image13.png"/><Relationship Id="rId119" Type="http://schemas.openxmlformats.org/officeDocument/2006/relationships/image" Target="../media/image768.png"/><Relationship Id="rId326" Type="http://schemas.openxmlformats.org/officeDocument/2006/relationships/image" Target="../media/image871.png"/><Relationship Id="rId533" Type="http://schemas.openxmlformats.org/officeDocument/2006/relationships/customXml" Target="../ink/ink1203.xml"/><Relationship Id="rId172" Type="http://schemas.openxmlformats.org/officeDocument/2006/relationships/image" Target="../media/image794.png"/><Relationship Id="rId477" Type="http://schemas.openxmlformats.org/officeDocument/2006/relationships/image" Target="../media/image944.png"/><Relationship Id="rId600" Type="http://schemas.openxmlformats.org/officeDocument/2006/relationships/image" Target="../media/image1002.png"/><Relationship Id="rId337" Type="http://schemas.openxmlformats.org/officeDocument/2006/relationships/customXml" Target="../ink/ink1102.xml"/><Relationship Id="rId34" Type="http://schemas.openxmlformats.org/officeDocument/2006/relationships/customXml" Target="../ink/ink950.xml"/><Relationship Id="rId544" Type="http://schemas.openxmlformats.org/officeDocument/2006/relationships/image" Target="../media/image975.png"/><Relationship Id="rId183" Type="http://schemas.openxmlformats.org/officeDocument/2006/relationships/customXml" Target="../ink/ink1025.xml"/><Relationship Id="rId390" Type="http://schemas.openxmlformats.org/officeDocument/2006/relationships/image" Target="../media/image902.png"/><Relationship Id="rId404" Type="http://schemas.openxmlformats.org/officeDocument/2006/relationships/image" Target="../media/image909.png"/><Relationship Id="rId611" Type="http://schemas.openxmlformats.org/officeDocument/2006/relationships/customXml" Target="../ink/ink1243.xml"/><Relationship Id="rId250" Type="http://schemas.openxmlformats.org/officeDocument/2006/relationships/image" Target="../media/image833.png"/><Relationship Id="rId488" Type="http://schemas.openxmlformats.org/officeDocument/2006/relationships/customXml" Target="../ink/ink1179.xml"/><Relationship Id="rId45" Type="http://schemas.openxmlformats.org/officeDocument/2006/relationships/image" Target="../media/image732.png"/><Relationship Id="rId110" Type="http://schemas.openxmlformats.org/officeDocument/2006/relationships/customXml" Target="../ink/ink988.xml"/><Relationship Id="rId348" Type="http://schemas.openxmlformats.org/officeDocument/2006/relationships/image" Target="../media/image881.png"/><Relationship Id="rId555" Type="http://schemas.openxmlformats.org/officeDocument/2006/relationships/customXml" Target="../ink/ink1214.xml"/><Relationship Id="rId194" Type="http://schemas.openxmlformats.org/officeDocument/2006/relationships/image" Target="../media/image805.png"/><Relationship Id="rId208" Type="http://schemas.openxmlformats.org/officeDocument/2006/relationships/image" Target="../media/image812.png"/><Relationship Id="rId415" Type="http://schemas.openxmlformats.org/officeDocument/2006/relationships/customXml" Target="../ink/ink1141.xml"/><Relationship Id="rId261" Type="http://schemas.openxmlformats.org/officeDocument/2006/relationships/customXml" Target="../ink/ink1064.xml"/><Relationship Id="rId499" Type="http://schemas.openxmlformats.org/officeDocument/2006/relationships/image" Target="../media/image954.png"/><Relationship Id="rId56" Type="http://schemas.openxmlformats.org/officeDocument/2006/relationships/customXml" Target="../ink/ink961.xml"/><Relationship Id="rId359" Type="http://schemas.openxmlformats.org/officeDocument/2006/relationships/customXml" Target="../ink/ink1113.xml"/><Relationship Id="rId566" Type="http://schemas.openxmlformats.org/officeDocument/2006/relationships/customXml" Target="../ink/ink1220.xml"/><Relationship Id="rId121" Type="http://schemas.openxmlformats.org/officeDocument/2006/relationships/image" Target="../media/image769.png"/><Relationship Id="rId219" Type="http://schemas.openxmlformats.org/officeDocument/2006/relationships/customXml" Target="../ink/ink1043.xml"/><Relationship Id="rId426" Type="http://schemas.openxmlformats.org/officeDocument/2006/relationships/customXml" Target="../ink/ink11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53E7BCA-5187-23D9-FF54-2AED2F9D74A0}"/>
              </a:ext>
            </a:extLst>
          </p:cNvPr>
          <p:cNvGrpSpPr/>
          <p:nvPr/>
        </p:nvGrpSpPr>
        <p:grpSpPr>
          <a:xfrm>
            <a:off x="125576" y="125414"/>
            <a:ext cx="827640" cy="243360"/>
            <a:chOff x="125576" y="125414"/>
            <a:chExt cx="827640" cy="24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365ABF0-0409-2900-8925-21C236CFC06B}"/>
                    </a:ext>
                  </a:extLst>
                </p14:cNvPr>
                <p14:cNvContentPartPr/>
                <p14:nvPr/>
              </p14:nvContentPartPr>
              <p14:xfrm>
                <a:off x="142136" y="125414"/>
                <a:ext cx="19080" cy="2433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365ABF0-0409-2900-8925-21C236CFC06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7816" y="121094"/>
                  <a:ext cx="277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5AF1529-FBE2-4D1D-30F7-57801DC345CC}"/>
                    </a:ext>
                  </a:extLst>
                </p14:cNvPr>
                <p14:cNvContentPartPr/>
                <p14:nvPr/>
              </p14:nvContentPartPr>
              <p14:xfrm>
                <a:off x="125576" y="180854"/>
                <a:ext cx="205200" cy="70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5AF1529-FBE2-4D1D-30F7-57801DC345C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1256" y="176534"/>
                  <a:ext cx="2138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0F5952B-AB37-14A1-E3A9-67A8E70CE291}"/>
                    </a:ext>
                  </a:extLst>
                </p14:cNvPr>
                <p14:cNvContentPartPr/>
                <p14:nvPr/>
              </p14:nvContentPartPr>
              <p14:xfrm>
                <a:off x="188216" y="277694"/>
                <a:ext cx="106560" cy="54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0F5952B-AB37-14A1-E3A9-67A8E70CE29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83896" y="273374"/>
                  <a:ext cx="1152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42240C6-B5D3-8C71-E71E-B7BC5EDEB001}"/>
                    </a:ext>
                  </a:extLst>
                </p14:cNvPr>
                <p14:cNvContentPartPr/>
                <p14:nvPr/>
              </p14:nvContentPartPr>
              <p14:xfrm>
                <a:off x="312416" y="231614"/>
                <a:ext cx="640800" cy="127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42240C6-B5D3-8C71-E71E-B7BC5EDEB00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8096" y="227294"/>
                  <a:ext cx="64944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D7DD1EE-0A41-AA5F-A299-938B2CFFA58C}"/>
              </a:ext>
            </a:extLst>
          </p:cNvPr>
          <p:cNvGrpSpPr/>
          <p:nvPr/>
        </p:nvGrpSpPr>
        <p:grpSpPr>
          <a:xfrm>
            <a:off x="53576" y="806894"/>
            <a:ext cx="3325320" cy="1785240"/>
            <a:chOff x="53576" y="806894"/>
            <a:chExt cx="3325320" cy="178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06D8122-E424-3FC1-3215-15A681F205E8}"/>
                    </a:ext>
                  </a:extLst>
                </p14:cNvPr>
                <p14:cNvContentPartPr/>
                <p14:nvPr/>
              </p14:nvContentPartPr>
              <p14:xfrm>
                <a:off x="297656" y="806894"/>
                <a:ext cx="151200" cy="1785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06D8122-E424-3FC1-3215-15A681F205E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3336" y="802574"/>
                  <a:ext cx="159840" cy="179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E9FC5CC-22BD-39EF-8024-47D755778350}"/>
                    </a:ext>
                  </a:extLst>
                </p14:cNvPr>
                <p14:cNvContentPartPr/>
                <p14:nvPr/>
              </p14:nvContentPartPr>
              <p14:xfrm>
                <a:off x="53576" y="2420414"/>
                <a:ext cx="3325320" cy="171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E9FC5CC-22BD-39EF-8024-47D75577835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256" y="2416094"/>
                  <a:ext cx="33339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292AACB-51DC-3441-26D8-7C5A847AADEB}"/>
                    </a:ext>
                  </a:extLst>
                </p14:cNvPr>
                <p14:cNvContentPartPr/>
                <p14:nvPr/>
              </p14:nvContentPartPr>
              <p14:xfrm>
                <a:off x="734696" y="1595294"/>
                <a:ext cx="33480" cy="10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292AACB-51DC-3441-26D8-7C5A847AADE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30376" y="1590974"/>
                  <a:ext cx="421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DFB6A0F-3271-3744-6457-EF7F0683948D}"/>
                    </a:ext>
                  </a:extLst>
                </p14:cNvPr>
                <p14:cNvContentPartPr/>
                <p14:nvPr/>
              </p14:nvContentPartPr>
              <p14:xfrm>
                <a:off x="734696" y="1773134"/>
                <a:ext cx="360" cy="2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DFB6A0F-3271-3744-6457-EF7F0683948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30376" y="1768814"/>
                  <a:ext cx="9000" cy="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0F0B316-0904-DEC5-B970-97F4451505C6}"/>
                    </a:ext>
                  </a:extLst>
                </p14:cNvPr>
                <p14:cNvContentPartPr/>
                <p14:nvPr/>
              </p14:nvContentPartPr>
              <p14:xfrm>
                <a:off x="717056" y="1921814"/>
                <a:ext cx="19080" cy="6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0F0B316-0904-DEC5-B970-97F4451505C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2736" y="1917494"/>
                  <a:ext cx="2772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6685FDB-E474-772F-C395-4454837B8126}"/>
                    </a:ext>
                  </a:extLst>
                </p14:cNvPr>
                <p14:cNvContentPartPr/>
                <p14:nvPr/>
              </p14:nvContentPartPr>
              <p14:xfrm>
                <a:off x="555416" y="1586654"/>
                <a:ext cx="171000" cy="387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6685FDB-E474-772F-C395-4454837B812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51096" y="1582334"/>
                  <a:ext cx="17964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5A46B4D-5CCB-3148-F4B1-04F7A8F7CC2C}"/>
                    </a:ext>
                  </a:extLst>
                </p14:cNvPr>
                <p14:cNvContentPartPr/>
                <p14:nvPr/>
              </p14:nvContentPartPr>
              <p14:xfrm>
                <a:off x="815696" y="1612574"/>
                <a:ext cx="104040" cy="341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5A46B4D-5CCB-3148-F4B1-04F7A8F7CC2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11376" y="1608254"/>
                  <a:ext cx="11268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12FACA8-210E-BB2E-9C15-E2FD5612AD27}"/>
                    </a:ext>
                  </a:extLst>
                </p14:cNvPr>
                <p14:cNvContentPartPr/>
                <p14:nvPr/>
              </p14:nvContentPartPr>
              <p14:xfrm>
                <a:off x="1683296" y="1604654"/>
                <a:ext cx="83160" cy="341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12FACA8-210E-BB2E-9C15-E2FD5612AD2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78976" y="1600334"/>
                  <a:ext cx="9180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BC473A7-0200-A126-7C4A-1684FF9B9F62}"/>
                    </a:ext>
                  </a:extLst>
                </p14:cNvPr>
                <p14:cNvContentPartPr/>
                <p14:nvPr/>
              </p14:nvContentPartPr>
              <p14:xfrm>
                <a:off x="1801736" y="1721294"/>
                <a:ext cx="360" cy="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BC473A7-0200-A126-7C4A-1684FF9B9F6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97416" y="171697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0A93D35-76D7-302B-14EC-6C8B59F6FD68}"/>
                    </a:ext>
                  </a:extLst>
                </p14:cNvPr>
                <p14:cNvContentPartPr/>
                <p14:nvPr/>
              </p14:nvContentPartPr>
              <p14:xfrm>
                <a:off x="1792736" y="1810574"/>
                <a:ext cx="9360" cy="7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0A93D35-76D7-302B-14EC-6C8B59F6FD6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88416" y="1806254"/>
                  <a:ext cx="1800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90F6E48-419B-F9A0-9C76-8427C299E642}"/>
                    </a:ext>
                  </a:extLst>
                </p14:cNvPr>
                <p14:cNvContentPartPr/>
                <p14:nvPr/>
              </p14:nvContentPartPr>
              <p14:xfrm>
                <a:off x="1810376" y="1882574"/>
                <a:ext cx="3960" cy="5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90F6E48-419B-F9A0-9C76-8427C299E64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806056" y="1878254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FE8E262-CA68-706A-1726-972EE9F33E77}"/>
                    </a:ext>
                  </a:extLst>
                </p14:cNvPr>
                <p14:cNvContentPartPr/>
                <p14:nvPr/>
              </p14:nvContentPartPr>
              <p14:xfrm>
                <a:off x="1954016" y="1631294"/>
                <a:ext cx="134280" cy="377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FE8E262-CA68-706A-1726-972EE9F33E7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49696" y="1626974"/>
                  <a:ext cx="14292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5342C73-049B-5496-8F56-5C2000670604}"/>
                    </a:ext>
                  </a:extLst>
                </p14:cNvPr>
                <p14:cNvContentPartPr/>
                <p14:nvPr/>
              </p14:nvContentPartPr>
              <p14:xfrm>
                <a:off x="1254896" y="1772774"/>
                <a:ext cx="43920" cy="19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5342C73-049B-5496-8F56-5C200067060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50576" y="1768454"/>
                  <a:ext cx="525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35132E1-9383-B244-A5BA-B1FE2C9FC329}"/>
                    </a:ext>
                  </a:extLst>
                </p14:cNvPr>
                <p14:cNvContentPartPr/>
                <p14:nvPr/>
              </p14:nvContentPartPr>
              <p14:xfrm>
                <a:off x="1012976" y="1823174"/>
                <a:ext cx="10800" cy="5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35132E1-9383-B244-A5BA-B1FE2C9FC32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08656" y="1818854"/>
                  <a:ext cx="1944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A458569-D404-3A1A-672E-AD60AC9E7AFE}"/>
                    </a:ext>
                  </a:extLst>
                </p14:cNvPr>
                <p14:cNvContentPartPr/>
                <p14:nvPr/>
              </p14:nvContentPartPr>
              <p14:xfrm>
                <a:off x="1075616" y="1801214"/>
                <a:ext cx="61200" cy="9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A458569-D404-3A1A-672E-AD60AC9E7AF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71296" y="1796894"/>
                  <a:ext cx="6984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17F6DF3-C019-32B0-63BE-D98BF83129BE}"/>
                    </a:ext>
                  </a:extLst>
                </p14:cNvPr>
                <p14:cNvContentPartPr/>
                <p14:nvPr/>
              </p14:nvContentPartPr>
              <p14:xfrm>
                <a:off x="1147256" y="1801574"/>
                <a:ext cx="61200" cy="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17F6DF3-C019-32B0-63BE-D98BF83129B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42936" y="1797254"/>
                  <a:ext cx="698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8C22E4B-CC1B-D335-0380-EE2C38A22950}"/>
                    </a:ext>
                  </a:extLst>
                </p14:cNvPr>
                <p14:cNvContentPartPr/>
                <p14:nvPr/>
              </p14:nvContentPartPr>
              <p14:xfrm>
                <a:off x="1462616" y="1810574"/>
                <a:ext cx="70560" cy="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8C22E4B-CC1B-D335-0380-EE2C38A2295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58296" y="1806254"/>
                  <a:ext cx="79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C4CBEF3-54A0-2896-5094-E290E1DAEF09}"/>
                    </a:ext>
                  </a:extLst>
                </p14:cNvPr>
                <p14:cNvContentPartPr/>
                <p14:nvPr/>
              </p14:nvContentPartPr>
              <p14:xfrm>
                <a:off x="1400336" y="1810574"/>
                <a:ext cx="16200" cy="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C4CBEF3-54A0-2896-5094-E290E1DAEF0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396016" y="1806254"/>
                  <a:ext cx="248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B09FE39-9CA3-F160-5616-97EEEB145D97}"/>
                    </a:ext>
                  </a:extLst>
                </p14:cNvPr>
                <p14:cNvContentPartPr/>
                <p14:nvPr/>
              </p14:nvContentPartPr>
              <p14:xfrm>
                <a:off x="1101536" y="1518254"/>
                <a:ext cx="302040" cy="79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B09FE39-9CA3-F160-5616-97EEEB145D9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97216" y="1513934"/>
                  <a:ext cx="3106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A83818D-3F4D-EEF3-52E8-C34F14142C58}"/>
                    </a:ext>
                  </a:extLst>
                </p14:cNvPr>
                <p14:cNvContentPartPr/>
                <p14:nvPr/>
              </p14:nvContentPartPr>
              <p14:xfrm>
                <a:off x="1421576" y="1407374"/>
                <a:ext cx="3960" cy="1393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A83818D-3F4D-EEF3-52E8-C34F14142C5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417256" y="1403054"/>
                  <a:ext cx="126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16A4793-D46F-CB06-730C-8F3FDCEB61DA}"/>
                    </a:ext>
                  </a:extLst>
                </p14:cNvPr>
                <p14:cNvContentPartPr/>
                <p14:nvPr/>
              </p14:nvContentPartPr>
              <p14:xfrm>
                <a:off x="1416176" y="1480094"/>
                <a:ext cx="126360" cy="61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16A4793-D46F-CB06-730C-8F3FDCEB61D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411856" y="1475774"/>
                  <a:ext cx="1350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EB26F94-93CB-2260-3A37-C557105F9923}"/>
                    </a:ext>
                  </a:extLst>
                </p14:cNvPr>
                <p14:cNvContentPartPr/>
                <p14:nvPr/>
              </p14:nvContentPartPr>
              <p14:xfrm>
                <a:off x="1613456" y="1479014"/>
                <a:ext cx="7200" cy="381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EB26F94-93CB-2260-3A37-C557105F992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609136" y="1474694"/>
                  <a:ext cx="158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7DD4D1B-4DF8-59D2-B342-BC6A7312BCB3}"/>
                    </a:ext>
                  </a:extLst>
                </p14:cNvPr>
                <p14:cNvContentPartPr/>
                <p14:nvPr/>
              </p14:nvContentPartPr>
              <p14:xfrm>
                <a:off x="1622456" y="1398374"/>
                <a:ext cx="23040" cy="28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7DD4D1B-4DF8-59D2-B342-BC6A7312BCB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618136" y="1394054"/>
                  <a:ext cx="31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A94DB73-D6A0-EDCD-D245-C5082385793C}"/>
                    </a:ext>
                  </a:extLst>
                </p14:cNvPr>
                <p14:cNvContentPartPr/>
                <p14:nvPr/>
              </p14:nvContentPartPr>
              <p14:xfrm>
                <a:off x="1712456" y="1470014"/>
                <a:ext cx="360" cy="24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A94DB73-D6A0-EDCD-D245-C5082385793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708136" y="1465694"/>
                  <a:ext cx="9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D22029D-7476-690A-FE4C-24B2324DCA70}"/>
                    </a:ext>
                  </a:extLst>
                </p14:cNvPr>
                <p14:cNvContentPartPr/>
                <p14:nvPr/>
              </p14:nvContentPartPr>
              <p14:xfrm>
                <a:off x="1703096" y="1344734"/>
                <a:ext cx="360" cy="178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D22029D-7476-690A-FE4C-24B2324DCA7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698776" y="1340414"/>
                  <a:ext cx="90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2378DB3-204D-765A-11D8-2E5C04A0DD05}"/>
                    </a:ext>
                  </a:extLst>
                </p14:cNvPr>
                <p14:cNvContentPartPr/>
                <p14:nvPr/>
              </p14:nvContentPartPr>
              <p14:xfrm>
                <a:off x="1631456" y="2110094"/>
                <a:ext cx="360000" cy="1044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2378DB3-204D-765A-11D8-2E5C04A0DD0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627136" y="2105774"/>
                  <a:ext cx="3686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866581A-9855-3A7E-F9A8-D4928F494016}"/>
                    </a:ext>
                  </a:extLst>
                </p14:cNvPr>
                <p14:cNvContentPartPr/>
                <p14:nvPr/>
              </p14:nvContentPartPr>
              <p14:xfrm>
                <a:off x="2009096" y="2052854"/>
                <a:ext cx="159840" cy="179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866581A-9855-3A7E-F9A8-D4928F49401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004776" y="2048534"/>
                  <a:ext cx="16848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970BF97-8F88-7625-9823-A48A5A9B9BC7}"/>
                    </a:ext>
                  </a:extLst>
                </p14:cNvPr>
                <p14:cNvContentPartPr/>
                <p14:nvPr/>
              </p14:nvContentPartPr>
              <p14:xfrm>
                <a:off x="2132216" y="2168774"/>
                <a:ext cx="109800" cy="561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970BF97-8F88-7625-9823-A48A5A9B9BC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127896" y="2164454"/>
                  <a:ext cx="1184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0B5AB15-0EB3-61B1-C92C-C43AF684F9A2}"/>
                    </a:ext>
                  </a:extLst>
                </p14:cNvPr>
                <p14:cNvContentPartPr/>
                <p14:nvPr/>
              </p14:nvContentPartPr>
              <p14:xfrm>
                <a:off x="2230496" y="2034854"/>
                <a:ext cx="10800" cy="187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0B5AB15-0EB3-61B1-C92C-C43AF684F9A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226176" y="2030534"/>
                  <a:ext cx="194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51CE05B-CC89-C47E-5571-2E0912EC9950}"/>
                    </a:ext>
                  </a:extLst>
                </p14:cNvPr>
                <p14:cNvContentPartPr/>
                <p14:nvPr/>
              </p14:nvContentPartPr>
              <p14:xfrm>
                <a:off x="2275856" y="2160134"/>
                <a:ext cx="39960" cy="698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51CE05B-CC89-C47E-5571-2E0912EC995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71536" y="2155814"/>
                  <a:ext cx="486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E53FC17-45C2-B363-1DD0-8869BA84F653}"/>
                    </a:ext>
                  </a:extLst>
                </p14:cNvPr>
                <p14:cNvContentPartPr/>
                <p14:nvPr/>
              </p14:nvContentPartPr>
              <p14:xfrm>
                <a:off x="2337776" y="2061854"/>
                <a:ext cx="347040" cy="325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E53FC17-45C2-B363-1DD0-8869BA84F65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333456" y="2057534"/>
                  <a:ext cx="355680" cy="33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7D1D3B0-FB39-3C69-F52F-C431009F7DC2}"/>
              </a:ext>
            </a:extLst>
          </p:cNvPr>
          <p:cNvGrpSpPr/>
          <p:nvPr/>
        </p:nvGrpSpPr>
        <p:grpSpPr>
          <a:xfrm>
            <a:off x="4429016" y="53774"/>
            <a:ext cx="1477800" cy="2858760"/>
            <a:chOff x="4429016" y="53774"/>
            <a:chExt cx="1477800" cy="285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4FC1B58-C3BE-D805-848F-E486D3C06B12}"/>
                    </a:ext>
                  </a:extLst>
                </p14:cNvPr>
                <p14:cNvContentPartPr/>
                <p14:nvPr/>
              </p14:nvContentPartPr>
              <p14:xfrm>
                <a:off x="4444136" y="89414"/>
                <a:ext cx="11520" cy="212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4FC1B58-C3BE-D805-848F-E486D3C06B1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439816" y="85094"/>
                  <a:ext cx="201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BD227AC-F4EB-3A3E-ABB4-BC2924466A66}"/>
                    </a:ext>
                  </a:extLst>
                </p14:cNvPr>
                <p14:cNvContentPartPr/>
                <p14:nvPr/>
              </p14:nvContentPartPr>
              <p14:xfrm>
                <a:off x="4429016" y="107054"/>
                <a:ext cx="452160" cy="1674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BD227AC-F4EB-3A3E-ABB4-BC2924466A6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424696" y="102734"/>
                  <a:ext cx="4608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94C9285-EF56-F65C-874D-139B7EBCB8FD}"/>
                    </a:ext>
                  </a:extLst>
                </p14:cNvPr>
                <p14:cNvContentPartPr/>
                <p14:nvPr/>
              </p14:nvContentPartPr>
              <p14:xfrm>
                <a:off x="4930136" y="143054"/>
                <a:ext cx="241560" cy="10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94C9285-EF56-F65C-874D-139B7EBCB8F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925816" y="138734"/>
                  <a:ext cx="2502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69D2AB4-41CD-905E-1933-B6FB35544D75}"/>
                    </a:ext>
                  </a:extLst>
                </p14:cNvPr>
                <p14:cNvContentPartPr/>
                <p14:nvPr/>
              </p14:nvContentPartPr>
              <p14:xfrm>
                <a:off x="5181776" y="53774"/>
                <a:ext cx="27000" cy="205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69D2AB4-41CD-905E-1933-B6FB35544D7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177456" y="49454"/>
                  <a:ext cx="356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553BEE7-4FDE-3079-6EA0-C319FA718D2F}"/>
                    </a:ext>
                  </a:extLst>
                </p14:cNvPr>
                <p14:cNvContentPartPr/>
                <p14:nvPr/>
              </p14:nvContentPartPr>
              <p14:xfrm>
                <a:off x="5181416" y="142334"/>
                <a:ext cx="624600" cy="115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553BEE7-4FDE-3079-6EA0-C319FA718D2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177096" y="138014"/>
                  <a:ext cx="6332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B9D2E61-3644-5785-CD74-162767BBD507}"/>
                    </a:ext>
                  </a:extLst>
                </p14:cNvPr>
                <p14:cNvContentPartPr/>
                <p14:nvPr/>
              </p14:nvContentPartPr>
              <p14:xfrm>
                <a:off x="5826896" y="197414"/>
                <a:ext cx="79920" cy="813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B9D2E61-3644-5785-CD74-162767BBD50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22576" y="193094"/>
                  <a:ext cx="885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12305DD-97C6-D9B0-3AF3-61381FF29BDD}"/>
                    </a:ext>
                  </a:extLst>
                </p14:cNvPr>
                <p14:cNvContentPartPr/>
                <p14:nvPr/>
              </p14:nvContentPartPr>
              <p14:xfrm>
                <a:off x="4598576" y="546614"/>
                <a:ext cx="46080" cy="2365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12305DD-97C6-D9B0-3AF3-61381FF29BD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594256" y="542294"/>
                  <a:ext cx="54720" cy="237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5966EB73-46AC-47BE-9757-1C1260355790}"/>
                  </a:ext>
                </a:extLst>
              </p14:cNvPr>
              <p14:cNvContentPartPr/>
              <p14:nvPr/>
            </p14:nvContentPartPr>
            <p14:xfrm>
              <a:off x="3980456" y="2465414"/>
              <a:ext cx="3504240" cy="547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5966EB73-46AC-47BE-9757-1C126035579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976136" y="2461094"/>
                <a:ext cx="351288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D0CC367-C025-C67F-8C14-65764E23F668}"/>
                  </a:ext>
                </a:extLst>
              </p14:cNvPr>
              <p14:cNvContentPartPr/>
              <p14:nvPr/>
            </p14:nvContentPartPr>
            <p14:xfrm>
              <a:off x="44936" y="2904614"/>
              <a:ext cx="250200" cy="3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D0CC367-C025-C67F-8C14-65764E23F66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0616" y="2900294"/>
                <a:ext cx="25884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DDCE171B-C692-5202-14A0-14BB17E1C291}"/>
              </a:ext>
            </a:extLst>
          </p:cNvPr>
          <p:cNvGrpSpPr/>
          <p:nvPr/>
        </p:nvGrpSpPr>
        <p:grpSpPr>
          <a:xfrm>
            <a:off x="2133296" y="2745494"/>
            <a:ext cx="351360" cy="329040"/>
            <a:chOff x="2133296" y="2745494"/>
            <a:chExt cx="351360" cy="32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07E65B6-BD44-3F06-07E5-D3F02A8C051B}"/>
                    </a:ext>
                  </a:extLst>
                </p14:cNvPr>
                <p14:cNvContentPartPr/>
                <p14:nvPr/>
              </p14:nvContentPartPr>
              <p14:xfrm>
                <a:off x="2177576" y="2745494"/>
                <a:ext cx="46080" cy="3290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07E65B6-BD44-3F06-07E5-D3F02A8C051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173256" y="2741174"/>
                  <a:ext cx="5472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371529D-B291-2C4E-CCD8-E0C7D396D1AF}"/>
                    </a:ext>
                  </a:extLst>
                </p14:cNvPr>
                <p14:cNvContentPartPr/>
                <p14:nvPr/>
              </p14:nvContentPartPr>
              <p14:xfrm>
                <a:off x="2133296" y="2895254"/>
                <a:ext cx="133560" cy="450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371529D-B291-2C4E-CCD8-E0C7D396D1A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128976" y="2890934"/>
                  <a:ext cx="1422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44431CC-1491-06E5-E2AA-A6D2746CBCDE}"/>
                    </a:ext>
                  </a:extLst>
                </p14:cNvPr>
                <p14:cNvContentPartPr/>
                <p14:nvPr/>
              </p14:nvContentPartPr>
              <p14:xfrm>
                <a:off x="2269736" y="2876534"/>
                <a:ext cx="214920" cy="770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44431CC-1491-06E5-E2AA-A6D2746CBCD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265416" y="2872214"/>
                  <a:ext cx="22356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90D6BB1-63FD-FB9B-E89E-0D7993B7549F}"/>
              </a:ext>
            </a:extLst>
          </p:cNvPr>
          <p:cNvGrpSpPr/>
          <p:nvPr/>
        </p:nvGrpSpPr>
        <p:grpSpPr>
          <a:xfrm>
            <a:off x="177416" y="3218534"/>
            <a:ext cx="738000" cy="340200"/>
            <a:chOff x="177416" y="3218534"/>
            <a:chExt cx="738000" cy="34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FFF769D-5D25-F779-B5CD-4817083351B8}"/>
                    </a:ext>
                  </a:extLst>
                </p14:cNvPr>
                <p14:cNvContentPartPr/>
                <p14:nvPr/>
              </p14:nvContentPartPr>
              <p14:xfrm>
                <a:off x="177416" y="3289094"/>
                <a:ext cx="343080" cy="2696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FFF769D-5D25-F779-B5CD-4817083351B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73096" y="3284774"/>
                  <a:ext cx="3517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9BAA091-339F-03E6-35D6-4D1553C547F1}"/>
                    </a:ext>
                  </a:extLst>
                </p14:cNvPr>
                <p14:cNvContentPartPr/>
                <p14:nvPr/>
              </p14:nvContentPartPr>
              <p14:xfrm>
                <a:off x="555416" y="3289814"/>
                <a:ext cx="135720" cy="788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9BAA091-339F-03E6-35D6-4D1553C547F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51096" y="3285494"/>
                  <a:ext cx="1443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FEFFDE4-D102-0128-440D-B3870FCDB0A3}"/>
                    </a:ext>
                  </a:extLst>
                </p14:cNvPr>
                <p14:cNvContentPartPr/>
                <p14:nvPr/>
              </p14:nvContentPartPr>
              <p14:xfrm>
                <a:off x="699056" y="3218534"/>
                <a:ext cx="360" cy="93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FEFFDE4-D102-0128-440D-B3870FCDB0A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4736" y="3214214"/>
                  <a:ext cx="9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0EE5900-85A5-0122-3289-3D459856CD65}"/>
                    </a:ext>
                  </a:extLst>
                </p14:cNvPr>
                <p14:cNvContentPartPr/>
                <p14:nvPr/>
              </p14:nvContentPartPr>
              <p14:xfrm>
                <a:off x="744056" y="3298814"/>
                <a:ext cx="22680" cy="583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0EE5900-85A5-0122-3289-3D459856CD6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39736" y="3294494"/>
                  <a:ext cx="313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C7FC8BC-092B-A430-4185-3CF7EEE20848}"/>
                    </a:ext>
                  </a:extLst>
                </p14:cNvPr>
                <p14:cNvContentPartPr/>
                <p14:nvPr/>
              </p14:nvContentPartPr>
              <p14:xfrm>
                <a:off x="788696" y="3218534"/>
                <a:ext cx="360" cy="39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C7FC8BC-092B-A430-4185-3CF7EEE2084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84376" y="3214214"/>
                  <a:ext cx="90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C08552F-DEE7-351F-9F17-67BB72289399}"/>
                    </a:ext>
                  </a:extLst>
                </p14:cNvPr>
                <p14:cNvContentPartPr/>
                <p14:nvPr/>
              </p14:nvContentPartPr>
              <p14:xfrm>
                <a:off x="788696" y="3288734"/>
                <a:ext cx="126720" cy="626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C08552F-DEE7-351F-9F17-67BB7228939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84376" y="3284414"/>
                  <a:ext cx="13536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F37BBD2C-7EAC-DF46-6E58-AD6E6C2C8297}"/>
              </a:ext>
            </a:extLst>
          </p:cNvPr>
          <p:cNvGrpSpPr/>
          <p:nvPr/>
        </p:nvGrpSpPr>
        <p:grpSpPr>
          <a:xfrm>
            <a:off x="1359656" y="3226814"/>
            <a:ext cx="498600" cy="136440"/>
            <a:chOff x="1359656" y="3226814"/>
            <a:chExt cx="498600" cy="13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CCB54C5-00D8-84EF-6B3B-A9C7645FDE32}"/>
                    </a:ext>
                  </a:extLst>
                </p14:cNvPr>
                <p14:cNvContentPartPr/>
                <p14:nvPr/>
              </p14:nvContentPartPr>
              <p14:xfrm>
                <a:off x="1359656" y="3228254"/>
                <a:ext cx="100440" cy="126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CCB54C5-00D8-84EF-6B3B-A9C7645FDE3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355336" y="3223934"/>
                  <a:ext cx="1090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CDD23B1-5D9C-39D2-1125-02FD25A205E0}"/>
                    </a:ext>
                  </a:extLst>
                </p14:cNvPr>
                <p14:cNvContentPartPr/>
                <p14:nvPr/>
              </p14:nvContentPartPr>
              <p14:xfrm>
                <a:off x="1568816" y="3280454"/>
                <a:ext cx="106560" cy="187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CDD23B1-5D9C-39D2-1125-02FD25A205E0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564496" y="3276134"/>
                  <a:ext cx="115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0D72BB4-7A61-C61D-F249-7B641398E35B}"/>
                    </a:ext>
                  </a:extLst>
                </p14:cNvPr>
                <p14:cNvContentPartPr/>
                <p14:nvPr/>
              </p14:nvContentPartPr>
              <p14:xfrm>
                <a:off x="1754216" y="3226814"/>
                <a:ext cx="104040" cy="1364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0D72BB4-7A61-C61D-F249-7B641398E35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749896" y="3222494"/>
                  <a:ext cx="11268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6AA1442-3FF3-26BE-8CED-9FB9E7524EB3}"/>
              </a:ext>
            </a:extLst>
          </p:cNvPr>
          <p:cNvGrpSpPr/>
          <p:nvPr/>
        </p:nvGrpSpPr>
        <p:grpSpPr>
          <a:xfrm>
            <a:off x="1147256" y="3173534"/>
            <a:ext cx="108000" cy="250200"/>
            <a:chOff x="1147256" y="3173534"/>
            <a:chExt cx="108000" cy="25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5EFA9ED-F12F-5A2D-4BE7-9DC024720EAF}"/>
                    </a:ext>
                  </a:extLst>
                </p14:cNvPr>
                <p14:cNvContentPartPr/>
                <p14:nvPr/>
              </p14:nvContentPartPr>
              <p14:xfrm>
                <a:off x="1147256" y="3173534"/>
                <a:ext cx="27720" cy="2502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5EFA9ED-F12F-5A2D-4BE7-9DC024720EA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42936" y="3169214"/>
                  <a:ext cx="363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2BAF13C-BD7A-7CB5-CB22-81002055E6B6}"/>
                    </a:ext>
                  </a:extLst>
                </p14:cNvPr>
                <p14:cNvContentPartPr/>
                <p14:nvPr/>
              </p14:nvContentPartPr>
              <p14:xfrm>
                <a:off x="1248056" y="3182534"/>
                <a:ext cx="7200" cy="1893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2BAF13C-BD7A-7CB5-CB22-81002055E6B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243736" y="3178214"/>
                  <a:ext cx="1584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7C6E1A2-620E-C838-9FE0-28089ACDAC40}"/>
              </a:ext>
            </a:extLst>
          </p:cNvPr>
          <p:cNvGrpSpPr/>
          <p:nvPr/>
        </p:nvGrpSpPr>
        <p:grpSpPr>
          <a:xfrm>
            <a:off x="2016656" y="3191174"/>
            <a:ext cx="142920" cy="350640"/>
            <a:chOff x="2016656" y="3191174"/>
            <a:chExt cx="142920" cy="35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4A4CC65-7405-D8F8-0B45-44B75EA5F74B}"/>
                    </a:ext>
                  </a:extLst>
                </p14:cNvPr>
                <p14:cNvContentPartPr/>
                <p14:nvPr/>
              </p14:nvContentPartPr>
              <p14:xfrm>
                <a:off x="2016656" y="3191174"/>
                <a:ext cx="360" cy="2343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4A4CC65-7405-D8F8-0B45-44B75EA5F74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012336" y="3186854"/>
                  <a:ext cx="90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7156DDD-671A-6AD9-D166-AC9E992D15C1}"/>
                    </a:ext>
                  </a:extLst>
                </p14:cNvPr>
                <p14:cNvContentPartPr/>
                <p14:nvPr/>
              </p14:nvContentPartPr>
              <p14:xfrm>
                <a:off x="2035016" y="3227174"/>
                <a:ext cx="360" cy="1965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7156DDD-671A-6AD9-D166-AC9E992D15C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2030696" y="3222854"/>
                  <a:ext cx="90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943D9D5-DA39-16FB-106A-9B1757B52DD2}"/>
                    </a:ext>
                  </a:extLst>
                </p14:cNvPr>
                <p14:cNvContentPartPr/>
                <p14:nvPr/>
              </p14:nvContentPartPr>
              <p14:xfrm>
                <a:off x="2024216" y="3477734"/>
                <a:ext cx="135360" cy="640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943D9D5-DA39-16FB-106A-9B1757B52DD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019896" y="3473414"/>
                  <a:ext cx="144000" cy="7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3333A7D-CCD6-41F1-6E96-EAFDAB603889}"/>
              </a:ext>
            </a:extLst>
          </p:cNvPr>
          <p:cNvGrpSpPr/>
          <p:nvPr/>
        </p:nvGrpSpPr>
        <p:grpSpPr>
          <a:xfrm>
            <a:off x="401336" y="2734334"/>
            <a:ext cx="1530360" cy="285840"/>
            <a:chOff x="401336" y="2734334"/>
            <a:chExt cx="1530360" cy="28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504736E-09D2-C91F-6CE2-6326FFFC05A0}"/>
                    </a:ext>
                  </a:extLst>
                </p14:cNvPr>
                <p14:cNvContentPartPr/>
                <p14:nvPr/>
              </p14:nvContentPartPr>
              <p14:xfrm>
                <a:off x="401336" y="2857814"/>
                <a:ext cx="347760" cy="138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504736E-09D2-C91F-6CE2-6326FFFC05A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97016" y="2853494"/>
                  <a:ext cx="3564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C15B119-0B47-618C-AA22-48AEEF33E11B}"/>
                    </a:ext>
                  </a:extLst>
                </p14:cNvPr>
                <p14:cNvContentPartPr/>
                <p14:nvPr/>
              </p14:nvContentPartPr>
              <p14:xfrm>
                <a:off x="796256" y="2734334"/>
                <a:ext cx="29160" cy="2124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C15B119-0B47-618C-AA22-48AEEF33E11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91936" y="2730014"/>
                  <a:ext cx="378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43B43ED-B95E-7CDA-1BA8-8082ACBE56DC}"/>
                    </a:ext>
                  </a:extLst>
                </p14:cNvPr>
                <p14:cNvContentPartPr/>
                <p14:nvPr/>
              </p14:nvContentPartPr>
              <p14:xfrm>
                <a:off x="726056" y="2850254"/>
                <a:ext cx="350280" cy="1267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43B43ED-B95E-7CDA-1BA8-8082ACBE56D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21736" y="2845934"/>
                  <a:ext cx="3589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9608836-9DD4-6FE0-B825-A06FE7F611CC}"/>
                    </a:ext>
                  </a:extLst>
                </p14:cNvPr>
                <p14:cNvContentPartPr/>
                <p14:nvPr/>
              </p14:nvContentPartPr>
              <p14:xfrm>
                <a:off x="1030976" y="2832614"/>
                <a:ext cx="360" cy="3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9608836-9DD4-6FE0-B825-A06FE7F611C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26656" y="282829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9E61380-B702-4383-15DB-AD9A3C55C538}"/>
                    </a:ext>
                  </a:extLst>
                </p14:cNvPr>
                <p14:cNvContentPartPr/>
                <p14:nvPr/>
              </p14:nvContentPartPr>
              <p14:xfrm>
                <a:off x="1083536" y="2904254"/>
                <a:ext cx="117360" cy="1098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9E61380-B702-4383-15DB-AD9A3C55C53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79216" y="2899934"/>
                  <a:ext cx="1260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3A950F4-2868-99AA-5775-03C2A5E4A334}"/>
                    </a:ext>
                  </a:extLst>
                </p14:cNvPr>
                <p14:cNvContentPartPr/>
                <p14:nvPr/>
              </p14:nvContentPartPr>
              <p14:xfrm>
                <a:off x="1174256" y="2796974"/>
                <a:ext cx="18720" cy="2232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3A950F4-2868-99AA-5775-03C2A5E4A33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69936" y="2792654"/>
                  <a:ext cx="273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C207E53-137B-BB3F-5F66-CE7DFB4CA26D}"/>
                    </a:ext>
                  </a:extLst>
                </p14:cNvPr>
                <p14:cNvContentPartPr/>
                <p14:nvPr/>
              </p14:nvContentPartPr>
              <p14:xfrm>
                <a:off x="1380176" y="2904614"/>
                <a:ext cx="253080" cy="1062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C207E53-137B-BB3F-5F66-CE7DFB4CA26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375856" y="2900294"/>
                  <a:ext cx="2617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E7915BF-D51F-CBF2-F6B6-65E48F920914}"/>
                    </a:ext>
                  </a:extLst>
                </p14:cNvPr>
                <p14:cNvContentPartPr/>
                <p14:nvPr/>
              </p14:nvContentPartPr>
              <p14:xfrm>
                <a:off x="1611296" y="2904974"/>
                <a:ext cx="84240" cy="1090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E7915BF-D51F-CBF2-F6B6-65E48F92091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606976" y="2900654"/>
                  <a:ext cx="928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1691383-1A24-2553-EA86-BABDA8F50D64}"/>
                    </a:ext>
                  </a:extLst>
                </p14:cNvPr>
                <p14:cNvContentPartPr/>
                <p14:nvPr/>
              </p14:nvContentPartPr>
              <p14:xfrm>
                <a:off x="1685096" y="2919734"/>
                <a:ext cx="246600" cy="853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1691383-1A24-2553-EA86-BABDA8F50D6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680776" y="2915414"/>
                  <a:ext cx="255240" cy="9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CABC9A0C-7F9C-C3DD-1C42-9551B93B6518}"/>
                  </a:ext>
                </a:extLst>
              </p14:cNvPr>
              <p14:cNvContentPartPr/>
              <p14:nvPr/>
            </p14:nvContentPartPr>
            <p14:xfrm>
              <a:off x="116576" y="3935294"/>
              <a:ext cx="223560" cy="36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CABC9A0C-7F9C-C3DD-1C42-9551B93B6518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12256" y="3930974"/>
                <a:ext cx="2322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28C2364B-BB50-FE13-1B5E-6641D6AB7D6E}"/>
              </a:ext>
            </a:extLst>
          </p:cNvPr>
          <p:cNvGrpSpPr/>
          <p:nvPr/>
        </p:nvGrpSpPr>
        <p:grpSpPr>
          <a:xfrm>
            <a:off x="437336" y="3654854"/>
            <a:ext cx="2891160" cy="862560"/>
            <a:chOff x="437336" y="3654854"/>
            <a:chExt cx="2891160" cy="86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6BC4B0F-4865-B550-095D-B6D3B25CBEEF}"/>
                    </a:ext>
                  </a:extLst>
                </p14:cNvPr>
                <p14:cNvContentPartPr/>
                <p14:nvPr/>
              </p14:nvContentPartPr>
              <p14:xfrm>
                <a:off x="437336" y="3790574"/>
                <a:ext cx="451080" cy="1738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6BC4B0F-4865-B550-095D-B6D3B25CBEE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33016" y="3786254"/>
                  <a:ext cx="4597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83CC41F-228E-2B93-0297-0A0C2A79D6FA}"/>
                    </a:ext>
                  </a:extLst>
                </p14:cNvPr>
                <p14:cNvContentPartPr/>
                <p14:nvPr/>
              </p14:nvContentPartPr>
              <p14:xfrm>
                <a:off x="872216" y="3738014"/>
                <a:ext cx="69120" cy="2527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83CC41F-228E-2B93-0297-0A0C2A79D6F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67896" y="3733694"/>
                  <a:ext cx="777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277EB81-1A89-BE45-905A-F6B89409940D}"/>
                    </a:ext>
                  </a:extLst>
                </p14:cNvPr>
                <p14:cNvContentPartPr/>
                <p14:nvPr/>
              </p14:nvContentPartPr>
              <p14:xfrm>
                <a:off x="842336" y="3835214"/>
                <a:ext cx="288720" cy="1036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277EB81-1A89-BE45-905A-F6B89409940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38016" y="3830894"/>
                  <a:ext cx="2973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A6B6FF6-3DE7-349F-AE5F-B46B012C633E}"/>
                    </a:ext>
                  </a:extLst>
                </p14:cNvPr>
                <p14:cNvContentPartPr/>
                <p14:nvPr/>
              </p14:nvContentPartPr>
              <p14:xfrm>
                <a:off x="1174256" y="3881654"/>
                <a:ext cx="36720" cy="72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A6B6FF6-3DE7-349F-AE5F-B46B012C633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69936" y="3877334"/>
                  <a:ext cx="453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939DBE3-85D1-8D61-E8C5-A520C136973D}"/>
                    </a:ext>
                  </a:extLst>
                </p14:cNvPr>
                <p14:cNvContentPartPr/>
                <p14:nvPr/>
              </p14:nvContentPartPr>
              <p14:xfrm>
                <a:off x="1228256" y="3832694"/>
                <a:ext cx="41400" cy="334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939DBE3-85D1-8D61-E8C5-A520C136973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223936" y="3828374"/>
                  <a:ext cx="500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198AAA5-3B0D-0B37-8AE4-E5E637678AC3}"/>
                    </a:ext>
                  </a:extLst>
                </p14:cNvPr>
                <p14:cNvContentPartPr/>
                <p14:nvPr/>
              </p14:nvContentPartPr>
              <p14:xfrm>
                <a:off x="1306736" y="3882014"/>
                <a:ext cx="56160" cy="709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198AAA5-3B0D-0B37-8AE4-E5E637678AC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302416" y="3877694"/>
                  <a:ext cx="648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0FCCFC9-962E-93BD-34D9-EE66BBEDD8B1}"/>
                    </a:ext>
                  </a:extLst>
                </p14:cNvPr>
                <p14:cNvContentPartPr/>
                <p14:nvPr/>
              </p14:nvContentPartPr>
              <p14:xfrm>
                <a:off x="1380176" y="3729014"/>
                <a:ext cx="25920" cy="2253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0FCCFC9-962E-93BD-34D9-EE66BBEDD8B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375856" y="3724694"/>
                  <a:ext cx="345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8529B25-B71F-A8E6-3AA5-4AD38396D28D}"/>
                    </a:ext>
                  </a:extLst>
                </p14:cNvPr>
                <p14:cNvContentPartPr/>
                <p14:nvPr/>
              </p14:nvContentPartPr>
              <p14:xfrm>
                <a:off x="1218896" y="4365494"/>
                <a:ext cx="105480" cy="1004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8529B25-B71F-A8E6-3AA5-4AD38396D28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214576" y="4361174"/>
                  <a:ext cx="1141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B2D47AF-E39D-F9F3-5F4E-41E617D8F5F4}"/>
                    </a:ext>
                  </a:extLst>
                </p14:cNvPr>
                <p14:cNvContentPartPr/>
                <p14:nvPr/>
              </p14:nvContentPartPr>
              <p14:xfrm>
                <a:off x="1156256" y="4428494"/>
                <a:ext cx="151920" cy="3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B2D47AF-E39D-F9F3-5F4E-41E617D8F5F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51936" y="4424174"/>
                  <a:ext cx="1605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84A7BB4-35BC-6918-9138-1F3FF7F47C72}"/>
                    </a:ext>
                  </a:extLst>
                </p14:cNvPr>
                <p14:cNvContentPartPr/>
                <p14:nvPr/>
              </p14:nvContentPartPr>
              <p14:xfrm>
                <a:off x="1407176" y="4428494"/>
                <a:ext cx="61200" cy="3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84A7BB4-35BC-6918-9138-1F3FF7F47C7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402856" y="4424174"/>
                  <a:ext cx="698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6D3DDD3-CBD2-13EA-A11A-CB09990863DF}"/>
                    </a:ext>
                  </a:extLst>
                </p14:cNvPr>
                <p14:cNvContentPartPr/>
                <p14:nvPr/>
              </p14:nvContentPartPr>
              <p14:xfrm>
                <a:off x="1398536" y="4473134"/>
                <a:ext cx="160560" cy="3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6D3DDD3-CBD2-13EA-A11A-CB09990863D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394216" y="4468814"/>
                  <a:ext cx="169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DF67953-987E-6F01-4454-47BA9D65F29F}"/>
                    </a:ext>
                  </a:extLst>
                </p14:cNvPr>
                <p14:cNvContentPartPr/>
                <p14:nvPr/>
              </p14:nvContentPartPr>
              <p14:xfrm>
                <a:off x="1577456" y="4394654"/>
                <a:ext cx="388080" cy="889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DF67953-987E-6F01-4454-47BA9D65F29F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573136" y="4390334"/>
                  <a:ext cx="3967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59960F3-4A78-5451-9D93-307C078A1740}"/>
                    </a:ext>
                  </a:extLst>
                </p14:cNvPr>
                <p14:cNvContentPartPr/>
                <p14:nvPr/>
              </p14:nvContentPartPr>
              <p14:xfrm>
                <a:off x="1972016" y="4294214"/>
                <a:ext cx="351000" cy="2170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59960F3-4A78-5451-9D93-307C078A174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967696" y="4289894"/>
                  <a:ext cx="359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F798DC1-0948-E152-79D6-0FA966D6FE0C}"/>
                    </a:ext>
                  </a:extLst>
                </p14:cNvPr>
                <p14:cNvContentPartPr/>
                <p14:nvPr/>
              </p14:nvContentPartPr>
              <p14:xfrm>
                <a:off x="2312936" y="4311854"/>
                <a:ext cx="360" cy="2055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F798DC1-0948-E152-79D6-0FA966D6FE0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308616" y="4307534"/>
                  <a:ext cx="9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AB2EB765-18D4-977F-1BC8-29C819DFE038}"/>
                    </a:ext>
                  </a:extLst>
                </p14:cNvPr>
                <p14:cNvContentPartPr/>
                <p14:nvPr/>
              </p14:nvContentPartPr>
              <p14:xfrm>
                <a:off x="2142656" y="4448294"/>
                <a:ext cx="34200" cy="3420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AB2EB765-18D4-977F-1BC8-29C819DFE038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138336" y="4443974"/>
                  <a:ext cx="428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527BA15-1A98-7812-A786-7C4661D69D3D}"/>
                    </a:ext>
                  </a:extLst>
                </p14:cNvPr>
                <p14:cNvContentPartPr/>
                <p14:nvPr/>
              </p14:nvContentPartPr>
              <p14:xfrm>
                <a:off x="1487816" y="3872654"/>
                <a:ext cx="79920" cy="3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527BA15-1A98-7812-A786-7C4661D69D3D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483496" y="3868334"/>
                  <a:ext cx="885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D583239-8159-05C3-5D19-71829A3436A3}"/>
                    </a:ext>
                  </a:extLst>
                </p14:cNvPr>
                <p14:cNvContentPartPr/>
                <p14:nvPr/>
              </p14:nvContentPartPr>
              <p14:xfrm>
                <a:off x="1497176" y="3917654"/>
                <a:ext cx="79560" cy="93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D583239-8159-05C3-5D19-71829A3436A3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492856" y="3913334"/>
                  <a:ext cx="88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31EABE9-994F-6EA1-B05D-6D90F6152E09}"/>
                    </a:ext>
                  </a:extLst>
                </p14:cNvPr>
                <p14:cNvContentPartPr/>
                <p14:nvPr/>
              </p14:nvContentPartPr>
              <p14:xfrm>
                <a:off x="1739096" y="3818654"/>
                <a:ext cx="215640" cy="1180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31EABE9-994F-6EA1-B05D-6D90F6152E0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734776" y="3814334"/>
                  <a:ext cx="2242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4C9FC69-9D6D-9ADE-CCF1-3B9EB8DCD480}"/>
                    </a:ext>
                  </a:extLst>
                </p14:cNvPr>
                <p14:cNvContentPartPr/>
                <p14:nvPr/>
              </p14:nvContentPartPr>
              <p14:xfrm>
                <a:off x="1930976" y="3890654"/>
                <a:ext cx="87480" cy="1371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4C9FC69-9D6D-9ADE-CCF1-3B9EB8DCD48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926656" y="3886334"/>
                  <a:ext cx="961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17C4BBE-11E8-D9F1-CF5B-C9A1B961F96A}"/>
                    </a:ext>
                  </a:extLst>
                </p14:cNvPr>
                <p14:cNvContentPartPr/>
                <p14:nvPr/>
              </p14:nvContentPartPr>
              <p14:xfrm>
                <a:off x="1918016" y="3873014"/>
                <a:ext cx="179280" cy="270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17C4BBE-11E8-D9F1-CF5B-C9A1B961F96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913696" y="3868694"/>
                  <a:ext cx="1879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C633765-645A-E734-0691-B865D37B6FDB}"/>
                    </a:ext>
                  </a:extLst>
                </p14:cNvPr>
                <p14:cNvContentPartPr/>
                <p14:nvPr/>
              </p14:nvContentPartPr>
              <p14:xfrm>
                <a:off x="2160296" y="3827654"/>
                <a:ext cx="88920" cy="3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C633765-645A-E734-0691-B865D37B6FD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155976" y="3823334"/>
                  <a:ext cx="975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DE111BB-C88A-BAE5-9B3A-0C3A228DE430}"/>
                    </a:ext>
                  </a:extLst>
                </p14:cNvPr>
                <p14:cNvContentPartPr/>
                <p14:nvPr/>
              </p14:nvContentPartPr>
              <p14:xfrm>
                <a:off x="2115656" y="3890654"/>
                <a:ext cx="196560" cy="3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DE111BB-C88A-BAE5-9B3A-0C3A228DE43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111336" y="3886334"/>
                  <a:ext cx="205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9722225-140E-DCE8-C2DC-814D5A8A4401}"/>
                    </a:ext>
                  </a:extLst>
                </p14:cNvPr>
                <p14:cNvContentPartPr/>
                <p14:nvPr/>
              </p14:nvContentPartPr>
              <p14:xfrm>
                <a:off x="2578256" y="3654854"/>
                <a:ext cx="3960" cy="2088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9722225-140E-DCE8-C2DC-814D5A8A440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573936" y="3650534"/>
                  <a:ext cx="126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03EFCF9-A1F1-C20D-3A86-E0D836059964}"/>
                    </a:ext>
                  </a:extLst>
                </p14:cNvPr>
                <p14:cNvContentPartPr/>
                <p14:nvPr/>
              </p14:nvContentPartPr>
              <p14:xfrm>
                <a:off x="2455856" y="3683294"/>
                <a:ext cx="142560" cy="1742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03EFCF9-A1F1-C20D-3A86-E0D83605996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451536" y="3678974"/>
                  <a:ext cx="1512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573AB72-7CE2-4ABF-D2C0-7C008F366632}"/>
                    </a:ext>
                  </a:extLst>
                </p14:cNvPr>
                <p14:cNvContentPartPr/>
                <p14:nvPr/>
              </p14:nvContentPartPr>
              <p14:xfrm>
                <a:off x="2465216" y="3840254"/>
                <a:ext cx="244800" cy="57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573AB72-7CE2-4ABF-D2C0-7C008F36663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460896" y="3835934"/>
                  <a:ext cx="25344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CD0ABAB-71A9-82D3-8D5D-1DBDE75EA47C}"/>
                    </a:ext>
                  </a:extLst>
                </p14:cNvPr>
                <p14:cNvContentPartPr/>
                <p14:nvPr/>
              </p14:nvContentPartPr>
              <p14:xfrm>
                <a:off x="2312936" y="3982094"/>
                <a:ext cx="503280" cy="252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CD0ABAB-71A9-82D3-8D5D-1DBDE75EA47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308616" y="3977774"/>
                  <a:ext cx="5119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9EF1FF3-EC7B-78A6-3C63-97C0441A101D}"/>
                    </a:ext>
                  </a:extLst>
                </p14:cNvPr>
                <p14:cNvContentPartPr/>
                <p14:nvPr/>
              </p14:nvContentPartPr>
              <p14:xfrm>
                <a:off x="2381696" y="4112414"/>
                <a:ext cx="201600" cy="1389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9EF1FF3-EC7B-78A6-3C63-97C0441A101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377376" y="4108094"/>
                  <a:ext cx="2102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C82850C-6EA1-4EBD-60C9-AE447F623974}"/>
                    </a:ext>
                  </a:extLst>
                </p14:cNvPr>
                <p14:cNvContentPartPr/>
                <p14:nvPr/>
              </p14:nvContentPartPr>
              <p14:xfrm>
                <a:off x="2589416" y="4158854"/>
                <a:ext cx="108000" cy="1274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C82850C-6EA1-4EBD-60C9-AE447F62397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585096" y="4154534"/>
                  <a:ext cx="1166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5E47E79-2FEB-5BA2-67C0-1022DEB40FE9}"/>
                    </a:ext>
                  </a:extLst>
                </p14:cNvPr>
                <p14:cNvContentPartPr/>
                <p14:nvPr/>
              </p14:nvContentPartPr>
              <p14:xfrm>
                <a:off x="2312936" y="4087934"/>
                <a:ext cx="51840" cy="18144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5E47E79-2FEB-5BA2-67C0-1022DEB40FE9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2308616" y="4083614"/>
                  <a:ext cx="604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CA6AD66-E2E8-39A9-72A1-790872F7B9AF}"/>
                    </a:ext>
                  </a:extLst>
                </p14:cNvPr>
                <p14:cNvContentPartPr/>
                <p14:nvPr/>
              </p14:nvContentPartPr>
              <p14:xfrm>
                <a:off x="2760776" y="4078934"/>
                <a:ext cx="18720" cy="1695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CA6AD66-E2E8-39A9-72A1-790872F7B9AF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756456" y="4074614"/>
                  <a:ext cx="273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EA0734B-8C52-42D6-83ED-70DE6941021E}"/>
                    </a:ext>
                  </a:extLst>
                </p14:cNvPr>
                <p14:cNvContentPartPr/>
                <p14:nvPr/>
              </p14:nvContentPartPr>
              <p14:xfrm>
                <a:off x="2895776" y="3759254"/>
                <a:ext cx="223200" cy="327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EA0734B-8C52-42D6-83ED-70DE6941021E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891456" y="3754934"/>
                  <a:ext cx="2318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4A48093-6624-0237-A8A7-787A48ED26CB}"/>
                    </a:ext>
                  </a:extLst>
                </p14:cNvPr>
                <p14:cNvContentPartPr/>
                <p14:nvPr/>
              </p14:nvContentPartPr>
              <p14:xfrm>
                <a:off x="2841776" y="3819014"/>
                <a:ext cx="277560" cy="2077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4A48093-6624-0237-A8A7-787A48ED26CB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2837456" y="3814694"/>
                  <a:ext cx="2862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8360D1D-842D-F7E8-510C-A1BAF330799D}"/>
                    </a:ext>
                  </a:extLst>
                </p14:cNvPr>
                <p14:cNvContentPartPr/>
                <p14:nvPr/>
              </p14:nvContentPartPr>
              <p14:xfrm>
                <a:off x="3155336" y="3951494"/>
                <a:ext cx="173160" cy="838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8360D1D-842D-F7E8-510C-A1BAF330799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151016" y="3947174"/>
                  <a:ext cx="1818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2B950B0-7C78-63C8-0C7B-77F4C7E8674B}"/>
                    </a:ext>
                  </a:extLst>
                </p14:cNvPr>
                <p14:cNvContentPartPr/>
                <p14:nvPr/>
              </p14:nvContentPartPr>
              <p14:xfrm>
                <a:off x="3182336" y="4006934"/>
                <a:ext cx="88920" cy="3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2B950B0-7C78-63C8-0C7B-77F4C7E8674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178016" y="4002614"/>
                  <a:ext cx="9756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750678DE-39DB-23FD-BD60-93980718100C}"/>
              </a:ext>
            </a:extLst>
          </p:cNvPr>
          <p:cNvGrpSpPr/>
          <p:nvPr/>
        </p:nvGrpSpPr>
        <p:grpSpPr>
          <a:xfrm>
            <a:off x="71576" y="4724414"/>
            <a:ext cx="3283920" cy="451080"/>
            <a:chOff x="71576" y="4724414"/>
            <a:chExt cx="3283920" cy="45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CF6676D-61A9-4FD1-64D0-17F532ED235D}"/>
                    </a:ext>
                  </a:extLst>
                </p14:cNvPr>
                <p14:cNvContentPartPr/>
                <p14:nvPr/>
              </p14:nvContentPartPr>
              <p14:xfrm>
                <a:off x="231776" y="4769054"/>
                <a:ext cx="55080" cy="2858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CF6676D-61A9-4FD1-64D0-17F532ED235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27456" y="4764734"/>
                  <a:ext cx="6372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9CB21B6-2DD9-68F8-5B51-7144A786740A}"/>
                    </a:ext>
                  </a:extLst>
                </p14:cNvPr>
                <p14:cNvContentPartPr/>
                <p14:nvPr/>
              </p14:nvContentPartPr>
              <p14:xfrm>
                <a:off x="187856" y="4875254"/>
                <a:ext cx="635760" cy="2728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9CB21B6-2DD9-68F8-5B51-7144A786740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83536" y="4870934"/>
                  <a:ext cx="6444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382E5AB-8433-6399-388E-1C94A65A7E42}"/>
                    </a:ext>
                  </a:extLst>
                </p14:cNvPr>
                <p14:cNvContentPartPr/>
                <p14:nvPr/>
              </p14:nvContentPartPr>
              <p14:xfrm>
                <a:off x="825056" y="4733414"/>
                <a:ext cx="478800" cy="2880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382E5AB-8433-6399-388E-1C94A65A7E4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20736" y="4729094"/>
                  <a:ext cx="4874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29C4CE1-1F27-6930-58B0-B1074FA96ADD}"/>
                    </a:ext>
                  </a:extLst>
                </p14:cNvPr>
                <p14:cNvContentPartPr/>
                <p14:nvPr/>
              </p14:nvContentPartPr>
              <p14:xfrm>
                <a:off x="967976" y="4822694"/>
                <a:ext cx="268200" cy="547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29C4CE1-1F27-6930-58B0-B1074FA96AD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63656" y="4818374"/>
                  <a:ext cx="2768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6C5F27E-3BBE-CE83-F488-62A9478F462C}"/>
                    </a:ext>
                  </a:extLst>
                </p14:cNvPr>
                <p14:cNvContentPartPr/>
                <p14:nvPr/>
              </p14:nvContentPartPr>
              <p14:xfrm>
                <a:off x="1360376" y="4869854"/>
                <a:ext cx="318240" cy="1090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6C5F27E-3BBE-CE83-F488-62A9478F462C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356056" y="4865534"/>
                  <a:ext cx="3268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988822B-8362-07BF-9809-021FF389EAFC}"/>
                    </a:ext>
                  </a:extLst>
                </p14:cNvPr>
                <p14:cNvContentPartPr/>
                <p14:nvPr/>
              </p14:nvContentPartPr>
              <p14:xfrm>
                <a:off x="1523816" y="4759334"/>
                <a:ext cx="72000" cy="1274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988822B-8362-07BF-9809-021FF389EAF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519496" y="4755014"/>
                  <a:ext cx="806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C6A471B1-9080-8965-705D-13D806947B01}"/>
                    </a:ext>
                  </a:extLst>
                </p14:cNvPr>
                <p14:cNvContentPartPr/>
                <p14:nvPr/>
              </p14:nvContentPartPr>
              <p14:xfrm>
                <a:off x="98576" y="5010614"/>
                <a:ext cx="128160" cy="90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C6A471B1-9080-8965-705D-13D806947B0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4256" y="5006294"/>
                  <a:ext cx="13680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F34DF8F-D913-A467-92D2-F478148EA964}"/>
                    </a:ext>
                  </a:extLst>
                </p14:cNvPr>
                <p14:cNvContentPartPr/>
                <p14:nvPr/>
              </p14:nvContentPartPr>
              <p14:xfrm>
                <a:off x="107576" y="5028974"/>
                <a:ext cx="3960" cy="3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F34DF8F-D913-A467-92D2-F478148EA96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3256" y="5024654"/>
                  <a:ext cx="126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57824B2-5812-A0E6-901A-6E97611ED3F0}"/>
                    </a:ext>
                  </a:extLst>
                </p14:cNvPr>
                <p14:cNvContentPartPr/>
                <p14:nvPr/>
              </p14:nvContentPartPr>
              <p14:xfrm>
                <a:off x="71576" y="4993334"/>
                <a:ext cx="151920" cy="3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57824B2-5812-A0E6-901A-6E97611ED3F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7256" y="4989014"/>
                  <a:ext cx="1605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853B9B9-BD54-9014-FF57-A60BC9206B94}"/>
                    </a:ext>
                  </a:extLst>
                </p14:cNvPr>
                <p14:cNvContentPartPr/>
                <p14:nvPr/>
              </p14:nvContentPartPr>
              <p14:xfrm>
                <a:off x="182456" y="4930334"/>
                <a:ext cx="97200" cy="2451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853B9B9-BD54-9014-FF57-A60BC9206B94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78136" y="4926014"/>
                  <a:ext cx="1058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A5C2AC7-F3EE-BB5D-90E1-59F93A9EA1AE}"/>
                    </a:ext>
                  </a:extLst>
                </p14:cNvPr>
                <p14:cNvContentPartPr/>
                <p14:nvPr/>
              </p14:nvContentPartPr>
              <p14:xfrm>
                <a:off x="1782656" y="4884974"/>
                <a:ext cx="297000" cy="13500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A5C2AC7-F3EE-BB5D-90E1-59F93A9EA1AE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778336" y="4880654"/>
                  <a:ext cx="3056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751192E-A9ED-D51F-B81B-4559CE1D0F0C}"/>
                    </a:ext>
                  </a:extLst>
                </p14:cNvPr>
                <p14:cNvContentPartPr/>
                <p14:nvPr/>
              </p14:nvContentPartPr>
              <p14:xfrm>
                <a:off x="1909376" y="4754294"/>
                <a:ext cx="252000" cy="957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751192E-A9ED-D51F-B81B-4559CE1D0F0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905056" y="4749974"/>
                  <a:ext cx="2606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6F2F08C-4084-E17A-F07D-902F16C21CFB}"/>
                    </a:ext>
                  </a:extLst>
                </p14:cNvPr>
                <p14:cNvContentPartPr/>
                <p14:nvPr/>
              </p14:nvContentPartPr>
              <p14:xfrm>
                <a:off x="2177216" y="4912334"/>
                <a:ext cx="74880" cy="835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6F2F08C-4084-E17A-F07D-902F16C21CFB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172896" y="4908014"/>
                  <a:ext cx="835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4FBCC7E-33BB-22B2-A74A-CB4E3D04A53E}"/>
                    </a:ext>
                  </a:extLst>
                </p14:cNvPr>
                <p14:cNvContentPartPr/>
                <p14:nvPr/>
              </p14:nvContentPartPr>
              <p14:xfrm>
                <a:off x="2279816" y="4760054"/>
                <a:ext cx="42480" cy="2084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4FBCC7E-33BB-22B2-A74A-CB4E3D04A53E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275496" y="4755734"/>
                  <a:ext cx="511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FD5E294-19FA-916F-18BF-E1065DFBFC19}"/>
                    </a:ext>
                  </a:extLst>
                </p14:cNvPr>
                <p14:cNvContentPartPr/>
                <p14:nvPr/>
              </p14:nvContentPartPr>
              <p14:xfrm>
                <a:off x="2250296" y="4867334"/>
                <a:ext cx="392400" cy="1087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FD5E294-19FA-916F-18BF-E1065DFBFC19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245976" y="4862654"/>
                  <a:ext cx="401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496F12C-0320-DECB-1538-50CB38D29D23}"/>
                    </a:ext>
                  </a:extLst>
                </p14:cNvPr>
                <p14:cNvContentPartPr/>
                <p14:nvPr/>
              </p14:nvContentPartPr>
              <p14:xfrm>
                <a:off x="2420576" y="4795694"/>
                <a:ext cx="90720" cy="529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496F12C-0320-DECB-1538-50CB38D29D23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416256" y="4791374"/>
                  <a:ext cx="993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AD7D743B-81CA-797B-9EE5-31BB8C7C99CD}"/>
                    </a:ext>
                  </a:extLst>
                </p14:cNvPr>
                <p14:cNvContentPartPr/>
                <p14:nvPr/>
              </p14:nvContentPartPr>
              <p14:xfrm>
                <a:off x="2527856" y="4767614"/>
                <a:ext cx="60120" cy="453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AD7D743B-81CA-797B-9EE5-31BB8C7C99CD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523536" y="4763294"/>
                  <a:ext cx="687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01F4029-CE3F-61B0-6577-5FB9FA90573C}"/>
                    </a:ext>
                  </a:extLst>
                </p14:cNvPr>
                <p14:cNvContentPartPr/>
                <p14:nvPr/>
              </p14:nvContentPartPr>
              <p14:xfrm>
                <a:off x="2823416" y="4724414"/>
                <a:ext cx="27720" cy="2498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01F4029-CE3F-61B0-6577-5FB9FA90573C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2819096" y="4720094"/>
                  <a:ext cx="363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47DAB22-D6B7-C5A2-26E1-D924D160E945}"/>
                    </a:ext>
                  </a:extLst>
                </p14:cNvPr>
                <p14:cNvContentPartPr/>
                <p14:nvPr/>
              </p14:nvContentPartPr>
              <p14:xfrm>
                <a:off x="2752136" y="4848254"/>
                <a:ext cx="603360" cy="2800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47DAB22-D6B7-C5A2-26E1-D924D160E945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2747816" y="4843934"/>
                  <a:ext cx="612000" cy="28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B2DAD289-1B3B-67FE-E854-EE16FCA92104}"/>
              </a:ext>
            </a:extLst>
          </p:cNvPr>
          <p:cNvGrpSpPr/>
          <p:nvPr/>
        </p:nvGrpSpPr>
        <p:grpSpPr>
          <a:xfrm>
            <a:off x="1907936" y="5137694"/>
            <a:ext cx="460800" cy="241560"/>
            <a:chOff x="1907936" y="5137694"/>
            <a:chExt cx="460800" cy="24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52133DF-E866-3140-31E5-F657C4A04CAB}"/>
                    </a:ext>
                  </a:extLst>
                </p14:cNvPr>
                <p14:cNvContentPartPr/>
                <p14:nvPr/>
              </p14:nvContentPartPr>
              <p14:xfrm>
                <a:off x="1907936" y="5137694"/>
                <a:ext cx="460800" cy="2116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52133DF-E866-3140-31E5-F657C4A04CAB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1903616" y="5133374"/>
                  <a:ext cx="4694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07627A4-D1C0-6D85-1073-AFDC1B590960}"/>
                    </a:ext>
                  </a:extLst>
                </p14:cNvPr>
                <p14:cNvContentPartPr/>
                <p14:nvPr/>
              </p14:nvContentPartPr>
              <p14:xfrm>
                <a:off x="2169296" y="5378894"/>
                <a:ext cx="360" cy="3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07627A4-D1C0-6D85-1073-AFDC1B59096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64976" y="537457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0B711808-0858-0F22-CCD3-7C34DB6952D3}"/>
              </a:ext>
            </a:extLst>
          </p:cNvPr>
          <p:cNvGrpSpPr/>
          <p:nvPr/>
        </p:nvGrpSpPr>
        <p:grpSpPr>
          <a:xfrm>
            <a:off x="6179696" y="1228094"/>
            <a:ext cx="465480" cy="368640"/>
            <a:chOff x="6179696" y="1228094"/>
            <a:chExt cx="465480" cy="36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8977199-B2E4-7679-E33E-0D8C8132AE1E}"/>
                    </a:ext>
                  </a:extLst>
                </p14:cNvPr>
                <p14:cNvContentPartPr/>
                <p14:nvPr/>
              </p14:nvContentPartPr>
              <p14:xfrm>
                <a:off x="6179696" y="1228094"/>
                <a:ext cx="157320" cy="3686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8977199-B2E4-7679-E33E-0D8C8132AE1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175376" y="1223774"/>
                  <a:ext cx="16596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F805A40-89A3-0827-D7D3-4CE92B70A761}"/>
                    </a:ext>
                  </a:extLst>
                </p14:cNvPr>
                <p14:cNvContentPartPr/>
                <p14:nvPr/>
              </p14:nvContentPartPr>
              <p14:xfrm>
                <a:off x="6521696" y="1228094"/>
                <a:ext cx="123480" cy="3621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F805A40-89A3-0827-D7D3-4CE92B70A76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517376" y="1223774"/>
                  <a:ext cx="13212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D8ED0BE-9505-40EA-8614-7E18F4FF88B3}"/>
                    </a:ext>
                  </a:extLst>
                </p14:cNvPr>
                <p14:cNvContentPartPr/>
                <p14:nvPr/>
              </p14:nvContentPartPr>
              <p14:xfrm>
                <a:off x="6445736" y="1326374"/>
                <a:ext cx="360" cy="3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D8ED0BE-9505-40EA-8614-7E18F4FF88B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41416" y="132205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6FE3EDE6-2C9D-2F11-E9AB-006AFA61D58E}"/>
                    </a:ext>
                  </a:extLst>
                </p14:cNvPr>
                <p14:cNvContentPartPr/>
                <p14:nvPr/>
              </p14:nvContentPartPr>
              <p14:xfrm>
                <a:off x="6445736" y="1461014"/>
                <a:ext cx="360" cy="36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6FE3EDE6-2C9D-2F11-E9AB-006AFA61D58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41416" y="145669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2BE163F-938B-EBF3-5809-EED28C552F15}"/>
                    </a:ext>
                  </a:extLst>
                </p14:cNvPr>
                <p14:cNvContentPartPr/>
                <p14:nvPr/>
              </p14:nvContentPartPr>
              <p14:xfrm>
                <a:off x="6445736" y="1541654"/>
                <a:ext cx="360" cy="428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2BE163F-938B-EBF3-5809-EED28C552F1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441416" y="1537334"/>
                  <a:ext cx="9000" cy="5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F180C8B1-9BD0-72EB-F056-3D3B2C5E236D}"/>
                  </a:ext>
                </a:extLst>
              </p14:cNvPr>
              <p14:cNvContentPartPr/>
              <p14:nvPr/>
            </p14:nvContentPartPr>
            <p14:xfrm>
              <a:off x="5687576" y="1417814"/>
              <a:ext cx="32400" cy="1224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F180C8B1-9BD0-72EB-F056-3D3B2C5E236D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5683256" y="1413494"/>
                <a:ext cx="41040" cy="2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7" name="Group 216">
            <a:extLst>
              <a:ext uri="{FF2B5EF4-FFF2-40B4-BE49-F238E27FC236}">
                <a16:creationId xmlns:a16="http://schemas.microsoft.com/office/drawing/2014/main" id="{3EACDBA5-D42A-FA54-AD9F-875EC7BC287C}"/>
              </a:ext>
            </a:extLst>
          </p:cNvPr>
          <p:cNvGrpSpPr/>
          <p:nvPr/>
        </p:nvGrpSpPr>
        <p:grpSpPr>
          <a:xfrm>
            <a:off x="5385536" y="923174"/>
            <a:ext cx="711360" cy="244440"/>
            <a:chOff x="5385536" y="923174"/>
            <a:chExt cx="711360" cy="244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9F31D667-2708-127A-D1DA-6298ABB1C4B9}"/>
                    </a:ext>
                  </a:extLst>
                </p14:cNvPr>
                <p14:cNvContentPartPr/>
                <p14:nvPr/>
              </p14:nvContentPartPr>
              <p14:xfrm>
                <a:off x="5385536" y="1057454"/>
                <a:ext cx="317520" cy="1101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9F31D667-2708-127A-D1DA-6298ABB1C4B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381216" y="1053134"/>
                  <a:ext cx="3261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D3A552EA-554C-61FB-6A51-5E4EE609F8C1}"/>
                    </a:ext>
                  </a:extLst>
                </p14:cNvPr>
                <p14:cNvContentPartPr/>
                <p14:nvPr/>
              </p14:nvContentPartPr>
              <p14:xfrm>
                <a:off x="5685416" y="949814"/>
                <a:ext cx="16560" cy="1717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D3A552EA-554C-61FB-6A51-5E4EE609F8C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681096" y="945494"/>
                  <a:ext cx="252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3889DAE-1270-76F1-6AB0-316BDC99FD86}"/>
                    </a:ext>
                  </a:extLst>
                </p14:cNvPr>
                <p14:cNvContentPartPr/>
                <p14:nvPr/>
              </p14:nvContentPartPr>
              <p14:xfrm>
                <a:off x="5683256" y="1029014"/>
                <a:ext cx="260640" cy="896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3889DAE-1270-76F1-6AB0-316BDC99FD8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678936" y="1024694"/>
                  <a:ext cx="2692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317377C-F38B-675F-03AE-4436ABFDB392}"/>
                    </a:ext>
                  </a:extLst>
                </p14:cNvPr>
                <p14:cNvContentPartPr/>
                <p14:nvPr/>
              </p14:nvContentPartPr>
              <p14:xfrm>
                <a:off x="5952176" y="975014"/>
                <a:ext cx="73800" cy="698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317377C-F38B-675F-03AE-4436ABFDB39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947856" y="970694"/>
                  <a:ext cx="82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155F7CF-379A-7627-EA69-4DB0F3E883C7}"/>
                    </a:ext>
                  </a:extLst>
                </p14:cNvPr>
                <p14:cNvContentPartPr/>
                <p14:nvPr/>
              </p14:nvContentPartPr>
              <p14:xfrm>
                <a:off x="6013736" y="1065374"/>
                <a:ext cx="68400" cy="651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155F7CF-379A-7627-EA69-4DB0F3E883C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009416" y="1061054"/>
                  <a:ext cx="770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F763728-5E0C-AB43-A0B7-2B73D74B8845}"/>
                    </a:ext>
                  </a:extLst>
                </p14:cNvPr>
                <p14:cNvContentPartPr/>
                <p14:nvPr/>
              </p14:nvContentPartPr>
              <p14:xfrm>
                <a:off x="6061256" y="923174"/>
                <a:ext cx="35640" cy="1710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F763728-5E0C-AB43-A0B7-2B73D74B884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056936" y="918854"/>
                  <a:ext cx="4428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F3501F4E-60EC-4C08-15EB-7CC41E5F734B}"/>
              </a:ext>
            </a:extLst>
          </p:cNvPr>
          <p:cNvGrpSpPr/>
          <p:nvPr/>
        </p:nvGrpSpPr>
        <p:grpSpPr>
          <a:xfrm>
            <a:off x="4888736" y="1228094"/>
            <a:ext cx="802440" cy="402840"/>
            <a:chOff x="4888736" y="1228094"/>
            <a:chExt cx="802440" cy="40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6AF543E-71D1-E9BD-DD69-C60EBEB23AE3}"/>
                    </a:ext>
                  </a:extLst>
                </p14:cNvPr>
                <p14:cNvContentPartPr/>
                <p14:nvPr/>
              </p14:nvContentPartPr>
              <p14:xfrm>
                <a:off x="5091776" y="1299734"/>
                <a:ext cx="3960" cy="3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6AF543E-71D1-E9BD-DD69-C60EBEB23AE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087456" y="1295414"/>
                  <a:ext cx="126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BA1D35C-7C5D-42FC-FB71-934A898A4160}"/>
                    </a:ext>
                  </a:extLst>
                </p14:cNvPr>
                <p14:cNvContentPartPr/>
                <p14:nvPr/>
              </p14:nvContentPartPr>
              <p14:xfrm>
                <a:off x="5064776" y="1461014"/>
                <a:ext cx="360" cy="3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BA1D35C-7C5D-42FC-FB71-934A898A416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060456" y="145669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6EE7E847-7662-FCFF-4855-DDB865544FFE}"/>
                    </a:ext>
                  </a:extLst>
                </p14:cNvPr>
                <p14:cNvContentPartPr/>
                <p14:nvPr/>
              </p14:nvContentPartPr>
              <p14:xfrm>
                <a:off x="5091776" y="1565054"/>
                <a:ext cx="360" cy="39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6EE7E847-7662-FCFF-4855-DDB865544FF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87456" y="1560734"/>
                  <a:ext cx="90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0BCAB7E9-2F5F-61A9-BA3A-35118DF08E85}"/>
                    </a:ext>
                  </a:extLst>
                </p14:cNvPr>
                <p14:cNvContentPartPr/>
                <p14:nvPr/>
              </p14:nvContentPartPr>
              <p14:xfrm>
                <a:off x="4888736" y="1228094"/>
                <a:ext cx="196200" cy="4028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0BCAB7E9-2F5F-61A9-BA3A-35118DF08E85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4884416" y="1223774"/>
                  <a:ext cx="2048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BD9D29B-BC3F-BD69-1D1C-84D34270CA79}"/>
                    </a:ext>
                  </a:extLst>
                </p14:cNvPr>
                <p14:cNvContentPartPr/>
                <p14:nvPr/>
              </p14:nvContentPartPr>
              <p14:xfrm>
                <a:off x="5184296" y="1236374"/>
                <a:ext cx="80280" cy="3787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BD9D29B-BC3F-BD69-1D1C-84D34270CA79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179976" y="1232054"/>
                  <a:ext cx="8892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DE56468-4CDB-7B95-E4DE-992E29703140}"/>
                    </a:ext>
                  </a:extLst>
                </p14:cNvPr>
                <p14:cNvContentPartPr/>
                <p14:nvPr/>
              </p14:nvContentPartPr>
              <p14:xfrm>
                <a:off x="5665616" y="1416374"/>
                <a:ext cx="25560" cy="172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DE56468-4CDB-7B95-E4DE-992E29703140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661296" y="1412054"/>
                  <a:ext cx="342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C6F0ACB9-48F5-4D93-40B6-5E0EF61E43A9}"/>
                    </a:ext>
                  </a:extLst>
                </p14:cNvPr>
                <p14:cNvContentPartPr/>
                <p14:nvPr/>
              </p14:nvContentPartPr>
              <p14:xfrm>
                <a:off x="5360696" y="1470014"/>
                <a:ext cx="24840" cy="3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C6F0ACB9-48F5-4D93-40B6-5E0EF61E43A9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356376" y="1465694"/>
                  <a:ext cx="334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DE22C00A-00BB-6254-A249-BB5D53822D5E}"/>
                    </a:ext>
                  </a:extLst>
                </p14:cNvPr>
                <p14:cNvContentPartPr/>
                <p14:nvPr/>
              </p14:nvContentPartPr>
              <p14:xfrm>
                <a:off x="5477336" y="1461014"/>
                <a:ext cx="70560" cy="3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DE22C00A-00BB-6254-A249-BB5D53822D5E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473016" y="1456694"/>
                  <a:ext cx="79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69BFFD1-4D15-0833-BF29-7A6715DAD673}"/>
                    </a:ext>
                  </a:extLst>
                </p14:cNvPr>
                <p14:cNvContentPartPr/>
                <p14:nvPr/>
              </p14:nvContentPartPr>
              <p14:xfrm>
                <a:off x="5575616" y="1461014"/>
                <a:ext cx="3960" cy="3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69BFFD1-4D15-0833-BF29-7A6715DAD67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571296" y="1456694"/>
                  <a:ext cx="1260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812330AE-FD27-4AED-883C-34B373DE8295}"/>
              </a:ext>
            </a:extLst>
          </p:cNvPr>
          <p:cNvGrpSpPr/>
          <p:nvPr/>
        </p:nvGrpSpPr>
        <p:grpSpPr>
          <a:xfrm>
            <a:off x="4751216" y="1641374"/>
            <a:ext cx="68400" cy="116280"/>
            <a:chOff x="4751216" y="1641374"/>
            <a:chExt cx="68400" cy="11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73BEE4A-7360-DC29-D01F-3E72CCA042D5}"/>
                    </a:ext>
                  </a:extLst>
                </p14:cNvPr>
                <p14:cNvContentPartPr/>
                <p14:nvPr/>
              </p14:nvContentPartPr>
              <p14:xfrm>
                <a:off x="4751216" y="1641374"/>
                <a:ext cx="22320" cy="662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73BEE4A-7360-DC29-D01F-3E72CCA042D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746896" y="1637054"/>
                  <a:ext cx="309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354CA99-0603-3263-CA8A-D095CB7C8316}"/>
                    </a:ext>
                  </a:extLst>
                </p14:cNvPr>
                <p14:cNvContentPartPr/>
                <p14:nvPr/>
              </p14:nvContentPartPr>
              <p14:xfrm>
                <a:off x="4752656" y="1693934"/>
                <a:ext cx="66960" cy="637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354CA99-0603-3263-CA8A-D095CB7C831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748336" y="1689614"/>
                  <a:ext cx="7560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00EB77E4-14FB-B272-706F-F4AC0CCF190E}"/>
              </a:ext>
            </a:extLst>
          </p:cNvPr>
          <p:cNvGrpSpPr/>
          <p:nvPr/>
        </p:nvGrpSpPr>
        <p:grpSpPr>
          <a:xfrm>
            <a:off x="4790456" y="1882574"/>
            <a:ext cx="93600" cy="110160"/>
            <a:chOff x="4790456" y="1882574"/>
            <a:chExt cx="93600" cy="11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A1DA6C9A-81FE-7993-CB63-DE3A79DCBC62}"/>
                    </a:ext>
                  </a:extLst>
                </p14:cNvPr>
                <p14:cNvContentPartPr/>
                <p14:nvPr/>
              </p14:nvContentPartPr>
              <p14:xfrm>
                <a:off x="4790456" y="1882574"/>
                <a:ext cx="30600" cy="709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A1DA6C9A-81FE-7993-CB63-DE3A79DCBC6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786136" y="1878254"/>
                  <a:ext cx="392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FC166CE-68E6-BFAC-F974-71D07DC6AAD5}"/>
                    </a:ext>
                  </a:extLst>
                </p14:cNvPr>
                <p14:cNvContentPartPr/>
                <p14:nvPr/>
              </p14:nvContentPartPr>
              <p14:xfrm>
                <a:off x="4852736" y="1918214"/>
                <a:ext cx="31320" cy="745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FC166CE-68E6-BFAC-F974-71D07DC6AAD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848416" y="1913894"/>
                  <a:ext cx="3996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26991D95-5917-C781-2D5F-D12677F9A645}"/>
              </a:ext>
            </a:extLst>
          </p:cNvPr>
          <p:cNvGrpSpPr/>
          <p:nvPr/>
        </p:nvGrpSpPr>
        <p:grpSpPr>
          <a:xfrm>
            <a:off x="5197616" y="1777094"/>
            <a:ext cx="550080" cy="253440"/>
            <a:chOff x="5197616" y="1777094"/>
            <a:chExt cx="550080" cy="25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4170795-13EB-30D9-88F7-62DB99F4F461}"/>
                    </a:ext>
                  </a:extLst>
                </p14:cNvPr>
                <p14:cNvContentPartPr/>
                <p14:nvPr/>
              </p14:nvContentPartPr>
              <p14:xfrm>
                <a:off x="5197616" y="1810574"/>
                <a:ext cx="52560" cy="2199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4170795-13EB-30D9-88F7-62DB99F4F46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193296" y="1806254"/>
                  <a:ext cx="612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71140D4-1A2D-D104-A623-6BED9C695D08}"/>
                    </a:ext>
                  </a:extLst>
                </p14:cNvPr>
                <p14:cNvContentPartPr/>
                <p14:nvPr/>
              </p14:nvContentPartPr>
              <p14:xfrm>
                <a:off x="5351696" y="1777094"/>
                <a:ext cx="104760" cy="2311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71140D4-1A2D-D104-A623-6BED9C695D0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347376" y="1772774"/>
                  <a:ext cx="1134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7E6183D-406B-EF74-A3B0-A3B4D6C2D513}"/>
                    </a:ext>
                  </a:extLst>
                </p14:cNvPr>
                <p14:cNvContentPartPr/>
                <p14:nvPr/>
              </p14:nvContentPartPr>
              <p14:xfrm>
                <a:off x="5719256" y="1828934"/>
                <a:ext cx="28440" cy="82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7E6183D-406B-EF74-A3B0-A3B4D6C2D51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714936" y="1824614"/>
                  <a:ext cx="3708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3D3175E6-D1F1-C147-667B-5800C5500757}"/>
                    </a:ext>
                  </a:extLst>
                </p14:cNvPr>
                <p14:cNvContentPartPr/>
                <p14:nvPr/>
              </p14:nvContentPartPr>
              <p14:xfrm>
                <a:off x="5477336" y="1873574"/>
                <a:ext cx="24480" cy="3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3D3175E6-D1F1-C147-667B-5800C5500757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473016" y="1869254"/>
                  <a:ext cx="331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93CF793-FCBD-33FB-15BF-76F26548F7AC}"/>
                    </a:ext>
                  </a:extLst>
                </p14:cNvPr>
                <p14:cNvContentPartPr/>
                <p14:nvPr/>
              </p14:nvContentPartPr>
              <p14:xfrm>
                <a:off x="5557976" y="1864214"/>
                <a:ext cx="79920" cy="3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93CF793-FCBD-33FB-15BF-76F26548F7A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553656" y="1859894"/>
                  <a:ext cx="885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60BB0E3-AF92-547C-8937-A503A969C149}"/>
                    </a:ext>
                  </a:extLst>
                </p14:cNvPr>
                <p14:cNvContentPartPr/>
                <p14:nvPr/>
              </p14:nvContentPartPr>
              <p14:xfrm>
                <a:off x="5656616" y="1864214"/>
                <a:ext cx="42480" cy="36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60BB0E3-AF92-547C-8937-A503A969C14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652296" y="1859894"/>
                  <a:ext cx="5112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AF3F3094-0058-D448-74F9-A2EA0D636F6D}"/>
              </a:ext>
            </a:extLst>
          </p:cNvPr>
          <p:cNvGrpSpPr/>
          <p:nvPr/>
        </p:nvGrpSpPr>
        <p:grpSpPr>
          <a:xfrm>
            <a:off x="4831856" y="2178494"/>
            <a:ext cx="169920" cy="155520"/>
            <a:chOff x="4831856" y="2178494"/>
            <a:chExt cx="169920" cy="15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EFC5B1A-6B5A-22AF-23C8-7264409946C8}"/>
                    </a:ext>
                  </a:extLst>
                </p14:cNvPr>
                <p14:cNvContentPartPr/>
                <p14:nvPr/>
              </p14:nvContentPartPr>
              <p14:xfrm>
                <a:off x="4831856" y="2178494"/>
                <a:ext cx="86760" cy="939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EFC5B1A-6B5A-22AF-23C8-7264409946C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827536" y="2174174"/>
                  <a:ext cx="954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54E36346-0A9B-C2B9-2E7A-53B7074CDE81}"/>
                    </a:ext>
                  </a:extLst>
                </p14:cNvPr>
                <p14:cNvContentPartPr/>
                <p14:nvPr/>
              </p14:nvContentPartPr>
              <p14:xfrm>
                <a:off x="4979816" y="2276774"/>
                <a:ext cx="21960" cy="572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54E36346-0A9B-C2B9-2E7A-53B7074CDE81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975496" y="2272454"/>
                  <a:ext cx="3060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E9AA9854-91A2-9BF1-92FA-3ED2A6A85345}"/>
              </a:ext>
            </a:extLst>
          </p:cNvPr>
          <p:cNvGrpSpPr/>
          <p:nvPr/>
        </p:nvGrpSpPr>
        <p:grpSpPr>
          <a:xfrm>
            <a:off x="5379776" y="2178134"/>
            <a:ext cx="518400" cy="234720"/>
            <a:chOff x="5379776" y="2178134"/>
            <a:chExt cx="518400" cy="23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E6637A1-5862-F5CC-23D6-4043020B73A6}"/>
                    </a:ext>
                  </a:extLst>
                </p14:cNvPr>
                <p14:cNvContentPartPr/>
                <p14:nvPr/>
              </p14:nvContentPartPr>
              <p14:xfrm>
                <a:off x="5379776" y="2178134"/>
                <a:ext cx="84600" cy="2347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E6637A1-5862-F5CC-23D6-4043020B73A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375456" y="2173814"/>
                  <a:ext cx="932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42BCE997-393E-0AC7-CFDF-B7215C5113A1}"/>
                    </a:ext>
                  </a:extLst>
                </p14:cNvPr>
                <p14:cNvContentPartPr/>
                <p14:nvPr/>
              </p14:nvContentPartPr>
              <p14:xfrm>
                <a:off x="5531336" y="2178134"/>
                <a:ext cx="69480" cy="2199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42BCE997-393E-0AC7-CFDF-B7215C5113A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527016" y="2173814"/>
                  <a:ext cx="781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B4D04D3-CFCC-D6A4-B1C6-E2F2F834AAFB}"/>
                    </a:ext>
                  </a:extLst>
                </p14:cNvPr>
                <p14:cNvContentPartPr/>
                <p14:nvPr/>
              </p14:nvContentPartPr>
              <p14:xfrm>
                <a:off x="5674256" y="2269934"/>
                <a:ext cx="17640" cy="72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B4D04D3-CFCC-D6A4-B1C6-E2F2F834AAF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669936" y="2265614"/>
                  <a:ext cx="2628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41AA8DC3-3F39-6A73-5899-B8BBD487C6E3}"/>
                    </a:ext>
                  </a:extLst>
                </p14:cNvPr>
                <p14:cNvContentPartPr/>
                <p14:nvPr/>
              </p14:nvContentPartPr>
              <p14:xfrm>
                <a:off x="5710256" y="2268134"/>
                <a:ext cx="97920" cy="3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41AA8DC3-3F39-6A73-5899-B8BBD487C6E3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5705936" y="2263814"/>
                  <a:ext cx="1065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E9FB2A41-928C-C231-FFBD-1FB450CE14A3}"/>
                    </a:ext>
                  </a:extLst>
                </p14:cNvPr>
                <p14:cNvContentPartPr/>
                <p14:nvPr/>
              </p14:nvContentPartPr>
              <p14:xfrm>
                <a:off x="5835896" y="2268134"/>
                <a:ext cx="62280" cy="2088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E9FB2A41-928C-C231-FFBD-1FB450CE14A3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5831576" y="2263814"/>
                  <a:ext cx="70920" cy="2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5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E30D4763-4891-ED36-009D-6206D8F86730}"/>
                  </a:ext>
                </a:extLst>
              </p14:cNvPr>
              <p14:cNvContentPartPr/>
              <p14:nvPr/>
            </p14:nvContentPartPr>
            <p14:xfrm>
              <a:off x="4087736" y="3126734"/>
              <a:ext cx="375840" cy="1152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E30D4763-4891-ED36-009D-6206D8F86730}"/>
                  </a:ext>
                </a:extLst>
              </p:cNvPr>
              <p:cNvPicPr/>
              <p:nvPr/>
            </p:nvPicPr>
            <p:blipFill>
              <a:blip r:embed="rId316"/>
              <a:stretch>
                <a:fillRect/>
              </a:stretch>
            </p:blipFill>
            <p:spPr>
              <a:xfrm>
                <a:off x="4083416" y="3122414"/>
                <a:ext cx="384480" cy="2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2" name="Group 271">
            <a:extLst>
              <a:ext uri="{FF2B5EF4-FFF2-40B4-BE49-F238E27FC236}">
                <a16:creationId xmlns:a16="http://schemas.microsoft.com/office/drawing/2014/main" id="{95D836C0-9F67-8A34-B29E-75B3C831D23A}"/>
              </a:ext>
            </a:extLst>
          </p:cNvPr>
          <p:cNvGrpSpPr/>
          <p:nvPr/>
        </p:nvGrpSpPr>
        <p:grpSpPr>
          <a:xfrm>
            <a:off x="4670576" y="2904614"/>
            <a:ext cx="2261160" cy="311400"/>
            <a:chOff x="4670576" y="2904614"/>
            <a:chExt cx="2261160" cy="31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D93319DB-6B9D-05D3-FADC-487CFD98B437}"/>
                    </a:ext>
                  </a:extLst>
                </p14:cNvPr>
                <p14:cNvContentPartPr/>
                <p14:nvPr/>
              </p14:nvContentPartPr>
              <p14:xfrm>
                <a:off x="4722416" y="2904614"/>
                <a:ext cx="46800" cy="31140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D93319DB-6B9D-05D3-FADC-487CFD98B437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4718096" y="2900294"/>
                  <a:ext cx="5544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EDACA927-26F3-C6DF-A773-65D8E6E8CC46}"/>
                    </a:ext>
                  </a:extLst>
                </p14:cNvPr>
                <p14:cNvContentPartPr/>
                <p14:nvPr/>
              </p14:nvContentPartPr>
              <p14:xfrm>
                <a:off x="4670576" y="3028814"/>
                <a:ext cx="402120" cy="12312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EDACA927-26F3-C6DF-A773-65D8E6E8CC46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4666256" y="3024494"/>
                  <a:ext cx="4107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0A655D59-4E88-6DF3-148A-83C3EB4F400E}"/>
                    </a:ext>
                  </a:extLst>
                </p14:cNvPr>
                <p14:cNvContentPartPr/>
                <p14:nvPr/>
              </p14:nvContentPartPr>
              <p14:xfrm>
                <a:off x="5109776" y="3056894"/>
                <a:ext cx="9720" cy="7056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0A655D59-4E88-6DF3-148A-83C3EB4F400E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5105456" y="3052574"/>
                  <a:ext cx="183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2E66CBCF-1B95-4C40-085C-C98FB964B906}"/>
                    </a:ext>
                  </a:extLst>
                </p14:cNvPr>
                <p14:cNvContentPartPr/>
                <p14:nvPr/>
              </p14:nvContentPartPr>
              <p14:xfrm>
                <a:off x="5127776" y="2976254"/>
                <a:ext cx="360" cy="3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2E66CBCF-1B95-4C40-085C-C98FB964B90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23456" y="297193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FA29F89-56B5-24CB-89CF-8B05D44909B7}"/>
                    </a:ext>
                  </a:extLst>
                </p14:cNvPr>
                <p14:cNvContentPartPr/>
                <p14:nvPr/>
              </p14:nvContentPartPr>
              <p14:xfrm>
                <a:off x="5172416" y="3029894"/>
                <a:ext cx="81000" cy="1072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FA29F89-56B5-24CB-89CF-8B05D44909B7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168096" y="3025574"/>
                  <a:ext cx="896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248DD684-DB79-C929-FD49-DDDF243D37C6}"/>
                    </a:ext>
                  </a:extLst>
                </p14:cNvPr>
                <p14:cNvContentPartPr/>
                <p14:nvPr/>
              </p14:nvContentPartPr>
              <p14:xfrm>
                <a:off x="5459336" y="3077414"/>
                <a:ext cx="360" cy="244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248DD684-DB79-C929-FD49-DDDF243D37C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455016" y="3073094"/>
                  <a:ext cx="9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7F88021D-6DC1-7C53-D12E-C1836AEFB245}"/>
                    </a:ext>
                  </a:extLst>
                </p14:cNvPr>
                <p14:cNvContentPartPr/>
                <p14:nvPr/>
              </p14:nvContentPartPr>
              <p14:xfrm>
                <a:off x="5432696" y="3079574"/>
                <a:ext cx="126720" cy="7776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7F88021D-6DC1-7C53-D12E-C1836AEFB24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428376" y="3075254"/>
                  <a:ext cx="1353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CCEB6CFD-1BC1-965D-8B5E-77DFF8216C2C}"/>
                    </a:ext>
                  </a:extLst>
                </p14:cNvPr>
                <p14:cNvContentPartPr/>
                <p14:nvPr/>
              </p14:nvContentPartPr>
              <p14:xfrm>
                <a:off x="5593616" y="3056174"/>
                <a:ext cx="271080" cy="1018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CCEB6CFD-1BC1-965D-8B5E-77DFF8216C2C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589296" y="3051854"/>
                  <a:ext cx="2797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8B96FC62-1455-874D-C664-69B7223EF31A}"/>
                    </a:ext>
                  </a:extLst>
                </p14:cNvPr>
                <p14:cNvContentPartPr/>
                <p14:nvPr/>
              </p14:nvContentPartPr>
              <p14:xfrm>
                <a:off x="5842376" y="2925854"/>
                <a:ext cx="547920" cy="24120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8B96FC62-1455-874D-C664-69B7223EF31A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838056" y="2921534"/>
                  <a:ext cx="5565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E3C2FE7C-9933-D24F-94E9-A42A8B456D47}"/>
                    </a:ext>
                  </a:extLst>
                </p14:cNvPr>
                <p14:cNvContentPartPr/>
                <p14:nvPr/>
              </p14:nvContentPartPr>
              <p14:xfrm>
                <a:off x="6517376" y="3047534"/>
                <a:ext cx="360" cy="11628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E3C2FE7C-9933-D24F-94E9-A42A8B456D4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513056" y="3043214"/>
                  <a:ext cx="90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E5FD951-9DB0-8EAB-5665-9CF5EF156923}"/>
                    </a:ext>
                  </a:extLst>
                </p14:cNvPr>
                <p14:cNvContentPartPr/>
                <p14:nvPr/>
              </p14:nvContentPartPr>
              <p14:xfrm>
                <a:off x="6553376" y="2993894"/>
                <a:ext cx="360" cy="396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E5FD951-9DB0-8EAB-5665-9CF5EF15692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49056" y="2989574"/>
                  <a:ext cx="90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C9113DC-40E4-C81E-5583-08B044A5BB11}"/>
                    </a:ext>
                  </a:extLst>
                </p14:cNvPr>
                <p14:cNvContentPartPr/>
                <p14:nvPr/>
              </p14:nvContentPartPr>
              <p14:xfrm>
                <a:off x="6597296" y="2931254"/>
                <a:ext cx="11880" cy="22320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C9113DC-40E4-C81E-5583-08B044A5BB11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6592976" y="2926934"/>
                  <a:ext cx="205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C160C525-9E78-EEB6-9959-8AF06B402B75}"/>
                    </a:ext>
                  </a:extLst>
                </p14:cNvPr>
                <p14:cNvContentPartPr/>
                <p14:nvPr/>
              </p14:nvContentPartPr>
              <p14:xfrm>
                <a:off x="6616016" y="3021254"/>
                <a:ext cx="315720" cy="1789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C160C525-9E78-EEB6-9959-8AF06B402B75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6611696" y="3016934"/>
                  <a:ext cx="32436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828EB832-3E46-FB33-92AD-D3A67C58CE1D}"/>
              </a:ext>
            </a:extLst>
          </p:cNvPr>
          <p:cNvGrpSpPr/>
          <p:nvPr/>
        </p:nvGrpSpPr>
        <p:grpSpPr>
          <a:xfrm>
            <a:off x="4446296" y="3289814"/>
            <a:ext cx="2557080" cy="311760"/>
            <a:chOff x="4446296" y="3289814"/>
            <a:chExt cx="2557080" cy="31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F784275-844F-F1D3-F00A-8902DC2A4277}"/>
                    </a:ext>
                  </a:extLst>
                </p14:cNvPr>
                <p14:cNvContentPartPr/>
                <p14:nvPr/>
              </p14:nvContentPartPr>
              <p14:xfrm>
                <a:off x="4516496" y="3379814"/>
                <a:ext cx="11160" cy="2217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F784275-844F-F1D3-F00A-8902DC2A4277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512176" y="3375494"/>
                  <a:ext cx="198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8DDE3C2F-8D44-BD23-6CFE-1B812B728CDB}"/>
                    </a:ext>
                  </a:extLst>
                </p14:cNvPr>
                <p14:cNvContentPartPr/>
                <p14:nvPr/>
              </p14:nvContentPartPr>
              <p14:xfrm>
                <a:off x="4446296" y="3471974"/>
                <a:ext cx="236160" cy="12456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8DDE3C2F-8D44-BD23-6CFE-1B812B728CDB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4441976" y="3467654"/>
                  <a:ext cx="2448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22BFF681-2882-57A5-B03B-25D011027518}"/>
                    </a:ext>
                  </a:extLst>
                </p14:cNvPr>
                <p14:cNvContentPartPr/>
                <p14:nvPr/>
              </p14:nvContentPartPr>
              <p14:xfrm>
                <a:off x="4849496" y="3496094"/>
                <a:ext cx="200520" cy="8136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22BFF681-2882-57A5-B03B-25D011027518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4845176" y="3491774"/>
                  <a:ext cx="2091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59BD572-2792-D2DC-896F-99204FB405DD}"/>
                    </a:ext>
                  </a:extLst>
                </p14:cNvPr>
                <p14:cNvContentPartPr/>
                <p14:nvPr/>
              </p14:nvContentPartPr>
              <p14:xfrm>
                <a:off x="5108696" y="3462254"/>
                <a:ext cx="292680" cy="896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59BD572-2792-D2DC-896F-99204FB405DD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5104376" y="3457934"/>
                  <a:ext cx="301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081948B3-9788-4E99-957B-CCA8EDD7BFA0}"/>
                    </a:ext>
                  </a:extLst>
                </p14:cNvPr>
                <p14:cNvContentPartPr/>
                <p14:nvPr/>
              </p14:nvContentPartPr>
              <p14:xfrm>
                <a:off x="5486336" y="3432734"/>
                <a:ext cx="501120" cy="1159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081948B3-9788-4E99-957B-CCA8EDD7BFA0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5482016" y="3428414"/>
                  <a:ext cx="5097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A1F4D208-0973-4ADD-AE68-2A709FEAC6EA}"/>
                    </a:ext>
                  </a:extLst>
                </p14:cNvPr>
                <p14:cNvContentPartPr/>
                <p14:nvPr/>
              </p14:nvContentPartPr>
              <p14:xfrm>
                <a:off x="6165656" y="3319694"/>
                <a:ext cx="351720" cy="2145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A1F4D208-0973-4ADD-AE68-2A709FEAC6EA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161336" y="3315374"/>
                  <a:ext cx="3603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F1E61F8-B479-916F-6808-E84FFE5D9DE1}"/>
                    </a:ext>
                  </a:extLst>
                </p14:cNvPr>
                <p14:cNvContentPartPr/>
                <p14:nvPr/>
              </p14:nvContentPartPr>
              <p14:xfrm>
                <a:off x="6508376" y="3341654"/>
                <a:ext cx="360" cy="252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F1E61F8-B479-916F-6808-E84FFE5D9DE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04056" y="3337334"/>
                  <a:ext cx="9000" cy="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C3D127F3-3B33-F89E-F966-C24ECB338355}"/>
                    </a:ext>
                  </a:extLst>
                </p14:cNvPr>
                <p14:cNvContentPartPr/>
                <p14:nvPr/>
              </p14:nvContentPartPr>
              <p14:xfrm>
                <a:off x="6508016" y="3388454"/>
                <a:ext cx="174600" cy="1274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C3D127F3-3B33-F89E-F966-C24ECB338355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503696" y="3384134"/>
                  <a:ext cx="1832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EB44AAA-680D-FC6A-DED9-2ED2D2BA68CE}"/>
                    </a:ext>
                  </a:extLst>
                </p14:cNvPr>
                <p14:cNvContentPartPr/>
                <p14:nvPr/>
              </p14:nvContentPartPr>
              <p14:xfrm>
                <a:off x="6672176" y="3289814"/>
                <a:ext cx="33480" cy="2170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EB44AAA-680D-FC6A-DED9-2ED2D2BA68CE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667856" y="3285494"/>
                  <a:ext cx="421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E4D70E0-0D5E-9168-1AE2-AF45864284CA}"/>
                    </a:ext>
                  </a:extLst>
                </p14:cNvPr>
                <p14:cNvContentPartPr/>
                <p14:nvPr/>
              </p14:nvContentPartPr>
              <p14:xfrm>
                <a:off x="6642656" y="3386654"/>
                <a:ext cx="360720" cy="1036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E4D70E0-0D5E-9168-1AE2-AF45864284C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638336" y="3382334"/>
                  <a:ext cx="369360" cy="11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9F522AE9-49BA-0206-959B-BD255552E5DC}"/>
                  </a:ext>
                </a:extLst>
              </p14:cNvPr>
              <p14:cNvContentPartPr/>
              <p14:nvPr/>
            </p14:nvContentPartPr>
            <p14:xfrm>
              <a:off x="4105736" y="3944294"/>
              <a:ext cx="133920" cy="9720"/>
            </p14:xfrm>
          </p:contentPart>
        </mc:Choice>
        <mc:Fallback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9F522AE9-49BA-0206-959B-BD255552E5DC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4101416" y="3939974"/>
                <a:ext cx="142560" cy="1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92" name="Group 291">
            <a:extLst>
              <a:ext uri="{FF2B5EF4-FFF2-40B4-BE49-F238E27FC236}">
                <a16:creationId xmlns:a16="http://schemas.microsoft.com/office/drawing/2014/main" id="{039DACB8-42BE-3719-C216-86BEF2B8AC59}"/>
              </a:ext>
            </a:extLst>
          </p:cNvPr>
          <p:cNvGrpSpPr/>
          <p:nvPr/>
        </p:nvGrpSpPr>
        <p:grpSpPr>
          <a:xfrm>
            <a:off x="4431896" y="3720374"/>
            <a:ext cx="2525400" cy="387720"/>
            <a:chOff x="4431896" y="3720374"/>
            <a:chExt cx="2525400" cy="38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CBB60841-657D-CD06-C0C7-AE3FD4509C36}"/>
                    </a:ext>
                  </a:extLst>
                </p14:cNvPr>
                <p14:cNvContentPartPr/>
                <p14:nvPr/>
              </p14:nvContentPartPr>
              <p14:xfrm>
                <a:off x="4431896" y="3862574"/>
                <a:ext cx="252360" cy="1094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CBB60841-657D-CD06-C0C7-AE3FD4509C3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427576" y="3858254"/>
                  <a:ext cx="2610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B5FA2701-2986-BE76-BC89-53A6C847263A}"/>
                    </a:ext>
                  </a:extLst>
                </p14:cNvPr>
                <p14:cNvContentPartPr/>
                <p14:nvPr/>
              </p14:nvContentPartPr>
              <p14:xfrm>
                <a:off x="4446296" y="3908294"/>
                <a:ext cx="125280" cy="36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B5FA2701-2986-BE76-BC89-53A6C847263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441976" y="3903974"/>
                  <a:ext cx="1339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5C999A42-98A7-3834-D992-D9F438BC7F4F}"/>
                    </a:ext>
                  </a:extLst>
                </p14:cNvPr>
                <p14:cNvContentPartPr/>
                <p14:nvPr/>
              </p14:nvContentPartPr>
              <p14:xfrm>
                <a:off x="4455656" y="3742694"/>
                <a:ext cx="127440" cy="763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5C999A42-98A7-3834-D992-D9F438BC7F4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451336" y="3738374"/>
                  <a:ext cx="1360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39C8120C-C29D-A20A-8CB5-10A3CB7D8F97}"/>
                    </a:ext>
                  </a:extLst>
                </p14:cNvPr>
                <p14:cNvContentPartPr/>
                <p14:nvPr/>
              </p14:nvContentPartPr>
              <p14:xfrm>
                <a:off x="4759856" y="3862574"/>
                <a:ext cx="345960" cy="8568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39C8120C-C29D-A20A-8CB5-10A3CB7D8F97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755536" y="3858254"/>
                  <a:ext cx="3546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14836228-4922-DE84-9F87-D85B43EB16E7}"/>
                    </a:ext>
                  </a:extLst>
                </p14:cNvPr>
                <p14:cNvContentPartPr/>
                <p14:nvPr/>
              </p14:nvContentPartPr>
              <p14:xfrm>
                <a:off x="5150456" y="3720374"/>
                <a:ext cx="263160" cy="27144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14836228-4922-DE84-9F87-D85B43EB16E7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146136" y="3716054"/>
                  <a:ext cx="2718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4D6D5F0-472E-FD68-E738-17097C0F77E6}"/>
                    </a:ext>
                  </a:extLst>
                </p14:cNvPr>
                <p14:cNvContentPartPr/>
                <p14:nvPr/>
              </p14:nvContentPartPr>
              <p14:xfrm>
                <a:off x="5448896" y="3854294"/>
                <a:ext cx="78840" cy="11952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4D6D5F0-472E-FD68-E738-17097C0F77E6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444576" y="3849974"/>
                  <a:ext cx="874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ED4DCC2C-B6E6-A392-3AA3-9770D1E3019F}"/>
                    </a:ext>
                  </a:extLst>
                </p14:cNvPr>
                <p14:cNvContentPartPr/>
                <p14:nvPr/>
              </p14:nvContentPartPr>
              <p14:xfrm>
                <a:off x="5539976" y="3774014"/>
                <a:ext cx="18360" cy="1695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ED4DCC2C-B6E6-A392-3AA3-9770D1E3019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535656" y="3769694"/>
                  <a:ext cx="270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6441015-ED57-DA08-14F5-DC3CFFCEA079}"/>
                    </a:ext>
                  </a:extLst>
                </p14:cNvPr>
                <p14:cNvContentPartPr/>
                <p14:nvPr/>
              </p14:nvContentPartPr>
              <p14:xfrm>
                <a:off x="5583176" y="3862574"/>
                <a:ext cx="124200" cy="1000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6441015-ED57-DA08-14F5-DC3CFFCEA079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578856" y="3858254"/>
                  <a:ext cx="1328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6244075A-93C9-B214-33A2-F7D475B0C11D}"/>
                    </a:ext>
                  </a:extLst>
                </p14:cNvPr>
                <p14:cNvContentPartPr/>
                <p14:nvPr/>
              </p14:nvContentPartPr>
              <p14:xfrm>
                <a:off x="5718896" y="3774014"/>
                <a:ext cx="26280" cy="18900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6244075A-93C9-B214-33A2-F7D475B0C11D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5714576" y="3769694"/>
                  <a:ext cx="349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2F98856C-40B7-DB91-EC04-F98BF6577250}"/>
                    </a:ext>
                  </a:extLst>
                </p14:cNvPr>
                <p14:cNvContentPartPr/>
                <p14:nvPr/>
              </p14:nvContentPartPr>
              <p14:xfrm>
                <a:off x="5800256" y="3890654"/>
                <a:ext cx="39240" cy="6768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2F98856C-40B7-DB91-EC04-F98BF6577250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795936" y="3886334"/>
                  <a:ext cx="478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7E870907-82D7-C902-6857-0273395E8C9C}"/>
                    </a:ext>
                  </a:extLst>
                </p14:cNvPr>
                <p14:cNvContentPartPr/>
                <p14:nvPr/>
              </p14:nvContentPartPr>
              <p14:xfrm>
                <a:off x="5844536" y="3780854"/>
                <a:ext cx="3960" cy="316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7E870907-82D7-C902-6857-0273395E8C9C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840216" y="3776534"/>
                  <a:ext cx="126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27A71616-4686-0324-BAAA-62C2C2926295}"/>
                    </a:ext>
                  </a:extLst>
                </p14:cNvPr>
                <p14:cNvContentPartPr/>
                <p14:nvPr/>
              </p14:nvContentPartPr>
              <p14:xfrm>
                <a:off x="5880536" y="3881654"/>
                <a:ext cx="214200" cy="9108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27A71616-4686-0324-BAAA-62C2C2926295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876216" y="3877334"/>
                  <a:ext cx="2228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A324E3FC-4D51-A6C0-5AD1-392467CE0CB2}"/>
                    </a:ext>
                  </a:extLst>
                </p14:cNvPr>
                <p14:cNvContentPartPr/>
                <p14:nvPr/>
              </p14:nvContentPartPr>
              <p14:xfrm>
                <a:off x="6049016" y="3863654"/>
                <a:ext cx="158760" cy="24444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A324E3FC-4D51-A6C0-5AD1-392467CE0CB2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044696" y="3859334"/>
                  <a:ext cx="1674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D984085-E298-A52C-CA67-67846D3BEA50}"/>
                    </a:ext>
                  </a:extLst>
                </p14:cNvPr>
                <p14:cNvContentPartPr/>
                <p14:nvPr/>
              </p14:nvContentPartPr>
              <p14:xfrm>
                <a:off x="6347096" y="3853934"/>
                <a:ext cx="187560" cy="100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D984085-E298-A52C-CA67-67846D3BEA5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342776" y="3849614"/>
                  <a:ext cx="1962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F3652CB2-08D2-CCDC-D9DF-69DEBB896125}"/>
                    </a:ext>
                  </a:extLst>
                </p14:cNvPr>
                <p14:cNvContentPartPr/>
                <p14:nvPr/>
              </p14:nvContentPartPr>
              <p14:xfrm>
                <a:off x="6338096" y="3926654"/>
                <a:ext cx="196200" cy="3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F3652CB2-08D2-CCDC-D9DF-69DEBB89612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333776" y="3922334"/>
                  <a:ext cx="2048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A8FD1E54-C888-6FA6-446B-634832EC56F1}"/>
                    </a:ext>
                  </a:extLst>
                </p14:cNvPr>
                <p14:cNvContentPartPr/>
                <p14:nvPr/>
              </p14:nvContentPartPr>
              <p14:xfrm>
                <a:off x="6669656" y="3781934"/>
                <a:ext cx="287640" cy="1717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A8FD1E54-C888-6FA6-446B-634832EC56F1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6665336" y="3777614"/>
                  <a:ext cx="2962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5F6828A9-1D21-26F9-A3A2-9C3D13DE05AD}"/>
                    </a:ext>
                  </a:extLst>
                </p14:cNvPr>
                <p14:cNvContentPartPr/>
                <p14:nvPr/>
              </p14:nvContentPartPr>
              <p14:xfrm>
                <a:off x="6553376" y="3737654"/>
                <a:ext cx="131400" cy="1872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5F6828A9-1D21-26F9-A3A2-9C3D13DE05AD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6549056" y="3733334"/>
                  <a:ext cx="1400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6911F0A7-6F1B-4CD2-CB26-CB596D5AAF9D}"/>
                    </a:ext>
                  </a:extLst>
                </p14:cNvPr>
                <p14:cNvContentPartPr/>
                <p14:nvPr/>
              </p14:nvContentPartPr>
              <p14:xfrm>
                <a:off x="6526016" y="3774014"/>
                <a:ext cx="198720" cy="1990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6911F0A7-6F1B-4CD2-CB26-CB596D5AAF9D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6521696" y="3769694"/>
                  <a:ext cx="207360" cy="207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83688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7C82F597-D77B-1E6E-4493-55F9B3230569}"/>
              </a:ext>
            </a:extLst>
          </p:cNvPr>
          <p:cNvGrpSpPr/>
          <p:nvPr/>
        </p:nvGrpSpPr>
        <p:grpSpPr>
          <a:xfrm>
            <a:off x="140535" y="78708"/>
            <a:ext cx="3123720" cy="558720"/>
            <a:chOff x="140535" y="78708"/>
            <a:chExt cx="3123720" cy="55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5E4CB54-98C4-4A1B-E3E4-4A76EC1A3030}"/>
                    </a:ext>
                  </a:extLst>
                </p14:cNvPr>
                <p14:cNvContentPartPr/>
                <p14:nvPr/>
              </p14:nvContentPartPr>
              <p14:xfrm>
                <a:off x="146655" y="225948"/>
                <a:ext cx="60840" cy="356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5E4CB54-98C4-4A1B-E3E4-4A76EC1A303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2335" y="221628"/>
                  <a:ext cx="6948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57D110C-CA28-E775-BE26-FF5C949EA6DD}"/>
                    </a:ext>
                  </a:extLst>
                </p14:cNvPr>
                <p14:cNvContentPartPr/>
                <p14:nvPr/>
              </p14:nvContentPartPr>
              <p14:xfrm>
                <a:off x="140535" y="243948"/>
                <a:ext cx="324000" cy="296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57D110C-CA28-E775-BE26-FF5C949EA6D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6215" y="239628"/>
                  <a:ext cx="3326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2A11C0E-9022-3FBE-2105-657FA3174774}"/>
                    </a:ext>
                  </a:extLst>
                </p14:cNvPr>
                <p14:cNvContentPartPr/>
                <p14:nvPr/>
              </p14:nvContentPartPr>
              <p14:xfrm>
                <a:off x="474975" y="265548"/>
                <a:ext cx="56160" cy="248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2A11C0E-9022-3FBE-2105-657FA317477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0655" y="261228"/>
                  <a:ext cx="6480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247163D-AA89-5EEF-9714-184D7713409E}"/>
                    </a:ext>
                  </a:extLst>
                </p14:cNvPr>
                <p14:cNvContentPartPr/>
                <p14:nvPr/>
              </p14:nvContentPartPr>
              <p14:xfrm>
                <a:off x="481455" y="399108"/>
                <a:ext cx="123480" cy="23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247163D-AA89-5EEF-9714-184D7713409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77135" y="394788"/>
                  <a:ext cx="1321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3925047-85A7-7054-97CF-CD49D423DFC8}"/>
                    </a:ext>
                  </a:extLst>
                </p14:cNvPr>
                <p14:cNvContentPartPr/>
                <p14:nvPr/>
              </p14:nvContentPartPr>
              <p14:xfrm>
                <a:off x="608895" y="364548"/>
                <a:ext cx="59760" cy="167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3925047-85A7-7054-97CF-CD49D423DFC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04575" y="360228"/>
                  <a:ext cx="684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76603F9-8D64-5167-B72D-6F4DA397EC9A}"/>
                    </a:ext>
                  </a:extLst>
                </p14:cNvPr>
                <p14:cNvContentPartPr/>
                <p14:nvPr/>
              </p14:nvContentPartPr>
              <p14:xfrm>
                <a:off x="707895" y="363468"/>
                <a:ext cx="360" cy="139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76603F9-8D64-5167-B72D-6F4DA397EC9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03575" y="359148"/>
                  <a:ext cx="90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B8C9605-D661-369C-9F4E-5FDAD411BA20}"/>
                    </a:ext>
                  </a:extLst>
                </p14:cNvPr>
                <p14:cNvContentPartPr/>
                <p14:nvPr/>
              </p14:nvContentPartPr>
              <p14:xfrm>
                <a:off x="742095" y="353748"/>
                <a:ext cx="15120" cy="12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B8C9605-D661-369C-9F4E-5FDAD411BA2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37775" y="349428"/>
                  <a:ext cx="237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682EA29-FB78-620D-EB4C-16F0069A3C0A}"/>
                    </a:ext>
                  </a:extLst>
                </p14:cNvPr>
                <p14:cNvContentPartPr/>
                <p14:nvPr/>
              </p14:nvContentPartPr>
              <p14:xfrm>
                <a:off x="756855" y="390468"/>
                <a:ext cx="171360" cy="122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682EA29-FB78-620D-EB4C-16F0069A3C0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52535" y="386148"/>
                  <a:ext cx="18000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E42D0C4-1052-8D64-A6AC-99FEBF15A81C}"/>
                    </a:ext>
                  </a:extLst>
                </p14:cNvPr>
                <p14:cNvContentPartPr/>
                <p14:nvPr/>
              </p14:nvContentPartPr>
              <p14:xfrm>
                <a:off x="963135" y="344028"/>
                <a:ext cx="148320" cy="205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E42D0C4-1052-8D64-A6AC-99FEBF15A81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8815" y="339708"/>
                  <a:ext cx="1569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76D5D21-87E5-ABAA-7DE0-63057A8610B3}"/>
                    </a:ext>
                  </a:extLst>
                </p14:cNvPr>
                <p14:cNvContentPartPr/>
                <p14:nvPr/>
              </p14:nvContentPartPr>
              <p14:xfrm>
                <a:off x="1100655" y="412788"/>
                <a:ext cx="89280" cy="129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76D5D21-87E5-ABAA-7DE0-63057A8610B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96335" y="408468"/>
                  <a:ext cx="979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6D0DFD5-E7A7-2D1D-0BC4-904129007872}"/>
                    </a:ext>
                  </a:extLst>
                </p14:cNvPr>
                <p14:cNvContentPartPr/>
                <p14:nvPr/>
              </p14:nvContentPartPr>
              <p14:xfrm>
                <a:off x="1239615" y="450228"/>
                <a:ext cx="193680" cy="92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6D0DFD5-E7A7-2D1D-0BC4-90412900787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235295" y="445908"/>
                  <a:ext cx="2023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F52904A-B3F2-D107-0FC8-0F5C822BD608}"/>
                    </a:ext>
                  </a:extLst>
                </p14:cNvPr>
                <p14:cNvContentPartPr/>
                <p14:nvPr/>
              </p14:nvContentPartPr>
              <p14:xfrm>
                <a:off x="1431495" y="137748"/>
                <a:ext cx="83160" cy="417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F52904A-B3F2-D107-0FC8-0F5C822BD60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427175" y="133428"/>
                  <a:ext cx="9180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72741B4-5C9E-189B-21EE-6EB3F33610F7}"/>
                    </a:ext>
                  </a:extLst>
                </p14:cNvPr>
                <p14:cNvContentPartPr/>
                <p14:nvPr/>
              </p14:nvContentPartPr>
              <p14:xfrm>
                <a:off x="1651455" y="304428"/>
                <a:ext cx="69480" cy="333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72741B4-5C9E-189B-21EE-6EB3F33610F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647135" y="300108"/>
                  <a:ext cx="7812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DC39764-9EBE-594B-E093-0C1A7FE715BE}"/>
                    </a:ext>
                  </a:extLst>
                </p14:cNvPr>
                <p14:cNvContentPartPr/>
                <p14:nvPr/>
              </p14:nvContentPartPr>
              <p14:xfrm>
                <a:off x="1602495" y="419988"/>
                <a:ext cx="164520" cy="33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DC39764-9EBE-594B-E093-0C1A7FE715B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598175" y="415668"/>
                  <a:ext cx="173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1DE890C-8073-C61B-1F92-E6689B9DF500}"/>
                    </a:ext>
                  </a:extLst>
                </p14:cNvPr>
                <p14:cNvContentPartPr/>
                <p14:nvPr/>
              </p14:nvContentPartPr>
              <p14:xfrm>
                <a:off x="1769535" y="381108"/>
                <a:ext cx="410760" cy="138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1DE890C-8073-C61B-1F92-E6689B9DF50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765215" y="376788"/>
                  <a:ext cx="4194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8E2423F-FB48-E30C-09CD-40B7F2D0B70E}"/>
                    </a:ext>
                  </a:extLst>
                </p14:cNvPr>
                <p14:cNvContentPartPr/>
                <p14:nvPr/>
              </p14:nvContentPartPr>
              <p14:xfrm>
                <a:off x="2232855" y="354108"/>
                <a:ext cx="97920" cy="118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8E2423F-FB48-E30C-09CD-40B7F2D0B70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28535" y="349788"/>
                  <a:ext cx="1065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6059D6F-F3C4-6452-3A5A-200797776087}"/>
                    </a:ext>
                  </a:extLst>
                </p14:cNvPr>
                <p14:cNvContentPartPr/>
                <p14:nvPr/>
              </p14:nvContentPartPr>
              <p14:xfrm>
                <a:off x="2408895" y="117588"/>
                <a:ext cx="27000" cy="294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6059D6F-F3C4-6452-3A5A-20079777608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04575" y="113268"/>
                  <a:ext cx="356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AD5BF49-6C74-4DB8-08D6-684FAD4EA189}"/>
                    </a:ext>
                  </a:extLst>
                </p14:cNvPr>
                <p14:cNvContentPartPr/>
                <p14:nvPr/>
              </p14:nvContentPartPr>
              <p14:xfrm>
                <a:off x="2507175" y="334308"/>
                <a:ext cx="360" cy="87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AD5BF49-6C74-4DB8-08D6-684FAD4EA18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502855" y="329988"/>
                  <a:ext cx="90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FA65E7A-EEB5-5C67-DBA5-8EC7F172444B}"/>
                    </a:ext>
                  </a:extLst>
                </p14:cNvPr>
                <p14:cNvContentPartPr/>
                <p14:nvPr/>
              </p14:nvContentPartPr>
              <p14:xfrm>
                <a:off x="2534895" y="275268"/>
                <a:ext cx="11880" cy="6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FA65E7A-EEB5-5C67-DBA5-8EC7F172444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530575" y="270948"/>
                  <a:ext cx="2052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5572D66-231A-9383-D2E3-FA34E8D76958}"/>
                    </a:ext>
                  </a:extLst>
                </p14:cNvPr>
                <p14:cNvContentPartPr/>
                <p14:nvPr/>
              </p14:nvContentPartPr>
              <p14:xfrm>
                <a:off x="2586015" y="157188"/>
                <a:ext cx="69480" cy="245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5572D66-231A-9383-D2E3-FA34E8D7695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581695" y="152868"/>
                  <a:ext cx="781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BFA0C34-594F-0C9F-1AA5-124D3628455A}"/>
                    </a:ext>
                  </a:extLst>
                </p14:cNvPr>
                <p14:cNvContentPartPr/>
                <p14:nvPr/>
              </p14:nvContentPartPr>
              <p14:xfrm>
                <a:off x="2566215" y="292908"/>
                <a:ext cx="239760" cy="148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BFA0C34-594F-0C9F-1AA5-124D3628455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561895" y="288588"/>
                  <a:ext cx="2484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2B19A21-2D49-0179-D688-7542C8BE3517}"/>
                    </a:ext>
                  </a:extLst>
                </p14:cNvPr>
                <p14:cNvContentPartPr/>
                <p14:nvPr/>
              </p14:nvContentPartPr>
              <p14:xfrm>
                <a:off x="2849895" y="303348"/>
                <a:ext cx="355320" cy="122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2B19A21-2D49-0179-D688-7542C8BE351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845575" y="299028"/>
                  <a:ext cx="3639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E73D853-F2CF-1C10-3929-BB213EB588F5}"/>
                    </a:ext>
                  </a:extLst>
                </p14:cNvPr>
                <p14:cNvContentPartPr/>
                <p14:nvPr/>
              </p14:nvContentPartPr>
              <p14:xfrm>
                <a:off x="3245175" y="78708"/>
                <a:ext cx="19080" cy="353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E73D853-F2CF-1C10-3929-BB213EB588F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40855" y="74388"/>
                  <a:ext cx="27720" cy="36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0C288EA-23C7-FA1E-A2FF-9A1D8C6A66E9}"/>
              </a:ext>
            </a:extLst>
          </p:cNvPr>
          <p:cNvGrpSpPr/>
          <p:nvPr/>
        </p:nvGrpSpPr>
        <p:grpSpPr>
          <a:xfrm>
            <a:off x="126135" y="845148"/>
            <a:ext cx="905040" cy="720000"/>
            <a:chOff x="126135" y="845148"/>
            <a:chExt cx="905040" cy="72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42A2059-723F-895D-B3EE-DFD5A6DB17D2}"/>
                    </a:ext>
                  </a:extLst>
                </p14:cNvPr>
                <p14:cNvContentPartPr/>
                <p14:nvPr/>
              </p14:nvContentPartPr>
              <p14:xfrm>
                <a:off x="126135" y="845148"/>
                <a:ext cx="259560" cy="384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42A2059-723F-895D-B3EE-DFD5A6DB17D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21815" y="840828"/>
                  <a:ext cx="26820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FAC3C1D-DFD0-5F9D-3229-93C6EFF219D3}"/>
                    </a:ext>
                  </a:extLst>
                </p14:cNvPr>
                <p14:cNvContentPartPr/>
                <p14:nvPr/>
              </p14:nvContentPartPr>
              <p14:xfrm>
                <a:off x="402975" y="1040628"/>
                <a:ext cx="628200" cy="5245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FAC3C1D-DFD0-5F9D-3229-93C6EFF219D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8655" y="1036308"/>
                  <a:ext cx="636840" cy="53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F1C3AA2-3921-2058-E173-B17F23D6BE3C}"/>
              </a:ext>
            </a:extLst>
          </p:cNvPr>
          <p:cNvGrpSpPr/>
          <p:nvPr/>
        </p:nvGrpSpPr>
        <p:grpSpPr>
          <a:xfrm>
            <a:off x="1120815" y="766668"/>
            <a:ext cx="2054160" cy="458640"/>
            <a:chOff x="1120815" y="766668"/>
            <a:chExt cx="2054160" cy="45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583F512-EA57-BB60-997B-E0A925176904}"/>
                    </a:ext>
                  </a:extLst>
                </p14:cNvPr>
                <p14:cNvContentPartPr/>
                <p14:nvPr/>
              </p14:nvContentPartPr>
              <p14:xfrm>
                <a:off x="1120815" y="1042068"/>
                <a:ext cx="423720" cy="20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583F512-EA57-BB60-997B-E0A92517690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16495" y="1037748"/>
                  <a:ext cx="432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4139E03-F981-8E9F-9A6F-755689209C8F}"/>
                    </a:ext>
                  </a:extLst>
                </p14:cNvPr>
                <p14:cNvContentPartPr/>
                <p14:nvPr/>
              </p14:nvContentPartPr>
              <p14:xfrm>
                <a:off x="1219095" y="1101108"/>
                <a:ext cx="254520" cy="51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4139E03-F981-8E9F-9A6F-755689209C8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214775" y="1096788"/>
                  <a:ext cx="2631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09F66DC-5358-9AB7-A02F-B614EA7752F0}"/>
                    </a:ext>
                  </a:extLst>
                </p14:cNvPr>
                <p14:cNvContentPartPr/>
                <p14:nvPr/>
              </p14:nvContentPartPr>
              <p14:xfrm>
                <a:off x="1353375" y="903108"/>
                <a:ext cx="280440" cy="322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09F66DC-5358-9AB7-A02F-B614EA7752F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349055" y="898788"/>
                  <a:ext cx="2890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F423539-7451-AA9D-9427-F36049CB5322}"/>
                    </a:ext>
                  </a:extLst>
                </p14:cNvPr>
                <p14:cNvContentPartPr/>
                <p14:nvPr/>
              </p14:nvContentPartPr>
              <p14:xfrm>
                <a:off x="1820295" y="766668"/>
                <a:ext cx="48240" cy="333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F423539-7451-AA9D-9427-F36049CB532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815975" y="762348"/>
                  <a:ext cx="5688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906D4B6-05FC-E6A3-8D61-7FE7F6956BE6}"/>
                    </a:ext>
                  </a:extLst>
                </p14:cNvPr>
                <p14:cNvContentPartPr/>
                <p14:nvPr/>
              </p14:nvContentPartPr>
              <p14:xfrm>
                <a:off x="1828575" y="786108"/>
                <a:ext cx="185760" cy="69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906D4B6-05FC-E6A3-8D61-7FE7F6956BE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824255" y="781788"/>
                  <a:ext cx="1944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350BF8D-B032-3477-40BB-33FDB1416330}"/>
                    </a:ext>
                  </a:extLst>
                </p14:cNvPr>
                <p14:cNvContentPartPr/>
                <p14:nvPr/>
              </p14:nvContentPartPr>
              <p14:xfrm>
                <a:off x="1759815" y="942348"/>
                <a:ext cx="303840" cy="12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350BF8D-B032-3477-40BB-33FDB141633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755495" y="938028"/>
                  <a:ext cx="3124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6BBAE72-E7AC-DB04-5379-5976804E8FED}"/>
                    </a:ext>
                  </a:extLst>
                </p14:cNvPr>
                <p14:cNvContentPartPr/>
                <p14:nvPr/>
              </p14:nvContentPartPr>
              <p14:xfrm>
                <a:off x="1788975" y="1061508"/>
                <a:ext cx="304200" cy="50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6BBAE72-E7AC-DB04-5379-5976804E8FE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784655" y="1057188"/>
                  <a:ext cx="3128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DA77577-3D30-8A71-7AFC-4306AD755679}"/>
                    </a:ext>
                  </a:extLst>
                </p14:cNvPr>
                <p14:cNvContentPartPr/>
                <p14:nvPr/>
              </p14:nvContentPartPr>
              <p14:xfrm>
                <a:off x="2015415" y="965748"/>
                <a:ext cx="312480" cy="125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DA77577-3D30-8A71-7AFC-4306AD75567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011095" y="961428"/>
                  <a:ext cx="3211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1360482-F632-F1D3-5437-A45466CE272F}"/>
                    </a:ext>
                  </a:extLst>
                </p14:cNvPr>
                <p14:cNvContentPartPr/>
                <p14:nvPr/>
              </p14:nvContentPartPr>
              <p14:xfrm>
                <a:off x="2317815" y="914268"/>
                <a:ext cx="209160" cy="149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1360482-F632-F1D3-5437-A45466CE272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313495" y="909948"/>
                  <a:ext cx="2178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1C7CAB8-F073-B1CA-1021-C9015D566D72}"/>
                    </a:ext>
                  </a:extLst>
                </p14:cNvPr>
                <p14:cNvContentPartPr/>
                <p14:nvPr/>
              </p14:nvContentPartPr>
              <p14:xfrm>
                <a:off x="2475855" y="943428"/>
                <a:ext cx="170280" cy="1494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1C7CAB8-F073-B1CA-1021-C9015D566D7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471535" y="939108"/>
                  <a:ext cx="1789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2310189-6ABD-DB40-8919-166AAA6266E9}"/>
                    </a:ext>
                  </a:extLst>
                </p14:cNvPr>
                <p14:cNvContentPartPr/>
                <p14:nvPr/>
              </p14:nvContentPartPr>
              <p14:xfrm>
                <a:off x="2663415" y="963228"/>
                <a:ext cx="140040" cy="140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2310189-6ABD-DB40-8919-166AAA6266E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659095" y="958908"/>
                  <a:ext cx="1486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406D18F-B0C1-0289-19C6-3E789F6DEDBD}"/>
                    </a:ext>
                  </a:extLst>
                </p14:cNvPr>
                <p14:cNvContentPartPr/>
                <p14:nvPr/>
              </p14:nvContentPartPr>
              <p14:xfrm>
                <a:off x="2790135" y="776388"/>
                <a:ext cx="384840" cy="326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406D18F-B0C1-0289-19C6-3E789F6DEDB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85815" y="772068"/>
                  <a:ext cx="393480" cy="33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2F3E6B0-B129-7020-3899-D4099CBE0C72}"/>
              </a:ext>
            </a:extLst>
          </p:cNvPr>
          <p:cNvGrpSpPr/>
          <p:nvPr/>
        </p:nvGrpSpPr>
        <p:grpSpPr>
          <a:xfrm>
            <a:off x="3274335" y="707628"/>
            <a:ext cx="1061640" cy="368640"/>
            <a:chOff x="3274335" y="707628"/>
            <a:chExt cx="1061640" cy="36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F4E69ED-4E4B-3286-41C4-45E56235FF52}"/>
                    </a:ext>
                  </a:extLst>
                </p14:cNvPr>
                <p14:cNvContentPartPr/>
                <p14:nvPr/>
              </p14:nvContentPartPr>
              <p14:xfrm>
                <a:off x="3274335" y="894468"/>
                <a:ext cx="131040" cy="154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F4E69ED-4E4B-3286-41C4-45E56235FF5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70015" y="890148"/>
                  <a:ext cx="1396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10F73B7-E46D-83EC-8D87-D7CFADB87840}"/>
                    </a:ext>
                  </a:extLst>
                </p14:cNvPr>
                <p14:cNvContentPartPr/>
                <p14:nvPr/>
              </p14:nvContentPartPr>
              <p14:xfrm>
                <a:off x="3397455" y="875028"/>
                <a:ext cx="92880" cy="201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10F73B7-E46D-83EC-8D87-D7CFADB8784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393135" y="870708"/>
                  <a:ext cx="1015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1E05E90-617D-304B-1FCC-0E8479A210FF}"/>
                    </a:ext>
                  </a:extLst>
                </p14:cNvPr>
                <p14:cNvContentPartPr/>
                <p14:nvPr/>
              </p14:nvContentPartPr>
              <p14:xfrm>
                <a:off x="3441015" y="888348"/>
                <a:ext cx="212760" cy="126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1E05E90-617D-304B-1FCC-0E8479A210F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436695" y="884028"/>
                  <a:ext cx="2214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41D21CE-9E00-2B7B-E29A-08612435B75E}"/>
                    </a:ext>
                  </a:extLst>
                </p14:cNvPr>
                <p14:cNvContentPartPr/>
                <p14:nvPr/>
              </p14:nvContentPartPr>
              <p14:xfrm>
                <a:off x="3733695" y="894108"/>
                <a:ext cx="246240" cy="158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41D21CE-9E00-2B7B-E29A-08612435B75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729375" y="889788"/>
                  <a:ext cx="2548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B4993EC-D8F3-70B6-1AC9-2B535DF66B36}"/>
                    </a:ext>
                  </a:extLst>
                </p14:cNvPr>
                <p14:cNvContentPartPr/>
                <p14:nvPr/>
              </p14:nvContentPartPr>
              <p14:xfrm>
                <a:off x="3955815" y="707628"/>
                <a:ext cx="34560" cy="307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B4993EC-D8F3-70B6-1AC9-2B535DF66B3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951495" y="703308"/>
                  <a:ext cx="4320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AC9B3C6-22E5-67B8-3FD4-81717E10F784}"/>
                    </a:ext>
                  </a:extLst>
                </p14:cNvPr>
                <p14:cNvContentPartPr/>
                <p14:nvPr/>
              </p14:nvContentPartPr>
              <p14:xfrm>
                <a:off x="3952215" y="863508"/>
                <a:ext cx="383760" cy="141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AC9B3C6-22E5-67B8-3FD4-81717E10F78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947895" y="859188"/>
                  <a:ext cx="392400" cy="15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97F0A87C-F822-6F8E-AD8D-E405AAA52D2B}"/>
              </a:ext>
            </a:extLst>
          </p:cNvPr>
          <p:cNvGrpSpPr/>
          <p:nvPr/>
        </p:nvGrpSpPr>
        <p:grpSpPr>
          <a:xfrm>
            <a:off x="4719375" y="107868"/>
            <a:ext cx="7767000" cy="2853360"/>
            <a:chOff x="4719375" y="107868"/>
            <a:chExt cx="7767000" cy="285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B85E3B8-3DF3-8D20-4147-31E170FFED20}"/>
                    </a:ext>
                  </a:extLst>
                </p14:cNvPr>
                <p14:cNvContentPartPr/>
                <p14:nvPr/>
              </p14:nvContentPartPr>
              <p14:xfrm>
                <a:off x="4719375" y="833268"/>
                <a:ext cx="901440" cy="23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B85E3B8-3DF3-8D20-4147-31E170FFED2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715055" y="828948"/>
                  <a:ext cx="9100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8E925E9-99FB-4334-6798-17B0075D8AE2}"/>
                    </a:ext>
                  </a:extLst>
                </p14:cNvPr>
                <p14:cNvContentPartPr/>
                <p14:nvPr/>
              </p14:nvContentPartPr>
              <p14:xfrm>
                <a:off x="5630895" y="747228"/>
                <a:ext cx="199800" cy="242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8E925E9-99FB-4334-6798-17B0075D8AE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626575" y="742908"/>
                  <a:ext cx="2084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6FB948E-7529-769F-C11C-BADA99394494}"/>
                    </a:ext>
                  </a:extLst>
                </p14:cNvPr>
                <p14:cNvContentPartPr/>
                <p14:nvPr/>
              </p14:nvContentPartPr>
              <p14:xfrm>
                <a:off x="6431895" y="224868"/>
                <a:ext cx="311760" cy="327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6FB948E-7529-769F-C11C-BADA9939449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427575" y="220548"/>
                  <a:ext cx="3204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8CBB445-D5DA-4588-D207-F54E88741915}"/>
                    </a:ext>
                  </a:extLst>
                </p14:cNvPr>
                <p14:cNvContentPartPr/>
                <p14:nvPr/>
              </p14:nvContentPartPr>
              <p14:xfrm>
                <a:off x="6724215" y="302268"/>
                <a:ext cx="237600" cy="216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8CBB445-D5DA-4588-D207-F54E8874191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719895" y="297948"/>
                  <a:ext cx="24624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AFA5D7D-1E07-5938-6666-811C97138283}"/>
                    </a:ext>
                  </a:extLst>
                </p14:cNvPr>
                <p14:cNvContentPartPr/>
                <p14:nvPr/>
              </p14:nvContentPartPr>
              <p14:xfrm>
                <a:off x="7067295" y="274908"/>
                <a:ext cx="239400" cy="1792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AFA5D7D-1E07-5938-6666-811C9713828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062975" y="270588"/>
                  <a:ext cx="2480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E6D4728-515F-819D-E083-807EE62B5E38}"/>
                    </a:ext>
                  </a:extLst>
                </p14:cNvPr>
                <p14:cNvContentPartPr/>
                <p14:nvPr/>
              </p14:nvContentPartPr>
              <p14:xfrm>
                <a:off x="7275375" y="245388"/>
                <a:ext cx="87840" cy="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E6D4728-515F-819D-E083-807EE62B5E3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271055" y="241068"/>
                  <a:ext cx="964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A1EA55A-AA5D-75C9-0852-A7AE1A705E81}"/>
                    </a:ext>
                  </a:extLst>
                </p14:cNvPr>
                <p14:cNvContentPartPr/>
                <p14:nvPr/>
              </p14:nvContentPartPr>
              <p14:xfrm>
                <a:off x="7090335" y="255828"/>
                <a:ext cx="363960" cy="275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A1EA55A-AA5D-75C9-0852-A7AE1A705E8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086015" y="251508"/>
                  <a:ext cx="3726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9390633-6B8B-0E30-DA00-AD03E600BA9B}"/>
                    </a:ext>
                  </a:extLst>
                </p14:cNvPr>
                <p14:cNvContentPartPr/>
                <p14:nvPr/>
              </p14:nvContentPartPr>
              <p14:xfrm>
                <a:off x="6312735" y="786468"/>
                <a:ext cx="832320" cy="342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9390633-6B8B-0E30-DA00-AD03E600BA9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308415" y="782148"/>
                  <a:ext cx="8409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14ABD5B-9432-A7BF-7144-DA4FBEFDA454}"/>
                    </a:ext>
                  </a:extLst>
                </p14:cNvPr>
                <p14:cNvContentPartPr/>
                <p14:nvPr/>
              </p14:nvContentPartPr>
              <p14:xfrm>
                <a:off x="7200855" y="922908"/>
                <a:ext cx="314640" cy="1404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14ABD5B-9432-A7BF-7144-DA4FBEFDA45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196535" y="918588"/>
                  <a:ext cx="3232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63A3B06-B0BB-C3B7-053B-2024340D4A9A}"/>
                    </a:ext>
                  </a:extLst>
                </p14:cNvPr>
                <p14:cNvContentPartPr/>
                <p14:nvPr/>
              </p14:nvContentPartPr>
              <p14:xfrm>
                <a:off x="7531695" y="952428"/>
                <a:ext cx="313200" cy="1256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63A3B06-B0BB-C3B7-053B-2024340D4A9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527375" y="948108"/>
                  <a:ext cx="3218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F4F952E-8413-A6BA-BAA7-C39914C97EA1}"/>
                    </a:ext>
                  </a:extLst>
                </p14:cNvPr>
                <p14:cNvContentPartPr/>
                <p14:nvPr/>
              </p14:nvContentPartPr>
              <p14:xfrm>
                <a:off x="7794135" y="962868"/>
                <a:ext cx="181440" cy="101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F4F952E-8413-A6BA-BAA7-C39914C97EA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789815" y="958548"/>
                  <a:ext cx="1900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AE729EB-9C1B-3C03-5E4F-CCBDCDD2695E}"/>
                    </a:ext>
                  </a:extLst>
                </p14:cNvPr>
                <p14:cNvContentPartPr/>
                <p14:nvPr/>
              </p14:nvContentPartPr>
              <p14:xfrm>
                <a:off x="7971975" y="727788"/>
                <a:ext cx="168840" cy="324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AE729EB-9C1B-3C03-5E4F-CCBDCDD2695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67655" y="723468"/>
                  <a:ext cx="17748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BC75C1F-D905-7254-0063-ED227755F2EE}"/>
                    </a:ext>
                  </a:extLst>
                </p14:cNvPr>
                <p14:cNvContentPartPr/>
                <p14:nvPr/>
              </p14:nvContentPartPr>
              <p14:xfrm>
                <a:off x="8227935" y="717348"/>
                <a:ext cx="117720" cy="325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BC75C1F-D905-7254-0063-ED227755F2E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223615" y="713028"/>
                  <a:ext cx="1263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EAC017B-1AE8-0C7E-0C43-AFF7637D7BFA}"/>
                    </a:ext>
                  </a:extLst>
                </p14:cNvPr>
                <p14:cNvContentPartPr/>
                <p14:nvPr/>
              </p14:nvContentPartPr>
              <p14:xfrm>
                <a:off x="8406495" y="914268"/>
                <a:ext cx="147960" cy="133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EAC017B-1AE8-0C7E-0C43-AFF7637D7BF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402175" y="909948"/>
                  <a:ext cx="1566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C681E18-6FE3-26FF-E10B-21FE725C5DBE}"/>
                    </a:ext>
                  </a:extLst>
                </p14:cNvPr>
                <p14:cNvContentPartPr/>
                <p14:nvPr/>
              </p14:nvContentPartPr>
              <p14:xfrm>
                <a:off x="8575335" y="942708"/>
                <a:ext cx="233640" cy="129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C681E18-6FE3-26FF-E10B-21FE725C5DB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571015" y="938388"/>
                  <a:ext cx="2422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B5C10F1-2E7F-C5A6-90D6-890C189391B7}"/>
                    </a:ext>
                  </a:extLst>
                </p14:cNvPr>
                <p14:cNvContentPartPr/>
                <p14:nvPr/>
              </p14:nvContentPartPr>
              <p14:xfrm>
                <a:off x="8797815" y="972948"/>
                <a:ext cx="238680" cy="111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B5C10F1-2E7F-C5A6-90D6-890C189391B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793495" y="968628"/>
                  <a:ext cx="2473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C5B672A-AEA9-7A67-F9E5-EA54A2A5CD0E}"/>
                    </a:ext>
                  </a:extLst>
                </p14:cNvPr>
                <p14:cNvContentPartPr/>
                <p14:nvPr/>
              </p14:nvContentPartPr>
              <p14:xfrm>
                <a:off x="9061335" y="737508"/>
                <a:ext cx="73800" cy="3646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C5B672A-AEA9-7A67-F9E5-EA54A2A5CD0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057015" y="733188"/>
                  <a:ext cx="824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77E6D0A-70E4-DA7F-C31B-C2048C0CF332}"/>
                    </a:ext>
                  </a:extLst>
                </p14:cNvPr>
                <p14:cNvContentPartPr/>
                <p14:nvPr/>
              </p14:nvContentPartPr>
              <p14:xfrm>
                <a:off x="9124335" y="874308"/>
                <a:ext cx="313200" cy="1692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77E6D0A-70E4-DA7F-C31B-C2048C0CF33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120015" y="869988"/>
                  <a:ext cx="3218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0066D35-B1F4-CA9A-C88A-FF11B4511F33}"/>
                    </a:ext>
                  </a:extLst>
                </p14:cNvPr>
                <p14:cNvContentPartPr/>
                <p14:nvPr/>
              </p14:nvContentPartPr>
              <p14:xfrm>
                <a:off x="9468135" y="638868"/>
                <a:ext cx="335520" cy="4662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0066D35-B1F4-CA9A-C88A-FF11B4511F3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463815" y="634548"/>
                  <a:ext cx="34416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888FCCB-2910-ACA6-E759-A664B2792626}"/>
                    </a:ext>
                  </a:extLst>
                </p14:cNvPr>
                <p14:cNvContentPartPr/>
                <p14:nvPr/>
              </p14:nvContentPartPr>
              <p14:xfrm>
                <a:off x="7786935" y="324588"/>
                <a:ext cx="360" cy="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888FCCB-2910-ACA6-E759-A664B279262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782615" y="32026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B7F5A2B-954E-96B9-A335-879F84F580BD}"/>
                    </a:ext>
                  </a:extLst>
                </p14:cNvPr>
                <p14:cNvContentPartPr/>
                <p14:nvPr/>
              </p14:nvContentPartPr>
              <p14:xfrm>
                <a:off x="7757775" y="363468"/>
                <a:ext cx="4320" cy="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B7F5A2B-954E-96B9-A335-879F84F580B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753455" y="359148"/>
                  <a:ext cx="129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AD5C83E-A1FE-3E45-292D-A168008417AD}"/>
                    </a:ext>
                  </a:extLst>
                </p14:cNvPr>
                <p14:cNvContentPartPr/>
                <p14:nvPr/>
              </p14:nvContentPartPr>
              <p14:xfrm>
                <a:off x="7725375" y="292908"/>
                <a:ext cx="70560" cy="327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AD5C83E-A1FE-3E45-292D-A168008417A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721055" y="288588"/>
                  <a:ext cx="792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431BEF7-F1FF-4A9D-3B44-F777FD8A195A}"/>
                    </a:ext>
                  </a:extLst>
                </p14:cNvPr>
                <p14:cNvContentPartPr/>
                <p14:nvPr/>
              </p14:nvContentPartPr>
              <p14:xfrm>
                <a:off x="7746975" y="422508"/>
                <a:ext cx="57600" cy="72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431BEF7-F1FF-4A9D-3B44-F777FD8A195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742655" y="418188"/>
                  <a:ext cx="662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02FAA5A-14E8-0B0A-637F-459032B317E9}"/>
                    </a:ext>
                  </a:extLst>
                </p14:cNvPr>
                <p14:cNvContentPartPr/>
                <p14:nvPr/>
              </p14:nvContentPartPr>
              <p14:xfrm>
                <a:off x="8212815" y="147468"/>
                <a:ext cx="66240" cy="330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02FAA5A-14E8-0B0A-637F-459032B317E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208495" y="143148"/>
                  <a:ext cx="748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1809915-0017-CF76-0BC6-851C7A3AB0A9}"/>
                    </a:ext>
                  </a:extLst>
                </p14:cNvPr>
                <p14:cNvContentPartPr/>
                <p14:nvPr/>
              </p14:nvContentPartPr>
              <p14:xfrm>
                <a:off x="8180415" y="176988"/>
                <a:ext cx="303840" cy="49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1809915-0017-CF76-0BC6-851C7A3AB0A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76095" y="172668"/>
                  <a:ext cx="3124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EAAC25C-E6F6-C201-7452-B2851443C2B7}"/>
                    </a:ext>
                  </a:extLst>
                </p14:cNvPr>
                <p14:cNvContentPartPr/>
                <p14:nvPr/>
              </p14:nvContentPartPr>
              <p14:xfrm>
                <a:off x="8170695" y="304428"/>
                <a:ext cx="195840" cy="49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EAAC25C-E6F6-C201-7452-B2851443C2B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166375" y="300108"/>
                  <a:ext cx="2044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DBEBBF7-7227-879D-BEA7-016F6F56425D}"/>
                    </a:ext>
                  </a:extLst>
                </p14:cNvPr>
                <p14:cNvContentPartPr/>
                <p14:nvPr/>
              </p14:nvContentPartPr>
              <p14:xfrm>
                <a:off x="8180415" y="442308"/>
                <a:ext cx="307800" cy="504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DBEBBF7-7227-879D-BEA7-016F6F56425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176095" y="437988"/>
                  <a:ext cx="3164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BACE331-7E6C-ADF5-8061-633A5F9E4769}"/>
                    </a:ext>
                  </a:extLst>
                </p14:cNvPr>
                <p14:cNvContentPartPr/>
                <p14:nvPr/>
              </p14:nvContentPartPr>
              <p14:xfrm>
                <a:off x="8445735" y="265548"/>
                <a:ext cx="195480" cy="183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BACE331-7E6C-ADF5-8061-633A5F9E476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441415" y="261228"/>
                  <a:ext cx="2041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D4F4A0F-86C0-F816-F9E9-2CBBC272A228}"/>
                    </a:ext>
                  </a:extLst>
                </p14:cNvPr>
                <p14:cNvContentPartPr/>
                <p14:nvPr/>
              </p14:nvContentPartPr>
              <p14:xfrm>
                <a:off x="8391735" y="333948"/>
                <a:ext cx="192240" cy="105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D4F4A0F-86C0-F816-F9E9-2CBBC272A22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387415" y="329628"/>
                  <a:ext cx="2008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DB58407-B453-3056-D626-0ABD59B147B8}"/>
                    </a:ext>
                  </a:extLst>
                </p14:cNvPr>
                <p14:cNvContentPartPr/>
                <p14:nvPr/>
              </p14:nvContentPartPr>
              <p14:xfrm>
                <a:off x="8624295" y="157188"/>
                <a:ext cx="96840" cy="3549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DB58407-B453-3056-D626-0ABD59B147B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619975" y="152868"/>
                  <a:ext cx="10548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90DD7C4-F3C2-843D-9B73-22094766D9F3}"/>
                    </a:ext>
                  </a:extLst>
                </p14:cNvPr>
                <p14:cNvContentPartPr/>
                <p14:nvPr/>
              </p14:nvContentPartPr>
              <p14:xfrm>
                <a:off x="8603055" y="313428"/>
                <a:ext cx="422640" cy="127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90DD7C4-F3C2-843D-9B73-22094766D9F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598735" y="309108"/>
                  <a:ext cx="4312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A867803-EB56-C79A-FABB-097DD241836E}"/>
                    </a:ext>
                  </a:extLst>
                </p14:cNvPr>
                <p14:cNvContentPartPr/>
                <p14:nvPr/>
              </p14:nvContentPartPr>
              <p14:xfrm>
                <a:off x="8916975" y="333948"/>
                <a:ext cx="338400" cy="121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A867803-EB56-C79A-FABB-097DD241836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912655" y="329628"/>
                  <a:ext cx="3470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29C21AB-77C3-5E25-667A-C527ABFE8612}"/>
                    </a:ext>
                  </a:extLst>
                </p14:cNvPr>
                <p14:cNvContentPartPr/>
                <p14:nvPr/>
              </p14:nvContentPartPr>
              <p14:xfrm>
                <a:off x="9219735" y="332868"/>
                <a:ext cx="173520" cy="1400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29C21AB-77C3-5E25-667A-C527ABFE861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215415" y="328548"/>
                  <a:ext cx="1821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80B3A12-FCF2-572B-3D6D-54917517F217}"/>
                    </a:ext>
                  </a:extLst>
                </p14:cNvPr>
                <p14:cNvContentPartPr/>
                <p14:nvPr/>
              </p14:nvContentPartPr>
              <p14:xfrm>
                <a:off x="9401895" y="107868"/>
                <a:ext cx="66600" cy="365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80B3A12-FCF2-572B-3D6D-54917517F21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397575" y="103548"/>
                  <a:ext cx="7524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9826DFD-7CDE-A137-D491-95218AB4CFF1}"/>
                    </a:ext>
                  </a:extLst>
                </p14:cNvPr>
                <p14:cNvContentPartPr/>
                <p14:nvPr/>
              </p14:nvContentPartPr>
              <p14:xfrm>
                <a:off x="9399375" y="284628"/>
                <a:ext cx="255240" cy="306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9826DFD-7CDE-A137-D491-95218AB4CFF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395055" y="280308"/>
                  <a:ext cx="2638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B6BE418-0C87-1997-C4B6-17D2CD09C7FD}"/>
                    </a:ext>
                  </a:extLst>
                </p14:cNvPr>
                <p14:cNvContentPartPr/>
                <p14:nvPr/>
              </p14:nvContentPartPr>
              <p14:xfrm>
                <a:off x="9724095" y="255828"/>
                <a:ext cx="344160" cy="2178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B6BE418-0C87-1997-C4B6-17D2CD09C7F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719775" y="251508"/>
                  <a:ext cx="3528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73FF1DE-B64A-5D5C-C4AA-33194BB435AD}"/>
                    </a:ext>
                  </a:extLst>
                </p14:cNvPr>
                <p14:cNvContentPartPr/>
                <p14:nvPr/>
              </p14:nvContentPartPr>
              <p14:xfrm>
                <a:off x="10072575" y="333948"/>
                <a:ext cx="339120" cy="1209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73FF1DE-B64A-5D5C-C4AA-33194BB435A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068255" y="329628"/>
                  <a:ext cx="3477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B02F65C-C227-8902-5E34-9E863D7C969D}"/>
                    </a:ext>
                  </a:extLst>
                </p14:cNvPr>
                <p14:cNvContentPartPr/>
                <p14:nvPr/>
              </p14:nvContentPartPr>
              <p14:xfrm>
                <a:off x="10363455" y="329628"/>
                <a:ext cx="127800" cy="1238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B02F65C-C227-8902-5E34-9E863D7C969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359135" y="325308"/>
                  <a:ext cx="1364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65B3144-E606-C502-7240-1289C3461B0B}"/>
                    </a:ext>
                  </a:extLst>
                </p14:cNvPr>
                <p14:cNvContentPartPr/>
                <p14:nvPr/>
              </p14:nvContentPartPr>
              <p14:xfrm>
                <a:off x="10431855" y="127308"/>
                <a:ext cx="50040" cy="382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65B3144-E606-C502-7240-1289C3461B0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427535" y="122988"/>
                  <a:ext cx="5868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DFE178D-B95F-A708-CD67-E22E670DB9C3}"/>
                    </a:ext>
                  </a:extLst>
                </p14:cNvPr>
                <p14:cNvContentPartPr/>
                <p14:nvPr/>
              </p14:nvContentPartPr>
              <p14:xfrm>
                <a:off x="10156455" y="1032348"/>
                <a:ext cx="360" cy="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DFE178D-B95F-A708-CD67-E22E670DB9C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152135" y="102802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DF389B1-59A8-0D47-209A-6C3993127124}"/>
                    </a:ext>
                  </a:extLst>
                </p14:cNvPr>
                <p14:cNvContentPartPr/>
                <p14:nvPr/>
              </p14:nvContentPartPr>
              <p14:xfrm>
                <a:off x="10176615" y="1101108"/>
                <a:ext cx="360" cy="27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DF389B1-59A8-0D47-209A-6C399312712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171935" y="1096788"/>
                  <a:ext cx="90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6795DCA-FADC-775A-6EE0-F870F44B8324}"/>
                    </a:ext>
                  </a:extLst>
                </p14:cNvPr>
                <p14:cNvContentPartPr/>
                <p14:nvPr/>
              </p14:nvContentPartPr>
              <p14:xfrm>
                <a:off x="11926215" y="668748"/>
                <a:ext cx="40680" cy="18255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6795DCA-FADC-775A-6EE0-F870F44B832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1921895" y="664428"/>
                  <a:ext cx="49320" cy="18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9102A51-EC85-4DD2-F0BA-A9DDD03B4A60}"/>
                    </a:ext>
                  </a:extLst>
                </p14:cNvPr>
                <p14:cNvContentPartPr/>
                <p14:nvPr/>
              </p14:nvContentPartPr>
              <p14:xfrm>
                <a:off x="11956095" y="648588"/>
                <a:ext cx="443160" cy="18417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9102A51-EC85-4DD2-F0BA-A9DDD03B4A6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1951775" y="644268"/>
                  <a:ext cx="451800" cy="18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B639232-0407-0123-06D1-A6A6B11B52FC}"/>
                    </a:ext>
                  </a:extLst>
                </p14:cNvPr>
                <p14:cNvContentPartPr/>
                <p14:nvPr/>
              </p14:nvContentPartPr>
              <p14:xfrm>
                <a:off x="12054015" y="977268"/>
                <a:ext cx="343440" cy="16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B639232-0407-0123-06D1-A6A6B11B52FC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2049695" y="972948"/>
                  <a:ext cx="3520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84E183A-5264-7C5A-B1D8-A0B591156DFB}"/>
                    </a:ext>
                  </a:extLst>
                </p14:cNvPr>
                <p14:cNvContentPartPr/>
                <p14:nvPr/>
              </p14:nvContentPartPr>
              <p14:xfrm>
                <a:off x="11906775" y="1011468"/>
                <a:ext cx="254880" cy="11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84E183A-5264-7C5A-B1D8-A0B591156DF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1902455" y="1007148"/>
                  <a:ext cx="2635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7204A09-A7B4-D2E0-85AC-03AB489DDEE1}"/>
                    </a:ext>
                  </a:extLst>
                </p14:cNvPr>
                <p14:cNvContentPartPr/>
                <p14:nvPr/>
              </p14:nvContentPartPr>
              <p14:xfrm>
                <a:off x="12005415" y="1249788"/>
                <a:ext cx="452520" cy="975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7204A09-A7B4-D2E0-85AC-03AB489DDEE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2001095" y="1245468"/>
                  <a:ext cx="4611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B2F25B1-190E-8385-80FB-BEF6D124013C}"/>
                    </a:ext>
                  </a:extLst>
                </p14:cNvPr>
                <p14:cNvContentPartPr/>
                <p14:nvPr/>
              </p14:nvContentPartPr>
              <p14:xfrm>
                <a:off x="11965815" y="1698348"/>
                <a:ext cx="431640" cy="518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B2F25B1-190E-8385-80FB-BEF6D124013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1961495" y="1694028"/>
                  <a:ext cx="4402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D23CC2C-4302-DA44-84A3-A3A4FF67A45B}"/>
                    </a:ext>
                  </a:extLst>
                </p14:cNvPr>
                <p14:cNvContentPartPr/>
                <p14:nvPr/>
              </p14:nvContentPartPr>
              <p14:xfrm>
                <a:off x="12034575" y="1985988"/>
                <a:ext cx="333720" cy="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D23CC2C-4302-DA44-84A3-A3A4FF67A45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2030255" y="1981668"/>
                  <a:ext cx="3423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F1A0A2E-07BA-C5EC-3D1E-0CF089405272}"/>
                    </a:ext>
                  </a:extLst>
                </p14:cNvPr>
                <p14:cNvContentPartPr/>
                <p14:nvPr/>
              </p14:nvContentPartPr>
              <p14:xfrm>
                <a:off x="12005415" y="2280828"/>
                <a:ext cx="480960" cy="302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F1A0A2E-07BA-C5EC-3D1E-0CF08940527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2001095" y="2276508"/>
                  <a:ext cx="4896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27FFFF3-B51C-A467-3AAF-757F6A83A0F3}"/>
                    </a:ext>
                  </a:extLst>
                </p14:cNvPr>
                <p14:cNvContentPartPr/>
                <p14:nvPr/>
              </p14:nvContentPartPr>
              <p14:xfrm>
                <a:off x="9506295" y="1237548"/>
                <a:ext cx="444240" cy="3567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27FFFF3-B51C-A467-3AAF-757F6A83A0F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9501975" y="1233228"/>
                  <a:ext cx="45288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A0682D7-ADAA-82E1-2DC3-252D5ABB1C82}"/>
                    </a:ext>
                  </a:extLst>
                </p14:cNvPr>
                <p14:cNvContentPartPr/>
                <p14:nvPr/>
              </p14:nvContentPartPr>
              <p14:xfrm>
                <a:off x="9655335" y="1435548"/>
                <a:ext cx="237960" cy="1440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A0682D7-ADAA-82E1-2DC3-252D5ABB1C82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651015" y="1431228"/>
                  <a:ext cx="2466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032D164-B8E0-8AA2-07CF-976697362678}"/>
                    </a:ext>
                  </a:extLst>
                </p14:cNvPr>
                <p14:cNvContentPartPr/>
                <p14:nvPr/>
              </p14:nvContentPartPr>
              <p14:xfrm>
                <a:off x="9890775" y="1472628"/>
                <a:ext cx="461520" cy="4770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032D164-B8E0-8AA2-07CF-97669736267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886455" y="1468308"/>
                  <a:ext cx="47016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B4B8D2A-6452-8B55-1C51-D5707F1B61EE}"/>
                    </a:ext>
                  </a:extLst>
                </p14:cNvPr>
                <p14:cNvContentPartPr/>
                <p14:nvPr/>
              </p14:nvContentPartPr>
              <p14:xfrm>
                <a:off x="10392615" y="1454988"/>
                <a:ext cx="360" cy="43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B4B8D2A-6452-8B55-1C51-D5707F1B61EE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388295" y="1450668"/>
                  <a:ext cx="900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59DE1E6-B06E-484C-E9DA-3938B3D000C3}"/>
                    </a:ext>
                  </a:extLst>
                </p14:cNvPr>
                <p14:cNvContentPartPr/>
                <p14:nvPr/>
              </p14:nvContentPartPr>
              <p14:xfrm>
                <a:off x="10382535" y="1573068"/>
                <a:ext cx="360" cy="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59DE1E6-B06E-484C-E9DA-3938B3D000C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378215" y="156874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065E968-56D0-FAB3-1862-6A2F60A71A87}"/>
                    </a:ext>
                  </a:extLst>
                </p14:cNvPr>
                <p14:cNvContentPartPr/>
                <p14:nvPr/>
              </p14:nvContentPartPr>
              <p14:xfrm>
                <a:off x="9497655" y="1858188"/>
                <a:ext cx="128880" cy="1162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065E968-56D0-FAB3-1862-6A2F60A71A8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493335" y="1853868"/>
                  <a:ext cx="1375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425168A-28AE-6C7D-3C5D-40863839C1A5}"/>
                    </a:ext>
                  </a:extLst>
                </p14:cNvPr>
                <p14:cNvContentPartPr/>
                <p14:nvPr/>
              </p14:nvContentPartPr>
              <p14:xfrm>
                <a:off x="9647055" y="1848468"/>
                <a:ext cx="47520" cy="138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425168A-28AE-6C7D-3C5D-40863839C1A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642735" y="1844148"/>
                  <a:ext cx="561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B1EE63A-539B-2B38-39AE-AFB06A9EED37}"/>
                    </a:ext>
                  </a:extLst>
                </p14:cNvPr>
                <p14:cNvContentPartPr/>
                <p14:nvPr/>
              </p14:nvContentPartPr>
              <p14:xfrm>
                <a:off x="9733815" y="1847388"/>
                <a:ext cx="158760" cy="1299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B1EE63A-539B-2B38-39AE-AFB06A9EED3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729495" y="1843068"/>
                  <a:ext cx="1674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75D4AF0-2E6C-90F4-9E0C-D4222B47E906}"/>
                    </a:ext>
                  </a:extLst>
                </p14:cNvPr>
                <p14:cNvContentPartPr/>
                <p14:nvPr/>
              </p14:nvContentPartPr>
              <p14:xfrm>
                <a:off x="9917775" y="1889508"/>
                <a:ext cx="208440" cy="900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75D4AF0-2E6C-90F4-9E0C-D4222B47E90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913455" y="1885188"/>
                  <a:ext cx="2170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CE3E4EB-B387-9059-9EE3-A4691826D204}"/>
                    </a:ext>
                  </a:extLst>
                </p14:cNvPr>
                <p14:cNvContentPartPr/>
                <p14:nvPr/>
              </p14:nvContentPartPr>
              <p14:xfrm>
                <a:off x="10130895" y="1769628"/>
                <a:ext cx="32400" cy="208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CE3E4EB-B387-9059-9EE3-A4691826D20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126575" y="1765308"/>
                  <a:ext cx="410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4C35EC2-CF16-7BD3-A05F-F8641BF6D77F}"/>
                    </a:ext>
                  </a:extLst>
                </p14:cNvPr>
                <p14:cNvContentPartPr/>
                <p14:nvPr/>
              </p14:nvContentPartPr>
              <p14:xfrm>
                <a:off x="10107135" y="1838028"/>
                <a:ext cx="422280" cy="1609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4C35EC2-CF16-7BD3-A05F-F8641BF6D77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102815" y="1833708"/>
                  <a:ext cx="4309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3D8749A-2CF2-EEFA-1169-907D3D86E514}"/>
                    </a:ext>
                  </a:extLst>
                </p14:cNvPr>
                <p14:cNvContentPartPr/>
                <p14:nvPr/>
              </p14:nvContentPartPr>
              <p14:xfrm>
                <a:off x="10333575" y="840828"/>
                <a:ext cx="1371240" cy="6048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3D8749A-2CF2-EEFA-1169-907D3D86E51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329255" y="836508"/>
                  <a:ext cx="1379880" cy="61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32E9579-88A3-31AD-293B-EAF7E501B145}"/>
                    </a:ext>
                  </a:extLst>
                </p14:cNvPr>
                <p14:cNvContentPartPr/>
                <p14:nvPr/>
              </p14:nvContentPartPr>
              <p14:xfrm>
                <a:off x="10402335" y="1179228"/>
                <a:ext cx="1542240" cy="2566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32E9579-88A3-31AD-293B-EAF7E501B14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398015" y="1174908"/>
                  <a:ext cx="15508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11B24E7-0E12-829D-78AB-E7F6B8AC9106}"/>
                    </a:ext>
                  </a:extLst>
                </p14:cNvPr>
                <p14:cNvContentPartPr/>
                <p14:nvPr/>
              </p14:nvContentPartPr>
              <p14:xfrm>
                <a:off x="10372815" y="1503588"/>
                <a:ext cx="1590840" cy="403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11B24E7-0E12-829D-78AB-E7F6B8AC910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368495" y="1499268"/>
                  <a:ext cx="15994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D0A2B9A-32D6-CD80-7E49-A2C5E3F09B61}"/>
                    </a:ext>
                  </a:extLst>
                </p14:cNvPr>
                <p14:cNvContentPartPr/>
                <p14:nvPr/>
              </p14:nvContentPartPr>
              <p14:xfrm>
                <a:off x="10363095" y="1612308"/>
                <a:ext cx="1510920" cy="432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D0A2B9A-32D6-CD80-7E49-A2C5E3F09B6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358775" y="1607988"/>
                  <a:ext cx="151956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ADAAC0E-AD22-7277-21F2-8C2771873F41}"/>
                    </a:ext>
                  </a:extLst>
                </p14:cNvPr>
                <p14:cNvContentPartPr/>
                <p14:nvPr/>
              </p14:nvContentPartPr>
              <p14:xfrm>
                <a:off x="10412415" y="1612668"/>
                <a:ext cx="1468440" cy="8193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ADAAC0E-AD22-7277-21F2-8C2771873F4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408095" y="1608348"/>
                  <a:ext cx="1477080" cy="82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EC1A712-96A2-74FE-3974-127EC6511BBF}"/>
                    </a:ext>
                  </a:extLst>
                </p14:cNvPr>
                <p14:cNvContentPartPr/>
                <p14:nvPr/>
              </p14:nvContentPartPr>
              <p14:xfrm>
                <a:off x="10490895" y="1591788"/>
                <a:ext cx="1454040" cy="262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EC1A712-96A2-74FE-3974-127EC6511BB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486575" y="1587468"/>
                  <a:ext cx="14626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BB789BD-E410-6188-A235-6FA6551D2175}"/>
                    </a:ext>
                  </a:extLst>
                </p14:cNvPr>
                <p14:cNvContentPartPr/>
                <p14:nvPr/>
              </p14:nvContentPartPr>
              <p14:xfrm>
                <a:off x="8182575" y="1425468"/>
                <a:ext cx="568440" cy="4147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BB789BD-E410-6188-A235-6FA6551D217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178255" y="1421148"/>
                  <a:ext cx="57708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EBEC814-35EA-1276-732B-0BDC29DCA867}"/>
                    </a:ext>
                  </a:extLst>
                </p14:cNvPr>
                <p14:cNvContentPartPr/>
                <p14:nvPr/>
              </p14:nvContentPartPr>
              <p14:xfrm>
                <a:off x="8799615" y="1464708"/>
                <a:ext cx="225360" cy="1242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EBEC814-35EA-1276-732B-0BDC29DCA86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795295" y="1460388"/>
                  <a:ext cx="2340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B376F9A-FDBA-07B0-0015-2FC41651D45C}"/>
                    </a:ext>
                  </a:extLst>
                </p14:cNvPr>
                <p14:cNvContentPartPr/>
                <p14:nvPr/>
              </p14:nvContentPartPr>
              <p14:xfrm>
                <a:off x="9044055" y="1481988"/>
                <a:ext cx="18000" cy="1220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B376F9A-FDBA-07B0-0015-2FC41651D45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039735" y="1477668"/>
                  <a:ext cx="266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C06680E-14E5-F347-8C09-6D64B97502BC}"/>
                    </a:ext>
                  </a:extLst>
                </p14:cNvPr>
                <p14:cNvContentPartPr/>
                <p14:nvPr/>
              </p14:nvContentPartPr>
              <p14:xfrm>
                <a:off x="9075015" y="1470828"/>
                <a:ext cx="360" cy="43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C06680E-14E5-F347-8C09-6D64B97502B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070695" y="1466508"/>
                  <a:ext cx="900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82F89FA-1FB4-956D-803E-53EBA7BD16AC}"/>
                    </a:ext>
                  </a:extLst>
                </p14:cNvPr>
                <p14:cNvContentPartPr/>
                <p14:nvPr/>
              </p14:nvContentPartPr>
              <p14:xfrm>
                <a:off x="9133695" y="1520868"/>
                <a:ext cx="110520" cy="745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82F89FA-1FB4-956D-803E-53EBA7BD16AC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129375" y="1516548"/>
                  <a:ext cx="1191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E31D431-95D7-BD5C-1D9C-86F120507342}"/>
                    </a:ext>
                  </a:extLst>
                </p14:cNvPr>
                <p14:cNvContentPartPr/>
                <p14:nvPr/>
              </p14:nvContentPartPr>
              <p14:xfrm>
                <a:off x="9339615" y="1189308"/>
                <a:ext cx="168120" cy="8431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E31D431-95D7-BD5C-1D9C-86F12050734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335295" y="1184988"/>
                  <a:ext cx="176760" cy="85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0716146-E6A9-E85D-32F4-25997D652D53}"/>
                    </a:ext>
                  </a:extLst>
                </p14:cNvPr>
                <p14:cNvContentPartPr/>
                <p14:nvPr/>
              </p14:nvContentPartPr>
              <p14:xfrm>
                <a:off x="10284255" y="1209468"/>
                <a:ext cx="344880" cy="896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0716146-E6A9-E85D-32F4-25997D652D53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279935" y="1205148"/>
                  <a:ext cx="353520" cy="90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9BB5457-3FDB-23C6-B67B-089F4D64BF62}"/>
                    </a:ext>
                  </a:extLst>
                </p14:cNvPr>
                <p14:cNvContentPartPr/>
                <p14:nvPr/>
              </p14:nvContentPartPr>
              <p14:xfrm>
                <a:off x="5859855" y="1126308"/>
                <a:ext cx="250920" cy="147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9BB5457-3FDB-23C6-B67B-089F4D64BF62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855535" y="1121988"/>
                  <a:ext cx="259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D98FC36-7799-3C4B-EF83-288CC1C145B2}"/>
                    </a:ext>
                  </a:extLst>
                </p14:cNvPr>
                <p14:cNvContentPartPr/>
                <p14:nvPr/>
              </p14:nvContentPartPr>
              <p14:xfrm>
                <a:off x="5800815" y="560388"/>
                <a:ext cx="383040" cy="3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D98FC36-7799-3C4B-EF83-288CC1C145B2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796495" y="556068"/>
                  <a:ext cx="3916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E682275-92FD-352F-BC7F-AD1CB08BED81}"/>
                    </a:ext>
                  </a:extLst>
                </p14:cNvPr>
                <p14:cNvContentPartPr/>
                <p14:nvPr/>
              </p14:nvContentPartPr>
              <p14:xfrm>
                <a:off x="5633775" y="2369388"/>
                <a:ext cx="451440" cy="306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E682275-92FD-352F-BC7F-AD1CB08BED81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629455" y="2365068"/>
                  <a:ext cx="4600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FAAD4C9-00AB-FE47-FC4E-30D16E676EF5}"/>
                    </a:ext>
                  </a:extLst>
                </p14:cNvPr>
                <p14:cNvContentPartPr/>
                <p14:nvPr/>
              </p14:nvContentPartPr>
              <p14:xfrm>
                <a:off x="6303735" y="1976268"/>
                <a:ext cx="59040" cy="3740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FAAD4C9-00AB-FE47-FC4E-30D16E676EF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299415" y="1971948"/>
                  <a:ext cx="6768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D33C66A-6865-C5BE-DC07-74B237C5F915}"/>
                    </a:ext>
                  </a:extLst>
                </p14:cNvPr>
                <p14:cNvContentPartPr/>
                <p14:nvPr/>
              </p14:nvContentPartPr>
              <p14:xfrm>
                <a:off x="6312015" y="2019108"/>
                <a:ext cx="168120" cy="3279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D33C66A-6865-C5BE-DC07-74B237C5F915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307695" y="2014788"/>
                  <a:ext cx="17676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7F9B961-E382-CFEF-011B-D22ABF6CE01E}"/>
                    </a:ext>
                  </a:extLst>
                </p14:cNvPr>
                <p14:cNvContentPartPr/>
                <p14:nvPr/>
              </p14:nvContentPartPr>
              <p14:xfrm>
                <a:off x="6466455" y="2192268"/>
                <a:ext cx="210240" cy="4633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7F9B961-E382-CFEF-011B-D22ABF6CE01E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462135" y="2187948"/>
                  <a:ext cx="21888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A21B8A5-0329-C893-1DF9-C235F21D3FF3}"/>
                    </a:ext>
                  </a:extLst>
                </p14:cNvPr>
                <p14:cNvContentPartPr/>
                <p14:nvPr/>
              </p14:nvContentPartPr>
              <p14:xfrm>
                <a:off x="6628455" y="1877628"/>
                <a:ext cx="232200" cy="3844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A21B8A5-0329-C893-1DF9-C235F21D3FF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24135" y="1873308"/>
                  <a:ext cx="24084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34C1269-632F-076B-1F14-A5B1641F82E0}"/>
                    </a:ext>
                  </a:extLst>
                </p14:cNvPr>
                <p14:cNvContentPartPr/>
                <p14:nvPr/>
              </p14:nvContentPartPr>
              <p14:xfrm>
                <a:off x="6833295" y="2069148"/>
                <a:ext cx="117360" cy="1785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34C1269-632F-076B-1F14-A5B1641F82E0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828975" y="2064828"/>
                  <a:ext cx="1260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23B35DF-2AFF-099A-6595-B7EE2CA6AFAD}"/>
                    </a:ext>
                  </a:extLst>
                </p14:cNvPr>
                <p14:cNvContentPartPr/>
                <p14:nvPr/>
              </p14:nvContentPartPr>
              <p14:xfrm>
                <a:off x="6941655" y="2104068"/>
                <a:ext cx="38880" cy="1321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23B35DF-2AFF-099A-6595-B7EE2CA6AFAD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937335" y="2099748"/>
                  <a:ext cx="475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5179889-66AC-5DFD-7606-14ABD5C5B218}"/>
                    </a:ext>
                  </a:extLst>
                </p14:cNvPr>
                <p14:cNvContentPartPr/>
                <p14:nvPr/>
              </p14:nvContentPartPr>
              <p14:xfrm>
                <a:off x="6990615" y="2074188"/>
                <a:ext cx="167400" cy="1368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5179889-66AC-5DFD-7606-14ABD5C5B218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986295" y="2069868"/>
                  <a:ext cx="1760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DC8E32F-EA39-DEAF-E149-C45AAA6806BC}"/>
                    </a:ext>
                  </a:extLst>
                </p14:cNvPr>
                <p14:cNvContentPartPr/>
                <p14:nvPr/>
              </p14:nvContentPartPr>
              <p14:xfrm>
                <a:off x="7157655" y="1966548"/>
                <a:ext cx="16560" cy="3499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DC8E32F-EA39-DEAF-E149-C45AAA6806B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153335" y="1962228"/>
                  <a:ext cx="2520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E612DDF-93B6-D7B6-9ABE-027344103B68}"/>
                    </a:ext>
                  </a:extLst>
                </p14:cNvPr>
                <p14:cNvContentPartPr/>
                <p14:nvPr/>
              </p14:nvContentPartPr>
              <p14:xfrm>
                <a:off x="7324695" y="2133228"/>
                <a:ext cx="360" cy="43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E612DDF-93B6-D7B6-9ABE-027344103B6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320375" y="2128908"/>
                  <a:ext cx="900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AA4ABFB-51A4-468D-F5F9-736FFE08E880}"/>
                    </a:ext>
                  </a:extLst>
                </p14:cNvPr>
                <p14:cNvContentPartPr/>
                <p14:nvPr/>
              </p14:nvContentPartPr>
              <p14:xfrm>
                <a:off x="7334415" y="2246268"/>
                <a:ext cx="21240" cy="666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AA4ABFB-51A4-468D-F5F9-736FFE08E88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330095" y="2241948"/>
                  <a:ext cx="298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B58049B2-D741-0560-5A7E-D1CD052D4B38}"/>
                    </a:ext>
                  </a:extLst>
                </p14:cNvPr>
                <p14:cNvContentPartPr/>
                <p14:nvPr/>
              </p14:nvContentPartPr>
              <p14:xfrm>
                <a:off x="7344855" y="2172828"/>
                <a:ext cx="4320" cy="3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B58049B2-D741-0560-5A7E-D1CD052D4B3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340535" y="2168508"/>
                  <a:ext cx="129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7B3A4E9-317F-8191-5F78-1E6D97B1BB93}"/>
                    </a:ext>
                  </a:extLst>
                </p14:cNvPr>
                <p14:cNvContentPartPr/>
                <p14:nvPr/>
              </p14:nvContentPartPr>
              <p14:xfrm>
                <a:off x="7314975" y="2300628"/>
                <a:ext cx="360" cy="3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7B3A4E9-317F-8191-5F78-1E6D97B1BB9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310655" y="229630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511034B-2079-F153-7F6F-B78D83596680}"/>
                    </a:ext>
                  </a:extLst>
                </p14:cNvPr>
                <p14:cNvContentPartPr/>
                <p14:nvPr/>
              </p14:nvContentPartPr>
              <p14:xfrm>
                <a:off x="7717815" y="2045028"/>
                <a:ext cx="30960" cy="2962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511034B-2079-F153-7F6F-B78D8359668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713495" y="2040708"/>
                  <a:ext cx="396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DF6F02E-322D-CC52-6C98-BFCCDA1D642B}"/>
                    </a:ext>
                  </a:extLst>
                </p14:cNvPr>
                <p14:cNvContentPartPr/>
                <p14:nvPr/>
              </p14:nvContentPartPr>
              <p14:xfrm>
                <a:off x="7728615" y="2023428"/>
                <a:ext cx="192600" cy="3286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DF6F02E-322D-CC52-6C98-BFCCDA1D642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724295" y="2019108"/>
                  <a:ext cx="20124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F383AAA-592C-61EF-DC69-C532E8BBCA05}"/>
                    </a:ext>
                  </a:extLst>
                </p14:cNvPr>
                <p14:cNvContentPartPr/>
                <p14:nvPr/>
              </p14:nvContentPartPr>
              <p14:xfrm>
                <a:off x="7982775" y="2094348"/>
                <a:ext cx="50400" cy="2149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F383AAA-592C-61EF-DC69-C532E8BBCA0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978455" y="2090028"/>
                  <a:ext cx="590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8100EF4F-3155-D6E5-970A-8DFBF3A2656C}"/>
                    </a:ext>
                  </a:extLst>
                </p14:cNvPr>
                <p14:cNvContentPartPr/>
                <p14:nvPr/>
              </p14:nvContentPartPr>
              <p14:xfrm>
                <a:off x="7967295" y="2074188"/>
                <a:ext cx="298440" cy="3013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8100EF4F-3155-D6E5-970A-8DFBF3A2656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962975" y="2069868"/>
                  <a:ext cx="3070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9EA56AA-8070-D9A7-3B52-216435756FD8}"/>
                    </a:ext>
                  </a:extLst>
                </p14:cNvPr>
                <p14:cNvContentPartPr/>
                <p14:nvPr/>
              </p14:nvContentPartPr>
              <p14:xfrm>
                <a:off x="8238735" y="2153388"/>
                <a:ext cx="20880" cy="162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9EA56AA-8070-D9A7-3B52-216435756FD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234415" y="2149068"/>
                  <a:ext cx="295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71BB04C-8405-AF8C-AF74-309F8C3F19DF}"/>
                    </a:ext>
                  </a:extLst>
                </p14:cNvPr>
                <p14:cNvContentPartPr/>
                <p14:nvPr/>
              </p14:nvContentPartPr>
              <p14:xfrm>
                <a:off x="8268615" y="2097588"/>
                <a:ext cx="71280" cy="165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71BB04C-8405-AF8C-AF74-309F8C3F19D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264295" y="2093268"/>
                  <a:ext cx="79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C21CE36-C15D-30D4-FF8C-E908EBD60B42}"/>
                    </a:ext>
                  </a:extLst>
                </p14:cNvPr>
                <p14:cNvContentPartPr/>
                <p14:nvPr/>
              </p14:nvContentPartPr>
              <p14:xfrm>
                <a:off x="8235495" y="2113788"/>
                <a:ext cx="43200" cy="3020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C21CE36-C15D-30D4-FF8C-E908EBD60B42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231175" y="2109468"/>
                  <a:ext cx="518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07A96E5-89B0-2A05-0A64-ED866590ECDF}"/>
                    </a:ext>
                  </a:extLst>
                </p14:cNvPr>
                <p14:cNvContentPartPr/>
                <p14:nvPr/>
              </p14:nvContentPartPr>
              <p14:xfrm>
                <a:off x="8268615" y="2093988"/>
                <a:ext cx="209880" cy="201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07A96E5-89B0-2A05-0A64-ED866590ECD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264295" y="2089668"/>
                  <a:ext cx="218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4948B5B-BF34-E990-EEAC-BD2D1AEC5236}"/>
                    </a:ext>
                  </a:extLst>
                </p14:cNvPr>
                <p14:cNvContentPartPr/>
                <p14:nvPr/>
              </p14:nvContentPartPr>
              <p14:xfrm>
                <a:off x="8278335" y="2212068"/>
                <a:ext cx="176400" cy="111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4948B5B-BF34-E990-EEAC-BD2D1AEC523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274015" y="2207748"/>
                  <a:ext cx="1850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0DB9ADB-2B58-6D99-5F33-B00DA9E76C29}"/>
                    </a:ext>
                  </a:extLst>
                </p14:cNvPr>
                <p14:cNvContentPartPr/>
                <p14:nvPr/>
              </p14:nvContentPartPr>
              <p14:xfrm>
                <a:off x="7998975" y="2045028"/>
                <a:ext cx="83160" cy="2016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0DB9ADB-2B58-6D99-5F33-B00DA9E76C2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994655" y="2040708"/>
                  <a:ext cx="918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6F5E8A3-2D5C-85A9-1908-8490E23D0652}"/>
                    </a:ext>
                  </a:extLst>
                </p14:cNvPr>
                <p14:cNvContentPartPr/>
                <p14:nvPr/>
              </p14:nvContentPartPr>
              <p14:xfrm>
                <a:off x="8010135" y="2045028"/>
                <a:ext cx="112320" cy="1342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6F5E8A3-2D5C-85A9-1908-8490E23D065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005815" y="2040708"/>
                  <a:ext cx="1209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4F00BC2-773E-4426-F30D-07A413BC3D6D}"/>
                    </a:ext>
                  </a:extLst>
                </p14:cNvPr>
                <p14:cNvContentPartPr/>
                <p14:nvPr/>
              </p14:nvContentPartPr>
              <p14:xfrm>
                <a:off x="8583615" y="2290908"/>
                <a:ext cx="360" cy="3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4F00BC2-773E-4426-F30D-07A413BC3D6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579295" y="228658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4B16A42-3457-6E3C-101F-874E30062C77}"/>
                    </a:ext>
                  </a:extLst>
                </p14:cNvPr>
                <p14:cNvContentPartPr/>
                <p14:nvPr/>
              </p14:nvContentPartPr>
              <p14:xfrm>
                <a:off x="8553735" y="2379468"/>
                <a:ext cx="360" cy="3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4B16A42-3457-6E3C-101F-874E30062C7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549415" y="237514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2D7D97B-D3B7-AB39-D82C-2F8DE325CCC9}"/>
                    </a:ext>
                  </a:extLst>
                </p14:cNvPr>
                <p14:cNvContentPartPr/>
                <p14:nvPr/>
              </p14:nvContentPartPr>
              <p14:xfrm>
                <a:off x="8878095" y="2023788"/>
                <a:ext cx="244800" cy="2210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2D7D97B-D3B7-AB39-D82C-2F8DE325CCC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873775" y="2019468"/>
                  <a:ext cx="2534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D9EDAF5-5196-B165-286C-95E1E39F5659}"/>
                    </a:ext>
                  </a:extLst>
                </p14:cNvPr>
                <p14:cNvContentPartPr/>
                <p14:nvPr/>
              </p14:nvContentPartPr>
              <p14:xfrm>
                <a:off x="9083295" y="2064468"/>
                <a:ext cx="169920" cy="1760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D9EDAF5-5196-B165-286C-95E1E39F565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078975" y="2060148"/>
                  <a:ext cx="1785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7D70E90-B2CA-4D6E-0080-03076954059C}"/>
                    </a:ext>
                  </a:extLst>
                </p14:cNvPr>
                <p14:cNvContentPartPr/>
                <p14:nvPr/>
              </p14:nvContentPartPr>
              <p14:xfrm>
                <a:off x="9276975" y="2053308"/>
                <a:ext cx="351000" cy="1882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7D70E90-B2CA-4D6E-0080-03076954059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272655" y="2048988"/>
                  <a:ext cx="3596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E2F7DB0-33D6-8596-9EA1-964E4FE37BD7}"/>
                    </a:ext>
                  </a:extLst>
                </p14:cNvPr>
                <p14:cNvContentPartPr/>
                <p14:nvPr/>
              </p14:nvContentPartPr>
              <p14:xfrm>
                <a:off x="9635175" y="2053668"/>
                <a:ext cx="196200" cy="111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E2F7DB0-33D6-8596-9EA1-964E4FE37BD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630855" y="2049348"/>
                  <a:ext cx="2048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9A6356B-FB15-504F-7C76-075B47E71542}"/>
                    </a:ext>
                  </a:extLst>
                </p14:cNvPr>
                <p14:cNvContentPartPr/>
                <p14:nvPr/>
              </p14:nvContentPartPr>
              <p14:xfrm>
                <a:off x="9626535" y="2064468"/>
                <a:ext cx="203040" cy="2192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9A6356B-FB15-504F-7C76-075B47E7154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622215" y="2060148"/>
                  <a:ext cx="2116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09FFC4C7-45E4-ED6E-552A-80FC74C59221}"/>
                    </a:ext>
                  </a:extLst>
                </p14:cNvPr>
                <p14:cNvContentPartPr/>
                <p14:nvPr/>
              </p14:nvContentPartPr>
              <p14:xfrm>
                <a:off x="8819415" y="2398548"/>
                <a:ext cx="1050840" cy="507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09FFC4C7-45E4-ED6E-552A-80FC74C5922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815095" y="2394228"/>
                  <a:ext cx="10594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3DE8870-F058-5813-2139-DB5414242A6A}"/>
                    </a:ext>
                  </a:extLst>
                </p14:cNvPr>
                <p14:cNvContentPartPr/>
                <p14:nvPr/>
              </p14:nvContentPartPr>
              <p14:xfrm>
                <a:off x="8996175" y="2625348"/>
                <a:ext cx="69480" cy="2955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3DE8870-F058-5813-2139-DB5414242A6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991855" y="2621028"/>
                  <a:ext cx="781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8F18D04-4709-6C2D-A142-265F9C638BAD}"/>
                    </a:ext>
                  </a:extLst>
                </p14:cNvPr>
                <p14:cNvContentPartPr/>
                <p14:nvPr/>
              </p14:nvContentPartPr>
              <p14:xfrm>
                <a:off x="8931375" y="2664228"/>
                <a:ext cx="978480" cy="2970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8F18D04-4709-6C2D-A142-265F9C638BA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927055" y="2659908"/>
                  <a:ext cx="9871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508C635-74F6-12E3-B82D-660ECB59AA5C}"/>
                    </a:ext>
                  </a:extLst>
                </p14:cNvPr>
                <p14:cNvContentPartPr/>
                <p14:nvPr/>
              </p14:nvContentPartPr>
              <p14:xfrm>
                <a:off x="9898335" y="2702388"/>
                <a:ext cx="614880" cy="1789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508C635-74F6-12E3-B82D-660ECB59AA5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894015" y="2698068"/>
                  <a:ext cx="6235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EF1E302-593D-B82C-1D15-4D86FAA34085}"/>
                    </a:ext>
                  </a:extLst>
                </p14:cNvPr>
                <p14:cNvContentPartPr/>
                <p14:nvPr/>
              </p14:nvContentPartPr>
              <p14:xfrm>
                <a:off x="10469295" y="2471268"/>
                <a:ext cx="466560" cy="3726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EF1E302-593D-B82C-1D15-4D86FAA3408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464975" y="2466948"/>
                  <a:ext cx="475200" cy="38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BCB717C6-AE28-1516-E00B-BC38065A4C6B}"/>
              </a:ext>
            </a:extLst>
          </p:cNvPr>
          <p:cNvGrpSpPr/>
          <p:nvPr/>
        </p:nvGrpSpPr>
        <p:grpSpPr>
          <a:xfrm>
            <a:off x="6228135" y="2990388"/>
            <a:ext cx="3510720" cy="1046160"/>
            <a:chOff x="6228135" y="2990388"/>
            <a:chExt cx="3510720" cy="104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EAFB715-6A04-BD8A-D241-3D17DAC89345}"/>
                    </a:ext>
                  </a:extLst>
                </p14:cNvPr>
                <p14:cNvContentPartPr/>
                <p14:nvPr/>
              </p14:nvContentPartPr>
              <p14:xfrm>
                <a:off x="8495055" y="2990388"/>
                <a:ext cx="177840" cy="3711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EAFB715-6A04-BD8A-D241-3D17DAC8934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490735" y="2986068"/>
                  <a:ext cx="18648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330EF3B-9B6E-B5DC-2AB9-29E345117DE3}"/>
                    </a:ext>
                  </a:extLst>
                </p14:cNvPr>
                <p14:cNvContentPartPr/>
                <p14:nvPr/>
              </p14:nvContentPartPr>
              <p14:xfrm>
                <a:off x="8376975" y="3460188"/>
                <a:ext cx="726840" cy="604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330EF3B-9B6E-B5DC-2AB9-29E345117DE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372655" y="3455868"/>
                  <a:ext cx="7354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9B28E371-4851-E180-4FE5-0F204D7C4D3C}"/>
                    </a:ext>
                  </a:extLst>
                </p14:cNvPr>
                <p14:cNvContentPartPr/>
                <p14:nvPr/>
              </p14:nvContentPartPr>
              <p14:xfrm>
                <a:off x="8426295" y="3667188"/>
                <a:ext cx="372600" cy="3693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9B28E371-4851-E180-4FE5-0F204D7C4D3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421975" y="3662868"/>
                  <a:ext cx="38124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207CC067-42C8-42D7-F00F-6FACEF189AD3}"/>
                    </a:ext>
                  </a:extLst>
                </p14:cNvPr>
                <p14:cNvContentPartPr/>
                <p14:nvPr/>
              </p14:nvContentPartPr>
              <p14:xfrm>
                <a:off x="8888175" y="3843948"/>
                <a:ext cx="146520" cy="3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207CC067-42C8-42D7-F00F-6FACEF189AD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883855" y="3839628"/>
                  <a:ext cx="1551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0B2DB572-A32E-483D-0CE4-26411B9F8C3E}"/>
                    </a:ext>
                  </a:extLst>
                </p14:cNvPr>
                <p14:cNvContentPartPr/>
                <p14:nvPr/>
              </p14:nvContentPartPr>
              <p14:xfrm>
                <a:off x="8927415" y="3755748"/>
                <a:ext cx="12240" cy="1764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0B2DB572-A32E-483D-0CE4-26411B9F8C3E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923095" y="3751428"/>
                  <a:ext cx="208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5810225-9B61-2A8D-85CF-6DF7B976A837}"/>
                    </a:ext>
                  </a:extLst>
                </p14:cNvPr>
                <p14:cNvContentPartPr/>
                <p14:nvPr/>
              </p14:nvContentPartPr>
              <p14:xfrm>
                <a:off x="9075015" y="3823428"/>
                <a:ext cx="297000" cy="1454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5810225-9B61-2A8D-85CF-6DF7B976A83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070695" y="3819108"/>
                  <a:ext cx="3056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A1A70F8-E0AD-E421-7ADF-A63E7C51AEEC}"/>
                    </a:ext>
                  </a:extLst>
                </p14:cNvPr>
                <p14:cNvContentPartPr/>
                <p14:nvPr/>
              </p14:nvContentPartPr>
              <p14:xfrm>
                <a:off x="9368775" y="3588708"/>
                <a:ext cx="370080" cy="3146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A1A70F8-E0AD-E421-7ADF-A63E7C51AEE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364455" y="3584388"/>
                  <a:ext cx="3787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922EB0E-601A-ADBD-5020-1DB7DF8EC59C}"/>
                    </a:ext>
                  </a:extLst>
                </p14:cNvPr>
                <p14:cNvContentPartPr/>
                <p14:nvPr/>
              </p14:nvContentPartPr>
              <p14:xfrm>
                <a:off x="7590375" y="3283428"/>
                <a:ext cx="656640" cy="104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922EB0E-601A-ADBD-5020-1DB7DF8EC59C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586055" y="3279108"/>
                  <a:ext cx="6652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D36E3F0-69AA-FAA7-A72A-C6D13518F122}"/>
                    </a:ext>
                  </a:extLst>
                </p14:cNvPr>
                <p14:cNvContentPartPr/>
                <p14:nvPr/>
              </p14:nvContentPartPr>
              <p14:xfrm>
                <a:off x="7629615" y="3342828"/>
                <a:ext cx="645480" cy="3744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D36E3F0-69AA-FAA7-A72A-C6D13518F12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625295" y="3338508"/>
                  <a:ext cx="65412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4E8F2C83-6D76-C82F-F358-C178619ED6F2}"/>
                    </a:ext>
                  </a:extLst>
                </p14:cNvPr>
                <p14:cNvContentPartPr/>
                <p14:nvPr/>
              </p14:nvContentPartPr>
              <p14:xfrm>
                <a:off x="6228135" y="3405468"/>
                <a:ext cx="327240" cy="3330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4E8F2C83-6D76-C82F-F358-C178619ED6F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223815" y="3401148"/>
                  <a:ext cx="33588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16E2BC3A-6CBD-7454-F9E9-0DCF9FA55C09}"/>
                    </a:ext>
                  </a:extLst>
                </p14:cNvPr>
                <p14:cNvContentPartPr/>
                <p14:nvPr/>
              </p14:nvContentPartPr>
              <p14:xfrm>
                <a:off x="6528735" y="3392148"/>
                <a:ext cx="275400" cy="2959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16E2BC3A-6CBD-7454-F9E9-0DCF9FA55C09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524415" y="3387828"/>
                  <a:ext cx="2840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4359CA7-F4B7-528E-60DB-0EE8BCFEF56A}"/>
                    </a:ext>
                  </a:extLst>
                </p14:cNvPr>
                <p14:cNvContentPartPr/>
                <p14:nvPr/>
              </p14:nvContentPartPr>
              <p14:xfrm>
                <a:off x="6803055" y="3392148"/>
                <a:ext cx="11520" cy="2548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4359CA7-F4B7-528E-60DB-0EE8BCFEF56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798735" y="3387828"/>
                  <a:ext cx="201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99F06D9-C3E0-16F0-7C8C-DAA106646B6B}"/>
                    </a:ext>
                  </a:extLst>
                </p14:cNvPr>
                <p14:cNvContentPartPr/>
                <p14:nvPr/>
              </p14:nvContentPartPr>
              <p14:xfrm>
                <a:off x="6843015" y="3382068"/>
                <a:ext cx="187560" cy="298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99F06D9-C3E0-16F0-7C8C-DAA106646B6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838695" y="3377748"/>
                  <a:ext cx="1962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868F45A-2C8E-B766-868D-51E296C0D3E4}"/>
                    </a:ext>
                  </a:extLst>
                </p14:cNvPr>
                <p14:cNvContentPartPr/>
                <p14:nvPr/>
              </p14:nvContentPartPr>
              <p14:xfrm>
                <a:off x="6813855" y="3548388"/>
                <a:ext cx="264600" cy="208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868F45A-2C8E-B766-868D-51E296C0D3E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809535" y="3544068"/>
                  <a:ext cx="2732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B940498-6987-3A4E-35F5-0A136188B561}"/>
                    </a:ext>
                  </a:extLst>
                </p14:cNvPr>
                <p14:cNvContentPartPr/>
                <p14:nvPr/>
              </p14:nvContentPartPr>
              <p14:xfrm>
                <a:off x="7187175" y="3597348"/>
                <a:ext cx="252720" cy="180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B940498-6987-3A4E-35F5-0A136188B56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182855" y="3593028"/>
                  <a:ext cx="2613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D8E5432-A993-9340-4EFA-FE13A33A1948}"/>
                    </a:ext>
                  </a:extLst>
                </p14:cNvPr>
                <p14:cNvContentPartPr/>
                <p14:nvPr/>
              </p14:nvContentPartPr>
              <p14:xfrm>
                <a:off x="7236495" y="3706428"/>
                <a:ext cx="349560" cy="262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D8E5432-A993-9340-4EFA-FE13A33A1948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232175" y="3702108"/>
                  <a:ext cx="35820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9F1487FD-EDA8-0DE7-9EA5-92968C55C547}"/>
              </a:ext>
            </a:extLst>
          </p:cNvPr>
          <p:cNvGrpSpPr/>
          <p:nvPr/>
        </p:nvGrpSpPr>
        <p:grpSpPr>
          <a:xfrm>
            <a:off x="5031495" y="3696708"/>
            <a:ext cx="701640" cy="450000"/>
            <a:chOff x="5031495" y="3696708"/>
            <a:chExt cx="701640" cy="45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09260DFD-7738-98A2-FDF1-82DE1864BC8C}"/>
                    </a:ext>
                  </a:extLst>
                </p14:cNvPr>
                <p14:cNvContentPartPr/>
                <p14:nvPr/>
              </p14:nvContentPartPr>
              <p14:xfrm>
                <a:off x="5328855" y="3725508"/>
                <a:ext cx="235080" cy="212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09260DFD-7738-98A2-FDF1-82DE1864BC8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324535" y="3721188"/>
                  <a:ext cx="2437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98AD751A-A08F-574F-3563-DE6C1F8E0D5A}"/>
                    </a:ext>
                  </a:extLst>
                </p14:cNvPr>
                <p14:cNvContentPartPr/>
                <p14:nvPr/>
              </p14:nvContentPartPr>
              <p14:xfrm>
                <a:off x="5407695" y="3784548"/>
                <a:ext cx="245160" cy="115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98AD751A-A08F-574F-3563-DE6C1F8E0D5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403375" y="3780228"/>
                  <a:ext cx="2538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E24B449-3CBA-BB42-7DF1-CA8200432AD9}"/>
                    </a:ext>
                  </a:extLst>
                </p14:cNvPr>
                <p14:cNvContentPartPr/>
                <p14:nvPr/>
              </p14:nvContentPartPr>
              <p14:xfrm>
                <a:off x="5031495" y="3696708"/>
                <a:ext cx="701640" cy="4500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E24B449-3CBA-BB42-7DF1-CA8200432AD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027175" y="3692388"/>
                  <a:ext cx="710280" cy="45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4CB8FA7F-8581-2774-7677-4DA921DBE030}"/>
              </a:ext>
            </a:extLst>
          </p:cNvPr>
          <p:cNvGrpSpPr/>
          <p:nvPr/>
        </p:nvGrpSpPr>
        <p:grpSpPr>
          <a:xfrm>
            <a:off x="34511" y="4509134"/>
            <a:ext cx="3139200" cy="592560"/>
            <a:chOff x="34511" y="4509134"/>
            <a:chExt cx="3139200" cy="59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594CCD93-67E1-4AA6-C76C-B39B1C3BC600}"/>
                    </a:ext>
                  </a:extLst>
                </p14:cNvPr>
                <p14:cNvContentPartPr/>
                <p14:nvPr/>
              </p14:nvContentPartPr>
              <p14:xfrm>
                <a:off x="34511" y="4659974"/>
                <a:ext cx="307080" cy="4334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594CCD93-67E1-4AA6-C76C-B39B1C3BC60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0191" y="4655654"/>
                  <a:ext cx="31572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719A48EA-F0FC-6A4B-AFF4-600D7326C184}"/>
                    </a:ext>
                  </a:extLst>
                </p14:cNvPr>
                <p14:cNvContentPartPr/>
                <p14:nvPr/>
              </p14:nvContentPartPr>
              <p14:xfrm>
                <a:off x="179231" y="4921334"/>
                <a:ext cx="250560" cy="183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719A48EA-F0FC-6A4B-AFF4-600D7326C18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74911" y="4917014"/>
                  <a:ext cx="2592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B608A9ED-4A54-BCEB-822A-A94BBDB8AB30}"/>
                    </a:ext>
                  </a:extLst>
                </p14:cNvPr>
                <p14:cNvContentPartPr/>
                <p14:nvPr/>
              </p14:nvContentPartPr>
              <p14:xfrm>
                <a:off x="277871" y="4919894"/>
                <a:ext cx="695160" cy="1818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B608A9ED-4A54-BCEB-822A-A94BBDB8AB3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73551" y="4915574"/>
                  <a:ext cx="7038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665452D-B6C5-ED97-9C3B-E9F6979FE866}"/>
                    </a:ext>
                  </a:extLst>
                </p14:cNvPr>
                <p14:cNvContentPartPr/>
                <p14:nvPr/>
              </p14:nvContentPartPr>
              <p14:xfrm>
                <a:off x="943151" y="4688054"/>
                <a:ext cx="69840" cy="3225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665452D-B6C5-ED97-9C3B-E9F6979FE86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38831" y="4683734"/>
                  <a:ext cx="784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5D0C556-E07F-3107-2AA1-BCF0CBDE59F6}"/>
                    </a:ext>
                  </a:extLst>
                </p14:cNvPr>
                <p14:cNvContentPartPr/>
                <p14:nvPr/>
              </p14:nvContentPartPr>
              <p14:xfrm>
                <a:off x="949991" y="4881734"/>
                <a:ext cx="102960" cy="219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5D0C556-E07F-3107-2AA1-BCF0CBDE59F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45671" y="4877414"/>
                  <a:ext cx="1116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5CF5E5FC-C508-100E-2C69-BBB55E09BAD1}"/>
                    </a:ext>
                  </a:extLst>
                </p14:cNvPr>
                <p14:cNvContentPartPr/>
                <p14:nvPr/>
              </p14:nvContentPartPr>
              <p14:xfrm>
                <a:off x="1066631" y="4876694"/>
                <a:ext cx="35280" cy="1101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5CF5E5FC-C508-100E-2C69-BBB55E09BAD1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62311" y="4872374"/>
                  <a:ext cx="439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F3CC806-549A-85DB-0020-C7F17558E5E4}"/>
                    </a:ext>
                  </a:extLst>
                </p14:cNvPr>
                <p14:cNvContentPartPr/>
                <p14:nvPr/>
              </p14:nvContentPartPr>
              <p14:xfrm>
                <a:off x="1111271" y="4787054"/>
                <a:ext cx="360" cy="3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F3CC806-549A-85DB-0020-C7F17558E5E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06951" y="478273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497CFE3-54BD-9E00-7FA3-F5A477C16B47}"/>
                    </a:ext>
                  </a:extLst>
                </p14:cNvPr>
                <p14:cNvContentPartPr/>
                <p14:nvPr/>
              </p14:nvContentPartPr>
              <p14:xfrm>
                <a:off x="1102631" y="4859054"/>
                <a:ext cx="122760" cy="921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497CFE3-54BD-9E00-7FA3-F5A477C16B4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98311" y="4854734"/>
                  <a:ext cx="1314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60550E62-4749-E307-327A-E4D1FA90ECC7}"/>
                    </a:ext>
                  </a:extLst>
                </p14:cNvPr>
                <p14:cNvContentPartPr/>
                <p14:nvPr/>
              </p14:nvContentPartPr>
              <p14:xfrm>
                <a:off x="1236911" y="4876694"/>
                <a:ext cx="223560" cy="1353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60550E62-4749-E307-327A-E4D1FA90ECC7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232591" y="4872374"/>
                  <a:ext cx="2322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2AD90172-4BA4-2054-5377-7F501FBD8544}"/>
                    </a:ext>
                  </a:extLst>
                </p14:cNvPr>
                <p14:cNvContentPartPr/>
                <p14:nvPr/>
              </p14:nvContentPartPr>
              <p14:xfrm>
                <a:off x="1735871" y="4625414"/>
                <a:ext cx="84240" cy="3855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2AD90172-4BA4-2054-5377-7F501FBD8544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731551" y="4621094"/>
                  <a:ext cx="9288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BE7D9F32-3D85-2BA2-B26F-08695435275A}"/>
                    </a:ext>
                  </a:extLst>
                </p14:cNvPr>
                <p14:cNvContentPartPr/>
                <p14:nvPr/>
              </p14:nvContentPartPr>
              <p14:xfrm>
                <a:off x="1631471" y="4867694"/>
                <a:ext cx="485640" cy="1465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BE7D9F32-3D85-2BA2-B26F-08695435275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627151" y="4863374"/>
                  <a:ext cx="4942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3DEF2B3A-1261-028E-6E4A-BAA87CF649D7}"/>
                    </a:ext>
                  </a:extLst>
                </p14:cNvPr>
                <p14:cNvContentPartPr/>
                <p14:nvPr/>
              </p14:nvContentPartPr>
              <p14:xfrm>
                <a:off x="2159591" y="4885694"/>
                <a:ext cx="81720" cy="979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3DEF2B3A-1261-028E-6E4A-BAA87CF649D7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2155271" y="4881374"/>
                  <a:ext cx="903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854C8154-7A99-94FC-F650-4D9221D0A433}"/>
                    </a:ext>
                  </a:extLst>
                </p14:cNvPr>
                <p14:cNvContentPartPr/>
                <p14:nvPr/>
              </p14:nvContentPartPr>
              <p14:xfrm>
                <a:off x="2239151" y="4643774"/>
                <a:ext cx="46800" cy="3182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854C8154-7A99-94FC-F650-4D9221D0A43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2234831" y="4639454"/>
                  <a:ext cx="5544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1DD86B2-5343-7E56-DEFF-FAA142C5B25B}"/>
                    </a:ext>
                  </a:extLst>
                </p14:cNvPr>
                <p14:cNvContentPartPr/>
                <p14:nvPr/>
              </p14:nvContentPartPr>
              <p14:xfrm>
                <a:off x="2321951" y="4867694"/>
                <a:ext cx="40320" cy="936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1DD86B2-5343-7E56-DEFF-FAA142C5B25B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2317631" y="4863374"/>
                  <a:ext cx="489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28C1E2C-3F44-8DEA-811D-8C4F2E60BCBC}"/>
                    </a:ext>
                  </a:extLst>
                </p14:cNvPr>
                <p14:cNvContentPartPr/>
                <p14:nvPr/>
              </p14:nvContentPartPr>
              <p14:xfrm>
                <a:off x="2375591" y="4760054"/>
                <a:ext cx="360" cy="93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F28C1E2C-3F44-8DEA-811D-8C4F2E60BCB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2371271" y="4755734"/>
                  <a:ext cx="9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38B88BF1-C344-C451-FD80-CA7752F3AD22}"/>
                    </a:ext>
                  </a:extLst>
                </p14:cNvPr>
                <p14:cNvContentPartPr/>
                <p14:nvPr/>
              </p14:nvContentPartPr>
              <p14:xfrm>
                <a:off x="2440391" y="4697414"/>
                <a:ext cx="62640" cy="2682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38B88BF1-C344-C451-FD80-CA7752F3AD22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2436071" y="4693094"/>
                  <a:ext cx="712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F6EDB60-55A3-6E31-3EAB-CA634717533A}"/>
                    </a:ext>
                  </a:extLst>
                </p14:cNvPr>
                <p14:cNvContentPartPr/>
                <p14:nvPr/>
              </p14:nvContentPartPr>
              <p14:xfrm>
                <a:off x="2384591" y="4823774"/>
                <a:ext cx="214560" cy="356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F6EDB60-55A3-6E31-3EAB-CA634717533A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2380271" y="4819454"/>
                  <a:ext cx="2232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D39ABC1-96EF-05D9-CC21-9BAC13FCC9AF}"/>
                    </a:ext>
                  </a:extLst>
                </p14:cNvPr>
                <p14:cNvContentPartPr/>
                <p14:nvPr/>
              </p14:nvContentPartPr>
              <p14:xfrm>
                <a:off x="2609591" y="4823054"/>
                <a:ext cx="8280" cy="705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D39ABC1-96EF-05D9-CC21-9BAC13FCC9A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2605271" y="4818734"/>
                  <a:ext cx="169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7EFBC867-7082-9F2B-1FF6-4A260B3C1703}"/>
                    </a:ext>
                  </a:extLst>
                </p14:cNvPr>
                <p14:cNvContentPartPr/>
                <p14:nvPr/>
              </p14:nvContentPartPr>
              <p14:xfrm>
                <a:off x="2581511" y="4679414"/>
                <a:ext cx="6120" cy="334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7EFBC867-7082-9F2B-1FF6-4A260B3C1703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2577191" y="4675094"/>
                  <a:ext cx="147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8A6588AE-384A-2A67-8EC3-2C36CC95BDEB}"/>
                    </a:ext>
                  </a:extLst>
                </p14:cNvPr>
                <p14:cNvContentPartPr/>
                <p14:nvPr/>
              </p14:nvContentPartPr>
              <p14:xfrm>
                <a:off x="2669351" y="4829894"/>
                <a:ext cx="425520" cy="1213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8A6588AE-384A-2A67-8EC3-2C36CC95BDE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2665031" y="4825574"/>
                  <a:ext cx="4341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901AF8E-4127-6E8A-A853-2D2CB37C2173}"/>
                    </a:ext>
                  </a:extLst>
                </p14:cNvPr>
                <p14:cNvContentPartPr/>
                <p14:nvPr/>
              </p14:nvContentPartPr>
              <p14:xfrm>
                <a:off x="3155351" y="4509134"/>
                <a:ext cx="18360" cy="3488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901AF8E-4127-6E8A-A853-2D2CB37C2173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3151031" y="4504814"/>
                  <a:ext cx="27000" cy="35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7E00AE71-A748-6478-9CC4-B542DF3B8BAD}"/>
              </a:ext>
            </a:extLst>
          </p:cNvPr>
          <p:cNvGrpSpPr/>
          <p:nvPr/>
        </p:nvGrpSpPr>
        <p:grpSpPr>
          <a:xfrm>
            <a:off x="402975" y="5337588"/>
            <a:ext cx="2449440" cy="464040"/>
            <a:chOff x="402975" y="5337588"/>
            <a:chExt cx="2449440" cy="46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369EB05-887C-67AD-CAFC-7463E6EB13F3}"/>
                    </a:ext>
                  </a:extLst>
                </p14:cNvPr>
                <p14:cNvContentPartPr/>
                <p14:nvPr/>
              </p14:nvContentPartPr>
              <p14:xfrm>
                <a:off x="486855" y="5407788"/>
                <a:ext cx="74520" cy="2736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369EB05-887C-67AD-CAFC-7463E6EB13F3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82535" y="5403468"/>
                  <a:ext cx="8316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2F4E2166-0C08-56DE-9255-112975C0D4A5}"/>
                    </a:ext>
                  </a:extLst>
                </p14:cNvPr>
                <p14:cNvContentPartPr/>
                <p14:nvPr/>
              </p14:nvContentPartPr>
              <p14:xfrm>
                <a:off x="402975" y="5337588"/>
                <a:ext cx="278280" cy="212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2F4E2166-0C08-56DE-9255-112975C0D4A5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398655" y="5333268"/>
                  <a:ext cx="2869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5A0A999D-03DB-ACE8-36FA-41C11B9DD3A2}"/>
                    </a:ext>
                  </a:extLst>
                </p14:cNvPr>
                <p14:cNvContentPartPr/>
                <p14:nvPr/>
              </p14:nvContentPartPr>
              <p14:xfrm>
                <a:off x="678375" y="5436948"/>
                <a:ext cx="580320" cy="2034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5A0A999D-03DB-ACE8-36FA-41C11B9DD3A2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74055" y="5432628"/>
                  <a:ext cx="5889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D66FF6ED-D96F-1E96-3B17-67B4C3500EBB}"/>
                    </a:ext>
                  </a:extLst>
                </p14:cNvPr>
                <p14:cNvContentPartPr/>
                <p14:nvPr/>
              </p14:nvContentPartPr>
              <p14:xfrm>
                <a:off x="1251855" y="5466468"/>
                <a:ext cx="190440" cy="1450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D66FF6ED-D96F-1E96-3B17-67B4C3500EBB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247535" y="5462148"/>
                  <a:ext cx="1990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065EE0A3-D18F-DCDA-7A27-62CD00F7AD3A}"/>
                    </a:ext>
                  </a:extLst>
                </p14:cNvPr>
                <p14:cNvContentPartPr/>
                <p14:nvPr/>
              </p14:nvContentPartPr>
              <p14:xfrm>
                <a:off x="1432575" y="5377908"/>
                <a:ext cx="198720" cy="42372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065EE0A3-D18F-DCDA-7A27-62CD00F7AD3A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428255" y="5373588"/>
                  <a:ext cx="20736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8F0758F5-AA8F-9E24-44E2-53F9AC72091A}"/>
                    </a:ext>
                  </a:extLst>
                </p14:cNvPr>
                <p14:cNvContentPartPr/>
                <p14:nvPr/>
              </p14:nvContentPartPr>
              <p14:xfrm>
                <a:off x="1621575" y="5436588"/>
                <a:ext cx="101160" cy="1202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8F0758F5-AA8F-9E24-44E2-53F9AC72091A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617255" y="5432268"/>
                  <a:ext cx="1098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449C8E2-0D69-D064-2489-DAED8939FCDA}"/>
                    </a:ext>
                  </a:extLst>
                </p14:cNvPr>
                <p14:cNvContentPartPr/>
                <p14:nvPr/>
              </p14:nvContentPartPr>
              <p14:xfrm>
                <a:off x="1799415" y="5390508"/>
                <a:ext cx="90720" cy="1119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449C8E2-0D69-D064-2489-DAED8939FCDA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795095" y="5386188"/>
                  <a:ext cx="993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9C534045-2564-810B-BCBB-D4FCF1BD8A93}"/>
                    </a:ext>
                  </a:extLst>
                </p14:cNvPr>
                <p14:cNvContentPartPr/>
                <p14:nvPr/>
              </p14:nvContentPartPr>
              <p14:xfrm>
                <a:off x="1917135" y="5397708"/>
                <a:ext cx="431640" cy="1382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9C534045-2564-810B-BCBB-D4FCF1BD8A93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912815" y="5393388"/>
                  <a:ext cx="4402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4FCA5BEA-A08B-C602-5687-D738EC85018E}"/>
                    </a:ext>
                  </a:extLst>
                </p14:cNvPr>
                <p14:cNvContentPartPr/>
                <p14:nvPr/>
              </p14:nvContentPartPr>
              <p14:xfrm>
                <a:off x="2448135" y="5407788"/>
                <a:ext cx="284400" cy="198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4FCA5BEA-A08B-C602-5687-D738EC85018E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443815" y="5403468"/>
                  <a:ext cx="2930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2942865-1661-1102-7867-B5CFD417E9EE}"/>
                    </a:ext>
                  </a:extLst>
                </p14:cNvPr>
                <p14:cNvContentPartPr/>
                <p14:nvPr/>
              </p14:nvContentPartPr>
              <p14:xfrm>
                <a:off x="2526615" y="5486268"/>
                <a:ext cx="132840" cy="1044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2942865-1661-1102-7867-B5CFD417E9E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522295" y="5481948"/>
                  <a:ext cx="1414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BB3590CD-FBB7-37AD-4EF6-9A35FA58006A}"/>
                    </a:ext>
                  </a:extLst>
                </p14:cNvPr>
                <p14:cNvContentPartPr/>
                <p14:nvPr/>
              </p14:nvContentPartPr>
              <p14:xfrm>
                <a:off x="2683215" y="5387988"/>
                <a:ext cx="169200" cy="23472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BB3590CD-FBB7-37AD-4EF6-9A35FA58006A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678895" y="5383668"/>
                  <a:ext cx="17784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4171B37A-2D21-9973-34DE-CEB19011BB31}"/>
              </a:ext>
            </a:extLst>
          </p:cNvPr>
          <p:cNvGrpSpPr/>
          <p:nvPr/>
        </p:nvGrpSpPr>
        <p:grpSpPr>
          <a:xfrm>
            <a:off x="3127455" y="5180268"/>
            <a:ext cx="1180080" cy="316440"/>
            <a:chOff x="3127455" y="5180268"/>
            <a:chExt cx="1180080" cy="31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ED19CC58-6028-9325-A78E-8A87AE96E756}"/>
                    </a:ext>
                  </a:extLst>
                </p14:cNvPr>
                <p14:cNvContentPartPr/>
                <p14:nvPr/>
              </p14:nvContentPartPr>
              <p14:xfrm>
                <a:off x="3127455" y="5180268"/>
                <a:ext cx="166680" cy="26964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ED19CC58-6028-9325-A78E-8A87AE96E756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3123135" y="5175948"/>
                  <a:ext cx="1753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AD629A70-CFF3-F3F5-EFCD-C4319303C491}"/>
                    </a:ext>
                  </a:extLst>
                </p14:cNvPr>
                <p14:cNvContentPartPr/>
                <p14:nvPr/>
              </p14:nvContentPartPr>
              <p14:xfrm>
                <a:off x="3354615" y="5279988"/>
                <a:ext cx="18360" cy="1684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AD629A70-CFF3-F3F5-EFCD-C4319303C491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350295" y="5275668"/>
                  <a:ext cx="270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B9D5FF87-9445-2948-A3D2-050C875386AB}"/>
                    </a:ext>
                  </a:extLst>
                </p14:cNvPr>
                <p14:cNvContentPartPr/>
                <p14:nvPr/>
              </p14:nvContentPartPr>
              <p14:xfrm>
                <a:off x="3362535" y="5221308"/>
                <a:ext cx="119880" cy="367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B9D5FF87-9445-2948-A3D2-050C875386AB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358215" y="5216988"/>
                  <a:ext cx="1285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02F869EF-EBBD-18CA-49C9-814FE072CE36}"/>
                    </a:ext>
                  </a:extLst>
                </p14:cNvPr>
                <p14:cNvContentPartPr/>
                <p14:nvPr/>
              </p14:nvContentPartPr>
              <p14:xfrm>
                <a:off x="3215295" y="5429028"/>
                <a:ext cx="256680" cy="183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02F869EF-EBBD-18CA-49C9-814FE072CE36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3210975" y="5424708"/>
                  <a:ext cx="2653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06831B39-9CAE-E9D4-0D92-F10DE0FF12CA}"/>
                    </a:ext>
                  </a:extLst>
                </p14:cNvPr>
                <p14:cNvContentPartPr/>
                <p14:nvPr/>
              </p14:nvContentPartPr>
              <p14:xfrm>
                <a:off x="3274335" y="5240388"/>
                <a:ext cx="254880" cy="3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06831B39-9CAE-E9D4-0D92-F10DE0FF12CA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270015" y="5236068"/>
                  <a:ext cx="2635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7D4DE72E-5813-430A-2360-69E12CEB3D94}"/>
                    </a:ext>
                  </a:extLst>
                </p14:cNvPr>
                <p14:cNvContentPartPr/>
                <p14:nvPr/>
              </p14:nvContentPartPr>
              <p14:xfrm>
                <a:off x="3508335" y="5188548"/>
                <a:ext cx="219960" cy="29052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7D4DE72E-5813-430A-2360-69E12CEB3D9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504015" y="5184228"/>
                  <a:ext cx="22860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20C84CB5-8CC8-A554-45B7-7FA1BA5B3F67}"/>
                    </a:ext>
                  </a:extLst>
                </p14:cNvPr>
                <p14:cNvContentPartPr/>
                <p14:nvPr/>
              </p14:nvContentPartPr>
              <p14:xfrm>
                <a:off x="3912975" y="5317428"/>
                <a:ext cx="326160" cy="216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20C84CB5-8CC8-A554-45B7-7FA1BA5B3F6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908655" y="5313108"/>
                  <a:ext cx="3348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ED8C4759-068D-BF64-095F-45D2CBF0490A}"/>
                    </a:ext>
                  </a:extLst>
                </p14:cNvPr>
                <p14:cNvContentPartPr/>
                <p14:nvPr/>
              </p14:nvContentPartPr>
              <p14:xfrm>
                <a:off x="3873735" y="5372148"/>
                <a:ext cx="278280" cy="262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ED8C4759-068D-BF64-095F-45D2CBF0490A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869415" y="5367828"/>
                  <a:ext cx="2869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330B24B2-91B4-5C9E-1DB4-F1131A5A146A}"/>
                    </a:ext>
                  </a:extLst>
                </p14:cNvPr>
                <p14:cNvContentPartPr/>
                <p14:nvPr/>
              </p14:nvContentPartPr>
              <p14:xfrm>
                <a:off x="4091535" y="5269908"/>
                <a:ext cx="216000" cy="2268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330B24B2-91B4-5C9E-1DB4-F1131A5A146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087215" y="5265588"/>
                  <a:ext cx="22464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E04024CF-71DB-51AE-D622-1C70BBC9E57F}"/>
              </a:ext>
            </a:extLst>
          </p:cNvPr>
          <p:cNvGrpSpPr/>
          <p:nvPr/>
        </p:nvGrpSpPr>
        <p:grpSpPr>
          <a:xfrm>
            <a:off x="4580055" y="4994508"/>
            <a:ext cx="588600" cy="402480"/>
            <a:chOff x="4580055" y="4994508"/>
            <a:chExt cx="588600" cy="40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33470C84-9CB2-65E5-D18D-6E717CCE482F}"/>
                    </a:ext>
                  </a:extLst>
                </p14:cNvPr>
                <p14:cNvContentPartPr/>
                <p14:nvPr/>
              </p14:nvContentPartPr>
              <p14:xfrm>
                <a:off x="4580055" y="5181348"/>
                <a:ext cx="11880" cy="2156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33470C84-9CB2-65E5-D18D-6E717CCE482F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575735" y="5177028"/>
                  <a:ext cx="205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9926883C-7A6B-13B2-C768-00B71E398F86}"/>
                    </a:ext>
                  </a:extLst>
                </p14:cNvPr>
                <p14:cNvContentPartPr/>
                <p14:nvPr/>
              </p14:nvContentPartPr>
              <p14:xfrm>
                <a:off x="4611015" y="4994508"/>
                <a:ext cx="360" cy="3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9926883C-7A6B-13B2-C768-00B71E398F8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606695" y="499018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A5AB95D3-04B7-8740-E500-6CD3E5416B82}"/>
                    </a:ext>
                  </a:extLst>
                </p14:cNvPr>
                <p14:cNvContentPartPr/>
                <p14:nvPr/>
              </p14:nvContentPartPr>
              <p14:xfrm>
                <a:off x="4642695" y="5093148"/>
                <a:ext cx="77040" cy="2764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A5AB95D3-04B7-8740-E500-6CD3E5416B82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4638375" y="5088828"/>
                  <a:ext cx="856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649B63E4-208C-F31C-DBAC-97EEA972553E}"/>
                    </a:ext>
                  </a:extLst>
                </p14:cNvPr>
                <p14:cNvContentPartPr/>
                <p14:nvPr/>
              </p14:nvContentPartPr>
              <p14:xfrm>
                <a:off x="4601295" y="5189268"/>
                <a:ext cx="567360" cy="1720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649B63E4-208C-F31C-DBAC-97EEA972553E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4596975" y="5184948"/>
                  <a:ext cx="576000" cy="18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8F26C687-8EEB-071F-0A1E-C24427A02EBB}"/>
              </a:ext>
            </a:extLst>
          </p:cNvPr>
          <p:cNvGrpSpPr/>
          <p:nvPr/>
        </p:nvGrpSpPr>
        <p:grpSpPr>
          <a:xfrm>
            <a:off x="5383575" y="4975068"/>
            <a:ext cx="781200" cy="368640"/>
            <a:chOff x="5383575" y="4975068"/>
            <a:chExt cx="781200" cy="36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93972032-00D8-8834-8C72-8FFBC0E2426B}"/>
                    </a:ext>
                  </a:extLst>
                </p14:cNvPr>
                <p14:cNvContentPartPr/>
                <p14:nvPr/>
              </p14:nvContentPartPr>
              <p14:xfrm>
                <a:off x="5383575" y="4994508"/>
                <a:ext cx="74880" cy="3492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93972032-00D8-8834-8C72-8FFBC0E2426B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5379255" y="4990188"/>
                  <a:ext cx="835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97026AFD-1827-20F4-D6ED-4107D674384E}"/>
                    </a:ext>
                  </a:extLst>
                </p14:cNvPr>
                <p14:cNvContentPartPr/>
                <p14:nvPr/>
              </p14:nvContentPartPr>
              <p14:xfrm>
                <a:off x="5400855" y="5229948"/>
                <a:ext cx="154440" cy="921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97026AFD-1827-20F4-D6ED-4107D674384E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5396535" y="5225628"/>
                  <a:ext cx="1630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6717E1A8-DA11-3723-021C-739B4E8C674C}"/>
                    </a:ext>
                  </a:extLst>
                </p14:cNvPr>
                <p14:cNvContentPartPr/>
                <p14:nvPr/>
              </p14:nvContentPartPr>
              <p14:xfrm>
                <a:off x="5535495" y="5299428"/>
                <a:ext cx="7920" cy="374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6717E1A8-DA11-3723-021C-739B4E8C674C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5531175" y="5295108"/>
                  <a:ext cx="165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DD564AC7-0F87-DBC2-2C6B-CDF5B96B80F8}"/>
                    </a:ext>
                  </a:extLst>
                </p14:cNvPr>
                <p14:cNvContentPartPr/>
                <p14:nvPr/>
              </p14:nvContentPartPr>
              <p14:xfrm>
                <a:off x="5586255" y="4975068"/>
                <a:ext cx="50040" cy="3060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DD564AC7-0F87-DBC2-2C6B-CDF5B96B80F8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5581935" y="4970748"/>
                  <a:ext cx="586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8E2CD889-D87A-D3CB-519F-7DC3C6995A4A}"/>
                    </a:ext>
                  </a:extLst>
                </p14:cNvPr>
                <p14:cNvContentPartPr/>
                <p14:nvPr/>
              </p14:nvContentPartPr>
              <p14:xfrm>
                <a:off x="5525775" y="5150388"/>
                <a:ext cx="215640" cy="216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8E2CD889-D87A-D3CB-519F-7DC3C6995A4A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5521455" y="5146068"/>
                  <a:ext cx="2242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CD404094-140B-A440-774A-60AC0BC054D8}"/>
                    </a:ext>
                  </a:extLst>
                </p14:cNvPr>
                <p14:cNvContentPartPr/>
                <p14:nvPr/>
              </p14:nvContentPartPr>
              <p14:xfrm>
                <a:off x="5702535" y="5201868"/>
                <a:ext cx="256680" cy="903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CD404094-140B-A440-774A-60AC0BC054D8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5698215" y="5197548"/>
                  <a:ext cx="2653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9C419D78-8350-24DB-8D7B-CBF4FF5A812F}"/>
                    </a:ext>
                  </a:extLst>
                </p14:cNvPr>
                <p14:cNvContentPartPr/>
                <p14:nvPr/>
              </p14:nvContentPartPr>
              <p14:xfrm>
                <a:off x="5927175" y="5004588"/>
                <a:ext cx="237600" cy="2836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9C419D78-8350-24DB-8D7B-CBF4FF5A812F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5922855" y="5000268"/>
                  <a:ext cx="246240" cy="29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3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9D0E7FCC-48F5-34C3-CBE6-01F69964E79E}"/>
                  </a:ext>
                </a:extLst>
              </p14:cNvPr>
              <p14:cNvContentPartPr/>
              <p14:nvPr/>
            </p14:nvContentPartPr>
            <p14:xfrm>
              <a:off x="7000335" y="4758708"/>
              <a:ext cx="267840" cy="586800"/>
            </p14:xfrm>
          </p:contentPart>
        </mc:Choice>
        <mc:Fallback xmlns=""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9D0E7FCC-48F5-34C3-CBE6-01F69964E79E}"/>
                  </a:ext>
                </a:extLst>
              </p:cNvPr>
              <p:cNvPicPr/>
              <p:nvPr/>
            </p:nvPicPr>
            <p:blipFill>
              <a:blip r:embed="rId444"/>
              <a:stretch>
                <a:fillRect/>
              </a:stretch>
            </p:blipFill>
            <p:spPr>
              <a:xfrm>
                <a:off x="6996015" y="4754388"/>
                <a:ext cx="276480" cy="5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5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7FE6AE4B-E5ED-83B2-8581-CFEDDB3DEFA4}"/>
                  </a:ext>
                </a:extLst>
              </p14:cNvPr>
              <p14:cNvContentPartPr/>
              <p14:nvPr/>
            </p14:nvContentPartPr>
            <p14:xfrm>
              <a:off x="7412535" y="4601388"/>
              <a:ext cx="109800" cy="354240"/>
            </p14:xfrm>
          </p:contentPart>
        </mc:Choice>
        <mc:Fallback xmlns=""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7FE6AE4B-E5ED-83B2-8581-CFEDDB3DEFA4}"/>
                  </a:ext>
                </a:extLst>
              </p:cNvPr>
              <p:cNvPicPr/>
              <p:nvPr/>
            </p:nvPicPr>
            <p:blipFill>
              <a:blip r:embed="rId446"/>
              <a:stretch>
                <a:fillRect/>
              </a:stretch>
            </p:blipFill>
            <p:spPr>
              <a:xfrm>
                <a:off x="7408215" y="4597068"/>
                <a:ext cx="11844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7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5A119E23-F3A3-ABE6-D546-58E9CC7D0620}"/>
                  </a:ext>
                </a:extLst>
              </p14:cNvPr>
              <p14:cNvContentPartPr/>
              <p14:nvPr/>
            </p14:nvContentPartPr>
            <p14:xfrm>
              <a:off x="7608735" y="4719108"/>
              <a:ext cx="123480" cy="198000"/>
            </p14:xfrm>
          </p:contentPart>
        </mc:Choice>
        <mc:Fallback xmlns=""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5A119E23-F3A3-ABE6-D546-58E9CC7D0620}"/>
                  </a:ext>
                </a:extLst>
              </p:cNvPr>
              <p:cNvPicPr/>
              <p:nvPr/>
            </p:nvPicPr>
            <p:blipFill>
              <a:blip r:embed="rId448"/>
              <a:stretch>
                <a:fillRect/>
              </a:stretch>
            </p:blipFill>
            <p:spPr>
              <a:xfrm>
                <a:off x="7604415" y="4714788"/>
                <a:ext cx="132120" cy="20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9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0B56BDEF-8D12-CBB2-D073-F20F25E448A3}"/>
                  </a:ext>
                </a:extLst>
              </p14:cNvPr>
              <p14:cNvContentPartPr/>
              <p14:nvPr/>
            </p14:nvContentPartPr>
            <p14:xfrm>
              <a:off x="7737615" y="4879668"/>
              <a:ext cx="57240" cy="167760"/>
            </p14:xfrm>
          </p:contentPart>
        </mc:Choice>
        <mc:Fallback xmlns=""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0B56BDEF-8D12-CBB2-D073-F20F25E448A3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7733295" y="4875348"/>
                <a:ext cx="6588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1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4AB133C6-0194-BCE1-08FF-4E71311EF6E5}"/>
                  </a:ext>
                </a:extLst>
              </p14:cNvPr>
              <p14:cNvContentPartPr/>
              <p14:nvPr/>
            </p14:nvContentPartPr>
            <p14:xfrm>
              <a:off x="7924095" y="4463868"/>
              <a:ext cx="50040" cy="500760"/>
            </p14:xfrm>
          </p:contentPart>
        </mc:Choice>
        <mc:Fallback xmlns=""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4AB133C6-0194-BCE1-08FF-4E71311EF6E5}"/>
                  </a:ext>
                </a:extLst>
              </p:cNvPr>
              <p:cNvPicPr/>
              <p:nvPr/>
            </p:nvPicPr>
            <p:blipFill>
              <a:blip r:embed="rId452"/>
              <a:stretch>
                <a:fillRect/>
              </a:stretch>
            </p:blipFill>
            <p:spPr>
              <a:xfrm>
                <a:off x="7919775" y="4459548"/>
                <a:ext cx="58680" cy="50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3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8B351579-D523-B573-86D8-40EDEDE5AD30}"/>
                  </a:ext>
                </a:extLst>
              </p14:cNvPr>
              <p14:cNvContentPartPr/>
              <p14:nvPr/>
            </p14:nvContentPartPr>
            <p14:xfrm>
              <a:off x="8129295" y="4718748"/>
              <a:ext cx="140040" cy="548280"/>
            </p14:xfrm>
          </p:contentPart>
        </mc:Choice>
        <mc:Fallback xmlns=""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8B351579-D523-B573-86D8-40EDEDE5AD30}"/>
                  </a:ext>
                </a:extLst>
              </p:cNvPr>
              <p:cNvPicPr/>
              <p:nvPr/>
            </p:nvPicPr>
            <p:blipFill>
              <a:blip r:embed="rId454"/>
              <a:stretch>
                <a:fillRect/>
              </a:stretch>
            </p:blipFill>
            <p:spPr>
              <a:xfrm>
                <a:off x="8124975" y="4714428"/>
                <a:ext cx="148680" cy="55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5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7ECE2521-9239-3D7B-42A4-6B0952E34ECD}"/>
                  </a:ext>
                </a:extLst>
              </p14:cNvPr>
              <p14:cNvContentPartPr/>
              <p14:nvPr/>
            </p14:nvContentPartPr>
            <p14:xfrm>
              <a:off x="8299575" y="4503108"/>
              <a:ext cx="245520" cy="588600"/>
            </p14:xfrm>
          </p:contentPart>
        </mc:Choice>
        <mc:Fallback xmlns=""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7ECE2521-9239-3D7B-42A4-6B0952E34ECD}"/>
                  </a:ext>
                </a:extLst>
              </p:cNvPr>
              <p:cNvPicPr/>
              <p:nvPr/>
            </p:nvPicPr>
            <p:blipFill>
              <a:blip r:embed="rId456"/>
              <a:stretch>
                <a:fillRect/>
              </a:stretch>
            </p:blipFill>
            <p:spPr>
              <a:xfrm>
                <a:off x="8295255" y="4498788"/>
                <a:ext cx="254160" cy="59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7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8A873A01-F5EB-9E64-F7FE-456497F304AA}"/>
                  </a:ext>
                </a:extLst>
              </p14:cNvPr>
              <p14:cNvContentPartPr/>
              <p14:nvPr/>
            </p14:nvContentPartPr>
            <p14:xfrm>
              <a:off x="6944175" y="5447028"/>
              <a:ext cx="133200" cy="421560"/>
            </p14:xfrm>
          </p:contentPart>
        </mc:Choice>
        <mc:Fallback xmlns=""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8A873A01-F5EB-9E64-F7FE-456497F304AA}"/>
                  </a:ext>
                </a:extLst>
              </p:cNvPr>
              <p:cNvPicPr/>
              <p:nvPr/>
            </p:nvPicPr>
            <p:blipFill>
              <a:blip r:embed="rId458"/>
              <a:stretch>
                <a:fillRect/>
              </a:stretch>
            </p:blipFill>
            <p:spPr>
              <a:xfrm>
                <a:off x="6939855" y="5442708"/>
                <a:ext cx="141840" cy="43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9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9983B2CC-D43A-2BB9-7A19-B355B62E1B7B}"/>
                  </a:ext>
                </a:extLst>
              </p14:cNvPr>
              <p14:cNvContentPartPr/>
              <p14:nvPr/>
            </p14:nvContentPartPr>
            <p14:xfrm>
              <a:off x="7226055" y="5200788"/>
              <a:ext cx="119160" cy="373680"/>
            </p14:xfrm>
          </p:contentPart>
        </mc:Choice>
        <mc:Fallback xmlns=""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9983B2CC-D43A-2BB9-7A19-B355B62E1B7B}"/>
                  </a:ext>
                </a:extLst>
              </p:cNvPr>
              <p:cNvPicPr/>
              <p:nvPr/>
            </p:nvPicPr>
            <p:blipFill>
              <a:blip r:embed="rId460"/>
              <a:stretch>
                <a:fillRect/>
              </a:stretch>
            </p:blipFill>
            <p:spPr>
              <a:xfrm>
                <a:off x="7221735" y="5196468"/>
                <a:ext cx="127800" cy="38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1">
            <p14:nvContentPartPr>
              <p14:cNvPr id="308" name="Ink 307">
                <a:extLst>
                  <a:ext uri="{FF2B5EF4-FFF2-40B4-BE49-F238E27FC236}">
                    <a16:creationId xmlns:a16="http://schemas.microsoft.com/office/drawing/2014/main" id="{E05F4FA5-337D-6693-2BE6-6B8589F95C05}"/>
                  </a:ext>
                </a:extLst>
              </p14:cNvPr>
              <p14:cNvContentPartPr/>
              <p14:nvPr/>
            </p14:nvContentPartPr>
            <p14:xfrm>
              <a:off x="7470855" y="5377188"/>
              <a:ext cx="150120" cy="149040"/>
            </p14:xfrm>
          </p:contentPart>
        </mc:Choice>
        <mc:Fallback xmlns="">
          <p:pic>
            <p:nvPicPr>
              <p:cNvPr id="308" name="Ink 307">
                <a:extLst>
                  <a:ext uri="{FF2B5EF4-FFF2-40B4-BE49-F238E27FC236}">
                    <a16:creationId xmlns:a16="http://schemas.microsoft.com/office/drawing/2014/main" id="{E05F4FA5-337D-6693-2BE6-6B8589F95C05}"/>
                  </a:ext>
                </a:extLst>
              </p:cNvPr>
              <p:cNvPicPr/>
              <p:nvPr/>
            </p:nvPicPr>
            <p:blipFill>
              <a:blip r:embed="rId462"/>
              <a:stretch>
                <a:fillRect/>
              </a:stretch>
            </p:blipFill>
            <p:spPr>
              <a:xfrm>
                <a:off x="7466535" y="5372868"/>
                <a:ext cx="15876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3">
            <p14:nvContentPartPr>
              <p14:cNvPr id="309" name="Ink 308">
                <a:extLst>
                  <a:ext uri="{FF2B5EF4-FFF2-40B4-BE49-F238E27FC236}">
                    <a16:creationId xmlns:a16="http://schemas.microsoft.com/office/drawing/2014/main" id="{15953874-E800-5494-C720-158AAA389C20}"/>
                  </a:ext>
                </a:extLst>
              </p14:cNvPr>
              <p14:cNvContentPartPr/>
              <p14:nvPr/>
            </p14:nvContentPartPr>
            <p14:xfrm>
              <a:off x="7621695" y="5474028"/>
              <a:ext cx="249480" cy="140400"/>
            </p14:xfrm>
          </p:contentPart>
        </mc:Choice>
        <mc:Fallback xmlns="">
          <p:pic>
            <p:nvPicPr>
              <p:cNvPr id="309" name="Ink 308">
                <a:extLst>
                  <a:ext uri="{FF2B5EF4-FFF2-40B4-BE49-F238E27FC236}">
                    <a16:creationId xmlns:a16="http://schemas.microsoft.com/office/drawing/2014/main" id="{15953874-E800-5494-C720-158AAA389C20}"/>
                  </a:ext>
                </a:extLst>
              </p:cNvPr>
              <p:cNvPicPr/>
              <p:nvPr/>
            </p:nvPicPr>
            <p:blipFill>
              <a:blip r:embed="rId464"/>
              <a:stretch>
                <a:fillRect/>
              </a:stretch>
            </p:blipFill>
            <p:spPr>
              <a:xfrm>
                <a:off x="7617375" y="5469708"/>
                <a:ext cx="25812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5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CEF80C39-B4F3-592D-2DF8-FBE6DE6CDA5A}"/>
                  </a:ext>
                </a:extLst>
              </p14:cNvPr>
              <p14:cNvContentPartPr/>
              <p14:nvPr/>
            </p14:nvContentPartPr>
            <p14:xfrm>
              <a:off x="8044695" y="5161908"/>
              <a:ext cx="18000" cy="384480"/>
            </p14:xfrm>
          </p:contentPart>
        </mc:Choice>
        <mc:Fallback xmlns=""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CEF80C39-B4F3-592D-2DF8-FBE6DE6CDA5A}"/>
                  </a:ext>
                </a:extLst>
              </p:cNvPr>
              <p:cNvPicPr/>
              <p:nvPr/>
            </p:nvPicPr>
            <p:blipFill>
              <a:blip r:embed="rId466"/>
              <a:stretch>
                <a:fillRect/>
              </a:stretch>
            </p:blipFill>
            <p:spPr>
              <a:xfrm>
                <a:off x="8040375" y="5157588"/>
                <a:ext cx="2664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7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35A01ADC-354D-F740-0C87-1E7BFA49660C}"/>
                  </a:ext>
                </a:extLst>
              </p14:cNvPr>
              <p14:cNvContentPartPr/>
              <p14:nvPr/>
            </p14:nvContentPartPr>
            <p14:xfrm>
              <a:off x="8236575" y="5446668"/>
              <a:ext cx="182160" cy="28404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35A01ADC-354D-F740-0C87-1E7BFA49660C}"/>
                  </a:ext>
                </a:extLst>
              </p:cNvPr>
              <p:cNvPicPr/>
              <p:nvPr/>
            </p:nvPicPr>
            <p:blipFill>
              <a:blip r:embed="rId468"/>
              <a:stretch>
                <a:fillRect/>
              </a:stretch>
            </p:blipFill>
            <p:spPr>
              <a:xfrm>
                <a:off x="8232255" y="5442348"/>
                <a:ext cx="19080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9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29ED9228-B6AE-DAA6-FEA0-FB84A9909C72}"/>
                  </a:ext>
                </a:extLst>
              </p14:cNvPr>
              <p14:cNvContentPartPr/>
              <p14:nvPr/>
            </p14:nvContentPartPr>
            <p14:xfrm>
              <a:off x="8487135" y="5544948"/>
              <a:ext cx="73800" cy="7812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29ED9228-B6AE-DAA6-FEA0-FB84A9909C72}"/>
                  </a:ext>
                </a:extLst>
              </p:cNvPr>
              <p:cNvPicPr/>
              <p:nvPr/>
            </p:nvPicPr>
            <p:blipFill>
              <a:blip r:embed="rId470"/>
              <a:stretch>
                <a:fillRect/>
              </a:stretch>
            </p:blipFill>
            <p:spPr>
              <a:xfrm>
                <a:off x="8482815" y="5540628"/>
                <a:ext cx="8244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1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1A335FEE-0937-7FC8-85D0-40BB74C002CF}"/>
                  </a:ext>
                </a:extLst>
              </p14:cNvPr>
              <p14:cNvContentPartPr/>
              <p14:nvPr/>
            </p14:nvContentPartPr>
            <p14:xfrm>
              <a:off x="8720055" y="5338308"/>
              <a:ext cx="100080" cy="17784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1A335FEE-0937-7FC8-85D0-40BB74C002CF}"/>
                  </a:ext>
                </a:extLst>
              </p:cNvPr>
              <p:cNvPicPr/>
              <p:nvPr/>
            </p:nvPicPr>
            <p:blipFill>
              <a:blip r:embed="rId472"/>
              <a:stretch>
                <a:fillRect/>
              </a:stretch>
            </p:blipFill>
            <p:spPr>
              <a:xfrm>
                <a:off x="8715735" y="5333988"/>
                <a:ext cx="10872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3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60C323A2-1EEC-36AC-68D5-B9F8AD2926B8}"/>
                  </a:ext>
                </a:extLst>
              </p14:cNvPr>
              <p14:cNvContentPartPr/>
              <p14:nvPr/>
            </p14:nvContentPartPr>
            <p14:xfrm>
              <a:off x="8917695" y="5440908"/>
              <a:ext cx="10440" cy="178560"/>
            </p14:xfrm>
          </p:contentPart>
        </mc:Choice>
        <mc:Fallback xmlns=""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60C323A2-1EEC-36AC-68D5-B9F8AD2926B8}"/>
                  </a:ext>
                </a:extLst>
              </p:cNvPr>
              <p:cNvPicPr/>
              <p:nvPr/>
            </p:nvPicPr>
            <p:blipFill>
              <a:blip r:embed="rId474"/>
              <a:stretch>
                <a:fillRect/>
              </a:stretch>
            </p:blipFill>
            <p:spPr>
              <a:xfrm>
                <a:off x="8913375" y="5436588"/>
                <a:ext cx="1908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5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868827B3-57A1-90F3-C88A-F8AD62413780}"/>
                  </a:ext>
                </a:extLst>
              </p14:cNvPr>
              <p14:cNvContentPartPr/>
              <p14:nvPr/>
            </p14:nvContentPartPr>
            <p14:xfrm>
              <a:off x="8898255" y="5590308"/>
              <a:ext cx="172080" cy="43920"/>
            </p14:xfrm>
          </p:contentPart>
        </mc:Choice>
        <mc:Fallback xmlns=""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868827B3-57A1-90F3-C88A-F8AD62413780}"/>
                  </a:ext>
                </a:extLst>
              </p:cNvPr>
              <p:cNvPicPr/>
              <p:nvPr/>
            </p:nvPicPr>
            <p:blipFill>
              <a:blip r:embed="rId476"/>
              <a:stretch>
                <a:fillRect/>
              </a:stretch>
            </p:blipFill>
            <p:spPr>
              <a:xfrm>
                <a:off x="8893935" y="5585988"/>
                <a:ext cx="18072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7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5376C48E-EF3D-5FAD-9994-2B34AC627F78}"/>
                  </a:ext>
                </a:extLst>
              </p14:cNvPr>
              <p14:cNvContentPartPr/>
              <p14:nvPr/>
            </p14:nvContentPartPr>
            <p14:xfrm>
              <a:off x="9114615" y="5112588"/>
              <a:ext cx="246960" cy="379440"/>
            </p14:xfrm>
          </p:contentPart>
        </mc:Choice>
        <mc:Fallback xmlns=""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5376C48E-EF3D-5FAD-9994-2B34AC627F78}"/>
                  </a:ext>
                </a:extLst>
              </p:cNvPr>
              <p:cNvPicPr/>
              <p:nvPr/>
            </p:nvPicPr>
            <p:blipFill>
              <a:blip r:embed="rId478"/>
              <a:stretch>
                <a:fillRect/>
              </a:stretch>
            </p:blipFill>
            <p:spPr>
              <a:xfrm>
                <a:off x="9110295" y="5108268"/>
                <a:ext cx="255600" cy="38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9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45110BF6-1932-A0E8-BD23-042DB6AB43F5}"/>
                  </a:ext>
                </a:extLst>
              </p14:cNvPr>
              <p14:cNvContentPartPr/>
              <p14:nvPr/>
            </p14:nvContentPartPr>
            <p14:xfrm>
              <a:off x="9419175" y="4974708"/>
              <a:ext cx="402480" cy="10440"/>
            </p14:xfrm>
          </p:contentPart>
        </mc:Choice>
        <mc:Fallback xmlns=""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45110BF6-1932-A0E8-BD23-042DB6AB43F5}"/>
                  </a:ext>
                </a:extLst>
              </p:cNvPr>
              <p:cNvPicPr/>
              <p:nvPr/>
            </p:nvPicPr>
            <p:blipFill>
              <a:blip r:embed="rId480"/>
              <a:stretch>
                <a:fillRect/>
              </a:stretch>
            </p:blipFill>
            <p:spPr>
              <a:xfrm>
                <a:off x="9414855" y="4970388"/>
                <a:ext cx="41112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1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E24FFEB7-93B7-D71B-665A-6FD87FE0FD22}"/>
                  </a:ext>
                </a:extLst>
              </p14:cNvPr>
              <p14:cNvContentPartPr/>
              <p14:nvPr/>
            </p14:nvContentPartPr>
            <p14:xfrm>
              <a:off x="9576135" y="5024028"/>
              <a:ext cx="241560" cy="21600"/>
            </p14:xfrm>
          </p:contentPart>
        </mc:Choice>
        <mc:Fallback xmlns=""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E24FFEB7-93B7-D71B-665A-6FD87FE0FD22}"/>
                  </a:ext>
                </a:extLst>
              </p:cNvPr>
              <p:cNvPicPr/>
              <p:nvPr/>
            </p:nvPicPr>
            <p:blipFill>
              <a:blip r:embed="rId482"/>
              <a:stretch>
                <a:fillRect/>
              </a:stretch>
            </p:blipFill>
            <p:spPr>
              <a:xfrm>
                <a:off x="9571815" y="5019708"/>
                <a:ext cx="25020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3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987F96C4-2D9C-94ED-A1F0-042A052FDE26}"/>
                  </a:ext>
                </a:extLst>
              </p14:cNvPr>
              <p14:cNvContentPartPr/>
              <p14:nvPr/>
            </p14:nvContentPartPr>
            <p14:xfrm>
              <a:off x="9803655" y="4886508"/>
              <a:ext cx="225360" cy="272160"/>
            </p14:xfrm>
          </p:contentPart>
        </mc:Choice>
        <mc:Fallback xmlns=""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987F96C4-2D9C-94ED-A1F0-042A052FDE26}"/>
                  </a:ext>
                </a:extLst>
              </p:cNvPr>
              <p:cNvPicPr/>
              <p:nvPr/>
            </p:nvPicPr>
            <p:blipFill>
              <a:blip r:embed="rId484"/>
              <a:stretch>
                <a:fillRect/>
              </a:stretch>
            </p:blipFill>
            <p:spPr>
              <a:xfrm>
                <a:off x="9799335" y="4882188"/>
                <a:ext cx="23400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5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939C60EC-BB50-7DE5-B21C-D7D3BF85CCB8}"/>
                  </a:ext>
                </a:extLst>
              </p14:cNvPr>
              <p14:cNvContentPartPr/>
              <p14:nvPr/>
            </p14:nvContentPartPr>
            <p14:xfrm>
              <a:off x="10196055" y="5124108"/>
              <a:ext cx="402120" cy="37836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939C60EC-BB50-7DE5-B21C-D7D3BF85CCB8}"/>
                  </a:ext>
                </a:extLst>
              </p:cNvPr>
              <p:cNvPicPr/>
              <p:nvPr/>
            </p:nvPicPr>
            <p:blipFill>
              <a:blip r:embed="rId486"/>
              <a:stretch>
                <a:fillRect/>
              </a:stretch>
            </p:blipFill>
            <p:spPr>
              <a:xfrm>
                <a:off x="10191735" y="5119788"/>
                <a:ext cx="41076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7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D83F9EEB-B205-CF66-8E59-DDEBDC5A61E7}"/>
                  </a:ext>
                </a:extLst>
              </p14:cNvPr>
              <p14:cNvContentPartPr/>
              <p14:nvPr/>
            </p14:nvContentPartPr>
            <p14:xfrm>
              <a:off x="10527975" y="5289348"/>
              <a:ext cx="189360" cy="11088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D83F9EEB-B205-CF66-8E59-DDEBDC5A61E7}"/>
                  </a:ext>
                </a:extLst>
              </p:cNvPr>
              <p:cNvPicPr/>
              <p:nvPr/>
            </p:nvPicPr>
            <p:blipFill>
              <a:blip r:embed="rId488"/>
              <a:stretch>
                <a:fillRect/>
              </a:stretch>
            </p:blipFill>
            <p:spPr>
              <a:xfrm>
                <a:off x="10523655" y="5285028"/>
                <a:ext cx="19800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9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0C087A36-56EF-2F58-AA77-9928C907F0AF}"/>
                  </a:ext>
                </a:extLst>
              </p14:cNvPr>
              <p14:cNvContentPartPr/>
              <p14:nvPr/>
            </p14:nvContentPartPr>
            <p14:xfrm>
              <a:off x="10746495" y="5281068"/>
              <a:ext cx="376560" cy="177120"/>
            </p14:xfrm>
          </p:contentPart>
        </mc:Choice>
        <mc:Fallback xmlns=""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0C087A36-56EF-2F58-AA77-9928C907F0AF}"/>
                  </a:ext>
                </a:extLst>
              </p:cNvPr>
              <p:cNvPicPr/>
              <p:nvPr/>
            </p:nvPicPr>
            <p:blipFill>
              <a:blip r:embed="rId490"/>
              <a:stretch>
                <a:fillRect/>
              </a:stretch>
            </p:blipFill>
            <p:spPr>
              <a:xfrm>
                <a:off x="10742175" y="5276748"/>
                <a:ext cx="38520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1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A6AD9EE3-6EC3-A203-A852-856721FFE0F8}"/>
                  </a:ext>
                </a:extLst>
              </p14:cNvPr>
              <p14:cNvContentPartPr/>
              <p14:nvPr/>
            </p14:nvContentPartPr>
            <p14:xfrm>
              <a:off x="11296215" y="5219508"/>
              <a:ext cx="265680" cy="23868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A6AD9EE3-6EC3-A203-A852-856721FFE0F8}"/>
                  </a:ext>
                </a:extLst>
              </p:cNvPr>
              <p:cNvPicPr/>
              <p:nvPr/>
            </p:nvPicPr>
            <p:blipFill>
              <a:blip r:embed="rId492"/>
              <a:stretch>
                <a:fillRect/>
              </a:stretch>
            </p:blipFill>
            <p:spPr>
              <a:xfrm>
                <a:off x="11291895" y="5215188"/>
                <a:ext cx="27432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3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9F5ED5BE-0A38-9D69-4495-15112C1333C6}"/>
                  </a:ext>
                </a:extLst>
              </p14:cNvPr>
              <p14:cNvContentPartPr/>
              <p14:nvPr/>
            </p14:nvContentPartPr>
            <p14:xfrm>
              <a:off x="11574135" y="5298348"/>
              <a:ext cx="359640" cy="141480"/>
            </p14:xfrm>
          </p:contentPart>
        </mc:Choice>
        <mc:Fallback xmlns=""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9F5ED5BE-0A38-9D69-4495-15112C1333C6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11569815" y="5294028"/>
                <a:ext cx="36828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5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F8491991-568C-4EF4-BED3-BC2246C86D39}"/>
                  </a:ext>
                </a:extLst>
              </p14:cNvPr>
              <p14:cNvContentPartPr/>
              <p14:nvPr/>
            </p14:nvContentPartPr>
            <p14:xfrm>
              <a:off x="11965815" y="5043828"/>
              <a:ext cx="212760" cy="389880"/>
            </p14:xfrm>
          </p:contentPart>
        </mc:Choice>
        <mc:Fallback xmlns=""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F8491991-568C-4EF4-BED3-BC2246C86D39}"/>
                  </a:ext>
                </a:extLst>
              </p:cNvPr>
              <p:cNvPicPr/>
              <p:nvPr/>
            </p:nvPicPr>
            <p:blipFill>
              <a:blip r:embed="rId496"/>
              <a:stretch>
                <a:fillRect/>
              </a:stretch>
            </p:blipFill>
            <p:spPr>
              <a:xfrm>
                <a:off x="11961495" y="5039508"/>
                <a:ext cx="22140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7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7E2A390C-D212-3189-7D94-51B7F8554A1D}"/>
                  </a:ext>
                </a:extLst>
              </p14:cNvPr>
              <p14:cNvContentPartPr/>
              <p14:nvPr/>
            </p14:nvContentPartPr>
            <p14:xfrm>
              <a:off x="10342935" y="4540188"/>
              <a:ext cx="363240" cy="353160"/>
            </p14:xfrm>
          </p:contentPart>
        </mc:Choice>
        <mc:Fallback xmlns=""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7E2A390C-D212-3189-7D94-51B7F8554A1D}"/>
                  </a:ext>
                </a:extLst>
              </p:cNvPr>
              <p:cNvPicPr/>
              <p:nvPr/>
            </p:nvPicPr>
            <p:blipFill>
              <a:blip r:embed="rId498"/>
              <a:stretch>
                <a:fillRect/>
              </a:stretch>
            </p:blipFill>
            <p:spPr>
              <a:xfrm>
                <a:off x="10338615" y="4535868"/>
                <a:ext cx="37188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9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D9FD6C4A-C242-C43C-7357-1ADFB345692D}"/>
                  </a:ext>
                </a:extLst>
              </p14:cNvPr>
              <p14:cNvContentPartPr/>
              <p14:nvPr/>
            </p14:nvContentPartPr>
            <p14:xfrm>
              <a:off x="10655775" y="4717308"/>
              <a:ext cx="584280" cy="160920"/>
            </p14:xfrm>
          </p:contentPart>
        </mc:Choice>
        <mc:Fallback xmlns=""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D9FD6C4A-C242-C43C-7357-1ADFB345692D}"/>
                  </a:ext>
                </a:extLst>
              </p:cNvPr>
              <p:cNvPicPr/>
              <p:nvPr/>
            </p:nvPicPr>
            <p:blipFill>
              <a:blip r:embed="rId500"/>
              <a:stretch>
                <a:fillRect/>
              </a:stretch>
            </p:blipFill>
            <p:spPr>
              <a:xfrm>
                <a:off x="10651455" y="4712988"/>
                <a:ext cx="59292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1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BD48F40B-74B0-4B57-5AFA-F577F84718AD}"/>
                  </a:ext>
                </a:extLst>
              </p14:cNvPr>
              <p14:cNvContentPartPr/>
              <p14:nvPr/>
            </p14:nvContentPartPr>
            <p14:xfrm>
              <a:off x="11375415" y="4571868"/>
              <a:ext cx="255240" cy="169560"/>
            </p14:xfrm>
          </p:contentPart>
        </mc:Choice>
        <mc:Fallback xmlns=""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BD48F40B-74B0-4B57-5AFA-F577F84718AD}"/>
                  </a:ext>
                </a:extLst>
              </p:cNvPr>
              <p:cNvPicPr/>
              <p:nvPr/>
            </p:nvPicPr>
            <p:blipFill>
              <a:blip r:embed="rId502"/>
              <a:stretch>
                <a:fillRect/>
              </a:stretch>
            </p:blipFill>
            <p:spPr>
              <a:xfrm>
                <a:off x="11371095" y="4567548"/>
                <a:ext cx="26388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3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4A6D5232-7E78-EFDB-878F-1F1A081F3C60}"/>
                  </a:ext>
                </a:extLst>
              </p14:cNvPr>
              <p14:cNvContentPartPr/>
              <p14:nvPr/>
            </p14:nvContentPartPr>
            <p14:xfrm>
              <a:off x="11680695" y="4630908"/>
              <a:ext cx="59400" cy="90360"/>
            </p14:xfrm>
          </p:contentPart>
        </mc:Choice>
        <mc:Fallback xmlns=""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4A6D5232-7E78-EFDB-878F-1F1A081F3C60}"/>
                  </a:ext>
                </a:extLst>
              </p:cNvPr>
              <p:cNvPicPr/>
              <p:nvPr/>
            </p:nvPicPr>
            <p:blipFill>
              <a:blip r:embed="rId504"/>
              <a:stretch>
                <a:fillRect/>
              </a:stretch>
            </p:blipFill>
            <p:spPr>
              <a:xfrm>
                <a:off x="11676375" y="4626588"/>
                <a:ext cx="6804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5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65C0FCD3-3413-8A15-A6E9-220B63E1FCAF}"/>
                  </a:ext>
                </a:extLst>
              </p14:cNvPr>
              <p14:cNvContentPartPr/>
              <p14:nvPr/>
            </p14:nvContentPartPr>
            <p14:xfrm>
              <a:off x="11798415" y="4660068"/>
              <a:ext cx="49680" cy="38520"/>
            </p14:xfrm>
          </p:contentPart>
        </mc:Choice>
        <mc:Fallback xmlns=""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65C0FCD3-3413-8A15-A6E9-220B63E1FCAF}"/>
                  </a:ext>
                </a:extLst>
              </p:cNvPr>
              <p:cNvPicPr/>
              <p:nvPr/>
            </p:nvPicPr>
            <p:blipFill>
              <a:blip r:embed="rId506"/>
              <a:stretch>
                <a:fillRect/>
              </a:stretch>
            </p:blipFill>
            <p:spPr>
              <a:xfrm>
                <a:off x="11794095" y="4655748"/>
                <a:ext cx="5832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7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CBB02127-D1AD-B87E-1767-F61B5C90E3FD}"/>
                  </a:ext>
                </a:extLst>
              </p14:cNvPr>
              <p14:cNvContentPartPr/>
              <p14:nvPr/>
            </p14:nvContentPartPr>
            <p14:xfrm>
              <a:off x="11887335" y="4620108"/>
              <a:ext cx="96480" cy="106560"/>
            </p14:xfrm>
          </p:contentPart>
        </mc:Choice>
        <mc:Fallback xmlns=""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CBB02127-D1AD-B87E-1767-F61B5C90E3FD}"/>
                  </a:ext>
                </a:extLst>
              </p:cNvPr>
              <p:cNvPicPr/>
              <p:nvPr/>
            </p:nvPicPr>
            <p:blipFill>
              <a:blip r:embed="rId508"/>
              <a:stretch>
                <a:fillRect/>
              </a:stretch>
            </p:blipFill>
            <p:spPr>
              <a:xfrm>
                <a:off x="11883015" y="4615788"/>
                <a:ext cx="10512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9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2FD5C898-B0DE-C7BC-E43B-758BB6666E78}"/>
                  </a:ext>
                </a:extLst>
              </p14:cNvPr>
              <p14:cNvContentPartPr/>
              <p14:nvPr/>
            </p14:nvContentPartPr>
            <p14:xfrm>
              <a:off x="12062295" y="4601028"/>
              <a:ext cx="155880" cy="140400"/>
            </p14:xfrm>
          </p:contentPart>
        </mc:Choice>
        <mc:Fallback xmlns=""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2FD5C898-B0DE-C7BC-E43B-758BB6666E78}"/>
                  </a:ext>
                </a:extLst>
              </p:cNvPr>
              <p:cNvPicPr/>
              <p:nvPr/>
            </p:nvPicPr>
            <p:blipFill>
              <a:blip r:embed="rId510"/>
              <a:stretch>
                <a:fillRect/>
              </a:stretch>
            </p:blipFill>
            <p:spPr>
              <a:xfrm>
                <a:off x="12057975" y="4596708"/>
                <a:ext cx="16452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1">
            <p14:nvContentPartPr>
              <p14:cNvPr id="336" name="Ink 335">
                <a:extLst>
                  <a:ext uri="{FF2B5EF4-FFF2-40B4-BE49-F238E27FC236}">
                    <a16:creationId xmlns:a16="http://schemas.microsoft.com/office/drawing/2014/main" id="{64A1D0A5-0769-8B47-3A50-079325B46403}"/>
                  </a:ext>
                </a:extLst>
              </p14:cNvPr>
              <p14:cNvContentPartPr/>
              <p14:nvPr/>
            </p14:nvContentPartPr>
            <p14:xfrm>
              <a:off x="12231135" y="4306188"/>
              <a:ext cx="21240" cy="351360"/>
            </p14:xfrm>
          </p:contentPart>
        </mc:Choice>
        <mc:Fallback xmlns="">
          <p:pic>
            <p:nvPicPr>
              <p:cNvPr id="336" name="Ink 335">
                <a:extLst>
                  <a:ext uri="{FF2B5EF4-FFF2-40B4-BE49-F238E27FC236}">
                    <a16:creationId xmlns:a16="http://schemas.microsoft.com/office/drawing/2014/main" id="{64A1D0A5-0769-8B47-3A50-079325B46403}"/>
                  </a:ext>
                </a:extLst>
              </p:cNvPr>
              <p:cNvPicPr/>
              <p:nvPr/>
            </p:nvPicPr>
            <p:blipFill>
              <a:blip r:embed="rId512"/>
              <a:stretch>
                <a:fillRect/>
              </a:stretch>
            </p:blipFill>
            <p:spPr>
              <a:xfrm>
                <a:off x="12226815" y="4301868"/>
                <a:ext cx="2988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3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FA07C197-4FEF-2C2A-7E3D-4B7C470E2C8A}"/>
                  </a:ext>
                </a:extLst>
              </p14:cNvPr>
              <p14:cNvContentPartPr/>
              <p14:nvPr/>
            </p14:nvContentPartPr>
            <p14:xfrm>
              <a:off x="12289095" y="4601388"/>
              <a:ext cx="267480" cy="90720"/>
            </p14:xfrm>
          </p:contentPart>
        </mc:Choice>
        <mc:Fallback xmlns=""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FA07C197-4FEF-2C2A-7E3D-4B7C470E2C8A}"/>
                  </a:ext>
                </a:extLst>
              </p:cNvPr>
              <p:cNvPicPr/>
              <p:nvPr/>
            </p:nvPicPr>
            <p:blipFill>
              <a:blip r:embed="rId514"/>
              <a:stretch>
                <a:fillRect/>
              </a:stretch>
            </p:blipFill>
            <p:spPr>
              <a:xfrm>
                <a:off x="12284775" y="4597068"/>
                <a:ext cx="276120" cy="9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3" name="Group 352">
            <a:extLst>
              <a:ext uri="{FF2B5EF4-FFF2-40B4-BE49-F238E27FC236}">
                <a16:creationId xmlns:a16="http://schemas.microsoft.com/office/drawing/2014/main" id="{80BA417D-6F63-ADEF-6616-4981517AEDB3}"/>
              </a:ext>
            </a:extLst>
          </p:cNvPr>
          <p:cNvGrpSpPr/>
          <p:nvPr/>
        </p:nvGrpSpPr>
        <p:grpSpPr>
          <a:xfrm>
            <a:off x="12624615" y="3919908"/>
            <a:ext cx="2364480" cy="1246680"/>
            <a:chOff x="12624615" y="3919908"/>
            <a:chExt cx="2364480" cy="12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553ECFA4-341E-018A-FE1A-D45FCEEA19D2}"/>
                    </a:ext>
                  </a:extLst>
                </p14:cNvPr>
                <p14:cNvContentPartPr/>
                <p14:nvPr/>
              </p14:nvContentPartPr>
              <p14:xfrm>
                <a:off x="12673575" y="4825668"/>
                <a:ext cx="303840" cy="3204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553ECFA4-341E-018A-FE1A-D45FCEEA19D2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12669255" y="4821348"/>
                  <a:ext cx="3124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2A5C88AA-5835-2972-5548-ABDD88DC25A7}"/>
                    </a:ext>
                  </a:extLst>
                </p14:cNvPr>
                <p14:cNvContentPartPr/>
                <p14:nvPr/>
              </p14:nvContentPartPr>
              <p14:xfrm>
                <a:off x="12624615" y="4865628"/>
                <a:ext cx="351360" cy="5220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2A5C88AA-5835-2972-5548-ABDD88DC25A7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12620295" y="4861308"/>
                  <a:ext cx="3600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A423A8BD-9C11-8850-1AE9-5190C43C8303}"/>
                    </a:ext>
                  </a:extLst>
                </p14:cNvPr>
                <p14:cNvContentPartPr/>
                <p14:nvPr/>
              </p14:nvContentPartPr>
              <p14:xfrm>
                <a:off x="12708135" y="4739268"/>
                <a:ext cx="419040" cy="42732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A423A8BD-9C11-8850-1AE9-5190C43C8303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12703815" y="4734948"/>
                  <a:ext cx="42768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95628BCD-1BA1-6DA6-CECE-CD5DF6C2DC69}"/>
                    </a:ext>
                  </a:extLst>
                </p14:cNvPr>
                <p14:cNvContentPartPr/>
                <p14:nvPr/>
              </p14:nvContentPartPr>
              <p14:xfrm>
                <a:off x="13155255" y="4364508"/>
                <a:ext cx="235440" cy="24912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95628BCD-1BA1-6DA6-CECE-CD5DF6C2DC69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13150935" y="4360188"/>
                  <a:ext cx="2440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3C750286-5B2C-073A-2801-04A729917913}"/>
                    </a:ext>
                  </a:extLst>
                </p14:cNvPr>
                <p14:cNvContentPartPr/>
                <p14:nvPr/>
              </p14:nvContentPartPr>
              <p14:xfrm>
                <a:off x="13473855" y="4326348"/>
                <a:ext cx="56160" cy="23976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3C750286-5B2C-073A-2801-04A729917913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13469535" y="4322028"/>
                  <a:ext cx="6480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4AC34582-6D07-3D65-6246-C9064E79AD3E}"/>
                    </a:ext>
                  </a:extLst>
                </p14:cNvPr>
                <p14:cNvContentPartPr/>
                <p14:nvPr/>
              </p14:nvContentPartPr>
              <p14:xfrm>
                <a:off x="13469895" y="4365228"/>
                <a:ext cx="108000" cy="2340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4AC34582-6D07-3D65-6246-C9064E79AD3E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13465575" y="4360908"/>
                  <a:ext cx="1166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E98F29DD-F17B-9729-065F-35470D09F747}"/>
                    </a:ext>
                  </a:extLst>
                </p14:cNvPr>
                <p14:cNvContentPartPr/>
                <p14:nvPr/>
              </p14:nvContentPartPr>
              <p14:xfrm>
                <a:off x="13391415" y="4546668"/>
                <a:ext cx="268560" cy="3744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E98F29DD-F17B-9729-065F-35470D09F747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13387095" y="4542348"/>
                  <a:ext cx="2772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0B5961CE-22C6-B225-9B96-5F55A4D5BCC6}"/>
                    </a:ext>
                  </a:extLst>
                </p14:cNvPr>
                <p14:cNvContentPartPr/>
                <p14:nvPr/>
              </p14:nvContentPartPr>
              <p14:xfrm>
                <a:off x="13705695" y="4345068"/>
                <a:ext cx="177840" cy="25668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0B5961CE-22C6-B225-9B96-5F55A4D5BCC6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13701375" y="4340748"/>
                  <a:ext cx="18648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87635D44-B2C0-9200-64F6-C192AE30DCB8}"/>
                    </a:ext>
                  </a:extLst>
                </p14:cNvPr>
                <p14:cNvContentPartPr/>
                <p14:nvPr/>
              </p14:nvContentPartPr>
              <p14:xfrm>
                <a:off x="14131935" y="4208268"/>
                <a:ext cx="37080" cy="30708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87635D44-B2C0-9200-64F6-C192AE30DCB8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14127615" y="4203948"/>
                  <a:ext cx="457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C79BB239-4EAF-D898-ECDC-7FCF7AEB486E}"/>
                    </a:ext>
                  </a:extLst>
                </p14:cNvPr>
                <p14:cNvContentPartPr/>
                <p14:nvPr/>
              </p14:nvContentPartPr>
              <p14:xfrm>
                <a:off x="14070015" y="4160388"/>
                <a:ext cx="371520" cy="3146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C79BB239-4EAF-D898-ECDC-7FCF7AEB486E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4065695" y="4156068"/>
                  <a:ext cx="38016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9FE7F3F5-3062-B6A7-1D12-7BCFD790FA56}"/>
                    </a:ext>
                  </a:extLst>
                </p14:cNvPr>
                <p14:cNvContentPartPr/>
                <p14:nvPr/>
              </p14:nvContentPartPr>
              <p14:xfrm>
                <a:off x="14401935" y="4318068"/>
                <a:ext cx="249840" cy="43272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9FE7F3F5-3062-B6A7-1D12-7BCFD790FA56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14397615" y="4313748"/>
                  <a:ext cx="25848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DFDCB818-B1A5-B798-E7F0-9EA1DB0F40DA}"/>
                    </a:ext>
                  </a:extLst>
                </p14:cNvPr>
                <p14:cNvContentPartPr/>
                <p14:nvPr/>
              </p14:nvContentPartPr>
              <p14:xfrm>
                <a:off x="14433615" y="4217268"/>
                <a:ext cx="244800" cy="2052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DFDCB818-B1A5-B798-E7F0-9EA1DB0F40DA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14429295" y="4212948"/>
                  <a:ext cx="253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6C999D67-A31A-2E97-F8A8-4A2E276CC042}"/>
                    </a:ext>
                  </a:extLst>
                </p14:cNvPr>
                <p14:cNvContentPartPr/>
                <p14:nvPr/>
              </p14:nvContentPartPr>
              <p14:xfrm>
                <a:off x="14698935" y="3919908"/>
                <a:ext cx="290160" cy="22968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6C999D67-A31A-2E97-F8A8-4A2E276CC042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14694615" y="3915588"/>
                  <a:ext cx="298800" cy="23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160888B6-0F46-6824-8D2A-535808E54385}"/>
              </a:ext>
            </a:extLst>
          </p:cNvPr>
          <p:cNvGrpSpPr/>
          <p:nvPr/>
        </p:nvGrpSpPr>
        <p:grpSpPr>
          <a:xfrm>
            <a:off x="13410244" y="4850148"/>
            <a:ext cx="566280" cy="335160"/>
            <a:chOff x="13410244" y="4850148"/>
            <a:chExt cx="566280" cy="33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1678355F-A19F-814F-3BA5-39056883C72D}"/>
                    </a:ext>
                  </a:extLst>
                </p14:cNvPr>
                <p14:cNvContentPartPr/>
                <p14:nvPr/>
              </p14:nvContentPartPr>
              <p14:xfrm>
                <a:off x="13410244" y="4876788"/>
                <a:ext cx="337320" cy="30852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1678355F-A19F-814F-3BA5-39056883C72D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13405924" y="4872468"/>
                  <a:ext cx="3459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67328092-579D-F21A-CBAF-088F2FD1DC3F}"/>
                    </a:ext>
                  </a:extLst>
                </p14:cNvPr>
                <p14:cNvContentPartPr/>
                <p14:nvPr/>
              </p14:nvContentPartPr>
              <p14:xfrm>
                <a:off x="13704004" y="4850148"/>
                <a:ext cx="272520" cy="25380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67328092-579D-F21A-CBAF-088F2FD1DC3F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13699684" y="4845828"/>
                  <a:ext cx="281160" cy="262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60654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E263FD1B-057D-E523-1C22-0684A7D9F374}"/>
              </a:ext>
            </a:extLst>
          </p:cNvPr>
          <p:cNvGrpSpPr/>
          <p:nvPr/>
        </p:nvGrpSpPr>
        <p:grpSpPr>
          <a:xfrm>
            <a:off x="127215" y="186348"/>
            <a:ext cx="1546200" cy="414360"/>
            <a:chOff x="127215" y="186348"/>
            <a:chExt cx="1546200" cy="41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4424524-E801-778C-F705-3970CBC04677}"/>
                    </a:ext>
                  </a:extLst>
                </p14:cNvPr>
                <p14:cNvContentPartPr/>
                <p14:nvPr/>
              </p14:nvContentPartPr>
              <p14:xfrm>
                <a:off x="127215" y="243588"/>
                <a:ext cx="296640" cy="278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4424524-E801-778C-F705-3970CBC0467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2895" y="239268"/>
                  <a:ext cx="3052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1CE29BE-74E4-4DA5-40EB-6C429B52F32F}"/>
                    </a:ext>
                  </a:extLst>
                </p14:cNvPr>
                <p14:cNvContentPartPr/>
                <p14:nvPr/>
              </p14:nvContentPartPr>
              <p14:xfrm>
                <a:off x="489375" y="255108"/>
                <a:ext cx="150840" cy="298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1CE29BE-74E4-4DA5-40EB-6C429B52F32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5055" y="250788"/>
                  <a:ext cx="1594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0B8E1A3-009B-E349-06E1-A0922ABFBBFC}"/>
                    </a:ext>
                  </a:extLst>
                </p14:cNvPr>
                <p14:cNvContentPartPr/>
                <p14:nvPr/>
              </p14:nvContentPartPr>
              <p14:xfrm>
                <a:off x="511335" y="383268"/>
                <a:ext cx="284040" cy="115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0B8E1A3-009B-E349-06E1-A0922ABFBBF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7015" y="378948"/>
                  <a:ext cx="2926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47C7E75-F014-360A-9272-334520FCDA35}"/>
                    </a:ext>
                  </a:extLst>
                </p14:cNvPr>
                <p14:cNvContentPartPr/>
                <p14:nvPr/>
              </p14:nvContentPartPr>
              <p14:xfrm>
                <a:off x="786375" y="382908"/>
                <a:ext cx="117000" cy="205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47C7E75-F014-360A-9272-334520FCDA3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82055" y="378588"/>
                  <a:ext cx="125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3FBE9AE-897A-AE2C-81C7-532D855DE22B}"/>
                    </a:ext>
                  </a:extLst>
                </p14:cNvPr>
                <p14:cNvContentPartPr/>
                <p14:nvPr/>
              </p14:nvContentPartPr>
              <p14:xfrm>
                <a:off x="1033335" y="186348"/>
                <a:ext cx="176400" cy="315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3FBE9AE-897A-AE2C-81C7-532D855DE22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29015" y="182028"/>
                  <a:ext cx="1850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2E00272-D7AF-402F-741C-85D1EE37D792}"/>
                    </a:ext>
                  </a:extLst>
                </p14:cNvPr>
                <p14:cNvContentPartPr/>
                <p14:nvPr/>
              </p14:nvContentPartPr>
              <p14:xfrm>
                <a:off x="1209375" y="284988"/>
                <a:ext cx="48240" cy="1778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2E00272-D7AF-402F-741C-85D1EE37D79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05055" y="280668"/>
                  <a:ext cx="568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5595146-D6CA-5F9D-7C75-82223F5C6B62}"/>
                    </a:ext>
                  </a:extLst>
                </p14:cNvPr>
                <p14:cNvContentPartPr/>
                <p14:nvPr/>
              </p14:nvContentPartPr>
              <p14:xfrm>
                <a:off x="1169775" y="264828"/>
                <a:ext cx="119520" cy="20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5595146-D6CA-5F9D-7C75-82223F5C6B6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65455" y="260508"/>
                  <a:ext cx="128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0C8DEEE-F6BE-FE89-D6CE-EFE4E59F3300}"/>
                    </a:ext>
                  </a:extLst>
                </p14:cNvPr>
                <p14:cNvContentPartPr/>
                <p14:nvPr/>
              </p14:nvContentPartPr>
              <p14:xfrm>
                <a:off x="1130535" y="512148"/>
                <a:ext cx="226440" cy="19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0C8DEEE-F6BE-FE89-D6CE-EFE4E59F330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26215" y="507828"/>
                  <a:ext cx="2350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B5C9C05-D132-44C3-804A-1C007573015E}"/>
                    </a:ext>
                  </a:extLst>
                </p14:cNvPr>
                <p14:cNvContentPartPr/>
                <p14:nvPr/>
              </p14:nvContentPartPr>
              <p14:xfrm>
                <a:off x="1376055" y="294708"/>
                <a:ext cx="297360" cy="306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B5C9C05-D132-44C3-804A-1C007573015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371735" y="290388"/>
                  <a:ext cx="306000" cy="31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CE22E28-EBB7-E6DD-A4E0-B56BE0B2C38D}"/>
              </a:ext>
            </a:extLst>
          </p:cNvPr>
          <p:cNvGrpSpPr/>
          <p:nvPr/>
        </p:nvGrpSpPr>
        <p:grpSpPr>
          <a:xfrm>
            <a:off x="8055" y="559308"/>
            <a:ext cx="5652000" cy="846000"/>
            <a:chOff x="8055" y="559308"/>
            <a:chExt cx="5652000" cy="84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64F12A0-0B56-F6D8-93F2-AF0F2533C300}"/>
                    </a:ext>
                  </a:extLst>
                </p14:cNvPr>
                <p14:cNvContentPartPr/>
                <p14:nvPr/>
              </p14:nvContentPartPr>
              <p14:xfrm>
                <a:off x="8055" y="931548"/>
                <a:ext cx="248760" cy="259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64F12A0-0B56-F6D8-93F2-AF0F2533C30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735" y="927228"/>
                  <a:ext cx="2574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4992E4A-0723-7698-FF39-247E94AC3718}"/>
                    </a:ext>
                  </a:extLst>
                </p14:cNvPr>
                <p14:cNvContentPartPr/>
                <p14:nvPr/>
              </p14:nvContentPartPr>
              <p14:xfrm>
                <a:off x="39375" y="1070868"/>
                <a:ext cx="293760" cy="40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4992E4A-0723-7698-FF39-247E94AC371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055" y="1066548"/>
                  <a:ext cx="3024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17C17E6-3F03-92BA-96B2-809C069FDD7A}"/>
                    </a:ext>
                  </a:extLst>
                </p14:cNvPr>
                <p14:cNvContentPartPr/>
                <p14:nvPr/>
              </p14:nvContentPartPr>
              <p14:xfrm>
                <a:off x="294615" y="981228"/>
                <a:ext cx="358920" cy="153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17C17E6-3F03-92BA-96B2-809C069FDD7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0295" y="976908"/>
                  <a:ext cx="3675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BC9BAEA-F5AA-CEC7-5FD1-3EBD048506E0}"/>
                    </a:ext>
                  </a:extLst>
                </p14:cNvPr>
                <p14:cNvContentPartPr/>
                <p14:nvPr/>
              </p14:nvContentPartPr>
              <p14:xfrm>
                <a:off x="579015" y="992748"/>
                <a:ext cx="230400" cy="412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BC9BAEA-F5AA-CEC7-5FD1-3EBD048506E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74695" y="988428"/>
                  <a:ext cx="23904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811A07A-CC93-2420-2DC6-00789E3E6600}"/>
                    </a:ext>
                  </a:extLst>
                </p14:cNvPr>
                <p14:cNvContentPartPr/>
                <p14:nvPr/>
              </p14:nvContentPartPr>
              <p14:xfrm>
                <a:off x="766575" y="1039188"/>
                <a:ext cx="163440" cy="13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811A07A-CC93-2420-2DC6-00789E3E660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62255" y="1034868"/>
                  <a:ext cx="1720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8492AAA-7E74-5478-BB81-089A898FB6F9}"/>
                    </a:ext>
                  </a:extLst>
                </p14:cNvPr>
                <p14:cNvContentPartPr/>
                <p14:nvPr/>
              </p14:nvContentPartPr>
              <p14:xfrm>
                <a:off x="838935" y="943788"/>
                <a:ext cx="36720" cy="179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8492AAA-7E74-5478-BB81-089A898FB6F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34615" y="939468"/>
                  <a:ext cx="453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F40D8AC-8B41-3D01-C94E-3C272FFEDC82}"/>
                    </a:ext>
                  </a:extLst>
                </p14:cNvPr>
                <p14:cNvContentPartPr/>
                <p14:nvPr/>
              </p14:nvContentPartPr>
              <p14:xfrm>
                <a:off x="1061415" y="933708"/>
                <a:ext cx="161280" cy="168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F40D8AC-8B41-3D01-C94E-3C272FFEDC8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57095" y="929388"/>
                  <a:ext cx="1699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03A4E2D-9F67-85FD-D8C9-B6251A98540D}"/>
                    </a:ext>
                  </a:extLst>
                </p14:cNvPr>
                <p14:cNvContentPartPr/>
                <p14:nvPr/>
              </p14:nvContentPartPr>
              <p14:xfrm>
                <a:off x="1256535" y="904908"/>
                <a:ext cx="393480" cy="147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03A4E2D-9F67-85FD-D8C9-B6251A98540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52215" y="900588"/>
                  <a:ext cx="4021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00F527A-259F-620C-D733-88377A639B04}"/>
                    </a:ext>
                  </a:extLst>
                </p14:cNvPr>
                <p14:cNvContentPartPr/>
                <p14:nvPr/>
              </p14:nvContentPartPr>
              <p14:xfrm>
                <a:off x="1786815" y="932988"/>
                <a:ext cx="282600" cy="141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00F527A-259F-620C-D733-88377A639B0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782495" y="928668"/>
                  <a:ext cx="2912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E0E9527-D1E0-85A5-D6FC-71DF9CCF2D66}"/>
                    </a:ext>
                  </a:extLst>
                </p14:cNvPr>
                <p14:cNvContentPartPr/>
                <p14:nvPr/>
              </p14:nvContentPartPr>
              <p14:xfrm>
                <a:off x="1983015" y="948828"/>
                <a:ext cx="123840" cy="95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E0E9527-D1E0-85A5-D6FC-71DF9CCF2D6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978695" y="944508"/>
                  <a:ext cx="1324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9414E2C-2888-72F2-C021-799A5CEB2522}"/>
                    </a:ext>
                  </a:extLst>
                </p14:cNvPr>
                <p14:cNvContentPartPr/>
                <p14:nvPr/>
              </p14:nvContentPartPr>
              <p14:xfrm>
                <a:off x="2094255" y="915708"/>
                <a:ext cx="158760" cy="148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9414E2C-2888-72F2-C021-799A5CEB252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089935" y="911388"/>
                  <a:ext cx="1674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629FF9B-EB02-2F8C-CED0-04D1E3E98BEF}"/>
                    </a:ext>
                  </a:extLst>
                </p14:cNvPr>
                <p14:cNvContentPartPr/>
                <p14:nvPr/>
              </p14:nvContentPartPr>
              <p14:xfrm>
                <a:off x="2281095" y="786468"/>
                <a:ext cx="68400" cy="253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629FF9B-EB02-2F8C-CED0-04D1E3E98BE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276775" y="782148"/>
                  <a:ext cx="770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4A0478A-63D6-9671-18E9-764AE7B854BA}"/>
                    </a:ext>
                  </a:extLst>
                </p14:cNvPr>
                <p14:cNvContentPartPr/>
                <p14:nvPr/>
              </p14:nvContentPartPr>
              <p14:xfrm>
                <a:off x="2251215" y="884028"/>
                <a:ext cx="176400" cy="20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4A0478A-63D6-9671-18E9-764AE7B854B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46895" y="879708"/>
                  <a:ext cx="1850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A665ADD-EA1E-9426-E82D-7A7D3CA83A01}"/>
                    </a:ext>
                  </a:extLst>
                </p14:cNvPr>
                <p14:cNvContentPartPr/>
                <p14:nvPr/>
              </p14:nvContentPartPr>
              <p14:xfrm>
                <a:off x="2379015" y="946308"/>
                <a:ext cx="123120" cy="885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A665ADD-EA1E-9426-E82D-7A7D3CA83A0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374695" y="941988"/>
                  <a:ext cx="1317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8ABA0F0-BC06-0C2A-2EE4-17D44796E37B}"/>
                    </a:ext>
                  </a:extLst>
                </p14:cNvPr>
                <p14:cNvContentPartPr/>
                <p14:nvPr/>
              </p14:nvContentPartPr>
              <p14:xfrm>
                <a:off x="2536695" y="933708"/>
                <a:ext cx="99000" cy="107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8ABA0F0-BC06-0C2A-2EE4-17D44796E37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532375" y="929388"/>
                  <a:ext cx="1076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79983C6-C2DF-24D6-DBFD-9D0E26690A1F}"/>
                    </a:ext>
                  </a:extLst>
                </p14:cNvPr>
                <p14:cNvContentPartPr/>
                <p14:nvPr/>
              </p14:nvContentPartPr>
              <p14:xfrm>
                <a:off x="2566575" y="953508"/>
                <a:ext cx="48960" cy="98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79983C6-C2DF-24D6-DBFD-9D0E26690A1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62255" y="949188"/>
                  <a:ext cx="576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5A76065-D905-3F1E-6C99-32F90854814C}"/>
                    </a:ext>
                  </a:extLst>
                </p14:cNvPr>
                <p14:cNvContentPartPr/>
                <p14:nvPr/>
              </p14:nvContentPartPr>
              <p14:xfrm>
                <a:off x="2706615" y="786468"/>
                <a:ext cx="26640" cy="248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5A76065-D905-3F1E-6C99-32F90854814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702295" y="782148"/>
                  <a:ext cx="352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B5A8FD0-92E5-C390-4595-3684679E589C}"/>
                    </a:ext>
                  </a:extLst>
                </p14:cNvPr>
                <p14:cNvContentPartPr/>
                <p14:nvPr/>
              </p14:nvContentPartPr>
              <p14:xfrm>
                <a:off x="2644695" y="934428"/>
                <a:ext cx="344880" cy="392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B5A8FD0-92E5-C390-4595-3684679E589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40375" y="930108"/>
                  <a:ext cx="3535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C7CFC49-043F-03C4-156D-46CB92AAFE53}"/>
                    </a:ext>
                  </a:extLst>
                </p14:cNvPr>
                <p14:cNvContentPartPr/>
                <p14:nvPr/>
              </p14:nvContentPartPr>
              <p14:xfrm>
                <a:off x="3087135" y="904188"/>
                <a:ext cx="835200" cy="39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C7CFC49-043F-03C4-156D-46CB92AAFE5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082815" y="899868"/>
                  <a:ext cx="8438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2D62D5B-FC73-4C16-7427-86BF46EB107F}"/>
                    </a:ext>
                  </a:extLst>
                </p14:cNvPr>
                <p14:cNvContentPartPr/>
                <p14:nvPr/>
              </p14:nvContentPartPr>
              <p14:xfrm>
                <a:off x="3698415" y="825708"/>
                <a:ext cx="187920" cy="223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2D62D5B-FC73-4C16-7427-86BF46EB107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694095" y="821388"/>
                  <a:ext cx="1965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7212328-13C1-C41E-F80A-8EA832AA7075}"/>
                    </a:ext>
                  </a:extLst>
                </p14:cNvPr>
                <p14:cNvContentPartPr/>
                <p14:nvPr/>
              </p14:nvContentPartPr>
              <p14:xfrm>
                <a:off x="3970215" y="559308"/>
                <a:ext cx="514440" cy="484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7212328-13C1-C41E-F80A-8EA832AA707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965895" y="554988"/>
                  <a:ext cx="52308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D66905C-FACA-2C69-8C35-00CB353F0CCF}"/>
                    </a:ext>
                  </a:extLst>
                </p14:cNvPr>
                <p14:cNvContentPartPr/>
                <p14:nvPr/>
              </p14:nvContentPartPr>
              <p14:xfrm>
                <a:off x="4482495" y="815988"/>
                <a:ext cx="44640" cy="156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D66905C-FACA-2C69-8C35-00CB353F0CC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478175" y="811668"/>
                  <a:ext cx="532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3A1B8F2-2F10-1324-9B88-D4068309EFD1}"/>
                    </a:ext>
                  </a:extLst>
                </p14:cNvPr>
                <p14:cNvContentPartPr/>
                <p14:nvPr/>
              </p14:nvContentPartPr>
              <p14:xfrm>
                <a:off x="4617135" y="678468"/>
                <a:ext cx="43920" cy="282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3A1B8F2-2F10-1324-9B88-D4068309EFD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612815" y="674148"/>
                  <a:ext cx="525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043C62A-CBD6-EE43-4A8C-AB8CD5547A3F}"/>
                    </a:ext>
                  </a:extLst>
                </p14:cNvPr>
                <p14:cNvContentPartPr/>
                <p14:nvPr/>
              </p14:nvContentPartPr>
              <p14:xfrm>
                <a:off x="4581855" y="835428"/>
                <a:ext cx="215640" cy="49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043C62A-CBD6-EE43-4A8C-AB8CD5547A3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577535" y="831108"/>
                  <a:ext cx="22428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F94319C-8CD4-0FE2-28C9-C07F761EB495}"/>
                    </a:ext>
                  </a:extLst>
                </p14:cNvPr>
                <p14:cNvContentPartPr/>
                <p14:nvPr/>
              </p14:nvContentPartPr>
              <p14:xfrm>
                <a:off x="4709655" y="824988"/>
                <a:ext cx="303480" cy="198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F94319C-8CD4-0FE2-28C9-C07F761EB49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705335" y="820668"/>
                  <a:ext cx="3121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869371-65F9-FEDF-EDA1-F90D459CCD34}"/>
                    </a:ext>
                  </a:extLst>
                </p14:cNvPr>
                <p14:cNvContentPartPr/>
                <p14:nvPr/>
              </p14:nvContentPartPr>
              <p14:xfrm>
                <a:off x="5126895" y="717348"/>
                <a:ext cx="26280" cy="181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869371-65F9-FEDF-EDA1-F90D459CCD3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122575" y="713028"/>
                  <a:ext cx="349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0041AFD-DA11-D7BE-B8F4-AF64560793CB}"/>
                    </a:ext>
                  </a:extLst>
                </p14:cNvPr>
                <p14:cNvContentPartPr/>
                <p14:nvPr/>
              </p14:nvContentPartPr>
              <p14:xfrm>
                <a:off x="5063535" y="716628"/>
                <a:ext cx="225360" cy="11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0041AFD-DA11-D7BE-B8F4-AF64560793C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059215" y="712308"/>
                  <a:ext cx="2340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9ED1E12-D3A2-42C3-2470-E1C70CADC1E9}"/>
                    </a:ext>
                  </a:extLst>
                </p14:cNvPr>
                <p14:cNvContentPartPr/>
                <p14:nvPr/>
              </p14:nvContentPartPr>
              <p14:xfrm>
                <a:off x="4935735" y="930108"/>
                <a:ext cx="291240" cy="34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9ED1E12-D3A2-42C3-2470-E1C70CADC1E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31415" y="925788"/>
                  <a:ext cx="299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4775364-9582-B51A-E02A-BBC4D036A416}"/>
                    </a:ext>
                  </a:extLst>
                </p14:cNvPr>
                <p14:cNvContentPartPr/>
                <p14:nvPr/>
              </p14:nvContentPartPr>
              <p14:xfrm>
                <a:off x="5248575" y="745428"/>
                <a:ext cx="208800" cy="228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4775364-9582-B51A-E02A-BBC4D036A41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244255" y="741108"/>
                  <a:ext cx="2174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793BB2C-8E44-F9D3-05FA-70ED09DE910F}"/>
                    </a:ext>
                  </a:extLst>
                </p14:cNvPr>
                <p14:cNvContentPartPr/>
                <p14:nvPr/>
              </p14:nvContentPartPr>
              <p14:xfrm>
                <a:off x="5460975" y="1014708"/>
                <a:ext cx="199080" cy="101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793BB2C-8E44-F9D3-05FA-70ED09DE910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456655" y="1010388"/>
                  <a:ext cx="20772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6642955-FC81-FF1B-39BA-78E02ACE3479}"/>
              </a:ext>
            </a:extLst>
          </p:cNvPr>
          <p:cNvGrpSpPr/>
          <p:nvPr/>
        </p:nvGrpSpPr>
        <p:grpSpPr>
          <a:xfrm>
            <a:off x="5653575" y="259068"/>
            <a:ext cx="2034720" cy="1319040"/>
            <a:chOff x="5653575" y="259068"/>
            <a:chExt cx="2034720" cy="131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8E4BEEA-E57F-BFA8-A981-38D6EE543F7C}"/>
                    </a:ext>
                  </a:extLst>
                </p14:cNvPr>
                <p14:cNvContentPartPr/>
                <p14:nvPr/>
              </p14:nvContentPartPr>
              <p14:xfrm>
                <a:off x="5653575" y="831108"/>
                <a:ext cx="614160" cy="14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8E4BEEA-E57F-BFA8-A981-38D6EE543F7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649255" y="826788"/>
                  <a:ext cx="622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D13D6CA-E7D7-C669-E066-F547E488E0CA}"/>
                    </a:ext>
                  </a:extLst>
                </p14:cNvPr>
                <p14:cNvContentPartPr/>
                <p14:nvPr/>
              </p14:nvContentPartPr>
              <p14:xfrm>
                <a:off x="6027975" y="747228"/>
                <a:ext cx="363960" cy="270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D13D6CA-E7D7-C669-E066-F547E488E0C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23655" y="742908"/>
                  <a:ext cx="3726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590E819-D16E-F488-D824-7104A94754B2}"/>
                    </a:ext>
                  </a:extLst>
                </p14:cNvPr>
                <p14:cNvContentPartPr/>
                <p14:nvPr/>
              </p14:nvContentPartPr>
              <p14:xfrm>
                <a:off x="6468615" y="491628"/>
                <a:ext cx="40680" cy="1086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590E819-D16E-F488-D824-7104A94754B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464295" y="487308"/>
                  <a:ext cx="49320" cy="10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5B29557-3D82-8F88-0C01-F54B8194D79F}"/>
                    </a:ext>
                  </a:extLst>
                </p14:cNvPr>
                <p14:cNvContentPartPr/>
                <p14:nvPr/>
              </p14:nvContentPartPr>
              <p14:xfrm>
                <a:off x="6498855" y="452028"/>
                <a:ext cx="196200" cy="36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5B29557-3D82-8F88-0C01-F54B8194D79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494535" y="447708"/>
                  <a:ext cx="2048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AEA2CAA-24F1-E19B-F20A-5726EB576A85}"/>
                    </a:ext>
                  </a:extLst>
                </p14:cNvPr>
                <p14:cNvContentPartPr/>
                <p14:nvPr/>
              </p14:nvContentPartPr>
              <p14:xfrm>
                <a:off x="6528735" y="1523388"/>
                <a:ext cx="333000" cy="414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AEA2CAA-24F1-E19B-F20A-5726EB576A8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524415" y="1519068"/>
                  <a:ext cx="3416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6D31122-BD76-9F31-AF53-0A2C672C0035}"/>
                    </a:ext>
                  </a:extLst>
                </p14:cNvPr>
                <p14:cNvContentPartPr/>
                <p14:nvPr/>
              </p14:nvContentPartPr>
              <p14:xfrm>
                <a:off x="6605055" y="259068"/>
                <a:ext cx="462960" cy="401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6D31122-BD76-9F31-AF53-0A2C672C003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600735" y="254748"/>
                  <a:ext cx="47160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A4E070F-52F3-9E46-FFA5-BB42E9BBAD22}"/>
                    </a:ext>
                  </a:extLst>
                </p14:cNvPr>
                <p14:cNvContentPartPr/>
                <p14:nvPr/>
              </p14:nvContentPartPr>
              <p14:xfrm>
                <a:off x="7037415" y="481188"/>
                <a:ext cx="138240" cy="160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A4E070F-52F3-9E46-FFA5-BB42E9BBAD2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033095" y="476868"/>
                  <a:ext cx="1468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E817D0B-284C-8D88-D725-2786947346B1}"/>
                    </a:ext>
                  </a:extLst>
                </p14:cNvPr>
                <p14:cNvContentPartPr/>
                <p14:nvPr/>
              </p14:nvContentPartPr>
              <p14:xfrm>
                <a:off x="7215255" y="383268"/>
                <a:ext cx="51120" cy="2332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E817D0B-284C-8D88-D725-2786947346B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210935" y="378948"/>
                  <a:ext cx="5976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D1AFC51-47AA-885C-C453-FD65760847CA}"/>
                    </a:ext>
                  </a:extLst>
                </p14:cNvPr>
                <p14:cNvContentPartPr/>
                <p14:nvPr/>
              </p14:nvContentPartPr>
              <p14:xfrm>
                <a:off x="7236495" y="491268"/>
                <a:ext cx="136800" cy="59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D1AFC51-47AA-885C-C453-FD65760847C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232175" y="486948"/>
                  <a:ext cx="1454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D05ED70-86FE-0594-FADF-60813A02C6BF}"/>
                    </a:ext>
                  </a:extLst>
                </p14:cNvPr>
                <p14:cNvContentPartPr/>
                <p14:nvPr/>
              </p14:nvContentPartPr>
              <p14:xfrm>
                <a:off x="7313175" y="499548"/>
                <a:ext cx="187920" cy="1202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D05ED70-86FE-0594-FADF-60813A02C6B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308855" y="495228"/>
                  <a:ext cx="1965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B7C33B2-1B36-92F9-E922-5F9796FEEE8F}"/>
                    </a:ext>
                  </a:extLst>
                </p14:cNvPr>
                <p14:cNvContentPartPr/>
                <p14:nvPr/>
              </p14:nvContentPartPr>
              <p14:xfrm>
                <a:off x="7501815" y="633828"/>
                <a:ext cx="50760" cy="1011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B7C33B2-1B36-92F9-E922-5F9796FEEE8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497495" y="629508"/>
                  <a:ext cx="594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52E9703-2B92-D60A-61A9-E2EB097031B7}"/>
                    </a:ext>
                  </a:extLst>
                </p14:cNvPr>
                <p14:cNvContentPartPr/>
                <p14:nvPr/>
              </p14:nvContentPartPr>
              <p14:xfrm>
                <a:off x="7511535" y="737508"/>
                <a:ext cx="176760" cy="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52E9703-2B92-D60A-61A9-E2EB097031B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507215" y="733188"/>
                  <a:ext cx="1854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89DC6F1-B55F-4FA3-E450-AB87DA692189}"/>
                    </a:ext>
                  </a:extLst>
                </p14:cNvPr>
                <p14:cNvContentPartPr/>
                <p14:nvPr/>
              </p14:nvContentPartPr>
              <p14:xfrm>
                <a:off x="6526935" y="727788"/>
                <a:ext cx="466200" cy="3463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89DC6F1-B55F-4FA3-E450-AB87DA69218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522615" y="723468"/>
                  <a:ext cx="47484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18B0488-EE3F-0234-ECEE-7F92338343E3}"/>
                    </a:ext>
                  </a:extLst>
                </p14:cNvPr>
                <p14:cNvContentPartPr/>
                <p14:nvPr/>
              </p14:nvContentPartPr>
              <p14:xfrm>
                <a:off x="7032375" y="806268"/>
                <a:ext cx="37080" cy="189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18B0488-EE3F-0234-ECEE-7F92338343E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028055" y="801948"/>
                  <a:ext cx="457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F9DC57B-3B44-46F3-6C6A-7616DBB46FB2}"/>
                    </a:ext>
                  </a:extLst>
                </p14:cNvPr>
                <p14:cNvContentPartPr/>
                <p14:nvPr/>
              </p14:nvContentPartPr>
              <p14:xfrm>
                <a:off x="7029855" y="864588"/>
                <a:ext cx="186120" cy="40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F9DC57B-3B44-46F3-6C6A-7616DBB46FB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025535" y="860268"/>
                  <a:ext cx="1947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739958F-F776-F1C9-E2CB-5B6DA4A13B71}"/>
                    </a:ext>
                  </a:extLst>
                </p14:cNvPr>
                <p14:cNvContentPartPr/>
                <p14:nvPr/>
              </p14:nvContentPartPr>
              <p14:xfrm>
                <a:off x="7165935" y="850188"/>
                <a:ext cx="221760" cy="164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739958F-F776-F1C9-E2CB-5B6DA4A13B7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161615" y="845868"/>
                  <a:ext cx="2304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9D2F7FF-A2A7-E678-5267-3B66F6C05DA1}"/>
                    </a:ext>
                  </a:extLst>
                </p14:cNvPr>
                <p14:cNvContentPartPr/>
                <p14:nvPr/>
              </p14:nvContentPartPr>
              <p14:xfrm>
                <a:off x="7403895" y="961788"/>
                <a:ext cx="181440" cy="111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9D2F7FF-A2A7-E678-5267-3B66F6C05DA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399575" y="957468"/>
                  <a:ext cx="1900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B319C66-0FE4-8C2B-C19A-3191B4339C16}"/>
                    </a:ext>
                  </a:extLst>
                </p14:cNvPr>
                <p14:cNvContentPartPr/>
                <p14:nvPr/>
              </p14:nvContentPartPr>
              <p14:xfrm>
                <a:off x="6624855" y="1131708"/>
                <a:ext cx="502200" cy="3636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B319C66-0FE4-8C2B-C19A-3191B4339C1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620535" y="1127388"/>
                  <a:ext cx="51084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D4C8327-1BC9-2EE6-D906-7D0FF8B69C42}"/>
                    </a:ext>
                  </a:extLst>
                </p14:cNvPr>
                <p14:cNvContentPartPr/>
                <p14:nvPr/>
              </p14:nvContentPartPr>
              <p14:xfrm>
                <a:off x="7166655" y="1300188"/>
                <a:ext cx="56880" cy="1058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D4C8327-1BC9-2EE6-D906-7D0FF8B69C4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162335" y="1295868"/>
                  <a:ext cx="655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0B90CD7-59DF-4D95-B377-45107789C702}"/>
                    </a:ext>
                  </a:extLst>
                </p14:cNvPr>
                <p14:cNvContentPartPr/>
                <p14:nvPr/>
              </p14:nvContentPartPr>
              <p14:xfrm>
                <a:off x="7263135" y="1160148"/>
                <a:ext cx="33840" cy="2275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0B90CD7-59DF-4D95-B377-45107789C70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258815" y="1155828"/>
                  <a:ext cx="424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BC360B9-EF9B-3D15-A9D3-657D3A4675E0}"/>
                    </a:ext>
                  </a:extLst>
                </p14:cNvPr>
                <p14:cNvContentPartPr/>
                <p14:nvPr/>
              </p14:nvContentPartPr>
              <p14:xfrm>
                <a:off x="7196895" y="1258068"/>
                <a:ext cx="137160" cy="104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BC360B9-EF9B-3D15-A9D3-657D3A4675E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192575" y="1253748"/>
                  <a:ext cx="1458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3270D70-F807-63D5-2CE1-C5CEA1E40BE6}"/>
                    </a:ext>
                  </a:extLst>
                </p14:cNvPr>
                <p14:cNvContentPartPr/>
                <p14:nvPr/>
              </p14:nvContentPartPr>
              <p14:xfrm>
                <a:off x="7314975" y="1248348"/>
                <a:ext cx="313920" cy="146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3270D70-F807-63D5-2CE1-C5CEA1E40BE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310655" y="1244028"/>
                  <a:ext cx="3225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5F17346-2094-1D8A-F7BC-435CFC25BDEB}"/>
                    </a:ext>
                  </a:extLst>
                </p14:cNvPr>
                <p14:cNvContentPartPr/>
                <p14:nvPr/>
              </p14:nvContentPartPr>
              <p14:xfrm>
                <a:off x="7512975" y="1356708"/>
                <a:ext cx="174600" cy="1584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5F17346-2094-1D8A-F7BC-435CFC25BDE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508655" y="1352388"/>
                  <a:ext cx="183240" cy="16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E7AB815-3C76-64F8-5898-1956A46C2C6B}"/>
              </a:ext>
            </a:extLst>
          </p:cNvPr>
          <p:cNvGrpSpPr/>
          <p:nvPr/>
        </p:nvGrpSpPr>
        <p:grpSpPr>
          <a:xfrm>
            <a:off x="7993575" y="452028"/>
            <a:ext cx="1072080" cy="555480"/>
            <a:chOff x="7993575" y="452028"/>
            <a:chExt cx="1072080" cy="55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C61D5DD-D528-560A-F91C-1693475DE6D8}"/>
                    </a:ext>
                  </a:extLst>
                </p14:cNvPr>
                <p14:cNvContentPartPr/>
                <p14:nvPr/>
              </p14:nvContentPartPr>
              <p14:xfrm>
                <a:off x="7993575" y="769908"/>
                <a:ext cx="979200" cy="957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C61D5DD-D528-560A-F91C-1693475DE6D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989255" y="765588"/>
                  <a:ext cx="9878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CB42DD2-47A7-64C6-41A6-D0C6CA4A073B}"/>
                    </a:ext>
                  </a:extLst>
                </p14:cNvPr>
                <p14:cNvContentPartPr/>
                <p14:nvPr/>
              </p14:nvContentPartPr>
              <p14:xfrm>
                <a:off x="8761455" y="737508"/>
                <a:ext cx="304200" cy="270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CB42DD2-47A7-64C6-41A6-D0C6CA4A073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757135" y="733188"/>
                  <a:ext cx="3128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29D81AB-429B-A28A-6060-4A83F4125205}"/>
                    </a:ext>
                  </a:extLst>
                </p14:cNvPr>
                <p14:cNvContentPartPr/>
                <p14:nvPr/>
              </p14:nvContentPartPr>
              <p14:xfrm>
                <a:off x="8190135" y="462108"/>
                <a:ext cx="217080" cy="2329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29D81AB-429B-A28A-6060-4A83F412520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185815" y="457788"/>
                  <a:ext cx="2257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7E822B7-91F9-7C13-4326-3DE5D94B1E55}"/>
                    </a:ext>
                  </a:extLst>
                </p14:cNvPr>
                <p14:cNvContentPartPr/>
                <p14:nvPr/>
              </p14:nvContentPartPr>
              <p14:xfrm>
                <a:off x="8443575" y="579468"/>
                <a:ext cx="250560" cy="127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7E822B7-91F9-7C13-4326-3DE5D94B1E5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439255" y="575148"/>
                  <a:ext cx="2592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39717E6-ABEE-83AC-FC65-A2F0A6EB08F8}"/>
                    </a:ext>
                  </a:extLst>
                </p14:cNvPr>
                <p14:cNvContentPartPr/>
                <p14:nvPr/>
              </p14:nvContentPartPr>
              <p14:xfrm>
                <a:off x="8740575" y="452028"/>
                <a:ext cx="29880" cy="195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39717E6-ABEE-83AC-FC65-A2F0A6EB08F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736255" y="447708"/>
                  <a:ext cx="385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7B08641-3387-72BA-E101-2604142F4522}"/>
                    </a:ext>
                  </a:extLst>
                </p14:cNvPr>
                <p14:cNvContentPartPr/>
                <p14:nvPr/>
              </p14:nvContentPartPr>
              <p14:xfrm>
                <a:off x="8829495" y="638868"/>
                <a:ext cx="195480" cy="69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7B08641-3387-72BA-E101-2604142F452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825175" y="634548"/>
                  <a:ext cx="20412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817E9707-5177-7D47-0298-E16257FFE05B}"/>
              </a:ext>
            </a:extLst>
          </p:cNvPr>
          <p:cNvGrpSpPr/>
          <p:nvPr/>
        </p:nvGrpSpPr>
        <p:grpSpPr>
          <a:xfrm>
            <a:off x="8789895" y="461748"/>
            <a:ext cx="250560" cy="259560"/>
            <a:chOff x="8789895" y="461748"/>
            <a:chExt cx="250560" cy="25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020C780-8119-D449-C977-A3239A8DCCB6}"/>
                    </a:ext>
                  </a:extLst>
                </p14:cNvPr>
                <p14:cNvContentPartPr/>
                <p14:nvPr/>
              </p14:nvContentPartPr>
              <p14:xfrm>
                <a:off x="8789895" y="461748"/>
                <a:ext cx="126720" cy="1382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020C780-8119-D449-C977-A3239A8DCCB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785575" y="457428"/>
                  <a:ext cx="1353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ACC2975-26B9-5086-495E-962B000F91EB}"/>
                    </a:ext>
                  </a:extLst>
                </p14:cNvPr>
                <p14:cNvContentPartPr/>
                <p14:nvPr/>
              </p14:nvContentPartPr>
              <p14:xfrm>
                <a:off x="8799615" y="648228"/>
                <a:ext cx="240840" cy="73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ACC2975-26B9-5086-495E-962B000F91E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795295" y="643908"/>
                  <a:ext cx="249480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F8EC7B5-2ECE-56B6-C721-AF4A6BD3FFC8}"/>
              </a:ext>
            </a:extLst>
          </p:cNvPr>
          <p:cNvGrpSpPr/>
          <p:nvPr/>
        </p:nvGrpSpPr>
        <p:grpSpPr>
          <a:xfrm>
            <a:off x="9388575" y="412788"/>
            <a:ext cx="1677240" cy="473040"/>
            <a:chOff x="9388575" y="412788"/>
            <a:chExt cx="1677240" cy="47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07B4500-3208-6EFD-5D52-B828AA935CC7}"/>
                    </a:ext>
                  </a:extLst>
                </p14:cNvPr>
                <p14:cNvContentPartPr/>
                <p14:nvPr/>
              </p14:nvContentPartPr>
              <p14:xfrm>
                <a:off x="9388575" y="412788"/>
                <a:ext cx="129240" cy="462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07B4500-3208-6EFD-5D52-B828AA935CC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384255" y="408468"/>
                  <a:ext cx="13788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BE50D5E-1C91-7085-CBB6-981F21B12BBC}"/>
                    </a:ext>
                  </a:extLst>
                </p14:cNvPr>
                <p14:cNvContentPartPr/>
                <p14:nvPr/>
              </p14:nvContentPartPr>
              <p14:xfrm>
                <a:off x="9497655" y="735708"/>
                <a:ext cx="394920" cy="1501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BE50D5E-1C91-7085-CBB6-981F21B12BB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493335" y="731388"/>
                  <a:ext cx="4035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13C1D11-770F-4800-CC02-5FBE1900E939}"/>
                    </a:ext>
                  </a:extLst>
                </p14:cNvPr>
                <p14:cNvContentPartPr/>
                <p14:nvPr/>
              </p14:nvContentPartPr>
              <p14:xfrm>
                <a:off x="9806895" y="716988"/>
                <a:ext cx="84960" cy="1065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13C1D11-770F-4800-CC02-5FBE1900E93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802575" y="712668"/>
                  <a:ext cx="936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60846C6-31A5-DFAC-6687-23D23902EE7B}"/>
                    </a:ext>
                  </a:extLst>
                </p14:cNvPr>
                <p14:cNvContentPartPr/>
                <p14:nvPr/>
              </p14:nvContentPartPr>
              <p14:xfrm>
                <a:off x="9933255" y="560388"/>
                <a:ext cx="47880" cy="237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60846C6-31A5-DFAC-6687-23D23902EE7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928935" y="556068"/>
                  <a:ext cx="565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A5EC90A-7518-69EB-36A3-68376DCB2B3D}"/>
                    </a:ext>
                  </a:extLst>
                </p14:cNvPr>
                <p14:cNvContentPartPr/>
                <p14:nvPr/>
              </p14:nvContentPartPr>
              <p14:xfrm>
                <a:off x="9940455" y="640668"/>
                <a:ext cx="158400" cy="38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A5EC90A-7518-69EB-36A3-68376DCB2B3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936135" y="636348"/>
                  <a:ext cx="1670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2452BFC-9E6B-4E45-A6E1-F04E4489DE40}"/>
                    </a:ext>
                  </a:extLst>
                </p14:cNvPr>
                <p14:cNvContentPartPr/>
                <p14:nvPr/>
              </p14:nvContentPartPr>
              <p14:xfrm>
                <a:off x="10168335" y="629148"/>
                <a:ext cx="8280" cy="1490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2452BFC-9E6B-4E45-A6E1-F04E4489DE4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164015" y="624828"/>
                  <a:ext cx="169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BD2BF0B-11E0-4D0B-46C7-A8BE3C35AC43}"/>
                    </a:ext>
                  </a:extLst>
                </p14:cNvPr>
                <p14:cNvContentPartPr/>
                <p14:nvPr/>
              </p14:nvContentPartPr>
              <p14:xfrm>
                <a:off x="10274535" y="511068"/>
                <a:ext cx="360" cy="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BD2BF0B-11E0-4D0B-46C7-A8BE3C35AC4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270215" y="50674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1AEA438-DE8D-C1CB-9BEF-2A5DC559813F}"/>
                    </a:ext>
                  </a:extLst>
                </p14:cNvPr>
                <p14:cNvContentPartPr/>
                <p14:nvPr/>
              </p14:nvContentPartPr>
              <p14:xfrm>
                <a:off x="10286415" y="520788"/>
                <a:ext cx="48240" cy="2671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1AEA438-DE8D-C1CB-9BEF-2A5DC559813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282095" y="516468"/>
                  <a:ext cx="568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2BDBFF1-082A-30EF-7606-1E76FE6F35A4}"/>
                    </a:ext>
                  </a:extLst>
                </p14:cNvPr>
                <p14:cNvContentPartPr/>
                <p14:nvPr/>
              </p14:nvContentPartPr>
              <p14:xfrm>
                <a:off x="10255095" y="638868"/>
                <a:ext cx="374040" cy="126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2BDBFF1-082A-30EF-7606-1E76FE6F35A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250775" y="634548"/>
                  <a:ext cx="3826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7918490-BC17-97DF-FC2D-C16A92657456}"/>
                    </a:ext>
                  </a:extLst>
                </p14:cNvPr>
                <p14:cNvContentPartPr/>
                <p14:nvPr/>
              </p14:nvContentPartPr>
              <p14:xfrm>
                <a:off x="10687455" y="638868"/>
                <a:ext cx="378360" cy="1094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7918490-BC17-97DF-FC2D-C16A9265745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683135" y="634548"/>
                  <a:ext cx="387000" cy="1180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18" name="Picture 217">
            <a:extLst>
              <a:ext uri="{FF2B5EF4-FFF2-40B4-BE49-F238E27FC236}">
                <a16:creationId xmlns:a16="http://schemas.microsoft.com/office/drawing/2014/main" id="{3206CEA1-BBD1-7490-0EDE-04C62E28579C}"/>
              </a:ext>
            </a:extLst>
          </p:cNvPr>
          <p:cNvPicPr>
            <a:picLocks noChangeAspect="1"/>
          </p:cNvPicPr>
          <p:nvPr/>
        </p:nvPicPr>
        <p:blipFill>
          <a:blip r:embed="rId1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94" y="3097129"/>
            <a:ext cx="4427604" cy="3574090"/>
          </a:xfrm>
          <a:prstGeom prst="rect">
            <a:avLst/>
          </a:prstGeom>
        </p:spPr>
      </p:pic>
      <p:grpSp>
        <p:nvGrpSpPr>
          <p:cNvPr id="624" name="Group 623">
            <a:extLst>
              <a:ext uri="{FF2B5EF4-FFF2-40B4-BE49-F238E27FC236}">
                <a16:creationId xmlns:a16="http://schemas.microsoft.com/office/drawing/2014/main" id="{94212A05-B681-DA83-5C6B-BEBBD3AFF65C}"/>
              </a:ext>
            </a:extLst>
          </p:cNvPr>
          <p:cNvGrpSpPr/>
          <p:nvPr/>
        </p:nvGrpSpPr>
        <p:grpSpPr>
          <a:xfrm>
            <a:off x="302177" y="1752771"/>
            <a:ext cx="2866320" cy="644400"/>
            <a:chOff x="302177" y="1752771"/>
            <a:chExt cx="2866320" cy="64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67D8AF1D-EFD8-CAD6-6BD3-149D25EB4787}"/>
                    </a:ext>
                  </a:extLst>
                </p14:cNvPr>
                <p14:cNvContentPartPr/>
                <p14:nvPr/>
              </p14:nvContentPartPr>
              <p14:xfrm>
                <a:off x="302177" y="1793811"/>
                <a:ext cx="234000" cy="331200"/>
              </p14:xfrm>
            </p:contentPart>
          </mc:Choice>
          <mc:Fallback xmlns=""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67D8AF1D-EFD8-CAD6-6BD3-149D25EB478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97857" y="1789491"/>
                  <a:ext cx="2426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EE862555-9DB8-D5A9-C296-B64F37BBDC4C}"/>
                    </a:ext>
                  </a:extLst>
                </p14:cNvPr>
                <p14:cNvContentPartPr/>
                <p14:nvPr/>
              </p14:nvContentPartPr>
              <p14:xfrm>
                <a:off x="573617" y="1893891"/>
                <a:ext cx="36720" cy="205920"/>
              </p14:xfrm>
            </p:contentPart>
          </mc:Choice>
          <mc:Fallback xmlns=""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EE862555-9DB8-D5A9-C296-B64F37BBDC4C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69297" y="1889571"/>
                  <a:ext cx="453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0BF544DD-C734-4C6C-E90D-FECD96EEB4E5}"/>
                    </a:ext>
                  </a:extLst>
                </p14:cNvPr>
                <p14:cNvContentPartPr/>
                <p14:nvPr/>
              </p14:nvContentPartPr>
              <p14:xfrm>
                <a:off x="522137" y="1915131"/>
                <a:ext cx="162720" cy="11520"/>
              </p14:xfrm>
            </p:contentPart>
          </mc:Choice>
          <mc:Fallback xmlns=""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0BF544DD-C734-4C6C-E90D-FECD96EEB4E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17817" y="1910811"/>
                  <a:ext cx="1713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1898096C-A6F0-A1C5-0A12-E85DA307B175}"/>
                    </a:ext>
                  </a:extLst>
                </p14:cNvPr>
                <p14:cNvContentPartPr/>
                <p14:nvPr/>
              </p14:nvContentPartPr>
              <p14:xfrm>
                <a:off x="456977" y="2100891"/>
                <a:ext cx="304200" cy="360"/>
              </p14:xfrm>
            </p:contentPart>
          </mc:Choice>
          <mc:Fallback xmlns=""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1898096C-A6F0-A1C5-0A12-E85DA307B175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52657" y="2096571"/>
                  <a:ext cx="3128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CA4EA6A1-DBF4-60C1-8AB0-CA94F8BF9AD7}"/>
                    </a:ext>
                  </a:extLst>
                </p14:cNvPr>
                <p14:cNvContentPartPr/>
                <p14:nvPr/>
              </p14:nvContentPartPr>
              <p14:xfrm>
                <a:off x="783497" y="1924851"/>
                <a:ext cx="284040" cy="183240"/>
              </p14:xfrm>
            </p:contentPart>
          </mc:Choice>
          <mc:Fallback xmlns=""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CA4EA6A1-DBF4-60C1-8AB0-CA94F8BF9AD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79177" y="1920531"/>
                  <a:ext cx="2926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70C0BC87-40FE-15CF-06CB-9FD632D502BD}"/>
                    </a:ext>
                  </a:extLst>
                </p14:cNvPr>
                <p14:cNvContentPartPr/>
                <p14:nvPr/>
              </p14:nvContentPartPr>
              <p14:xfrm>
                <a:off x="1164737" y="2035371"/>
                <a:ext cx="169200" cy="7200"/>
              </p14:xfrm>
            </p:contentPart>
          </mc:Choice>
          <mc:Fallback xmlns=""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70C0BC87-40FE-15CF-06CB-9FD632D502B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160417" y="2031051"/>
                  <a:ext cx="17784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F9BBCE93-A64B-AB6F-71E9-6697B42E2701}"/>
                    </a:ext>
                  </a:extLst>
                </p14:cNvPr>
                <p14:cNvContentPartPr/>
                <p14:nvPr/>
              </p14:nvContentPartPr>
              <p14:xfrm>
                <a:off x="1153937" y="2079291"/>
                <a:ext cx="293040" cy="360"/>
              </p14:xfrm>
            </p:contentPart>
          </mc:Choice>
          <mc:Fallback xmlns=""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F9BBCE93-A64B-AB6F-71E9-6697B42E270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149617" y="2074971"/>
                  <a:ext cx="3016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615" name="Ink 614">
                  <a:extLst>
                    <a:ext uri="{FF2B5EF4-FFF2-40B4-BE49-F238E27FC236}">
                      <a16:creationId xmlns:a16="http://schemas.microsoft.com/office/drawing/2014/main" id="{7AE36E07-B200-DF27-321D-9E45D3B52CD8}"/>
                    </a:ext>
                  </a:extLst>
                </p14:cNvPr>
                <p14:cNvContentPartPr/>
                <p14:nvPr/>
              </p14:nvContentPartPr>
              <p14:xfrm>
                <a:off x="1565777" y="1827291"/>
                <a:ext cx="165600" cy="262800"/>
              </p14:xfrm>
            </p:contentPart>
          </mc:Choice>
          <mc:Fallback xmlns="">
            <p:pic>
              <p:nvPicPr>
                <p:cNvPr id="615" name="Ink 614">
                  <a:extLst>
                    <a:ext uri="{FF2B5EF4-FFF2-40B4-BE49-F238E27FC236}">
                      <a16:creationId xmlns:a16="http://schemas.microsoft.com/office/drawing/2014/main" id="{7AE36E07-B200-DF27-321D-9E45D3B52CD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561457" y="1822971"/>
                  <a:ext cx="1742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616" name="Ink 615">
                  <a:extLst>
                    <a:ext uri="{FF2B5EF4-FFF2-40B4-BE49-F238E27FC236}">
                      <a16:creationId xmlns:a16="http://schemas.microsoft.com/office/drawing/2014/main" id="{246BEAB1-5AA0-BBF9-8CF4-B2E241CE6FEE}"/>
                    </a:ext>
                  </a:extLst>
                </p14:cNvPr>
                <p14:cNvContentPartPr/>
                <p14:nvPr/>
              </p14:nvContentPartPr>
              <p14:xfrm>
                <a:off x="1773857" y="1969491"/>
                <a:ext cx="215640" cy="141840"/>
              </p14:xfrm>
            </p:contentPart>
          </mc:Choice>
          <mc:Fallback xmlns="">
            <p:pic>
              <p:nvPicPr>
                <p:cNvPr id="616" name="Ink 615">
                  <a:extLst>
                    <a:ext uri="{FF2B5EF4-FFF2-40B4-BE49-F238E27FC236}">
                      <a16:creationId xmlns:a16="http://schemas.microsoft.com/office/drawing/2014/main" id="{246BEAB1-5AA0-BBF9-8CF4-B2E241CE6FEE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769537" y="1965171"/>
                  <a:ext cx="2242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617" name="Ink 616">
                  <a:extLst>
                    <a:ext uri="{FF2B5EF4-FFF2-40B4-BE49-F238E27FC236}">
                      <a16:creationId xmlns:a16="http://schemas.microsoft.com/office/drawing/2014/main" id="{2B0943F2-C4FD-D7B1-A9F7-5218041DB88A}"/>
                    </a:ext>
                  </a:extLst>
                </p14:cNvPr>
                <p14:cNvContentPartPr/>
                <p14:nvPr/>
              </p14:nvContentPartPr>
              <p14:xfrm>
                <a:off x="2001377" y="2020611"/>
                <a:ext cx="115920" cy="103680"/>
              </p14:xfrm>
            </p:contentPart>
          </mc:Choice>
          <mc:Fallback xmlns="">
            <p:pic>
              <p:nvPicPr>
                <p:cNvPr id="617" name="Ink 616">
                  <a:extLst>
                    <a:ext uri="{FF2B5EF4-FFF2-40B4-BE49-F238E27FC236}">
                      <a16:creationId xmlns:a16="http://schemas.microsoft.com/office/drawing/2014/main" id="{2B0943F2-C4FD-D7B1-A9F7-5218041DB88A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997057" y="2016291"/>
                  <a:ext cx="1245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618" name="Ink 617">
                  <a:extLst>
                    <a:ext uri="{FF2B5EF4-FFF2-40B4-BE49-F238E27FC236}">
                      <a16:creationId xmlns:a16="http://schemas.microsoft.com/office/drawing/2014/main" id="{4E341BB6-5ECB-0AE3-4D94-4707E986CBB6}"/>
                    </a:ext>
                  </a:extLst>
                </p14:cNvPr>
                <p14:cNvContentPartPr/>
                <p14:nvPr/>
              </p14:nvContentPartPr>
              <p14:xfrm>
                <a:off x="2122697" y="2090091"/>
                <a:ext cx="44640" cy="94320"/>
              </p14:xfrm>
            </p:contentPart>
          </mc:Choice>
          <mc:Fallback xmlns="">
            <p:pic>
              <p:nvPicPr>
                <p:cNvPr id="618" name="Ink 617">
                  <a:extLst>
                    <a:ext uri="{FF2B5EF4-FFF2-40B4-BE49-F238E27FC236}">
                      <a16:creationId xmlns:a16="http://schemas.microsoft.com/office/drawing/2014/main" id="{4E341BB6-5ECB-0AE3-4D94-4707E986CBB6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118377" y="2085771"/>
                  <a:ext cx="532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619" name="Ink 618">
                  <a:extLst>
                    <a:ext uri="{FF2B5EF4-FFF2-40B4-BE49-F238E27FC236}">
                      <a16:creationId xmlns:a16="http://schemas.microsoft.com/office/drawing/2014/main" id="{A044FC59-4610-B16B-C50A-285AB6E854CE}"/>
                    </a:ext>
                  </a:extLst>
                </p14:cNvPr>
                <p14:cNvContentPartPr/>
                <p14:nvPr/>
              </p14:nvContentPartPr>
              <p14:xfrm>
                <a:off x="2307017" y="1981011"/>
                <a:ext cx="176760" cy="416160"/>
              </p14:xfrm>
            </p:contentPart>
          </mc:Choice>
          <mc:Fallback xmlns="">
            <p:pic>
              <p:nvPicPr>
                <p:cNvPr id="619" name="Ink 618">
                  <a:extLst>
                    <a:ext uri="{FF2B5EF4-FFF2-40B4-BE49-F238E27FC236}">
                      <a16:creationId xmlns:a16="http://schemas.microsoft.com/office/drawing/2014/main" id="{A044FC59-4610-B16B-C50A-285AB6E854CE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302697" y="1976691"/>
                  <a:ext cx="18540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620" name="Ink 619">
                  <a:extLst>
                    <a:ext uri="{FF2B5EF4-FFF2-40B4-BE49-F238E27FC236}">
                      <a16:creationId xmlns:a16="http://schemas.microsoft.com/office/drawing/2014/main" id="{2B9AA043-2315-3717-B0E7-1249E7223ADD}"/>
                    </a:ext>
                  </a:extLst>
                </p14:cNvPr>
                <p14:cNvContentPartPr/>
                <p14:nvPr/>
              </p14:nvContentPartPr>
              <p14:xfrm>
                <a:off x="2547137" y="2111691"/>
                <a:ext cx="65880" cy="110520"/>
              </p14:xfrm>
            </p:contentPart>
          </mc:Choice>
          <mc:Fallback xmlns="">
            <p:pic>
              <p:nvPicPr>
                <p:cNvPr id="620" name="Ink 619">
                  <a:extLst>
                    <a:ext uri="{FF2B5EF4-FFF2-40B4-BE49-F238E27FC236}">
                      <a16:creationId xmlns:a16="http://schemas.microsoft.com/office/drawing/2014/main" id="{2B9AA043-2315-3717-B0E7-1249E7223AD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542817" y="2107371"/>
                  <a:ext cx="745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621" name="Ink 620">
                  <a:extLst>
                    <a:ext uri="{FF2B5EF4-FFF2-40B4-BE49-F238E27FC236}">
                      <a16:creationId xmlns:a16="http://schemas.microsoft.com/office/drawing/2014/main" id="{F2B962BF-29B9-CA5A-387D-E8944818F722}"/>
                    </a:ext>
                  </a:extLst>
                </p14:cNvPr>
                <p14:cNvContentPartPr/>
                <p14:nvPr/>
              </p14:nvContentPartPr>
              <p14:xfrm>
                <a:off x="2699777" y="1936731"/>
                <a:ext cx="174240" cy="144000"/>
              </p14:xfrm>
            </p:contentPart>
          </mc:Choice>
          <mc:Fallback xmlns="">
            <p:pic>
              <p:nvPicPr>
                <p:cNvPr id="621" name="Ink 620">
                  <a:extLst>
                    <a:ext uri="{FF2B5EF4-FFF2-40B4-BE49-F238E27FC236}">
                      <a16:creationId xmlns:a16="http://schemas.microsoft.com/office/drawing/2014/main" id="{F2B962BF-29B9-CA5A-387D-E8944818F722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695457" y="1932411"/>
                  <a:ext cx="1828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622" name="Ink 621">
                  <a:extLst>
                    <a:ext uri="{FF2B5EF4-FFF2-40B4-BE49-F238E27FC236}">
                      <a16:creationId xmlns:a16="http://schemas.microsoft.com/office/drawing/2014/main" id="{E499DD61-35C4-95C2-A462-CF7E4711B9FC}"/>
                    </a:ext>
                  </a:extLst>
                </p14:cNvPr>
                <p14:cNvContentPartPr/>
                <p14:nvPr/>
              </p14:nvContentPartPr>
              <p14:xfrm>
                <a:off x="2655857" y="1982811"/>
                <a:ext cx="368640" cy="42120"/>
              </p14:xfrm>
            </p:contentPart>
          </mc:Choice>
          <mc:Fallback xmlns="">
            <p:pic>
              <p:nvPicPr>
                <p:cNvPr id="622" name="Ink 621">
                  <a:extLst>
                    <a:ext uri="{FF2B5EF4-FFF2-40B4-BE49-F238E27FC236}">
                      <a16:creationId xmlns:a16="http://schemas.microsoft.com/office/drawing/2014/main" id="{E499DD61-35C4-95C2-A462-CF7E4711B9F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651537" y="1978491"/>
                  <a:ext cx="3772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623" name="Ink 622">
                  <a:extLst>
                    <a:ext uri="{FF2B5EF4-FFF2-40B4-BE49-F238E27FC236}">
                      <a16:creationId xmlns:a16="http://schemas.microsoft.com/office/drawing/2014/main" id="{2FFA74D0-EE2F-06CF-9FAD-BB147ACA09A7}"/>
                    </a:ext>
                  </a:extLst>
                </p14:cNvPr>
                <p14:cNvContentPartPr/>
                <p14:nvPr/>
              </p14:nvContentPartPr>
              <p14:xfrm>
                <a:off x="2936297" y="1752771"/>
                <a:ext cx="232200" cy="484560"/>
              </p14:xfrm>
            </p:contentPart>
          </mc:Choice>
          <mc:Fallback xmlns="">
            <p:pic>
              <p:nvPicPr>
                <p:cNvPr id="623" name="Ink 622">
                  <a:extLst>
                    <a:ext uri="{FF2B5EF4-FFF2-40B4-BE49-F238E27FC236}">
                      <a16:creationId xmlns:a16="http://schemas.microsoft.com/office/drawing/2014/main" id="{2FFA74D0-EE2F-06CF-9FAD-BB147ACA09A7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931977" y="1748451"/>
                  <a:ext cx="240840" cy="49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0" name="Group 639">
            <a:extLst>
              <a:ext uri="{FF2B5EF4-FFF2-40B4-BE49-F238E27FC236}">
                <a16:creationId xmlns:a16="http://schemas.microsoft.com/office/drawing/2014/main" id="{3F740E7F-C8ED-308A-A96A-CD1DC88422FE}"/>
              </a:ext>
            </a:extLst>
          </p:cNvPr>
          <p:cNvGrpSpPr/>
          <p:nvPr/>
        </p:nvGrpSpPr>
        <p:grpSpPr>
          <a:xfrm>
            <a:off x="3820817" y="1741971"/>
            <a:ext cx="3576240" cy="393840"/>
            <a:chOff x="3820817" y="1741971"/>
            <a:chExt cx="3576240" cy="39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625" name="Ink 624">
                  <a:extLst>
                    <a:ext uri="{FF2B5EF4-FFF2-40B4-BE49-F238E27FC236}">
                      <a16:creationId xmlns:a16="http://schemas.microsoft.com/office/drawing/2014/main" id="{579C193B-B02E-DDCD-65CB-910CBB90472C}"/>
                    </a:ext>
                  </a:extLst>
                </p14:cNvPr>
                <p14:cNvContentPartPr/>
                <p14:nvPr/>
              </p14:nvContentPartPr>
              <p14:xfrm>
                <a:off x="3820817" y="1948611"/>
                <a:ext cx="119520" cy="173880"/>
              </p14:xfrm>
            </p:contentPart>
          </mc:Choice>
          <mc:Fallback xmlns="">
            <p:pic>
              <p:nvPicPr>
                <p:cNvPr id="625" name="Ink 624">
                  <a:extLst>
                    <a:ext uri="{FF2B5EF4-FFF2-40B4-BE49-F238E27FC236}">
                      <a16:creationId xmlns:a16="http://schemas.microsoft.com/office/drawing/2014/main" id="{579C193B-B02E-DDCD-65CB-910CBB90472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816497" y="1944291"/>
                  <a:ext cx="1281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E6E4368F-8CFE-263C-039C-DD9790F5D10F}"/>
                    </a:ext>
                  </a:extLst>
                </p14:cNvPr>
                <p14:cNvContentPartPr/>
                <p14:nvPr/>
              </p14:nvContentPartPr>
              <p14:xfrm>
                <a:off x="3983897" y="1883091"/>
                <a:ext cx="131040" cy="227520"/>
              </p14:xfrm>
            </p:contentPart>
          </mc:Choice>
          <mc:Fallback xmlns=""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E6E4368F-8CFE-263C-039C-DD9790F5D10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979577" y="1878771"/>
                  <a:ext cx="1396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627" name="Ink 626">
                  <a:extLst>
                    <a:ext uri="{FF2B5EF4-FFF2-40B4-BE49-F238E27FC236}">
                      <a16:creationId xmlns:a16="http://schemas.microsoft.com/office/drawing/2014/main" id="{EC99E1CB-8D36-E44C-35B3-53CFB3F14EFC}"/>
                    </a:ext>
                  </a:extLst>
                </p14:cNvPr>
                <p14:cNvContentPartPr/>
                <p14:nvPr/>
              </p14:nvContentPartPr>
              <p14:xfrm>
                <a:off x="3853217" y="2035011"/>
                <a:ext cx="249480" cy="12240"/>
              </p14:xfrm>
            </p:contentPart>
          </mc:Choice>
          <mc:Fallback xmlns="">
            <p:pic>
              <p:nvPicPr>
                <p:cNvPr id="627" name="Ink 626">
                  <a:extLst>
                    <a:ext uri="{FF2B5EF4-FFF2-40B4-BE49-F238E27FC236}">
                      <a16:creationId xmlns:a16="http://schemas.microsoft.com/office/drawing/2014/main" id="{EC99E1CB-8D36-E44C-35B3-53CFB3F14EFC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848897" y="2030691"/>
                  <a:ext cx="2581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628" name="Ink 627">
                  <a:extLst>
                    <a:ext uri="{FF2B5EF4-FFF2-40B4-BE49-F238E27FC236}">
                      <a16:creationId xmlns:a16="http://schemas.microsoft.com/office/drawing/2014/main" id="{F8B485F4-2F55-1CEE-4F6F-BEDE7F69E6F2}"/>
                    </a:ext>
                  </a:extLst>
                </p14:cNvPr>
                <p14:cNvContentPartPr/>
                <p14:nvPr/>
              </p14:nvContentPartPr>
              <p14:xfrm>
                <a:off x="4158137" y="1959771"/>
                <a:ext cx="78120" cy="123120"/>
              </p14:xfrm>
            </p:contentPart>
          </mc:Choice>
          <mc:Fallback xmlns="">
            <p:pic>
              <p:nvPicPr>
                <p:cNvPr id="628" name="Ink 627">
                  <a:extLst>
                    <a:ext uri="{FF2B5EF4-FFF2-40B4-BE49-F238E27FC236}">
                      <a16:creationId xmlns:a16="http://schemas.microsoft.com/office/drawing/2014/main" id="{F8B485F4-2F55-1CEE-4F6F-BEDE7F69E6F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153817" y="1955451"/>
                  <a:ext cx="867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629" name="Ink 628">
                  <a:extLst>
                    <a:ext uri="{FF2B5EF4-FFF2-40B4-BE49-F238E27FC236}">
                      <a16:creationId xmlns:a16="http://schemas.microsoft.com/office/drawing/2014/main" id="{A7408CA4-DF72-C578-468D-F59AA02B661C}"/>
                    </a:ext>
                  </a:extLst>
                </p14:cNvPr>
                <p14:cNvContentPartPr/>
                <p14:nvPr/>
              </p14:nvContentPartPr>
              <p14:xfrm>
                <a:off x="4243457" y="1991091"/>
                <a:ext cx="203400" cy="112320"/>
              </p14:xfrm>
            </p:contentPart>
          </mc:Choice>
          <mc:Fallback xmlns="">
            <p:pic>
              <p:nvPicPr>
                <p:cNvPr id="629" name="Ink 628">
                  <a:extLst>
                    <a:ext uri="{FF2B5EF4-FFF2-40B4-BE49-F238E27FC236}">
                      <a16:creationId xmlns:a16="http://schemas.microsoft.com/office/drawing/2014/main" id="{A7408CA4-DF72-C578-468D-F59AA02B661C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239137" y="1986771"/>
                  <a:ext cx="2120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631" name="Ink 630">
                  <a:extLst>
                    <a:ext uri="{FF2B5EF4-FFF2-40B4-BE49-F238E27FC236}">
                      <a16:creationId xmlns:a16="http://schemas.microsoft.com/office/drawing/2014/main" id="{743E902D-57CB-179D-6F5E-76EBCDF0CA9C}"/>
                    </a:ext>
                  </a:extLst>
                </p14:cNvPr>
                <p14:cNvContentPartPr/>
                <p14:nvPr/>
              </p14:nvContentPartPr>
              <p14:xfrm>
                <a:off x="4582577" y="1981011"/>
                <a:ext cx="238680" cy="360"/>
              </p14:xfrm>
            </p:contentPart>
          </mc:Choice>
          <mc:Fallback xmlns="">
            <p:pic>
              <p:nvPicPr>
                <p:cNvPr id="631" name="Ink 630">
                  <a:extLst>
                    <a:ext uri="{FF2B5EF4-FFF2-40B4-BE49-F238E27FC236}">
                      <a16:creationId xmlns:a16="http://schemas.microsoft.com/office/drawing/2014/main" id="{743E902D-57CB-179D-6F5E-76EBCDF0CA9C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578257" y="1976691"/>
                  <a:ext cx="2473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632" name="Ink 631">
                  <a:extLst>
                    <a:ext uri="{FF2B5EF4-FFF2-40B4-BE49-F238E27FC236}">
                      <a16:creationId xmlns:a16="http://schemas.microsoft.com/office/drawing/2014/main" id="{B34F7580-8662-1A9B-7DBD-2CC41D13F16F}"/>
                    </a:ext>
                  </a:extLst>
                </p14:cNvPr>
                <p14:cNvContentPartPr/>
                <p14:nvPr/>
              </p14:nvContentPartPr>
              <p14:xfrm>
                <a:off x="4582577" y="2056971"/>
                <a:ext cx="412920" cy="360"/>
              </p14:xfrm>
            </p:contentPart>
          </mc:Choice>
          <mc:Fallback xmlns="">
            <p:pic>
              <p:nvPicPr>
                <p:cNvPr id="632" name="Ink 631">
                  <a:extLst>
                    <a:ext uri="{FF2B5EF4-FFF2-40B4-BE49-F238E27FC236}">
                      <a16:creationId xmlns:a16="http://schemas.microsoft.com/office/drawing/2014/main" id="{B34F7580-8662-1A9B-7DBD-2CC41D13F16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578257" y="2052651"/>
                  <a:ext cx="4215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633" name="Ink 632">
                  <a:extLst>
                    <a:ext uri="{FF2B5EF4-FFF2-40B4-BE49-F238E27FC236}">
                      <a16:creationId xmlns:a16="http://schemas.microsoft.com/office/drawing/2014/main" id="{BB29DEC2-8A3A-51F4-E688-C245F0908922}"/>
                    </a:ext>
                  </a:extLst>
                </p14:cNvPr>
                <p14:cNvContentPartPr/>
                <p14:nvPr/>
              </p14:nvContentPartPr>
              <p14:xfrm>
                <a:off x="5234537" y="1905771"/>
                <a:ext cx="298440" cy="175680"/>
              </p14:xfrm>
            </p:contentPart>
          </mc:Choice>
          <mc:Fallback xmlns="">
            <p:pic>
              <p:nvPicPr>
                <p:cNvPr id="633" name="Ink 632">
                  <a:extLst>
                    <a:ext uri="{FF2B5EF4-FFF2-40B4-BE49-F238E27FC236}">
                      <a16:creationId xmlns:a16="http://schemas.microsoft.com/office/drawing/2014/main" id="{BB29DEC2-8A3A-51F4-E688-C245F090892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230217" y="1901451"/>
                  <a:ext cx="3070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634" name="Ink 633">
                  <a:extLst>
                    <a:ext uri="{FF2B5EF4-FFF2-40B4-BE49-F238E27FC236}">
                      <a16:creationId xmlns:a16="http://schemas.microsoft.com/office/drawing/2014/main" id="{17AA448D-A6E2-93C0-41BA-3157277E1015}"/>
                    </a:ext>
                  </a:extLst>
                </p14:cNvPr>
                <p14:cNvContentPartPr/>
                <p14:nvPr/>
              </p14:nvContentPartPr>
              <p14:xfrm>
                <a:off x="5442257" y="1832691"/>
                <a:ext cx="617400" cy="248760"/>
              </p14:xfrm>
            </p:contentPart>
          </mc:Choice>
          <mc:Fallback xmlns="">
            <p:pic>
              <p:nvPicPr>
                <p:cNvPr id="634" name="Ink 633">
                  <a:extLst>
                    <a:ext uri="{FF2B5EF4-FFF2-40B4-BE49-F238E27FC236}">
                      <a16:creationId xmlns:a16="http://schemas.microsoft.com/office/drawing/2014/main" id="{17AA448D-A6E2-93C0-41BA-3157277E1015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437937" y="1828371"/>
                  <a:ext cx="6260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635" name="Ink 634">
                  <a:extLst>
                    <a:ext uri="{FF2B5EF4-FFF2-40B4-BE49-F238E27FC236}">
                      <a16:creationId xmlns:a16="http://schemas.microsoft.com/office/drawing/2014/main" id="{F5E67878-9301-7DEB-A67E-E8135C122EC3}"/>
                    </a:ext>
                  </a:extLst>
                </p14:cNvPr>
                <p14:cNvContentPartPr/>
                <p14:nvPr/>
              </p14:nvContentPartPr>
              <p14:xfrm>
                <a:off x="6130217" y="1741971"/>
                <a:ext cx="397440" cy="361440"/>
              </p14:xfrm>
            </p:contentPart>
          </mc:Choice>
          <mc:Fallback xmlns="">
            <p:pic>
              <p:nvPicPr>
                <p:cNvPr id="635" name="Ink 634">
                  <a:extLst>
                    <a:ext uri="{FF2B5EF4-FFF2-40B4-BE49-F238E27FC236}">
                      <a16:creationId xmlns:a16="http://schemas.microsoft.com/office/drawing/2014/main" id="{F5E67878-9301-7DEB-A67E-E8135C122EC3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125897" y="1737651"/>
                  <a:ext cx="40608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636" name="Ink 635">
                  <a:extLst>
                    <a:ext uri="{FF2B5EF4-FFF2-40B4-BE49-F238E27FC236}">
                      <a16:creationId xmlns:a16="http://schemas.microsoft.com/office/drawing/2014/main" id="{787F2B0C-36B0-C039-9780-4D5BD0E31940}"/>
                    </a:ext>
                  </a:extLst>
                </p14:cNvPr>
                <p14:cNvContentPartPr/>
                <p14:nvPr/>
              </p14:nvContentPartPr>
              <p14:xfrm>
                <a:off x="6599657" y="1828731"/>
                <a:ext cx="19080" cy="258120"/>
              </p14:xfrm>
            </p:contentPart>
          </mc:Choice>
          <mc:Fallback xmlns="">
            <p:pic>
              <p:nvPicPr>
                <p:cNvPr id="636" name="Ink 635">
                  <a:extLst>
                    <a:ext uri="{FF2B5EF4-FFF2-40B4-BE49-F238E27FC236}">
                      <a16:creationId xmlns:a16="http://schemas.microsoft.com/office/drawing/2014/main" id="{787F2B0C-36B0-C039-9780-4D5BD0E31940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595337" y="1824411"/>
                  <a:ext cx="277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637" name="Ink 636">
                  <a:extLst>
                    <a:ext uri="{FF2B5EF4-FFF2-40B4-BE49-F238E27FC236}">
                      <a16:creationId xmlns:a16="http://schemas.microsoft.com/office/drawing/2014/main" id="{E0426559-E3A7-764E-FCFC-9E6B83B63299}"/>
                    </a:ext>
                  </a:extLst>
                </p14:cNvPr>
                <p14:cNvContentPartPr/>
                <p14:nvPr/>
              </p14:nvContentPartPr>
              <p14:xfrm>
                <a:off x="6618737" y="1954011"/>
                <a:ext cx="239400" cy="157680"/>
              </p14:xfrm>
            </p:contentPart>
          </mc:Choice>
          <mc:Fallback xmlns="">
            <p:pic>
              <p:nvPicPr>
                <p:cNvPr id="637" name="Ink 636">
                  <a:extLst>
                    <a:ext uri="{FF2B5EF4-FFF2-40B4-BE49-F238E27FC236}">
                      <a16:creationId xmlns:a16="http://schemas.microsoft.com/office/drawing/2014/main" id="{E0426559-E3A7-764E-FCFC-9E6B83B63299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614417" y="1949691"/>
                  <a:ext cx="2480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638" name="Ink 637">
                  <a:extLst>
                    <a:ext uri="{FF2B5EF4-FFF2-40B4-BE49-F238E27FC236}">
                      <a16:creationId xmlns:a16="http://schemas.microsoft.com/office/drawing/2014/main" id="{2A406851-75F5-C2D4-868D-C4EAD5C43567}"/>
                    </a:ext>
                  </a:extLst>
                </p14:cNvPr>
                <p14:cNvContentPartPr/>
                <p14:nvPr/>
              </p14:nvContentPartPr>
              <p14:xfrm>
                <a:off x="6999257" y="1957611"/>
                <a:ext cx="176400" cy="168480"/>
              </p14:xfrm>
            </p:contentPart>
          </mc:Choice>
          <mc:Fallback xmlns="">
            <p:pic>
              <p:nvPicPr>
                <p:cNvPr id="638" name="Ink 637">
                  <a:extLst>
                    <a:ext uri="{FF2B5EF4-FFF2-40B4-BE49-F238E27FC236}">
                      <a16:creationId xmlns:a16="http://schemas.microsoft.com/office/drawing/2014/main" id="{2A406851-75F5-C2D4-868D-C4EAD5C4356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994937" y="1953291"/>
                  <a:ext cx="1850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639" name="Ink 638">
                  <a:extLst>
                    <a:ext uri="{FF2B5EF4-FFF2-40B4-BE49-F238E27FC236}">
                      <a16:creationId xmlns:a16="http://schemas.microsoft.com/office/drawing/2014/main" id="{47F644A5-7B09-177D-35F5-B227A0A66621}"/>
                    </a:ext>
                  </a:extLst>
                </p14:cNvPr>
                <p14:cNvContentPartPr/>
                <p14:nvPr/>
              </p14:nvContentPartPr>
              <p14:xfrm>
                <a:off x="7131737" y="1981011"/>
                <a:ext cx="265320" cy="154800"/>
              </p14:xfrm>
            </p:contentPart>
          </mc:Choice>
          <mc:Fallback xmlns="">
            <p:pic>
              <p:nvPicPr>
                <p:cNvPr id="639" name="Ink 638">
                  <a:extLst>
                    <a:ext uri="{FF2B5EF4-FFF2-40B4-BE49-F238E27FC236}">
                      <a16:creationId xmlns:a16="http://schemas.microsoft.com/office/drawing/2014/main" id="{47F644A5-7B09-177D-35F5-B227A0A6662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127417" y="1976691"/>
                  <a:ext cx="273960" cy="16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3" name="Group 662">
            <a:extLst>
              <a:ext uri="{FF2B5EF4-FFF2-40B4-BE49-F238E27FC236}">
                <a16:creationId xmlns:a16="http://schemas.microsoft.com/office/drawing/2014/main" id="{DC2E60B0-CEF7-15C4-E17B-BA7813AEC600}"/>
              </a:ext>
            </a:extLst>
          </p:cNvPr>
          <p:cNvGrpSpPr/>
          <p:nvPr/>
        </p:nvGrpSpPr>
        <p:grpSpPr>
          <a:xfrm>
            <a:off x="3929537" y="2253171"/>
            <a:ext cx="3693600" cy="755280"/>
            <a:chOff x="3929537" y="2253171"/>
            <a:chExt cx="3693600" cy="75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641" name="Ink 640">
                  <a:extLst>
                    <a:ext uri="{FF2B5EF4-FFF2-40B4-BE49-F238E27FC236}">
                      <a16:creationId xmlns:a16="http://schemas.microsoft.com/office/drawing/2014/main" id="{DCB9EF69-77DF-A3B7-6EDF-EC194A43335E}"/>
                    </a:ext>
                  </a:extLst>
                </p14:cNvPr>
                <p14:cNvContentPartPr/>
                <p14:nvPr/>
              </p14:nvContentPartPr>
              <p14:xfrm>
                <a:off x="3929537" y="2285931"/>
                <a:ext cx="248760" cy="267840"/>
              </p14:xfrm>
            </p:contentPart>
          </mc:Choice>
          <mc:Fallback xmlns="">
            <p:pic>
              <p:nvPicPr>
                <p:cNvPr id="641" name="Ink 640">
                  <a:extLst>
                    <a:ext uri="{FF2B5EF4-FFF2-40B4-BE49-F238E27FC236}">
                      <a16:creationId xmlns:a16="http://schemas.microsoft.com/office/drawing/2014/main" id="{DCB9EF69-77DF-A3B7-6EDF-EC194A43335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925217" y="2281611"/>
                  <a:ext cx="2574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642" name="Ink 641">
                  <a:extLst>
                    <a:ext uri="{FF2B5EF4-FFF2-40B4-BE49-F238E27FC236}">
                      <a16:creationId xmlns:a16="http://schemas.microsoft.com/office/drawing/2014/main" id="{A8B3A748-3CB5-E7A4-F846-E68F236AD2C4}"/>
                    </a:ext>
                  </a:extLst>
                </p14:cNvPr>
                <p14:cNvContentPartPr/>
                <p14:nvPr/>
              </p14:nvContentPartPr>
              <p14:xfrm>
                <a:off x="4138697" y="2318331"/>
                <a:ext cx="97560" cy="218520"/>
              </p14:xfrm>
            </p:contentPart>
          </mc:Choice>
          <mc:Fallback xmlns="">
            <p:pic>
              <p:nvPicPr>
                <p:cNvPr id="642" name="Ink 641">
                  <a:extLst>
                    <a:ext uri="{FF2B5EF4-FFF2-40B4-BE49-F238E27FC236}">
                      <a16:creationId xmlns:a16="http://schemas.microsoft.com/office/drawing/2014/main" id="{A8B3A748-3CB5-E7A4-F846-E68F236AD2C4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134377" y="2314011"/>
                  <a:ext cx="1062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643" name="Ink 642">
                  <a:extLst>
                    <a:ext uri="{FF2B5EF4-FFF2-40B4-BE49-F238E27FC236}">
                      <a16:creationId xmlns:a16="http://schemas.microsoft.com/office/drawing/2014/main" id="{9908B28E-B332-93AD-4723-5D2E73808097}"/>
                    </a:ext>
                  </a:extLst>
                </p14:cNvPr>
                <p14:cNvContentPartPr/>
                <p14:nvPr/>
              </p14:nvContentPartPr>
              <p14:xfrm>
                <a:off x="4114577" y="2414811"/>
                <a:ext cx="184320" cy="23400"/>
              </p14:xfrm>
            </p:contentPart>
          </mc:Choice>
          <mc:Fallback xmlns="">
            <p:pic>
              <p:nvPicPr>
                <p:cNvPr id="643" name="Ink 642">
                  <a:extLst>
                    <a:ext uri="{FF2B5EF4-FFF2-40B4-BE49-F238E27FC236}">
                      <a16:creationId xmlns:a16="http://schemas.microsoft.com/office/drawing/2014/main" id="{9908B28E-B332-93AD-4723-5D2E7380809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110257" y="2410491"/>
                  <a:ext cx="1929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644" name="Ink 643">
                  <a:extLst>
                    <a:ext uri="{FF2B5EF4-FFF2-40B4-BE49-F238E27FC236}">
                      <a16:creationId xmlns:a16="http://schemas.microsoft.com/office/drawing/2014/main" id="{898CD240-ED70-76C7-74C8-2DBED1FD5281}"/>
                    </a:ext>
                  </a:extLst>
                </p14:cNvPr>
                <p14:cNvContentPartPr/>
                <p14:nvPr/>
              </p14:nvContentPartPr>
              <p14:xfrm>
                <a:off x="4262897" y="2403291"/>
                <a:ext cx="137880" cy="138960"/>
              </p14:xfrm>
            </p:contentPart>
          </mc:Choice>
          <mc:Fallback xmlns="">
            <p:pic>
              <p:nvPicPr>
                <p:cNvPr id="644" name="Ink 643">
                  <a:extLst>
                    <a:ext uri="{FF2B5EF4-FFF2-40B4-BE49-F238E27FC236}">
                      <a16:creationId xmlns:a16="http://schemas.microsoft.com/office/drawing/2014/main" id="{898CD240-ED70-76C7-74C8-2DBED1FD528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258577" y="2398971"/>
                  <a:ext cx="1465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645" name="Ink 644">
                  <a:extLst>
                    <a:ext uri="{FF2B5EF4-FFF2-40B4-BE49-F238E27FC236}">
                      <a16:creationId xmlns:a16="http://schemas.microsoft.com/office/drawing/2014/main" id="{FB878D32-6A0E-7C15-973D-16C0CC41E27C}"/>
                    </a:ext>
                  </a:extLst>
                </p14:cNvPr>
                <p14:cNvContentPartPr/>
                <p14:nvPr/>
              </p14:nvContentPartPr>
              <p14:xfrm>
                <a:off x="4442537" y="2416611"/>
                <a:ext cx="193680" cy="87840"/>
              </p14:xfrm>
            </p:contentPart>
          </mc:Choice>
          <mc:Fallback xmlns="">
            <p:pic>
              <p:nvPicPr>
                <p:cNvPr id="645" name="Ink 644">
                  <a:extLst>
                    <a:ext uri="{FF2B5EF4-FFF2-40B4-BE49-F238E27FC236}">
                      <a16:creationId xmlns:a16="http://schemas.microsoft.com/office/drawing/2014/main" id="{FB878D32-6A0E-7C15-973D-16C0CC41E27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438217" y="2412291"/>
                  <a:ext cx="2023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646" name="Ink 645">
                  <a:extLst>
                    <a:ext uri="{FF2B5EF4-FFF2-40B4-BE49-F238E27FC236}">
                      <a16:creationId xmlns:a16="http://schemas.microsoft.com/office/drawing/2014/main" id="{640ABA6F-573C-CFA7-DBA6-FA348821F0A4}"/>
                    </a:ext>
                  </a:extLst>
                </p14:cNvPr>
                <p14:cNvContentPartPr/>
                <p14:nvPr/>
              </p14:nvContentPartPr>
              <p14:xfrm>
                <a:off x="4670057" y="2460171"/>
                <a:ext cx="325800" cy="360"/>
              </p14:xfrm>
            </p:contentPart>
          </mc:Choice>
          <mc:Fallback xmlns="">
            <p:pic>
              <p:nvPicPr>
                <p:cNvPr id="646" name="Ink 645">
                  <a:extLst>
                    <a:ext uri="{FF2B5EF4-FFF2-40B4-BE49-F238E27FC236}">
                      <a16:creationId xmlns:a16="http://schemas.microsoft.com/office/drawing/2014/main" id="{640ABA6F-573C-CFA7-DBA6-FA348821F0A4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665737" y="2455851"/>
                  <a:ext cx="3344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647" name="Ink 646">
                  <a:extLst>
                    <a:ext uri="{FF2B5EF4-FFF2-40B4-BE49-F238E27FC236}">
                      <a16:creationId xmlns:a16="http://schemas.microsoft.com/office/drawing/2014/main" id="{E2E9FDB6-FDB5-A15D-D4A7-8B1845E79489}"/>
                    </a:ext>
                  </a:extLst>
                </p14:cNvPr>
                <p14:cNvContentPartPr/>
                <p14:nvPr/>
              </p14:nvContentPartPr>
              <p14:xfrm>
                <a:off x="4767617" y="2525691"/>
                <a:ext cx="315360" cy="360"/>
              </p14:xfrm>
            </p:contentPart>
          </mc:Choice>
          <mc:Fallback xmlns="">
            <p:pic>
              <p:nvPicPr>
                <p:cNvPr id="647" name="Ink 646">
                  <a:extLst>
                    <a:ext uri="{FF2B5EF4-FFF2-40B4-BE49-F238E27FC236}">
                      <a16:creationId xmlns:a16="http://schemas.microsoft.com/office/drawing/2014/main" id="{E2E9FDB6-FDB5-A15D-D4A7-8B1845E79489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763297" y="2521371"/>
                  <a:ext cx="324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648" name="Ink 647">
                  <a:extLst>
                    <a:ext uri="{FF2B5EF4-FFF2-40B4-BE49-F238E27FC236}">
                      <a16:creationId xmlns:a16="http://schemas.microsoft.com/office/drawing/2014/main" id="{429C9127-1A0F-FF47-5183-3A712E61D156}"/>
                    </a:ext>
                  </a:extLst>
                </p14:cNvPr>
                <p14:cNvContentPartPr/>
                <p14:nvPr/>
              </p14:nvContentPartPr>
              <p14:xfrm>
                <a:off x="5331737" y="2371251"/>
                <a:ext cx="342000" cy="134640"/>
              </p14:xfrm>
            </p:contentPart>
          </mc:Choice>
          <mc:Fallback xmlns="">
            <p:pic>
              <p:nvPicPr>
                <p:cNvPr id="648" name="Ink 647">
                  <a:extLst>
                    <a:ext uri="{FF2B5EF4-FFF2-40B4-BE49-F238E27FC236}">
                      <a16:creationId xmlns:a16="http://schemas.microsoft.com/office/drawing/2014/main" id="{429C9127-1A0F-FF47-5183-3A712E61D15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5327417" y="2366931"/>
                  <a:ext cx="3506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649" name="Ink 648">
                  <a:extLst>
                    <a:ext uri="{FF2B5EF4-FFF2-40B4-BE49-F238E27FC236}">
                      <a16:creationId xmlns:a16="http://schemas.microsoft.com/office/drawing/2014/main" id="{265B0FC1-357B-9ACF-8ABB-6A82409E0315}"/>
                    </a:ext>
                  </a:extLst>
                </p14:cNvPr>
                <p14:cNvContentPartPr/>
                <p14:nvPr/>
              </p14:nvContentPartPr>
              <p14:xfrm>
                <a:off x="5723417" y="2428131"/>
                <a:ext cx="65520" cy="76680"/>
              </p14:xfrm>
            </p:contentPart>
          </mc:Choice>
          <mc:Fallback xmlns="">
            <p:pic>
              <p:nvPicPr>
                <p:cNvPr id="649" name="Ink 648">
                  <a:extLst>
                    <a:ext uri="{FF2B5EF4-FFF2-40B4-BE49-F238E27FC236}">
                      <a16:creationId xmlns:a16="http://schemas.microsoft.com/office/drawing/2014/main" id="{265B0FC1-357B-9ACF-8ABB-6A82409E0315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719097" y="2423811"/>
                  <a:ext cx="741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650" name="Ink 649">
                  <a:extLst>
                    <a:ext uri="{FF2B5EF4-FFF2-40B4-BE49-F238E27FC236}">
                      <a16:creationId xmlns:a16="http://schemas.microsoft.com/office/drawing/2014/main" id="{EA5E2E07-A8AD-512E-A26F-3D332DC97432}"/>
                    </a:ext>
                  </a:extLst>
                </p14:cNvPr>
                <p14:cNvContentPartPr/>
                <p14:nvPr/>
              </p14:nvContentPartPr>
              <p14:xfrm>
                <a:off x="5812697" y="2285931"/>
                <a:ext cx="298800" cy="263160"/>
              </p14:xfrm>
            </p:contentPart>
          </mc:Choice>
          <mc:Fallback xmlns="">
            <p:pic>
              <p:nvPicPr>
                <p:cNvPr id="650" name="Ink 649">
                  <a:extLst>
                    <a:ext uri="{FF2B5EF4-FFF2-40B4-BE49-F238E27FC236}">
                      <a16:creationId xmlns:a16="http://schemas.microsoft.com/office/drawing/2014/main" id="{EA5E2E07-A8AD-512E-A26F-3D332DC97432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808377" y="2281611"/>
                  <a:ext cx="30744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651" name="Ink 650">
                  <a:extLst>
                    <a:ext uri="{FF2B5EF4-FFF2-40B4-BE49-F238E27FC236}">
                      <a16:creationId xmlns:a16="http://schemas.microsoft.com/office/drawing/2014/main" id="{CE4A3415-D7C3-43A6-7AC3-1B88944DCE91}"/>
                    </a:ext>
                  </a:extLst>
                </p14:cNvPr>
                <p14:cNvContentPartPr/>
                <p14:nvPr/>
              </p14:nvContentPartPr>
              <p14:xfrm>
                <a:off x="6128417" y="2253171"/>
                <a:ext cx="763560" cy="295200"/>
              </p14:xfrm>
            </p:contentPart>
          </mc:Choice>
          <mc:Fallback xmlns="">
            <p:pic>
              <p:nvPicPr>
                <p:cNvPr id="651" name="Ink 650">
                  <a:extLst>
                    <a:ext uri="{FF2B5EF4-FFF2-40B4-BE49-F238E27FC236}">
                      <a16:creationId xmlns:a16="http://schemas.microsoft.com/office/drawing/2014/main" id="{CE4A3415-D7C3-43A6-7AC3-1B88944DCE9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124097" y="2248851"/>
                  <a:ext cx="7722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652" name="Ink 651">
                  <a:extLst>
                    <a:ext uri="{FF2B5EF4-FFF2-40B4-BE49-F238E27FC236}">
                      <a16:creationId xmlns:a16="http://schemas.microsoft.com/office/drawing/2014/main" id="{66284257-FF06-A2C3-3AB0-5A816E05C7B9}"/>
                    </a:ext>
                  </a:extLst>
                </p14:cNvPr>
                <p14:cNvContentPartPr/>
                <p14:nvPr/>
              </p14:nvContentPartPr>
              <p14:xfrm>
                <a:off x="7053257" y="2395011"/>
                <a:ext cx="197280" cy="382680"/>
              </p14:xfrm>
            </p:contentPart>
          </mc:Choice>
          <mc:Fallback xmlns="">
            <p:pic>
              <p:nvPicPr>
                <p:cNvPr id="652" name="Ink 651">
                  <a:extLst>
                    <a:ext uri="{FF2B5EF4-FFF2-40B4-BE49-F238E27FC236}">
                      <a16:creationId xmlns:a16="http://schemas.microsoft.com/office/drawing/2014/main" id="{66284257-FF06-A2C3-3AB0-5A816E05C7B9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048937" y="2390691"/>
                  <a:ext cx="20592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653" name="Ink 652">
                  <a:extLst>
                    <a:ext uri="{FF2B5EF4-FFF2-40B4-BE49-F238E27FC236}">
                      <a16:creationId xmlns:a16="http://schemas.microsoft.com/office/drawing/2014/main" id="{D153272C-F563-938F-7E87-23DA81A79C6E}"/>
                    </a:ext>
                  </a:extLst>
                </p14:cNvPr>
                <p14:cNvContentPartPr/>
                <p14:nvPr/>
              </p14:nvContentPartPr>
              <p14:xfrm>
                <a:off x="4103777" y="2753931"/>
                <a:ext cx="226440" cy="254520"/>
              </p14:xfrm>
            </p:contentPart>
          </mc:Choice>
          <mc:Fallback xmlns="">
            <p:pic>
              <p:nvPicPr>
                <p:cNvPr id="653" name="Ink 652">
                  <a:extLst>
                    <a:ext uri="{FF2B5EF4-FFF2-40B4-BE49-F238E27FC236}">
                      <a16:creationId xmlns:a16="http://schemas.microsoft.com/office/drawing/2014/main" id="{D153272C-F563-938F-7E87-23DA81A79C6E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099457" y="2749611"/>
                  <a:ext cx="23508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654" name="Ink 653">
                  <a:extLst>
                    <a:ext uri="{FF2B5EF4-FFF2-40B4-BE49-F238E27FC236}">
                      <a16:creationId xmlns:a16="http://schemas.microsoft.com/office/drawing/2014/main" id="{88864BFD-38EB-8C0F-3DCC-979C312029FF}"/>
                    </a:ext>
                  </a:extLst>
                </p14:cNvPr>
                <p14:cNvContentPartPr/>
                <p14:nvPr/>
              </p14:nvContentPartPr>
              <p14:xfrm>
                <a:off x="4297817" y="2732331"/>
                <a:ext cx="186120" cy="273240"/>
              </p14:xfrm>
            </p:contentPart>
          </mc:Choice>
          <mc:Fallback xmlns="">
            <p:pic>
              <p:nvPicPr>
                <p:cNvPr id="654" name="Ink 653">
                  <a:extLst>
                    <a:ext uri="{FF2B5EF4-FFF2-40B4-BE49-F238E27FC236}">
                      <a16:creationId xmlns:a16="http://schemas.microsoft.com/office/drawing/2014/main" id="{88864BFD-38EB-8C0F-3DCC-979C312029FF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293497" y="2728011"/>
                  <a:ext cx="1947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655" name="Ink 654">
                  <a:extLst>
                    <a:ext uri="{FF2B5EF4-FFF2-40B4-BE49-F238E27FC236}">
                      <a16:creationId xmlns:a16="http://schemas.microsoft.com/office/drawing/2014/main" id="{9F9DE072-B163-E974-C5E3-70BD74C8E57C}"/>
                    </a:ext>
                  </a:extLst>
                </p14:cNvPr>
                <p14:cNvContentPartPr/>
                <p14:nvPr/>
              </p14:nvContentPartPr>
              <p14:xfrm>
                <a:off x="4484657" y="2840331"/>
                <a:ext cx="260280" cy="143280"/>
              </p14:xfrm>
            </p:contentPart>
          </mc:Choice>
          <mc:Fallback xmlns="">
            <p:pic>
              <p:nvPicPr>
                <p:cNvPr id="655" name="Ink 654">
                  <a:extLst>
                    <a:ext uri="{FF2B5EF4-FFF2-40B4-BE49-F238E27FC236}">
                      <a16:creationId xmlns:a16="http://schemas.microsoft.com/office/drawing/2014/main" id="{9F9DE072-B163-E974-C5E3-70BD74C8E57C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480337" y="2836011"/>
                  <a:ext cx="2689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656" name="Ink 655">
                  <a:extLst>
                    <a:ext uri="{FF2B5EF4-FFF2-40B4-BE49-F238E27FC236}">
                      <a16:creationId xmlns:a16="http://schemas.microsoft.com/office/drawing/2014/main" id="{0FF42362-9521-F7F6-52F4-39838E89D4AB}"/>
                    </a:ext>
                  </a:extLst>
                </p14:cNvPr>
                <p14:cNvContentPartPr/>
                <p14:nvPr/>
              </p14:nvContentPartPr>
              <p14:xfrm>
                <a:off x="4615337" y="2884611"/>
                <a:ext cx="216720" cy="360"/>
              </p14:xfrm>
            </p:contentPart>
          </mc:Choice>
          <mc:Fallback xmlns="">
            <p:pic>
              <p:nvPicPr>
                <p:cNvPr id="656" name="Ink 655">
                  <a:extLst>
                    <a:ext uri="{FF2B5EF4-FFF2-40B4-BE49-F238E27FC236}">
                      <a16:creationId xmlns:a16="http://schemas.microsoft.com/office/drawing/2014/main" id="{0FF42362-9521-F7F6-52F4-39838E89D4AB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611017" y="2880291"/>
                  <a:ext cx="2253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657" name="Ink 656">
                  <a:extLst>
                    <a:ext uri="{FF2B5EF4-FFF2-40B4-BE49-F238E27FC236}">
                      <a16:creationId xmlns:a16="http://schemas.microsoft.com/office/drawing/2014/main" id="{2CFAFF4E-4BA1-D154-4089-4BCB6F943B08}"/>
                    </a:ext>
                  </a:extLst>
                </p14:cNvPr>
                <p14:cNvContentPartPr/>
                <p14:nvPr/>
              </p14:nvContentPartPr>
              <p14:xfrm>
                <a:off x="4887497" y="2883891"/>
                <a:ext cx="234360" cy="22680"/>
              </p14:xfrm>
            </p:contentPart>
          </mc:Choice>
          <mc:Fallback xmlns="">
            <p:pic>
              <p:nvPicPr>
                <p:cNvPr id="657" name="Ink 656">
                  <a:extLst>
                    <a:ext uri="{FF2B5EF4-FFF2-40B4-BE49-F238E27FC236}">
                      <a16:creationId xmlns:a16="http://schemas.microsoft.com/office/drawing/2014/main" id="{2CFAFF4E-4BA1-D154-4089-4BCB6F943B08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4883177" y="2879571"/>
                  <a:ext cx="2430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658" name="Ink 657">
                  <a:extLst>
                    <a:ext uri="{FF2B5EF4-FFF2-40B4-BE49-F238E27FC236}">
                      <a16:creationId xmlns:a16="http://schemas.microsoft.com/office/drawing/2014/main" id="{8392F3F7-3349-10C2-54A7-1A84423684D6}"/>
                    </a:ext>
                  </a:extLst>
                </p14:cNvPr>
                <p14:cNvContentPartPr/>
                <p14:nvPr/>
              </p14:nvContentPartPr>
              <p14:xfrm>
                <a:off x="4937897" y="2949411"/>
                <a:ext cx="242640" cy="13680"/>
              </p14:xfrm>
            </p:contentPart>
          </mc:Choice>
          <mc:Fallback xmlns="">
            <p:pic>
              <p:nvPicPr>
                <p:cNvPr id="658" name="Ink 657">
                  <a:extLst>
                    <a:ext uri="{FF2B5EF4-FFF2-40B4-BE49-F238E27FC236}">
                      <a16:creationId xmlns:a16="http://schemas.microsoft.com/office/drawing/2014/main" id="{8392F3F7-3349-10C2-54A7-1A84423684D6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4933577" y="2945091"/>
                  <a:ext cx="2512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659" name="Ink 658">
                  <a:extLst>
                    <a:ext uri="{FF2B5EF4-FFF2-40B4-BE49-F238E27FC236}">
                      <a16:creationId xmlns:a16="http://schemas.microsoft.com/office/drawing/2014/main" id="{27CE8DC4-D844-8C08-1CC3-30801AF1ADFE}"/>
                    </a:ext>
                  </a:extLst>
                </p14:cNvPr>
                <p14:cNvContentPartPr/>
                <p14:nvPr/>
              </p14:nvContentPartPr>
              <p14:xfrm>
                <a:off x="5430017" y="2829891"/>
                <a:ext cx="87480" cy="111960"/>
              </p14:xfrm>
            </p:contentPart>
          </mc:Choice>
          <mc:Fallback xmlns="">
            <p:pic>
              <p:nvPicPr>
                <p:cNvPr id="659" name="Ink 658">
                  <a:extLst>
                    <a:ext uri="{FF2B5EF4-FFF2-40B4-BE49-F238E27FC236}">
                      <a16:creationId xmlns:a16="http://schemas.microsoft.com/office/drawing/2014/main" id="{27CE8DC4-D844-8C08-1CC3-30801AF1ADFE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425697" y="2825571"/>
                  <a:ext cx="961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660" name="Ink 659">
                  <a:extLst>
                    <a:ext uri="{FF2B5EF4-FFF2-40B4-BE49-F238E27FC236}">
                      <a16:creationId xmlns:a16="http://schemas.microsoft.com/office/drawing/2014/main" id="{B9907FE8-D0A7-3434-1CD3-D6B125C6865D}"/>
                    </a:ext>
                  </a:extLst>
                </p14:cNvPr>
                <p14:cNvContentPartPr/>
                <p14:nvPr/>
              </p14:nvContentPartPr>
              <p14:xfrm>
                <a:off x="5583377" y="2659971"/>
                <a:ext cx="1425960" cy="307800"/>
              </p14:xfrm>
            </p:contentPart>
          </mc:Choice>
          <mc:Fallback xmlns="">
            <p:pic>
              <p:nvPicPr>
                <p:cNvPr id="660" name="Ink 659">
                  <a:extLst>
                    <a:ext uri="{FF2B5EF4-FFF2-40B4-BE49-F238E27FC236}">
                      <a16:creationId xmlns:a16="http://schemas.microsoft.com/office/drawing/2014/main" id="{B9907FE8-D0A7-3434-1CD3-D6B125C6865D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579057" y="2655651"/>
                  <a:ext cx="14346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661" name="Ink 660">
                  <a:extLst>
                    <a:ext uri="{FF2B5EF4-FFF2-40B4-BE49-F238E27FC236}">
                      <a16:creationId xmlns:a16="http://schemas.microsoft.com/office/drawing/2014/main" id="{B0874D0D-17F4-B77C-129D-C5B7116B8996}"/>
                    </a:ext>
                  </a:extLst>
                </p14:cNvPr>
                <p14:cNvContentPartPr/>
                <p14:nvPr/>
              </p14:nvContentPartPr>
              <p14:xfrm>
                <a:off x="7108337" y="2741691"/>
                <a:ext cx="243000" cy="177120"/>
              </p14:xfrm>
            </p:contentPart>
          </mc:Choice>
          <mc:Fallback xmlns="">
            <p:pic>
              <p:nvPicPr>
                <p:cNvPr id="661" name="Ink 660">
                  <a:extLst>
                    <a:ext uri="{FF2B5EF4-FFF2-40B4-BE49-F238E27FC236}">
                      <a16:creationId xmlns:a16="http://schemas.microsoft.com/office/drawing/2014/main" id="{B0874D0D-17F4-B77C-129D-C5B7116B8996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104017" y="2737371"/>
                  <a:ext cx="2516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662" name="Ink 661">
                  <a:extLst>
                    <a:ext uri="{FF2B5EF4-FFF2-40B4-BE49-F238E27FC236}">
                      <a16:creationId xmlns:a16="http://schemas.microsoft.com/office/drawing/2014/main" id="{A01E31A0-F698-B1B3-A259-BAACC31DDAF2}"/>
                    </a:ext>
                  </a:extLst>
                </p14:cNvPr>
                <p14:cNvContentPartPr/>
                <p14:nvPr/>
              </p14:nvContentPartPr>
              <p14:xfrm>
                <a:off x="7032017" y="2861931"/>
                <a:ext cx="591120" cy="11880"/>
              </p14:xfrm>
            </p:contentPart>
          </mc:Choice>
          <mc:Fallback xmlns="">
            <p:pic>
              <p:nvPicPr>
                <p:cNvPr id="662" name="Ink 661">
                  <a:extLst>
                    <a:ext uri="{FF2B5EF4-FFF2-40B4-BE49-F238E27FC236}">
                      <a16:creationId xmlns:a16="http://schemas.microsoft.com/office/drawing/2014/main" id="{A01E31A0-F698-B1B3-A259-BAACC31DDAF2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027697" y="2857611"/>
                  <a:ext cx="59976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664" name="Ink 663">
                <a:extLst>
                  <a:ext uri="{FF2B5EF4-FFF2-40B4-BE49-F238E27FC236}">
                    <a16:creationId xmlns:a16="http://schemas.microsoft.com/office/drawing/2014/main" id="{D83FECDD-9725-4319-0761-0AE522CCDBEA}"/>
                  </a:ext>
                </a:extLst>
              </p14:cNvPr>
              <p14:cNvContentPartPr/>
              <p14:nvPr/>
            </p14:nvContentPartPr>
            <p14:xfrm>
              <a:off x="8001857" y="1654491"/>
              <a:ext cx="206280" cy="1306800"/>
            </p14:xfrm>
          </p:contentPart>
        </mc:Choice>
        <mc:Fallback xmlns="">
          <p:pic>
            <p:nvPicPr>
              <p:cNvPr id="664" name="Ink 663">
                <a:extLst>
                  <a:ext uri="{FF2B5EF4-FFF2-40B4-BE49-F238E27FC236}">
                    <a16:creationId xmlns:a16="http://schemas.microsoft.com/office/drawing/2014/main" id="{D83FECDD-9725-4319-0761-0AE522CCDBEA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7997537" y="1650171"/>
                <a:ext cx="214920" cy="131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85" name="Group 684">
            <a:extLst>
              <a:ext uri="{FF2B5EF4-FFF2-40B4-BE49-F238E27FC236}">
                <a16:creationId xmlns:a16="http://schemas.microsoft.com/office/drawing/2014/main" id="{FF160336-777F-52C0-6D9F-19385DB875F9}"/>
              </a:ext>
            </a:extLst>
          </p:cNvPr>
          <p:cNvGrpSpPr/>
          <p:nvPr/>
        </p:nvGrpSpPr>
        <p:grpSpPr>
          <a:xfrm>
            <a:off x="8490377" y="1458291"/>
            <a:ext cx="3267720" cy="840240"/>
            <a:chOff x="8490377" y="1458291"/>
            <a:chExt cx="3267720" cy="84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665" name="Ink 664">
                  <a:extLst>
                    <a:ext uri="{FF2B5EF4-FFF2-40B4-BE49-F238E27FC236}">
                      <a16:creationId xmlns:a16="http://schemas.microsoft.com/office/drawing/2014/main" id="{31F39357-55A0-A38B-284E-8F7C24BBA547}"/>
                    </a:ext>
                  </a:extLst>
                </p14:cNvPr>
                <p14:cNvContentPartPr/>
                <p14:nvPr/>
              </p14:nvContentPartPr>
              <p14:xfrm>
                <a:off x="8490377" y="1838811"/>
                <a:ext cx="220320" cy="180360"/>
              </p14:xfrm>
            </p:contentPart>
          </mc:Choice>
          <mc:Fallback xmlns="">
            <p:pic>
              <p:nvPicPr>
                <p:cNvPr id="665" name="Ink 664">
                  <a:extLst>
                    <a:ext uri="{FF2B5EF4-FFF2-40B4-BE49-F238E27FC236}">
                      <a16:creationId xmlns:a16="http://schemas.microsoft.com/office/drawing/2014/main" id="{31F39357-55A0-A38B-284E-8F7C24BBA547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486057" y="1834491"/>
                  <a:ext cx="2289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666" name="Ink 665">
                  <a:extLst>
                    <a:ext uri="{FF2B5EF4-FFF2-40B4-BE49-F238E27FC236}">
                      <a16:creationId xmlns:a16="http://schemas.microsoft.com/office/drawing/2014/main" id="{D45DE33D-1005-DD72-5069-F2752B58B764}"/>
                    </a:ext>
                  </a:extLst>
                </p14:cNvPr>
                <p14:cNvContentPartPr/>
                <p14:nvPr/>
              </p14:nvContentPartPr>
              <p14:xfrm>
                <a:off x="8686577" y="1903251"/>
                <a:ext cx="129960" cy="145800"/>
              </p14:xfrm>
            </p:contentPart>
          </mc:Choice>
          <mc:Fallback xmlns=""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D45DE33D-1005-DD72-5069-F2752B58B764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682257" y="1898931"/>
                  <a:ext cx="1386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667" name="Ink 666">
                  <a:extLst>
                    <a:ext uri="{FF2B5EF4-FFF2-40B4-BE49-F238E27FC236}">
                      <a16:creationId xmlns:a16="http://schemas.microsoft.com/office/drawing/2014/main" id="{9BE4999C-2A5C-C76F-17E0-CC358673BDCE}"/>
                    </a:ext>
                  </a:extLst>
                </p14:cNvPr>
                <p14:cNvContentPartPr/>
                <p14:nvPr/>
              </p14:nvContentPartPr>
              <p14:xfrm>
                <a:off x="8882417" y="2024571"/>
                <a:ext cx="55800" cy="122760"/>
              </p14:xfrm>
            </p:contentPart>
          </mc:Choice>
          <mc:Fallback xmlns="">
            <p:pic>
              <p:nvPicPr>
                <p:cNvPr id="667" name="Ink 666">
                  <a:extLst>
                    <a:ext uri="{FF2B5EF4-FFF2-40B4-BE49-F238E27FC236}">
                      <a16:creationId xmlns:a16="http://schemas.microsoft.com/office/drawing/2014/main" id="{9BE4999C-2A5C-C76F-17E0-CC358673BDCE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878097" y="2020251"/>
                  <a:ext cx="644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668" name="Ink 667">
                  <a:extLst>
                    <a:ext uri="{FF2B5EF4-FFF2-40B4-BE49-F238E27FC236}">
                      <a16:creationId xmlns:a16="http://schemas.microsoft.com/office/drawing/2014/main" id="{A3F4BF75-EAB9-62C7-3F40-38CD2413DC26}"/>
                    </a:ext>
                  </a:extLst>
                </p14:cNvPr>
                <p14:cNvContentPartPr/>
                <p14:nvPr/>
              </p14:nvContentPartPr>
              <p14:xfrm>
                <a:off x="9131537" y="1893891"/>
                <a:ext cx="187920" cy="404640"/>
              </p14:xfrm>
            </p:contentPart>
          </mc:Choice>
          <mc:Fallback xmlns="">
            <p:pic>
              <p:nvPicPr>
                <p:cNvPr id="668" name="Ink 667">
                  <a:extLst>
                    <a:ext uri="{FF2B5EF4-FFF2-40B4-BE49-F238E27FC236}">
                      <a16:creationId xmlns:a16="http://schemas.microsoft.com/office/drawing/2014/main" id="{A3F4BF75-EAB9-62C7-3F40-38CD2413DC26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127217" y="1889571"/>
                  <a:ext cx="19656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669" name="Ink 668">
                  <a:extLst>
                    <a:ext uri="{FF2B5EF4-FFF2-40B4-BE49-F238E27FC236}">
                      <a16:creationId xmlns:a16="http://schemas.microsoft.com/office/drawing/2014/main" id="{650531FF-EB74-7B3C-600A-39218A11219E}"/>
                    </a:ext>
                  </a:extLst>
                </p14:cNvPr>
                <p14:cNvContentPartPr/>
                <p14:nvPr/>
              </p14:nvContentPartPr>
              <p14:xfrm>
                <a:off x="9372737" y="2046171"/>
                <a:ext cx="30600" cy="89640"/>
              </p14:xfrm>
            </p:contentPart>
          </mc:Choice>
          <mc:Fallback xmlns="">
            <p:pic>
              <p:nvPicPr>
                <p:cNvPr id="669" name="Ink 668">
                  <a:extLst>
                    <a:ext uri="{FF2B5EF4-FFF2-40B4-BE49-F238E27FC236}">
                      <a16:creationId xmlns:a16="http://schemas.microsoft.com/office/drawing/2014/main" id="{650531FF-EB74-7B3C-600A-39218A11219E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368417" y="2041851"/>
                  <a:ext cx="392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670" name="Ink 669">
                  <a:extLst>
                    <a:ext uri="{FF2B5EF4-FFF2-40B4-BE49-F238E27FC236}">
                      <a16:creationId xmlns:a16="http://schemas.microsoft.com/office/drawing/2014/main" id="{1AD14A1C-594D-8AA8-0085-568D6F9E57DD}"/>
                    </a:ext>
                  </a:extLst>
                </p14:cNvPr>
                <p14:cNvContentPartPr/>
                <p14:nvPr/>
              </p14:nvContentPartPr>
              <p14:xfrm>
                <a:off x="9524657" y="1827651"/>
                <a:ext cx="226080" cy="144360"/>
              </p14:xfrm>
            </p:contentPart>
          </mc:Choice>
          <mc:Fallback xmlns="">
            <p:pic>
              <p:nvPicPr>
                <p:cNvPr id="670" name="Ink 669">
                  <a:extLst>
                    <a:ext uri="{FF2B5EF4-FFF2-40B4-BE49-F238E27FC236}">
                      <a16:creationId xmlns:a16="http://schemas.microsoft.com/office/drawing/2014/main" id="{1AD14A1C-594D-8AA8-0085-568D6F9E57DD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520337" y="1823331"/>
                  <a:ext cx="2347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671" name="Ink 670">
                  <a:extLst>
                    <a:ext uri="{FF2B5EF4-FFF2-40B4-BE49-F238E27FC236}">
                      <a16:creationId xmlns:a16="http://schemas.microsoft.com/office/drawing/2014/main" id="{9F2FE0AE-27B3-4813-5E63-FF32B28CE80F}"/>
                    </a:ext>
                  </a:extLst>
                </p14:cNvPr>
                <p14:cNvContentPartPr/>
                <p14:nvPr/>
              </p14:nvContentPartPr>
              <p14:xfrm>
                <a:off x="9524657" y="1926291"/>
                <a:ext cx="401040" cy="360"/>
              </p14:xfrm>
            </p:contentPart>
          </mc:Choice>
          <mc:Fallback xmlns="">
            <p:pic>
              <p:nvPicPr>
                <p:cNvPr id="671" name="Ink 670">
                  <a:extLst>
                    <a:ext uri="{FF2B5EF4-FFF2-40B4-BE49-F238E27FC236}">
                      <a16:creationId xmlns:a16="http://schemas.microsoft.com/office/drawing/2014/main" id="{9F2FE0AE-27B3-4813-5E63-FF32B28CE80F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520337" y="1921971"/>
                  <a:ext cx="4096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672" name="Ink 671">
                  <a:extLst>
                    <a:ext uri="{FF2B5EF4-FFF2-40B4-BE49-F238E27FC236}">
                      <a16:creationId xmlns:a16="http://schemas.microsoft.com/office/drawing/2014/main" id="{7CD673D1-28F3-C76D-9902-CE05BB2A21BE}"/>
                    </a:ext>
                  </a:extLst>
                </p14:cNvPr>
                <p14:cNvContentPartPr/>
                <p14:nvPr/>
              </p14:nvContentPartPr>
              <p14:xfrm>
                <a:off x="10024697" y="1458291"/>
                <a:ext cx="74880" cy="416160"/>
              </p14:xfrm>
            </p:contentPart>
          </mc:Choice>
          <mc:Fallback xmlns="">
            <p:pic>
              <p:nvPicPr>
                <p:cNvPr id="672" name="Ink 671">
                  <a:extLst>
                    <a:ext uri="{FF2B5EF4-FFF2-40B4-BE49-F238E27FC236}">
                      <a16:creationId xmlns:a16="http://schemas.microsoft.com/office/drawing/2014/main" id="{7CD673D1-28F3-C76D-9902-CE05BB2A21BE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0020377" y="1453971"/>
                  <a:ext cx="8352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673" name="Ink 672">
                  <a:extLst>
                    <a:ext uri="{FF2B5EF4-FFF2-40B4-BE49-F238E27FC236}">
                      <a16:creationId xmlns:a16="http://schemas.microsoft.com/office/drawing/2014/main" id="{54564195-8A39-BE72-99BC-A7615378D1BE}"/>
                    </a:ext>
                  </a:extLst>
                </p14:cNvPr>
                <p14:cNvContentPartPr/>
                <p14:nvPr/>
              </p14:nvContentPartPr>
              <p14:xfrm>
                <a:off x="10131617" y="1750971"/>
                <a:ext cx="189000" cy="159120"/>
              </p14:xfrm>
            </p:contentPart>
          </mc:Choice>
          <mc:Fallback xmlns="">
            <p:pic>
              <p:nvPicPr>
                <p:cNvPr id="673" name="Ink 672">
                  <a:extLst>
                    <a:ext uri="{FF2B5EF4-FFF2-40B4-BE49-F238E27FC236}">
                      <a16:creationId xmlns:a16="http://schemas.microsoft.com/office/drawing/2014/main" id="{54564195-8A39-BE72-99BC-A7615378D1BE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127297" y="1746651"/>
                  <a:ext cx="1976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674" name="Ink 673">
                  <a:extLst>
                    <a:ext uri="{FF2B5EF4-FFF2-40B4-BE49-F238E27FC236}">
                      <a16:creationId xmlns:a16="http://schemas.microsoft.com/office/drawing/2014/main" id="{9031B9A0-5A94-23D2-714B-6D5DEB4BA2E8}"/>
                    </a:ext>
                  </a:extLst>
                </p14:cNvPr>
                <p14:cNvContentPartPr/>
                <p14:nvPr/>
              </p14:nvContentPartPr>
              <p14:xfrm>
                <a:off x="10112537" y="1642611"/>
                <a:ext cx="411840" cy="60840"/>
              </p14:xfrm>
            </p:contentPart>
          </mc:Choice>
          <mc:Fallback xmlns="">
            <p:pic>
              <p:nvPicPr>
                <p:cNvPr id="674" name="Ink 673">
                  <a:extLst>
                    <a:ext uri="{FF2B5EF4-FFF2-40B4-BE49-F238E27FC236}">
                      <a16:creationId xmlns:a16="http://schemas.microsoft.com/office/drawing/2014/main" id="{9031B9A0-5A94-23D2-714B-6D5DEB4BA2E8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108217" y="1638291"/>
                  <a:ext cx="4204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675" name="Ink 674">
                  <a:extLst>
                    <a:ext uri="{FF2B5EF4-FFF2-40B4-BE49-F238E27FC236}">
                      <a16:creationId xmlns:a16="http://schemas.microsoft.com/office/drawing/2014/main" id="{6EDEFC55-1043-98C3-2BB3-82DC2FE4277A}"/>
                    </a:ext>
                  </a:extLst>
                </p14:cNvPr>
                <p14:cNvContentPartPr/>
                <p14:nvPr/>
              </p14:nvContentPartPr>
              <p14:xfrm>
                <a:off x="10548497" y="1741251"/>
                <a:ext cx="108720" cy="194040"/>
              </p14:xfrm>
            </p:contentPart>
          </mc:Choice>
          <mc:Fallback xmlns="">
            <p:pic>
              <p:nvPicPr>
                <p:cNvPr id="675" name="Ink 674">
                  <a:extLst>
                    <a:ext uri="{FF2B5EF4-FFF2-40B4-BE49-F238E27FC236}">
                      <a16:creationId xmlns:a16="http://schemas.microsoft.com/office/drawing/2014/main" id="{6EDEFC55-1043-98C3-2BB3-82DC2FE4277A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544177" y="1736931"/>
                  <a:ext cx="1173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676" name="Ink 675">
                  <a:extLst>
                    <a:ext uri="{FF2B5EF4-FFF2-40B4-BE49-F238E27FC236}">
                      <a16:creationId xmlns:a16="http://schemas.microsoft.com/office/drawing/2014/main" id="{F05B6E32-4B3D-802D-A1DE-8D60C04697A9}"/>
                    </a:ext>
                  </a:extLst>
                </p14:cNvPr>
                <p14:cNvContentPartPr/>
                <p14:nvPr/>
              </p14:nvContentPartPr>
              <p14:xfrm>
                <a:off x="10504577" y="1599771"/>
                <a:ext cx="12960" cy="15840"/>
              </p14:xfrm>
            </p:contentPart>
          </mc:Choice>
          <mc:Fallback xmlns="">
            <p:pic>
              <p:nvPicPr>
                <p:cNvPr id="676" name="Ink 675">
                  <a:extLst>
                    <a:ext uri="{FF2B5EF4-FFF2-40B4-BE49-F238E27FC236}">
                      <a16:creationId xmlns:a16="http://schemas.microsoft.com/office/drawing/2014/main" id="{F05B6E32-4B3D-802D-A1DE-8D60C04697A9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500257" y="1595451"/>
                  <a:ext cx="216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677" name="Ink 676">
                  <a:extLst>
                    <a:ext uri="{FF2B5EF4-FFF2-40B4-BE49-F238E27FC236}">
                      <a16:creationId xmlns:a16="http://schemas.microsoft.com/office/drawing/2014/main" id="{CCE724B6-9E34-447B-0B69-5546E1117333}"/>
                    </a:ext>
                  </a:extLst>
                </p14:cNvPr>
                <p14:cNvContentPartPr/>
                <p14:nvPr/>
              </p14:nvContentPartPr>
              <p14:xfrm>
                <a:off x="10656857" y="1608771"/>
                <a:ext cx="742320" cy="309600"/>
              </p14:xfrm>
            </p:contentPart>
          </mc:Choice>
          <mc:Fallback xmlns="">
            <p:pic>
              <p:nvPicPr>
                <p:cNvPr id="677" name="Ink 676">
                  <a:extLst>
                    <a:ext uri="{FF2B5EF4-FFF2-40B4-BE49-F238E27FC236}">
                      <a16:creationId xmlns:a16="http://schemas.microsoft.com/office/drawing/2014/main" id="{CCE724B6-9E34-447B-0B69-5546E1117333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0652537" y="1604451"/>
                  <a:ext cx="7509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678" name="Ink 677">
                  <a:extLst>
                    <a:ext uri="{FF2B5EF4-FFF2-40B4-BE49-F238E27FC236}">
                      <a16:creationId xmlns:a16="http://schemas.microsoft.com/office/drawing/2014/main" id="{C3602CEF-BBAC-F121-FA11-223C5867DD01}"/>
                    </a:ext>
                  </a:extLst>
                </p14:cNvPr>
                <p14:cNvContentPartPr/>
                <p14:nvPr/>
              </p14:nvContentPartPr>
              <p14:xfrm>
                <a:off x="11287577" y="1763211"/>
                <a:ext cx="110160" cy="204840"/>
              </p14:xfrm>
            </p:contentPart>
          </mc:Choice>
          <mc:Fallback xmlns="">
            <p:pic>
              <p:nvPicPr>
                <p:cNvPr id="678" name="Ink 677">
                  <a:extLst>
                    <a:ext uri="{FF2B5EF4-FFF2-40B4-BE49-F238E27FC236}">
                      <a16:creationId xmlns:a16="http://schemas.microsoft.com/office/drawing/2014/main" id="{C3602CEF-BBAC-F121-FA11-223C5867DD01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1283257" y="1758891"/>
                  <a:ext cx="1188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680" name="Ink 679">
                  <a:extLst>
                    <a:ext uri="{FF2B5EF4-FFF2-40B4-BE49-F238E27FC236}">
                      <a16:creationId xmlns:a16="http://schemas.microsoft.com/office/drawing/2014/main" id="{21C2664E-21CC-AF73-2563-06D26039F879}"/>
                    </a:ext>
                  </a:extLst>
                </p14:cNvPr>
                <p14:cNvContentPartPr/>
                <p14:nvPr/>
              </p14:nvContentPartPr>
              <p14:xfrm>
                <a:off x="10535177" y="2108811"/>
                <a:ext cx="622440" cy="178200"/>
              </p14:xfrm>
            </p:contentPart>
          </mc:Choice>
          <mc:Fallback xmlns="">
            <p:pic>
              <p:nvPicPr>
                <p:cNvPr id="680" name="Ink 679">
                  <a:extLst>
                    <a:ext uri="{FF2B5EF4-FFF2-40B4-BE49-F238E27FC236}">
                      <a16:creationId xmlns:a16="http://schemas.microsoft.com/office/drawing/2014/main" id="{21C2664E-21CC-AF73-2563-06D26039F879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0530857" y="2104491"/>
                  <a:ext cx="6310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681" name="Ink 680">
                  <a:extLst>
                    <a:ext uri="{FF2B5EF4-FFF2-40B4-BE49-F238E27FC236}">
                      <a16:creationId xmlns:a16="http://schemas.microsoft.com/office/drawing/2014/main" id="{6C8ED901-1C8A-59C7-64E5-9A1E9682F863}"/>
                    </a:ext>
                  </a:extLst>
                </p14:cNvPr>
                <p14:cNvContentPartPr/>
                <p14:nvPr/>
              </p14:nvContentPartPr>
              <p14:xfrm>
                <a:off x="11134577" y="2068491"/>
                <a:ext cx="499680" cy="196560"/>
              </p14:xfrm>
            </p:contentPart>
          </mc:Choice>
          <mc:Fallback xmlns="">
            <p:pic>
              <p:nvPicPr>
                <p:cNvPr id="681" name="Ink 680">
                  <a:extLst>
                    <a:ext uri="{FF2B5EF4-FFF2-40B4-BE49-F238E27FC236}">
                      <a16:creationId xmlns:a16="http://schemas.microsoft.com/office/drawing/2014/main" id="{6C8ED901-1C8A-59C7-64E5-9A1E9682F863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1130257" y="2064171"/>
                  <a:ext cx="5083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682" name="Ink 681">
                  <a:extLst>
                    <a:ext uri="{FF2B5EF4-FFF2-40B4-BE49-F238E27FC236}">
                      <a16:creationId xmlns:a16="http://schemas.microsoft.com/office/drawing/2014/main" id="{603C4D6E-4608-917D-204F-60E2DBCBFCCD}"/>
                    </a:ext>
                  </a:extLst>
                </p14:cNvPr>
                <p14:cNvContentPartPr/>
                <p14:nvPr/>
              </p14:nvContentPartPr>
              <p14:xfrm>
                <a:off x="11614817" y="2035371"/>
                <a:ext cx="360" cy="19800"/>
              </p14:xfrm>
            </p:contentPart>
          </mc:Choice>
          <mc:Fallback xmlns="">
            <p:pic>
              <p:nvPicPr>
                <p:cNvPr id="682" name="Ink 681">
                  <a:extLst>
                    <a:ext uri="{FF2B5EF4-FFF2-40B4-BE49-F238E27FC236}">
                      <a16:creationId xmlns:a16="http://schemas.microsoft.com/office/drawing/2014/main" id="{603C4D6E-4608-917D-204F-60E2DBCBFCCD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1610497" y="2031051"/>
                  <a:ext cx="9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683" name="Ink 682">
                  <a:extLst>
                    <a:ext uri="{FF2B5EF4-FFF2-40B4-BE49-F238E27FC236}">
                      <a16:creationId xmlns:a16="http://schemas.microsoft.com/office/drawing/2014/main" id="{AE1BDA61-9C81-44D3-B6DA-E4B81934ED1D}"/>
                    </a:ext>
                  </a:extLst>
                </p14:cNvPr>
                <p14:cNvContentPartPr/>
                <p14:nvPr/>
              </p14:nvContentPartPr>
              <p14:xfrm>
                <a:off x="11722817" y="2166051"/>
                <a:ext cx="35280" cy="73440"/>
              </p14:xfrm>
            </p:contentPart>
          </mc:Choice>
          <mc:Fallback xmlns=""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AE1BDA61-9C81-44D3-B6DA-E4B81934ED1D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1718497" y="2161731"/>
                  <a:ext cx="43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684" name="Ink 683">
                  <a:extLst>
                    <a:ext uri="{FF2B5EF4-FFF2-40B4-BE49-F238E27FC236}">
                      <a16:creationId xmlns:a16="http://schemas.microsoft.com/office/drawing/2014/main" id="{05CF37E7-D85C-73F8-8C56-5D6D523D7D48}"/>
                    </a:ext>
                  </a:extLst>
                </p14:cNvPr>
                <p14:cNvContentPartPr/>
                <p14:nvPr/>
              </p14:nvContentPartPr>
              <p14:xfrm>
                <a:off x="11712017" y="1926291"/>
                <a:ext cx="34200" cy="347760"/>
              </p14:xfrm>
            </p:contentPart>
          </mc:Choice>
          <mc:Fallback xmlns=""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05CF37E7-D85C-73F8-8C56-5D6D523D7D48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11707697" y="1921971"/>
                  <a:ext cx="42840" cy="35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2" name="Group 711">
            <a:extLst>
              <a:ext uri="{FF2B5EF4-FFF2-40B4-BE49-F238E27FC236}">
                <a16:creationId xmlns:a16="http://schemas.microsoft.com/office/drawing/2014/main" id="{8E83D03A-40EF-F300-2467-337F55C22571}"/>
              </a:ext>
            </a:extLst>
          </p:cNvPr>
          <p:cNvGrpSpPr/>
          <p:nvPr/>
        </p:nvGrpSpPr>
        <p:grpSpPr>
          <a:xfrm>
            <a:off x="8303537" y="2547291"/>
            <a:ext cx="3604320" cy="1145880"/>
            <a:chOff x="8303537" y="2547291"/>
            <a:chExt cx="3604320" cy="114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686" name="Ink 685">
                  <a:extLst>
                    <a:ext uri="{FF2B5EF4-FFF2-40B4-BE49-F238E27FC236}">
                      <a16:creationId xmlns:a16="http://schemas.microsoft.com/office/drawing/2014/main" id="{BACADE5E-7570-29A7-A9BB-23AA7E2CF24F}"/>
                    </a:ext>
                  </a:extLst>
                </p14:cNvPr>
                <p14:cNvContentPartPr/>
                <p14:nvPr/>
              </p14:nvContentPartPr>
              <p14:xfrm>
                <a:off x="8303537" y="2606331"/>
                <a:ext cx="852480" cy="412560"/>
              </p14:xfrm>
            </p:contentPart>
          </mc:Choice>
          <mc:Fallback xmlns=""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BACADE5E-7570-29A7-A9BB-23AA7E2CF24F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8299217" y="2602011"/>
                  <a:ext cx="86112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687" name="Ink 686">
                  <a:extLst>
                    <a:ext uri="{FF2B5EF4-FFF2-40B4-BE49-F238E27FC236}">
                      <a16:creationId xmlns:a16="http://schemas.microsoft.com/office/drawing/2014/main" id="{9B0176C4-9AF1-CEF7-4895-8079B520254E}"/>
                    </a:ext>
                  </a:extLst>
                </p14:cNvPr>
                <p14:cNvContentPartPr/>
                <p14:nvPr/>
              </p14:nvContentPartPr>
              <p14:xfrm>
                <a:off x="8969897" y="3012771"/>
                <a:ext cx="65520" cy="46440"/>
              </p14:xfrm>
            </p:contentPart>
          </mc:Choice>
          <mc:Fallback xmlns="">
            <p:pic>
              <p:nvPicPr>
                <p:cNvPr id="687" name="Ink 686">
                  <a:extLst>
                    <a:ext uri="{FF2B5EF4-FFF2-40B4-BE49-F238E27FC236}">
                      <a16:creationId xmlns:a16="http://schemas.microsoft.com/office/drawing/2014/main" id="{9B0176C4-9AF1-CEF7-4895-8079B520254E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965577" y="3008451"/>
                  <a:ext cx="741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688" name="Ink 687">
                  <a:extLst>
                    <a:ext uri="{FF2B5EF4-FFF2-40B4-BE49-F238E27FC236}">
                      <a16:creationId xmlns:a16="http://schemas.microsoft.com/office/drawing/2014/main" id="{D74CFD74-30F8-24BC-F008-232DD822E805}"/>
                    </a:ext>
                  </a:extLst>
                </p14:cNvPr>
                <p14:cNvContentPartPr/>
                <p14:nvPr/>
              </p14:nvContentPartPr>
              <p14:xfrm>
                <a:off x="9230537" y="2667171"/>
                <a:ext cx="22320" cy="271080"/>
              </p14:xfrm>
            </p:contentPart>
          </mc:Choice>
          <mc:Fallback xmlns="">
            <p:pic>
              <p:nvPicPr>
                <p:cNvPr id="688" name="Ink 687">
                  <a:extLst>
                    <a:ext uri="{FF2B5EF4-FFF2-40B4-BE49-F238E27FC236}">
                      <a16:creationId xmlns:a16="http://schemas.microsoft.com/office/drawing/2014/main" id="{D74CFD74-30F8-24BC-F008-232DD822E805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9226217" y="2662851"/>
                  <a:ext cx="309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689" name="Ink 688">
                  <a:extLst>
                    <a:ext uri="{FF2B5EF4-FFF2-40B4-BE49-F238E27FC236}">
                      <a16:creationId xmlns:a16="http://schemas.microsoft.com/office/drawing/2014/main" id="{F8D9AF5A-0B03-CE47-F179-53C2BD730B10}"/>
                    </a:ext>
                  </a:extLst>
                </p14:cNvPr>
                <p14:cNvContentPartPr/>
                <p14:nvPr/>
              </p14:nvContentPartPr>
              <p14:xfrm>
                <a:off x="9208937" y="2763651"/>
                <a:ext cx="844560" cy="428760"/>
              </p14:xfrm>
            </p:contentPart>
          </mc:Choice>
          <mc:Fallback xmlns="">
            <p:pic>
              <p:nvPicPr>
                <p:cNvPr id="689" name="Ink 688">
                  <a:extLst>
                    <a:ext uri="{FF2B5EF4-FFF2-40B4-BE49-F238E27FC236}">
                      <a16:creationId xmlns:a16="http://schemas.microsoft.com/office/drawing/2014/main" id="{F8D9AF5A-0B03-CE47-F179-53C2BD730B10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9204617" y="2759331"/>
                  <a:ext cx="85320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690" name="Ink 689">
                  <a:extLst>
                    <a:ext uri="{FF2B5EF4-FFF2-40B4-BE49-F238E27FC236}">
                      <a16:creationId xmlns:a16="http://schemas.microsoft.com/office/drawing/2014/main" id="{788F50D4-A8CE-1976-4555-8A5787E4EE0A}"/>
                    </a:ext>
                  </a:extLst>
                </p14:cNvPr>
                <p14:cNvContentPartPr/>
                <p14:nvPr/>
              </p14:nvContentPartPr>
              <p14:xfrm>
                <a:off x="10207937" y="2687691"/>
                <a:ext cx="180000" cy="167400"/>
              </p14:xfrm>
            </p:contentPart>
          </mc:Choice>
          <mc:Fallback xmlns="">
            <p:pic>
              <p:nvPicPr>
                <p:cNvPr id="690" name="Ink 689">
                  <a:extLst>
                    <a:ext uri="{FF2B5EF4-FFF2-40B4-BE49-F238E27FC236}">
                      <a16:creationId xmlns:a16="http://schemas.microsoft.com/office/drawing/2014/main" id="{788F50D4-A8CE-1976-4555-8A5787E4EE0A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10203617" y="2683371"/>
                  <a:ext cx="1886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691" name="Ink 690">
                  <a:extLst>
                    <a:ext uri="{FF2B5EF4-FFF2-40B4-BE49-F238E27FC236}">
                      <a16:creationId xmlns:a16="http://schemas.microsoft.com/office/drawing/2014/main" id="{07701FD1-6AF8-3B3C-A21B-8DC40453A317}"/>
                    </a:ext>
                  </a:extLst>
                </p14:cNvPr>
                <p14:cNvContentPartPr/>
                <p14:nvPr/>
              </p14:nvContentPartPr>
              <p14:xfrm>
                <a:off x="10349417" y="2715051"/>
                <a:ext cx="138600" cy="128160"/>
              </p14:xfrm>
            </p:contentPart>
          </mc:Choice>
          <mc:Fallback xmlns=""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07701FD1-6AF8-3B3C-A21B-8DC40453A317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10345097" y="2710731"/>
                  <a:ext cx="1472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692" name="Ink 691">
                  <a:extLst>
                    <a:ext uri="{FF2B5EF4-FFF2-40B4-BE49-F238E27FC236}">
                      <a16:creationId xmlns:a16="http://schemas.microsoft.com/office/drawing/2014/main" id="{9AE7D432-F289-DEEE-7AFB-9DC03C23D4DB}"/>
                    </a:ext>
                  </a:extLst>
                </p14:cNvPr>
                <p14:cNvContentPartPr/>
                <p14:nvPr/>
              </p14:nvContentPartPr>
              <p14:xfrm>
                <a:off x="10588097" y="2744211"/>
                <a:ext cx="80280" cy="97200"/>
              </p14:xfrm>
            </p:contentPart>
          </mc:Choice>
          <mc:Fallback xmlns=""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9AE7D432-F289-DEEE-7AFB-9DC03C23D4DB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10583777" y="2739891"/>
                  <a:ext cx="889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693" name="Ink 692">
                  <a:extLst>
                    <a:ext uri="{FF2B5EF4-FFF2-40B4-BE49-F238E27FC236}">
                      <a16:creationId xmlns:a16="http://schemas.microsoft.com/office/drawing/2014/main" id="{1E27FFC5-463D-8214-8BA8-FF5E092DBD0D}"/>
                    </a:ext>
                  </a:extLst>
                </p14:cNvPr>
                <p14:cNvContentPartPr/>
                <p14:nvPr/>
              </p14:nvContentPartPr>
              <p14:xfrm>
                <a:off x="10656137" y="2590851"/>
                <a:ext cx="348480" cy="252360"/>
              </p14:xfrm>
            </p:contentPart>
          </mc:Choice>
          <mc:Fallback xmlns="">
            <p:pic>
              <p:nvPicPr>
                <p:cNvPr id="693" name="Ink 692">
                  <a:extLst>
                    <a:ext uri="{FF2B5EF4-FFF2-40B4-BE49-F238E27FC236}">
                      <a16:creationId xmlns:a16="http://schemas.microsoft.com/office/drawing/2014/main" id="{1E27FFC5-463D-8214-8BA8-FF5E092DBD0D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10651817" y="2586531"/>
                  <a:ext cx="3571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694" name="Ink 693">
                  <a:extLst>
                    <a:ext uri="{FF2B5EF4-FFF2-40B4-BE49-F238E27FC236}">
                      <a16:creationId xmlns:a16="http://schemas.microsoft.com/office/drawing/2014/main" id="{B6AEDC20-6425-24BA-F288-F214B19EA4EF}"/>
                    </a:ext>
                  </a:extLst>
                </p14:cNvPr>
                <p14:cNvContentPartPr/>
                <p14:nvPr/>
              </p14:nvContentPartPr>
              <p14:xfrm>
                <a:off x="10993817" y="2547291"/>
                <a:ext cx="206640" cy="295560"/>
              </p14:xfrm>
            </p:contentPart>
          </mc:Choice>
          <mc:Fallback xmlns="">
            <p:pic>
              <p:nvPicPr>
                <p:cNvPr id="694" name="Ink 693">
                  <a:extLst>
                    <a:ext uri="{FF2B5EF4-FFF2-40B4-BE49-F238E27FC236}">
                      <a16:creationId xmlns:a16="http://schemas.microsoft.com/office/drawing/2014/main" id="{B6AEDC20-6425-24BA-F288-F214B19EA4EF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10989497" y="2542971"/>
                  <a:ext cx="2152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695" name="Ink 694">
                  <a:extLst>
                    <a:ext uri="{FF2B5EF4-FFF2-40B4-BE49-F238E27FC236}">
                      <a16:creationId xmlns:a16="http://schemas.microsoft.com/office/drawing/2014/main" id="{04392500-D9F6-BED6-EEAF-94B6CCD8F4EC}"/>
                    </a:ext>
                  </a:extLst>
                </p14:cNvPr>
                <p14:cNvContentPartPr/>
                <p14:nvPr/>
              </p14:nvContentPartPr>
              <p14:xfrm>
                <a:off x="11222057" y="2711451"/>
                <a:ext cx="140760" cy="132120"/>
              </p14:xfrm>
            </p:contentPart>
          </mc:Choice>
          <mc:Fallback xmlns="">
            <p:pic>
              <p:nvPicPr>
                <p:cNvPr id="695" name="Ink 694">
                  <a:extLst>
                    <a:ext uri="{FF2B5EF4-FFF2-40B4-BE49-F238E27FC236}">
                      <a16:creationId xmlns:a16="http://schemas.microsoft.com/office/drawing/2014/main" id="{04392500-D9F6-BED6-EEAF-94B6CCD8F4EC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11217737" y="2707131"/>
                  <a:ext cx="1494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696" name="Ink 695">
                  <a:extLst>
                    <a:ext uri="{FF2B5EF4-FFF2-40B4-BE49-F238E27FC236}">
                      <a16:creationId xmlns:a16="http://schemas.microsoft.com/office/drawing/2014/main" id="{C6DF2120-091B-6D07-13FA-B8CF01151637}"/>
                    </a:ext>
                  </a:extLst>
                </p14:cNvPr>
                <p14:cNvContentPartPr/>
                <p14:nvPr/>
              </p14:nvContentPartPr>
              <p14:xfrm>
                <a:off x="11438417" y="2711091"/>
                <a:ext cx="67680" cy="130680"/>
              </p14:xfrm>
            </p:contentPart>
          </mc:Choice>
          <mc:Fallback xmlns="">
            <p:pic>
              <p:nvPicPr>
                <p:cNvPr id="696" name="Ink 695">
                  <a:extLst>
                    <a:ext uri="{FF2B5EF4-FFF2-40B4-BE49-F238E27FC236}">
                      <a16:creationId xmlns:a16="http://schemas.microsoft.com/office/drawing/2014/main" id="{C6DF2120-091B-6D07-13FA-B8CF01151637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11434097" y="2706771"/>
                  <a:ext cx="763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697" name="Ink 696">
                  <a:extLst>
                    <a:ext uri="{FF2B5EF4-FFF2-40B4-BE49-F238E27FC236}">
                      <a16:creationId xmlns:a16="http://schemas.microsoft.com/office/drawing/2014/main" id="{2EEB4659-4FBA-3D1D-1161-FFAD7AC35FFB}"/>
                    </a:ext>
                  </a:extLst>
                </p14:cNvPr>
                <p14:cNvContentPartPr/>
                <p14:nvPr/>
              </p14:nvContentPartPr>
              <p14:xfrm>
                <a:off x="11538857" y="2558091"/>
                <a:ext cx="77760" cy="251280"/>
              </p14:xfrm>
            </p:contentPart>
          </mc:Choice>
          <mc:Fallback xmlns="">
            <p:pic>
              <p:nvPicPr>
                <p:cNvPr id="697" name="Ink 696">
                  <a:extLst>
                    <a:ext uri="{FF2B5EF4-FFF2-40B4-BE49-F238E27FC236}">
                      <a16:creationId xmlns:a16="http://schemas.microsoft.com/office/drawing/2014/main" id="{2EEB4659-4FBA-3D1D-1161-FFAD7AC35FFB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1534537" y="2553771"/>
                  <a:ext cx="864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698" name="Ink 697">
                  <a:extLst>
                    <a:ext uri="{FF2B5EF4-FFF2-40B4-BE49-F238E27FC236}">
                      <a16:creationId xmlns:a16="http://schemas.microsoft.com/office/drawing/2014/main" id="{22F62DCB-B12E-CA74-2FC3-BA020026E05F}"/>
                    </a:ext>
                  </a:extLst>
                </p14:cNvPr>
                <p14:cNvContentPartPr/>
                <p14:nvPr/>
              </p14:nvContentPartPr>
              <p14:xfrm>
                <a:off x="11593217" y="2648811"/>
                <a:ext cx="122760" cy="51120"/>
              </p14:xfrm>
            </p:contentPart>
          </mc:Choice>
          <mc:Fallback xmlns="">
            <p:pic>
              <p:nvPicPr>
                <p:cNvPr id="698" name="Ink 697">
                  <a:extLst>
                    <a:ext uri="{FF2B5EF4-FFF2-40B4-BE49-F238E27FC236}">
                      <a16:creationId xmlns:a16="http://schemas.microsoft.com/office/drawing/2014/main" id="{22F62DCB-B12E-CA74-2FC3-BA020026E05F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11588897" y="2644491"/>
                  <a:ext cx="1314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699" name="Ink 698">
                  <a:extLst>
                    <a:ext uri="{FF2B5EF4-FFF2-40B4-BE49-F238E27FC236}">
                      <a16:creationId xmlns:a16="http://schemas.microsoft.com/office/drawing/2014/main" id="{9BF3576D-6367-5190-8150-6E261E8AD044}"/>
                    </a:ext>
                  </a:extLst>
                </p14:cNvPr>
                <p14:cNvContentPartPr/>
                <p14:nvPr/>
              </p14:nvContentPartPr>
              <p14:xfrm>
                <a:off x="11647577" y="2753931"/>
                <a:ext cx="260280" cy="36000"/>
              </p14:xfrm>
            </p:contentPart>
          </mc:Choice>
          <mc:Fallback xmlns="">
            <p:pic>
              <p:nvPicPr>
                <p:cNvPr id="699" name="Ink 698">
                  <a:extLst>
                    <a:ext uri="{FF2B5EF4-FFF2-40B4-BE49-F238E27FC236}">
                      <a16:creationId xmlns:a16="http://schemas.microsoft.com/office/drawing/2014/main" id="{9BF3576D-6367-5190-8150-6E261E8AD044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1643257" y="2749611"/>
                  <a:ext cx="2689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701" name="Ink 700">
                  <a:extLst>
                    <a:ext uri="{FF2B5EF4-FFF2-40B4-BE49-F238E27FC236}">
                      <a16:creationId xmlns:a16="http://schemas.microsoft.com/office/drawing/2014/main" id="{6A160076-FA6B-5EF0-615E-D78068BB1A35}"/>
                    </a:ext>
                  </a:extLst>
                </p14:cNvPr>
                <p14:cNvContentPartPr/>
                <p14:nvPr/>
              </p14:nvContentPartPr>
              <p14:xfrm>
                <a:off x="8686577" y="3167571"/>
                <a:ext cx="54360" cy="294480"/>
              </p14:xfrm>
            </p:contentPart>
          </mc:Choice>
          <mc:Fallback xmlns="">
            <p:pic>
              <p:nvPicPr>
                <p:cNvPr id="701" name="Ink 700">
                  <a:extLst>
                    <a:ext uri="{FF2B5EF4-FFF2-40B4-BE49-F238E27FC236}">
                      <a16:creationId xmlns:a16="http://schemas.microsoft.com/office/drawing/2014/main" id="{6A160076-FA6B-5EF0-615E-D78068BB1A35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8682257" y="3163251"/>
                  <a:ext cx="630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702" name="Ink 701">
                  <a:extLst>
                    <a:ext uri="{FF2B5EF4-FFF2-40B4-BE49-F238E27FC236}">
                      <a16:creationId xmlns:a16="http://schemas.microsoft.com/office/drawing/2014/main" id="{E5D27AEB-363F-6C99-ABC5-5AE3C64F8FF8}"/>
                    </a:ext>
                  </a:extLst>
                </p14:cNvPr>
                <p14:cNvContentPartPr/>
                <p14:nvPr/>
              </p14:nvContentPartPr>
              <p14:xfrm>
                <a:off x="8512697" y="3341811"/>
                <a:ext cx="205920" cy="360"/>
              </p14:xfrm>
            </p:contentPart>
          </mc:Choice>
          <mc:Fallback xmlns="">
            <p:pic>
              <p:nvPicPr>
                <p:cNvPr id="702" name="Ink 701">
                  <a:extLst>
                    <a:ext uri="{FF2B5EF4-FFF2-40B4-BE49-F238E27FC236}">
                      <a16:creationId xmlns:a16="http://schemas.microsoft.com/office/drawing/2014/main" id="{E5D27AEB-363F-6C99-ABC5-5AE3C64F8FF8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8508377" y="3337491"/>
                  <a:ext cx="2145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703" name="Ink 702">
                  <a:extLst>
                    <a:ext uri="{FF2B5EF4-FFF2-40B4-BE49-F238E27FC236}">
                      <a16:creationId xmlns:a16="http://schemas.microsoft.com/office/drawing/2014/main" id="{FA08ABCF-676F-36D4-57CE-6542E18A955E}"/>
                    </a:ext>
                  </a:extLst>
                </p14:cNvPr>
                <p14:cNvContentPartPr/>
                <p14:nvPr/>
              </p14:nvContentPartPr>
              <p14:xfrm>
                <a:off x="8730137" y="3331011"/>
                <a:ext cx="207000" cy="132480"/>
              </p14:xfrm>
            </p:contentPart>
          </mc:Choice>
          <mc:Fallback xmlns="">
            <p:pic>
              <p:nvPicPr>
                <p:cNvPr id="703" name="Ink 702">
                  <a:extLst>
                    <a:ext uri="{FF2B5EF4-FFF2-40B4-BE49-F238E27FC236}">
                      <a16:creationId xmlns:a16="http://schemas.microsoft.com/office/drawing/2014/main" id="{FA08ABCF-676F-36D4-57CE-6542E18A955E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8725817" y="3326691"/>
                  <a:ext cx="2156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704" name="Ink 703">
                  <a:extLst>
                    <a:ext uri="{FF2B5EF4-FFF2-40B4-BE49-F238E27FC236}">
                      <a16:creationId xmlns:a16="http://schemas.microsoft.com/office/drawing/2014/main" id="{E311503E-782A-B029-546A-333D6D18AD05}"/>
                    </a:ext>
                  </a:extLst>
                </p14:cNvPr>
                <p14:cNvContentPartPr/>
                <p14:nvPr/>
              </p14:nvContentPartPr>
              <p14:xfrm>
                <a:off x="8860817" y="3243171"/>
                <a:ext cx="67680" cy="121680"/>
              </p14:xfrm>
            </p:contentPart>
          </mc:Choice>
          <mc:Fallback xmlns="">
            <p:pic>
              <p:nvPicPr>
                <p:cNvPr id="704" name="Ink 703">
                  <a:extLst>
                    <a:ext uri="{FF2B5EF4-FFF2-40B4-BE49-F238E27FC236}">
                      <a16:creationId xmlns:a16="http://schemas.microsoft.com/office/drawing/2014/main" id="{E311503E-782A-B029-546A-333D6D18AD05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8856497" y="3238851"/>
                  <a:ext cx="763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705" name="Ink 704">
                  <a:extLst>
                    <a:ext uri="{FF2B5EF4-FFF2-40B4-BE49-F238E27FC236}">
                      <a16:creationId xmlns:a16="http://schemas.microsoft.com/office/drawing/2014/main" id="{599CC600-CCEA-3E0C-90F9-F65A15526996}"/>
                    </a:ext>
                  </a:extLst>
                </p14:cNvPr>
                <p14:cNvContentPartPr/>
                <p14:nvPr/>
              </p14:nvContentPartPr>
              <p14:xfrm>
                <a:off x="8983577" y="3293211"/>
                <a:ext cx="97920" cy="114120"/>
              </p14:xfrm>
            </p:contentPart>
          </mc:Choice>
          <mc:Fallback xmlns="">
            <p:pic>
              <p:nvPicPr>
                <p:cNvPr id="705" name="Ink 704">
                  <a:extLst>
                    <a:ext uri="{FF2B5EF4-FFF2-40B4-BE49-F238E27FC236}">
                      <a16:creationId xmlns:a16="http://schemas.microsoft.com/office/drawing/2014/main" id="{599CC600-CCEA-3E0C-90F9-F65A15526996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8979257" y="3288891"/>
                  <a:ext cx="1065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706" name="Ink 705">
                  <a:extLst>
                    <a:ext uri="{FF2B5EF4-FFF2-40B4-BE49-F238E27FC236}">
                      <a16:creationId xmlns:a16="http://schemas.microsoft.com/office/drawing/2014/main" id="{60554F50-39D1-1FB5-BB5A-70ACABE0F1CD}"/>
                    </a:ext>
                  </a:extLst>
                </p14:cNvPr>
                <p14:cNvContentPartPr/>
                <p14:nvPr/>
              </p14:nvContentPartPr>
              <p14:xfrm>
                <a:off x="8969897" y="3242811"/>
                <a:ext cx="98640" cy="119880"/>
              </p14:xfrm>
            </p:contentPart>
          </mc:Choice>
          <mc:Fallback xmlns="">
            <p:pic>
              <p:nvPicPr>
                <p:cNvPr id="706" name="Ink 705">
                  <a:extLst>
                    <a:ext uri="{FF2B5EF4-FFF2-40B4-BE49-F238E27FC236}">
                      <a16:creationId xmlns:a16="http://schemas.microsoft.com/office/drawing/2014/main" id="{60554F50-39D1-1FB5-BB5A-70ACABE0F1CD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8965577" y="3238491"/>
                  <a:ext cx="1072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707" name="Ink 706">
                  <a:extLst>
                    <a:ext uri="{FF2B5EF4-FFF2-40B4-BE49-F238E27FC236}">
                      <a16:creationId xmlns:a16="http://schemas.microsoft.com/office/drawing/2014/main" id="{DAEBAC65-A399-078C-5989-8BF27D8CF94A}"/>
                    </a:ext>
                  </a:extLst>
                </p14:cNvPr>
                <p14:cNvContentPartPr/>
                <p14:nvPr/>
              </p14:nvContentPartPr>
              <p14:xfrm>
                <a:off x="9154577" y="3331011"/>
                <a:ext cx="296640" cy="329040"/>
              </p14:xfrm>
            </p:contentPart>
          </mc:Choice>
          <mc:Fallback xmlns="">
            <p:pic>
              <p:nvPicPr>
                <p:cNvPr id="707" name="Ink 706">
                  <a:extLst>
                    <a:ext uri="{FF2B5EF4-FFF2-40B4-BE49-F238E27FC236}">
                      <a16:creationId xmlns:a16="http://schemas.microsoft.com/office/drawing/2014/main" id="{DAEBAC65-A399-078C-5989-8BF27D8CF94A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9150257" y="3326691"/>
                  <a:ext cx="3052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708" name="Ink 707">
                  <a:extLst>
                    <a:ext uri="{FF2B5EF4-FFF2-40B4-BE49-F238E27FC236}">
                      <a16:creationId xmlns:a16="http://schemas.microsoft.com/office/drawing/2014/main" id="{8012DE80-6FFC-B31D-07B6-CD2348EB8E81}"/>
                    </a:ext>
                  </a:extLst>
                </p14:cNvPr>
                <p14:cNvContentPartPr/>
                <p14:nvPr/>
              </p14:nvContentPartPr>
              <p14:xfrm>
                <a:off x="9633737" y="3341811"/>
                <a:ext cx="136440" cy="98280"/>
              </p14:xfrm>
            </p:contentPart>
          </mc:Choice>
          <mc:Fallback xmlns="">
            <p:pic>
              <p:nvPicPr>
                <p:cNvPr id="708" name="Ink 707">
                  <a:extLst>
                    <a:ext uri="{FF2B5EF4-FFF2-40B4-BE49-F238E27FC236}">
                      <a16:creationId xmlns:a16="http://schemas.microsoft.com/office/drawing/2014/main" id="{8012DE80-6FFC-B31D-07B6-CD2348EB8E81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9629417" y="3337491"/>
                  <a:ext cx="1450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709" name="Ink 708">
                  <a:extLst>
                    <a:ext uri="{FF2B5EF4-FFF2-40B4-BE49-F238E27FC236}">
                      <a16:creationId xmlns:a16="http://schemas.microsoft.com/office/drawing/2014/main" id="{CF1D6826-8739-BAA8-8E03-075A9D504978}"/>
                    </a:ext>
                  </a:extLst>
                </p14:cNvPr>
                <p14:cNvContentPartPr/>
                <p14:nvPr/>
              </p14:nvContentPartPr>
              <p14:xfrm>
                <a:off x="9775217" y="3265131"/>
                <a:ext cx="57240" cy="115200"/>
              </p14:xfrm>
            </p:contentPart>
          </mc:Choice>
          <mc:Fallback xmlns="">
            <p:pic>
              <p:nvPicPr>
                <p:cNvPr id="709" name="Ink 708">
                  <a:extLst>
                    <a:ext uri="{FF2B5EF4-FFF2-40B4-BE49-F238E27FC236}">
                      <a16:creationId xmlns:a16="http://schemas.microsoft.com/office/drawing/2014/main" id="{CF1D6826-8739-BAA8-8E03-075A9D504978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9770897" y="3260811"/>
                  <a:ext cx="658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710" name="Ink 709">
                  <a:extLst>
                    <a:ext uri="{FF2B5EF4-FFF2-40B4-BE49-F238E27FC236}">
                      <a16:creationId xmlns:a16="http://schemas.microsoft.com/office/drawing/2014/main" id="{4EB53D6A-2CF4-FDE7-6E0C-5ECC1143BA40}"/>
                    </a:ext>
                  </a:extLst>
                </p14:cNvPr>
                <p14:cNvContentPartPr/>
                <p14:nvPr/>
              </p14:nvContentPartPr>
              <p14:xfrm>
                <a:off x="9851537" y="3302211"/>
                <a:ext cx="306720" cy="390960"/>
              </p14:xfrm>
            </p:contentPart>
          </mc:Choice>
          <mc:Fallback xmlns="">
            <p:pic>
              <p:nvPicPr>
                <p:cNvPr id="710" name="Ink 709">
                  <a:extLst>
                    <a:ext uri="{FF2B5EF4-FFF2-40B4-BE49-F238E27FC236}">
                      <a16:creationId xmlns:a16="http://schemas.microsoft.com/office/drawing/2014/main" id="{4EB53D6A-2CF4-FDE7-6E0C-5ECC1143BA40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9847217" y="3297891"/>
                  <a:ext cx="31536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711" name="Ink 710">
                  <a:extLst>
                    <a:ext uri="{FF2B5EF4-FFF2-40B4-BE49-F238E27FC236}">
                      <a16:creationId xmlns:a16="http://schemas.microsoft.com/office/drawing/2014/main" id="{40602CA2-2730-44F5-ED84-B94183261193}"/>
                    </a:ext>
                  </a:extLst>
                </p14:cNvPr>
                <p14:cNvContentPartPr/>
                <p14:nvPr/>
              </p14:nvContentPartPr>
              <p14:xfrm>
                <a:off x="9546257" y="3076131"/>
                <a:ext cx="180360" cy="113760"/>
              </p14:xfrm>
            </p:contentPart>
          </mc:Choice>
          <mc:Fallback xmlns="">
            <p:pic>
              <p:nvPicPr>
                <p:cNvPr id="711" name="Ink 710">
                  <a:extLst>
                    <a:ext uri="{FF2B5EF4-FFF2-40B4-BE49-F238E27FC236}">
                      <a16:creationId xmlns:a16="http://schemas.microsoft.com/office/drawing/2014/main" id="{40602CA2-2730-44F5-ED84-B94183261193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9541937" y="3071811"/>
                  <a:ext cx="18900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1" name="Group 720">
            <a:extLst>
              <a:ext uri="{FF2B5EF4-FFF2-40B4-BE49-F238E27FC236}">
                <a16:creationId xmlns:a16="http://schemas.microsoft.com/office/drawing/2014/main" id="{39FE86B6-311F-065E-07C7-F5DC2CCC1321}"/>
              </a:ext>
            </a:extLst>
          </p:cNvPr>
          <p:cNvGrpSpPr/>
          <p:nvPr/>
        </p:nvGrpSpPr>
        <p:grpSpPr>
          <a:xfrm>
            <a:off x="4288817" y="4093131"/>
            <a:ext cx="919080" cy="283320"/>
            <a:chOff x="4288817" y="4093131"/>
            <a:chExt cx="919080" cy="28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713" name="Ink 712">
                  <a:extLst>
                    <a:ext uri="{FF2B5EF4-FFF2-40B4-BE49-F238E27FC236}">
                      <a16:creationId xmlns:a16="http://schemas.microsoft.com/office/drawing/2014/main" id="{84EFE63D-25DF-66B0-3737-1B5C2C03F181}"/>
                    </a:ext>
                  </a:extLst>
                </p14:cNvPr>
                <p14:cNvContentPartPr/>
                <p14:nvPr/>
              </p14:nvContentPartPr>
              <p14:xfrm>
                <a:off x="4441457" y="4093131"/>
                <a:ext cx="33480" cy="260280"/>
              </p14:xfrm>
            </p:contentPart>
          </mc:Choice>
          <mc:Fallback xmlns="">
            <p:pic>
              <p:nvPicPr>
                <p:cNvPr id="713" name="Ink 712">
                  <a:extLst>
                    <a:ext uri="{FF2B5EF4-FFF2-40B4-BE49-F238E27FC236}">
                      <a16:creationId xmlns:a16="http://schemas.microsoft.com/office/drawing/2014/main" id="{84EFE63D-25DF-66B0-3737-1B5C2C03F181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4437137" y="4088811"/>
                  <a:ext cx="421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714" name="Ink 713">
                  <a:extLst>
                    <a:ext uri="{FF2B5EF4-FFF2-40B4-BE49-F238E27FC236}">
                      <a16:creationId xmlns:a16="http://schemas.microsoft.com/office/drawing/2014/main" id="{2CFA9C94-4A26-808D-C47B-8108E16ADCD1}"/>
                    </a:ext>
                  </a:extLst>
                </p14:cNvPr>
                <p14:cNvContentPartPr/>
                <p14:nvPr/>
              </p14:nvContentPartPr>
              <p14:xfrm>
                <a:off x="4451897" y="4138131"/>
                <a:ext cx="129600" cy="20520"/>
              </p14:xfrm>
            </p:contentPart>
          </mc:Choice>
          <mc:Fallback xmlns="">
            <p:pic>
              <p:nvPicPr>
                <p:cNvPr id="714" name="Ink 713">
                  <a:extLst>
                    <a:ext uri="{FF2B5EF4-FFF2-40B4-BE49-F238E27FC236}">
                      <a16:creationId xmlns:a16="http://schemas.microsoft.com/office/drawing/2014/main" id="{2CFA9C94-4A26-808D-C47B-8108E16ADCD1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4447577" y="4133811"/>
                  <a:ext cx="1382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715" name="Ink 714">
                  <a:extLst>
                    <a:ext uri="{FF2B5EF4-FFF2-40B4-BE49-F238E27FC236}">
                      <a16:creationId xmlns:a16="http://schemas.microsoft.com/office/drawing/2014/main" id="{D4D25264-47CB-FAF1-94EE-16FA322D6C31}"/>
                    </a:ext>
                  </a:extLst>
                </p14:cNvPr>
                <p14:cNvContentPartPr/>
                <p14:nvPr/>
              </p14:nvContentPartPr>
              <p14:xfrm>
                <a:off x="4354337" y="4212291"/>
                <a:ext cx="159120" cy="25920"/>
              </p14:xfrm>
            </p:contentPart>
          </mc:Choice>
          <mc:Fallback xmlns="">
            <p:pic>
              <p:nvPicPr>
                <p:cNvPr id="715" name="Ink 714">
                  <a:extLst>
                    <a:ext uri="{FF2B5EF4-FFF2-40B4-BE49-F238E27FC236}">
                      <a16:creationId xmlns:a16="http://schemas.microsoft.com/office/drawing/2014/main" id="{D4D25264-47CB-FAF1-94EE-16FA322D6C31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4350017" y="4207971"/>
                  <a:ext cx="1677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716" name="Ink 715">
                  <a:extLst>
                    <a:ext uri="{FF2B5EF4-FFF2-40B4-BE49-F238E27FC236}">
                      <a16:creationId xmlns:a16="http://schemas.microsoft.com/office/drawing/2014/main" id="{F9FBC203-3A03-9DE4-E0AF-6AEF3DA57497}"/>
                    </a:ext>
                  </a:extLst>
                </p14:cNvPr>
                <p14:cNvContentPartPr/>
                <p14:nvPr/>
              </p14:nvContentPartPr>
              <p14:xfrm>
                <a:off x="4288817" y="4332171"/>
                <a:ext cx="260280" cy="360"/>
              </p14:xfrm>
            </p:contentPart>
          </mc:Choice>
          <mc:Fallback xmlns="">
            <p:pic>
              <p:nvPicPr>
                <p:cNvPr id="716" name="Ink 715">
                  <a:extLst>
                    <a:ext uri="{FF2B5EF4-FFF2-40B4-BE49-F238E27FC236}">
                      <a16:creationId xmlns:a16="http://schemas.microsoft.com/office/drawing/2014/main" id="{F9FBC203-3A03-9DE4-E0AF-6AEF3DA57497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4284497" y="4327851"/>
                  <a:ext cx="2689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717" name="Ink 716">
                  <a:extLst>
                    <a:ext uri="{FF2B5EF4-FFF2-40B4-BE49-F238E27FC236}">
                      <a16:creationId xmlns:a16="http://schemas.microsoft.com/office/drawing/2014/main" id="{F23C2A2E-A814-9CAB-66DD-DCEFD6AF5162}"/>
                    </a:ext>
                  </a:extLst>
                </p14:cNvPr>
                <p14:cNvContentPartPr/>
                <p14:nvPr/>
              </p14:nvContentPartPr>
              <p14:xfrm>
                <a:off x="4571777" y="4116531"/>
                <a:ext cx="295200" cy="227160"/>
              </p14:xfrm>
            </p:contentPart>
          </mc:Choice>
          <mc:Fallback xmlns=""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F23C2A2E-A814-9CAB-66DD-DCEFD6AF5162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4567457" y="4112211"/>
                  <a:ext cx="3038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718" name="Ink 717">
                  <a:extLst>
                    <a:ext uri="{FF2B5EF4-FFF2-40B4-BE49-F238E27FC236}">
                      <a16:creationId xmlns:a16="http://schemas.microsoft.com/office/drawing/2014/main" id="{57AF2B18-3311-5D55-1973-66C794DC13F9}"/>
                    </a:ext>
                  </a:extLst>
                </p14:cNvPr>
                <p14:cNvContentPartPr/>
                <p14:nvPr/>
              </p14:nvContentPartPr>
              <p14:xfrm>
                <a:off x="4898297" y="4134891"/>
                <a:ext cx="216720" cy="241560"/>
              </p14:xfrm>
            </p:contentPart>
          </mc:Choice>
          <mc:Fallback xmlns="">
            <p:pic>
              <p:nvPicPr>
                <p:cNvPr id="718" name="Ink 717">
                  <a:extLst>
                    <a:ext uri="{FF2B5EF4-FFF2-40B4-BE49-F238E27FC236}">
                      <a16:creationId xmlns:a16="http://schemas.microsoft.com/office/drawing/2014/main" id="{57AF2B18-3311-5D55-1973-66C794DC13F9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4893977" y="4130571"/>
                  <a:ext cx="2253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719" name="Ink 718">
                  <a:extLst>
                    <a:ext uri="{FF2B5EF4-FFF2-40B4-BE49-F238E27FC236}">
                      <a16:creationId xmlns:a16="http://schemas.microsoft.com/office/drawing/2014/main" id="{8F994040-07D6-FD10-BA30-E53E9EC70F4D}"/>
                    </a:ext>
                  </a:extLst>
                </p14:cNvPr>
                <p14:cNvContentPartPr/>
                <p14:nvPr/>
              </p14:nvContentPartPr>
              <p14:xfrm>
                <a:off x="5203217" y="4223811"/>
                <a:ext cx="4680" cy="360"/>
              </p14:xfrm>
            </p:contentPart>
          </mc:Choice>
          <mc:Fallback xmlns="">
            <p:pic>
              <p:nvPicPr>
                <p:cNvPr id="719" name="Ink 718">
                  <a:extLst>
                    <a:ext uri="{FF2B5EF4-FFF2-40B4-BE49-F238E27FC236}">
                      <a16:creationId xmlns:a16="http://schemas.microsoft.com/office/drawing/2014/main" id="{8F994040-07D6-FD10-BA30-E53E9EC70F4D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5198897" y="4219491"/>
                  <a:ext cx="133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720" name="Ink 719">
                  <a:extLst>
                    <a:ext uri="{FF2B5EF4-FFF2-40B4-BE49-F238E27FC236}">
                      <a16:creationId xmlns:a16="http://schemas.microsoft.com/office/drawing/2014/main" id="{FBDF14A9-5B3A-E801-F014-85B3830DC1BD}"/>
                    </a:ext>
                  </a:extLst>
                </p14:cNvPr>
                <p14:cNvContentPartPr/>
                <p14:nvPr/>
              </p14:nvContentPartPr>
              <p14:xfrm>
                <a:off x="5159657" y="4342971"/>
                <a:ext cx="29880" cy="11520"/>
              </p14:xfrm>
            </p:contentPart>
          </mc:Choice>
          <mc:Fallback xmlns="">
            <p:pic>
              <p:nvPicPr>
                <p:cNvPr id="720" name="Ink 719">
                  <a:extLst>
                    <a:ext uri="{FF2B5EF4-FFF2-40B4-BE49-F238E27FC236}">
                      <a16:creationId xmlns:a16="http://schemas.microsoft.com/office/drawing/2014/main" id="{FBDF14A9-5B3A-E801-F014-85B3830DC1BD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5155337" y="4338651"/>
                  <a:ext cx="3852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5" name="Group 744">
            <a:extLst>
              <a:ext uri="{FF2B5EF4-FFF2-40B4-BE49-F238E27FC236}">
                <a16:creationId xmlns:a16="http://schemas.microsoft.com/office/drawing/2014/main" id="{C1963A3C-C7F3-6D71-D8DD-C32F9A6376EA}"/>
              </a:ext>
            </a:extLst>
          </p:cNvPr>
          <p:cNvGrpSpPr/>
          <p:nvPr/>
        </p:nvGrpSpPr>
        <p:grpSpPr>
          <a:xfrm>
            <a:off x="5529737" y="3962451"/>
            <a:ext cx="2680560" cy="774000"/>
            <a:chOff x="5529737" y="3962451"/>
            <a:chExt cx="2680560" cy="77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722" name="Ink 721">
                  <a:extLst>
                    <a:ext uri="{FF2B5EF4-FFF2-40B4-BE49-F238E27FC236}">
                      <a16:creationId xmlns:a16="http://schemas.microsoft.com/office/drawing/2014/main" id="{5E9F53C1-8571-EF1F-C5B9-060BC5DF17CF}"/>
                    </a:ext>
                  </a:extLst>
                </p14:cNvPr>
                <p14:cNvContentPartPr/>
                <p14:nvPr/>
              </p14:nvContentPartPr>
              <p14:xfrm>
                <a:off x="5529737" y="4177731"/>
                <a:ext cx="434160" cy="178560"/>
              </p14:xfrm>
            </p:contentPart>
          </mc:Choice>
          <mc:Fallback xmlns="">
            <p:pic>
              <p:nvPicPr>
                <p:cNvPr id="722" name="Ink 721">
                  <a:extLst>
                    <a:ext uri="{FF2B5EF4-FFF2-40B4-BE49-F238E27FC236}">
                      <a16:creationId xmlns:a16="http://schemas.microsoft.com/office/drawing/2014/main" id="{5E9F53C1-8571-EF1F-C5B9-060BC5DF17CF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5525417" y="4173411"/>
                  <a:ext cx="4428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723" name="Ink 722">
                  <a:extLst>
                    <a:ext uri="{FF2B5EF4-FFF2-40B4-BE49-F238E27FC236}">
                      <a16:creationId xmlns:a16="http://schemas.microsoft.com/office/drawing/2014/main" id="{E8691AC4-B1BB-8F38-662E-235BFA730F6C}"/>
                    </a:ext>
                  </a:extLst>
                </p14:cNvPr>
                <p14:cNvContentPartPr/>
                <p14:nvPr/>
              </p14:nvContentPartPr>
              <p14:xfrm>
                <a:off x="5931497" y="4164051"/>
                <a:ext cx="121320" cy="169920"/>
              </p14:xfrm>
            </p:contentPart>
          </mc:Choice>
          <mc:Fallback xmlns="">
            <p:pic>
              <p:nvPicPr>
                <p:cNvPr id="723" name="Ink 722">
                  <a:extLst>
                    <a:ext uri="{FF2B5EF4-FFF2-40B4-BE49-F238E27FC236}">
                      <a16:creationId xmlns:a16="http://schemas.microsoft.com/office/drawing/2014/main" id="{E8691AC4-B1BB-8F38-662E-235BFA730F6C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5927177" y="4159731"/>
                  <a:ext cx="1299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724" name="Ink 723">
                  <a:extLst>
                    <a:ext uri="{FF2B5EF4-FFF2-40B4-BE49-F238E27FC236}">
                      <a16:creationId xmlns:a16="http://schemas.microsoft.com/office/drawing/2014/main" id="{2F80F292-BA8F-8B9B-0C80-41FBA829BA1C}"/>
                    </a:ext>
                  </a:extLst>
                </p14:cNvPr>
                <p14:cNvContentPartPr/>
                <p14:nvPr/>
              </p14:nvContentPartPr>
              <p14:xfrm>
                <a:off x="6052457" y="4005651"/>
                <a:ext cx="259920" cy="317160"/>
              </p14:xfrm>
            </p:contentPart>
          </mc:Choice>
          <mc:Fallback xmlns="">
            <p:pic>
              <p:nvPicPr>
                <p:cNvPr id="724" name="Ink 723">
                  <a:extLst>
                    <a:ext uri="{FF2B5EF4-FFF2-40B4-BE49-F238E27FC236}">
                      <a16:creationId xmlns:a16="http://schemas.microsoft.com/office/drawing/2014/main" id="{2F80F292-BA8F-8B9B-0C80-41FBA829BA1C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6048137" y="4001331"/>
                  <a:ext cx="26856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725" name="Ink 724">
                  <a:extLst>
                    <a:ext uri="{FF2B5EF4-FFF2-40B4-BE49-F238E27FC236}">
                      <a16:creationId xmlns:a16="http://schemas.microsoft.com/office/drawing/2014/main" id="{C7539639-C51D-F558-AF33-DCB9C1C0E87B}"/>
                    </a:ext>
                  </a:extLst>
                </p14:cNvPr>
                <p14:cNvContentPartPr/>
                <p14:nvPr/>
              </p14:nvContentPartPr>
              <p14:xfrm>
                <a:off x="6291857" y="3962451"/>
                <a:ext cx="934560" cy="364320"/>
              </p14:xfrm>
            </p:contentPart>
          </mc:Choice>
          <mc:Fallback xmlns="">
            <p:pic>
              <p:nvPicPr>
                <p:cNvPr id="725" name="Ink 724">
                  <a:extLst>
                    <a:ext uri="{FF2B5EF4-FFF2-40B4-BE49-F238E27FC236}">
                      <a16:creationId xmlns:a16="http://schemas.microsoft.com/office/drawing/2014/main" id="{C7539639-C51D-F558-AF33-DCB9C1C0E87B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6287537" y="3958131"/>
                  <a:ext cx="94320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726" name="Ink 725">
                  <a:extLst>
                    <a:ext uri="{FF2B5EF4-FFF2-40B4-BE49-F238E27FC236}">
                      <a16:creationId xmlns:a16="http://schemas.microsoft.com/office/drawing/2014/main" id="{6A65B51E-97A5-75AA-8E83-44C5848A1A47}"/>
                    </a:ext>
                  </a:extLst>
                </p14:cNvPr>
                <p14:cNvContentPartPr/>
                <p14:nvPr/>
              </p14:nvContentPartPr>
              <p14:xfrm>
                <a:off x="7358537" y="4037331"/>
                <a:ext cx="336600" cy="243360"/>
              </p14:xfrm>
            </p:contentPart>
          </mc:Choice>
          <mc:Fallback xmlns="">
            <p:pic>
              <p:nvPicPr>
                <p:cNvPr id="726" name="Ink 725">
                  <a:extLst>
                    <a:ext uri="{FF2B5EF4-FFF2-40B4-BE49-F238E27FC236}">
                      <a16:creationId xmlns:a16="http://schemas.microsoft.com/office/drawing/2014/main" id="{6A65B51E-97A5-75AA-8E83-44C5848A1A47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7354217" y="4033011"/>
                  <a:ext cx="3452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727" name="Ink 726">
                  <a:extLst>
                    <a:ext uri="{FF2B5EF4-FFF2-40B4-BE49-F238E27FC236}">
                      <a16:creationId xmlns:a16="http://schemas.microsoft.com/office/drawing/2014/main" id="{4D264F79-4F5B-C633-10A4-7421491662EB}"/>
                    </a:ext>
                  </a:extLst>
                </p14:cNvPr>
                <p14:cNvContentPartPr/>
                <p14:nvPr/>
              </p14:nvContentPartPr>
              <p14:xfrm>
                <a:off x="5541257" y="4467171"/>
                <a:ext cx="1266840" cy="250200"/>
              </p14:xfrm>
            </p:contentPart>
          </mc:Choice>
          <mc:Fallback xmlns="">
            <p:pic>
              <p:nvPicPr>
                <p:cNvPr id="727" name="Ink 726">
                  <a:extLst>
                    <a:ext uri="{FF2B5EF4-FFF2-40B4-BE49-F238E27FC236}">
                      <a16:creationId xmlns:a16="http://schemas.microsoft.com/office/drawing/2014/main" id="{4D264F79-4F5B-C633-10A4-7421491662EB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5536937" y="4462851"/>
                  <a:ext cx="12754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728" name="Ink 727">
                  <a:extLst>
                    <a:ext uri="{FF2B5EF4-FFF2-40B4-BE49-F238E27FC236}">
                      <a16:creationId xmlns:a16="http://schemas.microsoft.com/office/drawing/2014/main" id="{F07012E4-4A31-40F0-0089-06B193AE24BC}"/>
                    </a:ext>
                  </a:extLst>
                </p14:cNvPr>
                <p14:cNvContentPartPr/>
                <p14:nvPr/>
              </p14:nvContentPartPr>
              <p14:xfrm>
                <a:off x="6812417" y="4582371"/>
                <a:ext cx="162360" cy="132840"/>
              </p14:xfrm>
            </p:contentPart>
          </mc:Choice>
          <mc:Fallback xmlns="">
            <p:pic>
              <p:nvPicPr>
                <p:cNvPr id="728" name="Ink 727">
                  <a:extLst>
                    <a:ext uri="{FF2B5EF4-FFF2-40B4-BE49-F238E27FC236}">
                      <a16:creationId xmlns:a16="http://schemas.microsoft.com/office/drawing/2014/main" id="{F07012E4-4A31-40F0-0089-06B193AE24BC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6808097" y="4578051"/>
                  <a:ext cx="1710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729" name="Ink 728">
                  <a:extLst>
                    <a:ext uri="{FF2B5EF4-FFF2-40B4-BE49-F238E27FC236}">
                      <a16:creationId xmlns:a16="http://schemas.microsoft.com/office/drawing/2014/main" id="{D8A82727-54FD-FDF4-6138-4726D0C5F09C}"/>
                    </a:ext>
                  </a:extLst>
                </p14:cNvPr>
                <p14:cNvContentPartPr/>
                <p14:nvPr/>
              </p14:nvContentPartPr>
              <p14:xfrm>
                <a:off x="6977657" y="4419651"/>
                <a:ext cx="33480" cy="292320"/>
              </p14:xfrm>
            </p:contentPart>
          </mc:Choice>
          <mc:Fallback xmlns=""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D8A82727-54FD-FDF4-6138-4726D0C5F09C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6973337" y="4415331"/>
                  <a:ext cx="421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730" name="Ink 729">
                  <a:extLst>
                    <a:ext uri="{FF2B5EF4-FFF2-40B4-BE49-F238E27FC236}">
                      <a16:creationId xmlns:a16="http://schemas.microsoft.com/office/drawing/2014/main" id="{83839918-2897-AE97-B30B-5476351C6D1E}"/>
                    </a:ext>
                  </a:extLst>
                </p14:cNvPr>
                <p14:cNvContentPartPr/>
                <p14:nvPr/>
              </p14:nvContentPartPr>
              <p14:xfrm>
                <a:off x="7217057" y="4465371"/>
                <a:ext cx="195120" cy="30960"/>
              </p14:xfrm>
            </p:contentPart>
          </mc:Choice>
          <mc:Fallback xmlns="">
            <p:pic>
              <p:nvPicPr>
                <p:cNvPr id="730" name="Ink 729">
                  <a:extLst>
                    <a:ext uri="{FF2B5EF4-FFF2-40B4-BE49-F238E27FC236}">
                      <a16:creationId xmlns:a16="http://schemas.microsoft.com/office/drawing/2014/main" id="{83839918-2897-AE97-B30B-5476351C6D1E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7212737" y="4460691"/>
                  <a:ext cx="2037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731" name="Ink 730">
                  <a:extLst>
                    <a:ext uri="{FF2B5EF4-FFF2-40B4-BE49-F238E27FC236}">
                      <a16:creationId xmlns:a16="http://schemas.microsoft.com/office/drawing/2014/main" id="{220D08A4-8890-AE9D-0821-F7F3F7A33632}"/>
                    </a:ext>
                  </a:extLst>
                </p14:cNvPr>
                <p14:cNvContentPartPr/>
                <p14:nvPr/>
              </p14:nvContentPartPr>
              <p14:xfrm>
                <a:off x="7238297" y="4517571"/>
                <a:ext cx="142200" cy="191520"/>
              </p14:xfrm>
            </p:contentPart>
          </mc:Choice>
          <mc:Fallback xmlns="">
            <p:pic>
              <p:nvPicPr>
                <p:cNvPr id="731" name="Ink 730">
                  <a:extLst>
                    <a:ext uri="{FF2B5EF4-FFF2-40B4-BE49-F238E27FC236}">
                      <a16:creationId xmlns:a16="http://schemas.microsoft.com/office/drawing/2014/main" id="{220D08A4-8890-AE9D-0821-F7F3F7A33632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7233977" y="4512891"/>
                  <a:ext cx="150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732" name="Ink 731">
                  <a:extLst>
                    <a:ext uri="{FF2B5EF4-FFF2-40B4-BE49-F238E27FC236}">
                      <a16:creationId xmlns:a16="http://schemas.microsoft.com/office/drawing/2014/main" id="{17D5A243-7791-0656-825B-55C27729647C}"/>
                    </a:ext>
                  </a:extLst>
                </p14:cNvPr>
                <p14:cNvContentPartPr/>
                <p14:nvPr/>
              </p14:nvContentPartPr>
              <p14:xfrm>
                <a:off x="7467617" y="4486611"/>
                <a:ext cx="98640" cy="30960"/>
              </p14:xfrm>
            </p:contentPart>
          </mc:Choice>
          <mc:Fallback xmlns="">
            <p:pic>
              <p:nvPicPr>
                <p:cNvPr id="732" name="Ink 731">
                  <a:extLst>
                    <a:ext uri="{FF2B5EF4-FFF2-40B4-BE49-F238E27FC236}">
                      <a16:creationId xmlns:a16="http://schemas.microsoft.com/office/drawing/2014/main" id="{17D5A243-7791-0656-825B-55C27729647C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7463297" y="4482291"/>
                  <a:ext cx="1072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733" name="Ink 732">
                  <a:extLst>
                    <a:ext uri="{FF2B5EF4-FFF2-40B4-BE49-F238E27FC236}">
                      <a16:creationId xmlns:a16="http://schemas.microsoft.com/office/drawing/2014/main" id="{7746BDD2-28DF-BD0A-5A8E-1EB3C7048C00}"/>
                    </a:ext>
                  </a:extLst>
                </p14:cNvPr>
                <p14:cNvContentPartPr/>
                <p14:nvPr/>
              </p14:nvContentPartPr>
              <p14:xfrm>
                <a:off x="7467257" y="4506771"/>
                <a:ext cx="167400" cy="229680"/>
              </p14:xfrm>
            </p:contentPart>
          </mc:Choice>
          <mc:Fallback xmlns="">
            <p:pic>
              <p:nvPicPr>
                <p:cNvPr id="733" name="Ink 732">
                  <a:extLst>
                    <a:ext uri="{FF2B5EF4-FFF2-40B4-BE49-F238E27FC236}">
                      <a16:creationId xmlns:a16="http://schemas.microsoft.com/office/drawing/2014/main" id="{7746BDD2-28DF-BD0A-5A8E-1EB3C7048C00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7462937" y="4502451"/>
                  <a:ext cx="1760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735" name="Ink 734">
                  <a:extLst>
                    <a:ext uri="{FF2B5EF4-FFF2-40B4-BE49-F238E27FC236}">
                      <a16:creationId xmlns:a16="http://schemas.microsoft.com/office/drawing/2014/main" id="{23C33F1E-25CF-4F0F-7218-136867495E42}"/>
                    </a:ext>
                  </a:extLst>
                </p14:cNvPr>
                <p14:cNvContentPartPr/>
                <p14:nvPr/>
              </p14:nvContentPartPr>
              <p14:xfrm>
                <a:off x="7870457" y="4310211"/>
                <a:ext cx="238320" cy="22320"/>
              </p14:xfrm>
            </p:contentPart>
          </mc:Choice>
          <mc:Fallback xmlns="">
            <p:pic>
              <p:nvPicPr>
                <p:cNvPr id="735" name="Ink 734">
                  <a:extLst>
                    <a:ext uri="{FF2B5EF4-FFF2-40B4-BE49-F238E27FC236}">
                      <a16:creationId xmlns:a16="http://schemas.microsoft.com/office/drawing/2014/main" id="{23C33F1E-25CF-4F0F-7218-136867495E42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7866137" y="4305891"/>
                  <a:ext cx="246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736" name="Ink 735">
                  <a:extLst>
                    <a:ext uri="{FF2B5EF4-FFF2-40B4-BE49-F238E27FC236}">
                      <a16:creationId xmlns:a16="http://schemas.microsoft.com/office/drawing/2014/main" id="{EB139DD4-4710-8241-68F3-897D8207F291}"/>
                    </a:ext>
                  </a:extLst>
                </p14:cNvPr>
                <p14:cNvContentPartPr/>
                <p14:nvPr/>
              </p14:nvContentPartPr>
              <p14:xfrm>
                <a:off x="7892057" y="4367451"/>
                <a:ext cx="230040" cy="9000"/>
              </p14:xfrm>
            </p:contentPart>
          </mc:Choice>
          <mc:Fallback xmlns="">
            <p:pic>
              <p:nvPicPr>
                <p:cNvPr id="736" name="Ink 735">
                  <a:extLst>
                    <a:ext uri="{FF2B5EF4-FFF2-40B4-BE49-F238E27FC236}">
                      <a16:creationId xmlns:a16="http://schemas.microsoft.com/office/drawing/2014/main" id="{EB139DD4-4710-8241-68F3-897D8207F291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7887737" y="4363131"/>
                  <a:ext cx="23868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737" name="Ink 736">
                  <a:extLst>
                    <a:ext uri="{FF2B5EF4-FFF2-40B4-BE49-F238E27FC236}">
                      <a16:creationId xmlns:a16="http://schemas.microsoft.com/office/drawing/2014/main" id="{CCC709C3-8323-8B12-F335-59882611CEC6}"/>
                    </a:ext>
                  </a:extLst>
                </p14:cNvPr>
                <p14:cNvContentPartPr/>
                <p14:nvPr/>
              </p14:nvContentPartPr>
              <p14:xfrm>
                <a:off x="8114537" y="4256211"/>
                <a:ext cx="95760" cy="178920"/>
              </p14:xfrm>
            </p:contentPart>
          </mc:Choice>
          <mc:Fallback xmlns="">
            <p:pic>
              <p:nvPicPr>
                <p:cNvPr id="737" name="Ink 736">
                  <a:extLst>
                    <a:ext uri="{FF2B5EF4-FFF2-40B4-BE49-F238E27FC236}">
                      <a16:creationId xmlns:a16="http://schemas.microsoft.com/office/drawing/2014/main" id="{CCC709C3-8323-8B12-F335-59882611CEC6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8110217" y="4251891"/>
                  <a:ext cx="10440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2" name="Group 771">
            <a:extLst>
              <a:ext uri="{FF2B5EF4-FFF2-40B4-BE49-F238E27FC236}">
                <a16:creationId xmlns:a16="http://schemas.microsoft.com/office/drawing/2014/main" id="{F237C7BE-49B1-4D10-46F5-58CD3EEE568C}"/>
              </a:ext>
            </a:extLst>
          </p:cNvPr>
          <p:cNvGrpSpPr/>
          <p:nvPr/>
        </p:nvGrpSpPr>
        <p:grpSpPr>
          <a:xfrm>
            <a:off x="8455817" y="3853371"/>
            <a:ext cx="1952640" cy="467640"/>
            <a:chOff x="8455817" y="3853371"/>
            <a:chExt cx="1952640" cy="46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759" name="Ink 758">
                  <a:extLst>
                    <a:ext uri="{FF2B5EF4-FFF2-40B4-BE49-F238E27FC236}">
                      <a16:creationId xmlns:a16="http://schemas.microsoft.com/office/drawing/2014/main" id="{75862FEC-714D-B6C1-43DA-EC2EA8AAD0AB}"/>
                    </a:ext>
                  </a:extLst>
                </p14:cNvPr>
                <p14:cNvContentPartPr/>
                <p14:nvPr/>
              </p14:nvContentPartPr>
              <p14:xfrm>
                <a:off x="8455817" y="4048851"/>
                <a:ext cx="142560" cy="143640"/>
              </p14:xfrm>
            </p:contentPart>
          </mc:Choice>
          <mc:Fallback xmlns="">
            <p:pic>
              <p:nvPicPr>
                <p:cNvPr id="759" name="Ink 758">
                  <a:extLst>
                    <a:ext uri="{FF2B5EF4-FFF2-40B4-BE49-F238E27FC236}">
                      <a16:creationId xmlns:a16="http://schemas.microsoft.com/office/drawing/2014/main" id="{75862FEC-714D-B6C1-43DA-EC2EA8AAD0AB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8451497" y="4044531"/>
                  <a:ext cx="1512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760" name="Ink 759">
                  <a:extLst>
                    <a:ext uri="{FF2B5EF4-FFF2-40B4-BE49-F238E27FC236}">
                      <a16:creationId xmlns:a16="http://schemas.microsoft.com/office/drawing/2014/main" id="{F57807A3-26D3-CEA6-0C27-D47A2D292B3E}"/>
                    </a:ext>
                  </a:extLst>
                </p14:cNvPr>
                <p14:cNvContentPartPr/>
                <p14:nvPr/>
              </p14:nvContentPartPr>
              <p14:xfrm>
                <a:off x="8610257" y="4121931"/>
                <a:ext cx="137160" cy="37080"/>
              </p14:xfrm>
            </p:contentPart>
          </mc:Choice>
          <mc:Fallback xmlns="">
            <p:pic>
              <p:nvPicPr>
                <p:cNvPr id="760" name="Ink 759">
                  <a:extLst>
                    <a:ext uri="{FF2B5EF4-FFF2-40B4-BE49-F238E27FC236}">
                      <a16:creationId xmlns:a16="http://schemas.microsoft.com/office/drawing/2014/main" id="{F57807A3-26D3-CEA6-0C27-D47A2D292B3E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8605937" y="4117611"/>
                  <a:ext cx="1458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761" name="Ink 760">
                  <a:extLst>
                    <a:ext uri="{FF2B5EF4-FFF2-40B4-BE49-F238E27FC236}">
                      <a16:creationId xmlns:a16="http://schemas.microsoft.com/office/drawing/2014/main" id="{960EAAD4-1CAD-AA6A-C4BE-03E7B6A5A260}"/>
                    </a:ext>
                  </a:extLst>
                </p14:cNvPr>
                <p14:cNvContentPartPr/>
                <p14:nvPr/>
              </p14:nvContentPartPr>
              <p14:xfrm>
                <a:off x="8653457" y="4125531"/>
                <a:ext cx="77040" cy="195480"/>
              </p14:xfrm>
            </p:contentPart>
          </mc:Choice>
          <mc:Fallback xmlns="">
            <p:pic>
              <p:nvPicPr>
                <p:cNvPr id="761" name="Ink 760">
                  <a:extLst>
                    <a:ext uri="{FF2B5EF4-FFF2-40B4-BE49-F238E27FC236}">
                      <a16:creationId xmlns:a16="http://schemas.microsoft.com/office/drawing/2014/main" id="{960EAAD4-1CAD-AA6A-C4BE-03E7B6A5A260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8649137" y="4121211"/>
                  <a:ext cx="856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762" name="Ink 761">
                  <a:extLst>
                    <a:ext uri="{FF2B5EF4-FFF2-40B4-BE49-F238E27FC236}">
                      <a16:creationId xmlns:a16="http://schemas.microsoft.com/office/drawing/2014/main" id="{4E8D0F9D-A0BF-C2DC-D1F2-7E31D85A7214}"/>
                    </a:ext>
                  </a:extLst>
                </p14:cNvPr>
                <p14:cNvContentPartPr/>
                <p14:nvPr/>
              </p14:nvContentPartPr>
              <p14:xfrm>
                <a:off x="8795657" y="4121571"/>
                <a:ext cx="92160" cy="25560"/>
              </p14:xfrm>
            </p:contentPart>
          </mc:Choice>
          <mc:Fallback xmlns="">
            <p:pic>
              <p:nvPicPr>
                <p:cNvPr id="762" name="Ink 761">
                  <a:extLst>
                    <a:ext uri="{FF2B5EF4-FFF2-40B4-BE49-F238E27FC236}">
                      <a16:creationId xmlns:a16="http://schemas.microsoft.com/office/drawing/2014/main" id="{4E8D0F9D-A0BF-C2DC-D1F2-7E31D85A7214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8791337" y="4117251"/>
                  <a:ext cx="100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763" name="Ink 762">
                  <a:extLst>
                    <a:ext uri="{FF2B5EF4-FFF2-40B4-BE49-F238E27FC236}">
                      <a16:creationId xmlns:a16="http://schemas.microsoft.com/office/drawing/2014/main" id="{D7460CEB-9D9F-AA07-7B88-92A769145BF0}"/>
                    </a:ext>
                  </a:extLst>
                </p14:cNvPr>
                <p14:cNvContentPartPr/>
                <p14:nvPr/>
              </p14:nvContentPartPr>
              <p14:xfrm>
                <a:off x="8827697" y="4125531"/>
                <a:ext cx="95400" cy="161640"/>
              </p14:xfrm>
            </p:contentPart>
          </mc:Choice>
          <mc:Fallback xmlns="">
            <p:pic>
              <p:nvPicPr>
                <p:cNvPr id="763" name="Ink 762">
                  <a:extLst>
                    <a:ext uri="{FF2B5EF4-FFF2-40B4-BE49-F238E27FC236}">
                      <a16:creationId xmlns:a16="http://schemas.microsoft.com/office/drawing/2014/main" id="{D7460CEB-9D9F-AA07-7B88-92A769145BF0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8823377" y="4121211"/>
                  <a:ext cx="1040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764" name="Ink 763">
                  <a:extLst>
                    <a:ext uri="{FF2B5EF4-FFF2-40B4-BE49-F238E27FC236}">
                      <a16:creationId xmlns:a16="http://schemas.microsoft.com/office/drawing/2014/main" id="{0109C3FF-CFF7-3F45-B721-B40D172E1834}"/>
                    </a:ext>
                  </a:extLst>
                </p14:cNvPr>
                <p14:cNvContentPartPr/>
                <p14:nvPr/>
              </p14:nvContentPartPr>
              <p14:xfrm>
                <a:off x="9056657" y="4015731"/>
                <a:ext cx="227520" cy="23400"/>
              </p14:xfrm>
            </p:contentPart>
          </mc:Choice>
          <mc:Fallback xmlns="">
            <p:pic>
              <p:nvPicPr>
                <p:cNvPr id="764" name="Ink 763">
                  <a:extLst>
                    <a:ext uri="{FF2B5EF4-FFF2-40B4-BE49-F238E27FC236}">
                      <a16:creationId xmlns:a16="http://schemas.microsoft.com/office/drawing/2014/main" id="{0109C3FF-CFF7-3F45-B721-B40D172E1834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9052337" y="4011411"/>
                  <a:ext cx="236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765" name="Ink 764">
                  <a:extLst>
                    <a:ext uri="{FF2B5EF4-FFF2-40B4-BE49-F238E27FC236}">
                      <a16:creationId xmlns:a16="http://schemas.microsoft.com/office/drawing/2014/main" id="{D6FFFCC8-8F04-10F5-3FFF-7EFADABAAEC3}"/>
                    </a:ext>
                  </a:extLst>
                </p14:cNvPr>
                <p14:cNvContentPartPr/>
                <p14:nvPr/>
              </p14:nvContentPartPr>
              <p14:xfrm>
                <a:off x="9132977" y="4081971"/>
                <a:ext cx="205920" cy="360"/>
              </p14:xfrm>
            </p:contentPart>
          </mc:Choice>
          <mc:Fallback xmlns="">
            <p:pic>
              <p:nvPicPr>
                <p:cNvPr id="765" name="Ink 764">
                  <a:extLst>
                    <a:ext uri="{FF2B5EF4-FFF2-40B4-BE49-F238E27FC236}">
                      <a16:creationId xmlns:a16="http://schemas.microsoft.com/office/drawing/2014/main" id="{D6FFFCC8-8F04-10F5-3FFF-7EFADABAAEC3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9128657" y="4077651"/>
                  <a:ext cx="2145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766" name="Ink 765">
                  <a:extLst>
                    <a:ext uri="{FF2B5EF4-FFF2-40B4-BE49-F238E27FC236}">
                      <a16:creationId xmlns:a16="http://schemas.microsoft.com/office/drawing/2014/main" id="{7F8285E3-B23D-9F76-4347-B95116CFE8B1}"/>
                    </a:ext>
                  </a:extLst>
                </p14:cNvPr>
                <p14:cNvContentPartPr/>
                <p14:nvPr/>
              </p14:nvContentPartPr>
              <p14:xfrm>
                <a:off x="9587297" y="3853371"/>
                <a:ext cx="68400" cy="229680"/>
              </p14:xfrm>
            </p:contentPart>
          </mc:Choice>
          <mc:Fallback xmlns="">
            <p:pic>
              <p:nvPicPr>
                <p:cNvPr id="766" name="Ink 765">
                  <a:extLst>
                    <a:ext uri="{FF2B5EF4-FFF2-40B4-BE49-F238E27FC236}">
                      <a16:creationId xmlns:a16="http://schemas.microsoft.com/office/drawing/2014/main" id="{7F8285E3-B23D-9F76-4347-B95116CFE8B1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9582977" y="3849051"/>
                  <a:ext cx="770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767" name="Ink 766">
                  <a:extLst>
                    <a:ext uri="{FF2B5EF4-FFF2-40B4-BE49-F238E27FC236}">
                      <a16:creationId xmlns:a16="http://schemas.microsoft.com/office/drawing/2014/main" id="{E29C8D20-B807-E280-9EE4-24272EB18EB4}"/>
                    </a:ext>
                  </a:extLst>
                </p14:cNvPr>
                <p14:cNvContentPartPr/>
                <p14:nvPr/>
              </p14:nvContentPartPr>
              <p14:xfrm>
                <a:off x="9742457" y="3885411"/>
                <a:ext cx="249840" cy="219960"/>
              </p14:xfrm>
            </p:contentPart>
          </mc:Choice>
          <mc:Fallback xmlns="">
            <p:pic>
              <p:nvPicPr>
                <p:cNvPr id="767" name="Ink 766">
                  <a:extLst>
                    <a:ext uri="{FF2B5EF4-FFF2-40B4-BE49-F238E27FC236}">
                      <a16:creationId xmlns:a16="http://schemas.microsoft.com/office/drawing/2014/main" id="{E29C8D20-B807-E280-9EE4-24272EB18EB4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9738137" y="3881091"/>
                  <a:ext cx="2584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768" name="Ink 767">
                  <a:extLst>
                    <a:ext uri="{FF2B5EF4-FFF2-40B4-BE49-F238E27FC236}">
                      <a16:creationId xmlns:a16="http://schemas.microsoft.com/office/drawing/2014/main" id="{447536C2-169A-AF66-FECB-36593EBAF39F}"/>
                    </a:ext>
                  </a:extLst>
                </p14:cNvPr>
                <p14:cNvContentPartPr/>
                <p14:nvPr/>
              </p14:nvContentPartPr>
              <p14:xfrm>
                <a:off x="10014977" y="4038771"/>
                <a:ext cx="33840" cy="113040"/>
              </p14:xfrm>
            </p:contentPart>
          </mc:Choice>
          <mc:Fallback xmlns="">
            <p:pic>
              <p:nvPicPr>
                <p:cNvPr id="768" name="Ink 767">
                  <a:extLst>
                    <a:ext uri="{FF2B5EF4-FFF2-40B4-BE49-F238E27FC236}">
                      <a16:creationId xmlns:a16="http://schemas.microsoft.com/office/drawing/2014/main" id="{447536C2-169A-AF66-FECB-36593EBAF39F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010657" y="4034451"/>
                  <a:ext cx="424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769" name="Ink 768">
                  <a:extLst>
                    <a:ext uri="{FF2B5EF4-FFF2-40B4-BE49-F238E27FC236}">
                      <a16:creationId xmlns:a16="http://schemas.microsoft.com/office/drawing/2014/main" id="{63828A8E-0B51-791E-C6F0-D60AA55A7490}"/>
                    </a:ext>
                  </a:extLst>
                </p14:cNvPr>
                <p14:cNvContentPartPr/>
                <p14:nvPr/>
              </p14:nvContentPartPr>
              <p14:xfrm>
                <a:off x="10090937" y="3944451"/>
                <a:ext cx="219240" cy="182880"/>
              </p14:xfrm>
            </p:contentPart>
          </mc:Choice>
          <mc:Fallback xmlns="">
            <p:pic>
              <p:nvPicPr>
                <p:cNvPr id="769" name="Ink 768">
                  <a:extLst>
                    <a:ext uri="{FF2B5EF4-FFF2-40B4-BE49-F238E27FC236}">
                      <a16:creationId xmlns:a16="http://schemas.microsoft.com/office/drawing/2014/main" id="{63828A8E-0B51-791E-C6F0-D60AA55A749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0086617" y="3940131"/>
                  <a:ext cx="2278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770" name="Ink 769">
                  <a:extLst>
                    <a:ext uri="{FF2B5EF4-FFF2-40B4-BE49-F238E27FC236}">
                      <a16:creationId xmlns:a16="http://schemas.microsoft.com/office/drawing/2014/main" id="{A30A585A-4CA1-3FB9-715F-E503F9CDFBD9}"/>
                    </a:ext>
                  </a:extLst>
                </p14:cNvPr>
                <p14:cNvContentPartPr/>
                <p14:nvPr/>
              </p14:nvContentPartPr>
              <p14:xfrm>
                <a:off x="10319537" y="3864171"/>
                <a:ext cx="88920" cy="260640"/>
              </p14:xfrm>
            </p:contentPart>
          </mc:Choice>
          <mc:Fallback xmlns="">
            <p:pic>
              <p:nvPicPr>
                <p:cNvPr id="770" name="Ink 769">
                  <a:extLst>
                    <a:ext uri="{FF2B5EF4-FFF2-40B4-BE49-F238E27FC236}">
                      <a16:creationId xmlns:a16="http://schemas.microsoft.com/office/drawing/2014/main" id="{A30A585A-4CA1-3FB9-715F-E503F9CDFBD9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315217" y="3859851"/>
                  <a:ext cx="97560" cy="26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4" name="Group 783">
            <a:extLst>
              <a:ext uri="{FF2B5EF4-FFF2-40B4-BE49-F238E27FC236}">
                <a16:creationId xmlns:a16="http://schemas.microsoft.com/office/drawing/2014/main" id="{B1FE077E-AADD-0EBA-F67C-81A7BC18D454}"/>
              </a:ext>
            </a:extLst>
          </p:cNvPr>
          <p:cNvGrpSpPr/>
          <p:nvPr/>
        </p:nvGrpSpPr>
        <p:grpSpPr>
          <a:xfrm>
            <a:off x="8652017" y="4593171"/>
            <a:ext cx="828360" cy="261000"/>
            <a:chOff x="8652017" y="4593171"/>
            <a:chExt cx="828360" cy="26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773" name="Ink 772">
                  <a:extLst>
                    <a:ext uri="{FF2B5EF4-FFF2-40B4-BE49-F238E27FC236}">
                      <a16:creationId xmlns:a16="http://schemas.microsoft.com/office/drawing/2014/main" id="{4E9BA748-96C5-04CF-2609-17B62B77AB42}"/>
                    </a:ext>
                  </a:extLst>
                </p14:cNvPr>
                <p14:cNvContentPartPr/>
                <p14:nvPr/>
              </p14:nvContentPartPr>
              <p14:xfrm>
                <a:off x="8652017" y="4613691"/>
                <a:ext cx="200520" cy="131400"/>
              </p14:xfrm>
            </p:contentPart>
          </mc:Choice>
          <mc:Fallback xmlns="">
            <p:pic>
              <p:nvPicPr>
                <p:cNvPr id="773" name="Ink 772">
                  <a:extLst>
                    <a:ext uri="{FF2B5EF4-FFF2-40B4-BE49-F238E27FC236}">
                      <a16:creationId xmlns:a16="http://schemas.microsoft.com/office/drawing/2014/main" id="{4E9BA748-96C5-04CF-2609-17B62B77AB42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8647697" y="4609371"/>
                  <a:ext cx="2091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774" name="Ink 773">
                  <a:extLst>
                    <a:ext uri="{FF2B5EF4-FFF2-40B4-BE49-F238E27FC236}">
                      <a16:creationId xmlns:a16="http://schemas.microsoft.com/office/drawing/2014/main" id="{50E4A722-F840-9698-E370-95C4111174CD}"/>
                    </a:ext>
                  </a:extLst>
                </p14:cNvPr>
                <p14:cNvContentPartPr/>
                <p14:nvPr/>
              </p14:nvContentPartPr>
              <p14:xfrm>
                <a:off x="8893217" y="4693611"/>
                <a:ext cx="88200" cy="30960"/>
              </p14:xfrm>
            </p:contentPart>
          </mc:Choice>
          <mc:Fallback xmlns="">
            <p:pic>
              <p:nvPicPr>
                <p:cNvPr id="774" name="Ink 773">
                  <a:extLst>
                    <a:ext uri="{FF2B5EF4-FFF2-40B4-BE49-F238E27FC236}">
                      <a16:creationId xmlns:a16="http://schemas.microsoft.com/office/drawing/2014/main" id="{50E4A722-F840-9698-E370-95C4111174CD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888897" y="4689291"/>
                  <a:ext cx="968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775" name="Ink 774">
                  <a:extLst>
                    <a:ext uri="{FF2B5EF4-FFF2-40B4-BE49-F238E27FC236}">
                      <a16:creationId xmlns:a16="http://schemas.microsoft.com/office/drawing/2014/main" id="{DAC17298-55C2-28FA-1EDA-D87EDF440ECE}"/>
                    </a:ext>
                  </a:extLst>
                </p14:cNvPr>
                <p14:cNvContentPartPr/>
                <p14:nvPr/>
              </p14:nvContentPartPr>
              <p14:xfrm>
                <a:off x="8904377" y="4724211"/>
                <a:ext cx="76320" cy="129960"/>
              </p14:xfrm>
            </p:contentPart>
          </mc:Choice>
          <mc:Fallback xmlns="">
            <p:pic>
              <p:nvPicPr>
                <p:cNvPr id="775" name="Ink 774">
                  <a:extLst>
                    <a:ext uri="{FF2B5EF4-FFF2-40B4-BE49-F238E27FC236}">
                      <a16:creationId xmlns:a16="http://schemas.microsoft.com/office/drawing/2014/main" id="{DAC17298-55C2-28FA-1EDA-D87EDF440ECE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8900057" y="4719891"/>
                  <a:ext cx="849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776" name="Ink 775">
                  <a:extLst>
                    <a:ext uri="{FF2B5EF4-FFF2-40B4-BE49-F238E27FC236}">
                      <a16:creationId xmlns:a16="http://schemas.microsoft.com/office/drawing/2014/main" id="{37D23A2C-EDD0-D845-62C6-270BCE74CF1D}"/>
                    </a:ext>
                  </a:extLst>
                </p14:cNvPr>
                <p14:cNvContentPartPr/>
                <p14:nvPr/>
              </p14:nvContentPartPr>
              <p14:xfrm>
                <a:off x="9002297" y="4710891"/>
                <a:ext cx="99360" cy="35640"/>
              </p14:xfrm>
            </p:contentPart>
          </mc:Choice>
          <mc:Fallback xmlns="">
            <p:pic>
              <p:nvPicPr>
                <p:cNvPr id="776" name="Ink 775">
                  <a:extLst>
                    <a:ext uri="{FF2B5EF4-FFF2-40B4-BE49-F238E27FC236}">
                      <a16:creationId xmlns:a16="http://schemas.microsoft.com/office/drawing/2014/main" id="{37D23A2C-EDD0-D845-62C6-270BCE74CF1D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8997977" y="4706571"/>
                  <a:ext cx="1080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777" name="Ink 776">
                  <a:extLst>
                    <a:ext uri="{FF2B5EF4-FFF2-40B4-BE49-F238E27FC236}">
                      <a16:creationId xmlns:a16="http://schemas.microsoft.com/office/drawing/2014/main" id="{BBC772F5-E554-E469-EE7C-FF3F6EF4FF30}"/>
                    </a:ext>
                  </a:extLst>
                </p14:cNvPr>
                <p14:cNvContentPartPr/>
                <p14:nvPr/>
              </p14:nvContentPartPr>
              <p14:xfrm>
                <a:off x="9056657" y="4724211"/>
                <a:ext cx="65160" cy="126720"/>
              </p14:xfrm>
            </p:contentPart>
          </mc:Choice>
          <mc:Fallback xmlns="">
            <p:pic>
              <p:nvPicPr>
                <p:cNvPr id="777" name="Ink 776">
                  <a:extLst>
                    <a:ext uri="{FF2B5EF4-FFF2-40B4-BE49-F238E27FC236}">
                      <a16:creationId xmlns:a16="http://schemas.microsoft.com/office/drawing/2014/main" id="{BBC772F5-E554-E469-EE7C-FF3F6EF4FF30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9052337" y="4719891"/>
                  <a:ext cx="738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778" name="Ink 777">
                  <a:extLst>
                    <a:ext uri="{FF2B5EF4-FFF2-40B4-BE49-F238E27FC236}">
                      <a16:creationId xmlns:a16="http://schemas.microsoft.com/office/drawing/2014/main" id="{335FFA30-D07A-CBBB-BA1C-9E349F9358F1}"/>
                    </a:ext>
                  </a:extLst>
                </p14:cNvPr>
                <p14:cNvContentPartPr/>
                <p14:nvPr/>
              </p14:nvContentPartPr>
              <p14:xfrm>
                <a:off x="9274457" y="4593171"/>
                <a:ext cx="205560" cy="44640"/>
              </p14:xfrm>
            </p:contentPart>
          </mc:Choice>
          <mc:Fallback xmlns="">
            <p:pic>
              <p:nvPicPr>
                <p:cNvPr id="778" name="Ink 777">
                  <a:extLst>
                    <a:ext uri="{FF2B5EF4-FFF2-40B4-BE49-F238E27FC236}">
                      <a16:creationId xmlns:a16="http://schemas.microsoft.com/office/drawing/2014/main" id="{335FFA30-D07A-CBBB-BA1C-9E349F9358F1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9270137" y="4588851"/>
                  <a:ext cx="2142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779" name="Ink 778">
                  <a:extLst>
                    <a:ext uri="{FF2B5EF4-FFF2-40B4-BE49-F238E27FC236}">
                      <a16:creationId xmlns:a16="http://schemas.microsoft.com/office/drawing/2014/main" id="{75D4338B-1E29-6B04-4D70-10A223855867}"/>
                    </a:ext>
                  </a:extLst>
                </p14:cNvPr>
                <p14:cNvContentPartPr/>
                <p14:nvPr/>
              </p14:nvContentPartPr>
              <p14:xfrm>
                <a:off x="9328817" y="4676331"/>
                <a:ext cx="151560" cy="4680"/>
              </p14:xfrm>
            </p:contentPart>
          </mc:Choice>
          <mc:Fallback xmlns="">
            <p:pic>
              <p:nvPicPr>
                <p:cNvPr id="779" name="Ink 778">
                  <a:extLst>
                    <a:ext uri="{FF2B5EF4-FFF2-40B4-BE49-F238E27FC236}">
                      <a16:creationId xmlns:a16="http://schemas.microsoft.com/office/drawing/2014/main" id="{75D4338B-1E29-6B04-4D70-10A223855867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9324497" y="4672011"/>
                  <a:ext cx="160200" cy="1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4" name="Group 793">
            <a:extLst>
              <a:ext uri="{FF2B5EF4-FFF2-40B4-BE49-F238E27FC236}">
                <a16:creationId xmlns:a16="http://schemas.microsoft.com/office/drawing/2014/main" id="{7E4700B8-CFFB-7867-C3F5-487ED9145F23}"/>
              </a:ext>
            </a:extLst>
          </p:cNvPr>
          <p:cNvGrpSpPr/>
          <p:nvPr/>
        </p:nvGrpSpPr>
        <p:grpSpPr>
          <a:xfrm>
            <a:off x="9773417" y="4408131"/>
            <a:ext cx="761760" cy="246600"/>
            <a:chOff x="9773417" y="4408131"/>
            <a:chExt cx="761760" cy="24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780" name="Ink 779">
                  <a:extLst>
                    <a:ext uri="{FF2B5EF4-FFF2-40B4-BE49-F238E27FC236}">
                      <a16:creationId xmlns:a16="http://schemas.microsoft.com/office/drawing/2014/main" id="{ADD69484-CB44-A140-8EEC-A5565A048730}"/>
                    </a:ext>
                  </a:extLst>
                </p14:cNvPr>
                <p14:cNvContentPartPr/>
                <p14:nvPr/>
              </p14:nvContentPartPr>
              <p14:xfrm>
                <a:off x="9773417" y="4408131"/>
                <a:ext cx="78120" cy="225360"/>
              </p14:xfrm>
            </p:contentPart>
          </mc:Choice>
          <mc:Fallback xmlns="">
            <p:pic>
              <p:nvPicPr>
                <p:cNvPr id="780" name="Ink 779">
                  <a:extLst>
                    <a:ext uri="{FF2B5EF4-FFF2-40B4-BE49-F238E27FC236}">
                      <a16:creationId xmlns:a16="http://schemas.microsoft.com/office/drawing/2014/main" id="{ADD69484-CB44-A140-8EEC-A5565A048730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769097" y="4403811"/>
                  <a:ext cx="867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781" name="Ink 780">
                  <a:extLst>
                    <a:ext uri="{FF2B5EF4-FFF2-40B4-BE49-F238E27FC236}">
                      <a16:creationId xmlns:a16="http://schemas.microsoft.com/office/drawing/2014/main" id="{41A09009-6805-78D4-9DFF-338D2DF3E24C}"/>
                    </a:ext>
                  </a:extLst>
                </p14:cNvPr>
                <p14:cNvContentPartPr/>
                <p14:nvPr/>
              </p14:nvContentPartPr>
              <p14:xfrm>
                <a:off x="9905897" y="4440531"/>
                <a:ext cx="195120" cy="154440"/>
              </p14:xfrm>
            </p:contentPart>
          </mc:Choice>
          <mc:Fallback xmlns="">
            <p:pic>
              <p:nvPicPr>
                <p:cNvPr id="781" name="Ink 780">
                  <a:extLst>
                    <a:ext uri="{FF2B5EF4-FFF2-40B4-BE49-F238E27FC236}">
                      <a16:creationId xmlns:a16="http://schemas.microsoft.com/office/drawing/2014/main" id="{41A09009-6805-78D4-9DFF-338D2DF3E24C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901577" y="4436211"/>
                  <a:ext cx="2037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782" name="Ink 781">
                  <a:extLst>
                    <a:ext uri="{FF2B5EF4-FFF2-40B4-BE49-F238E27FC236}">
                      <a16:creationId xmlns:a16="http://schemas.microsoft.com/office/drawing/2014/main" id="{4D52DFB8-3047-D40E-E0C6-7AD1D0402942}"/>
                    </a:ext>
                  </a:extLst>
                </p14:cNvPr>
                <p14:cNvContentPartPr/>
                <p14:nvPr/>
              </p14:nvContentPartPr>
              <p14:xfrm>
                <a:off x="10152497" y="4550331"/>
                <a:ext cx="47520" cy="104400"/>
              </p14:xfrm>
            </p:contentPart>
          </mc:Choice>
          <mc:Fallback xmlns="">
            <p:pic>
              <p:nvPicPr>
                <p:cNvPr id="782" name="Ink 781">
                  <a:extLst>
                    <a:ext uri="{FF2B5EF4-FFF2-40B4-BE49-F238E27FC236}">
                      <a16:creationId xmlns:a16="http://schemas.microsoft.com/office/drawing/2014/main" id="{4D52DFB8-3047-D40E-E0C6-7AD1D0402942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148177" y="4546011"/>
                  <a:ext cx="5616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785" name="Ink 784">
                  <a:extLst>
                    <a:ext uri="{FF2B5EF4-FFF2-40B4-BE49-F238E27FC236}">
                      <a16:creationId xmlns:a16="http://schemas.microsoft.com/office/drawing/2014/main" id="{35FB4E6A-230D-7895-8061-E9901007B7BA}"/>
                    </a:ext>
                  </a:extLst>
                </p14:cNvPr>
                <p14:cNvContentPartPr/>
                <p14:nvPr/>
              </p14:nvContentPartPr>
              <p14:xfrm>
                <a:off x="10296497" y="4408491"/>
                <a:ext cx="77040" cy="99000"/>
              </p14:xfrm>
            </p:contentPart>
          </mc:Choice>
          <mc:Fallback xmlns="">
            <p:pic>
              <p:nvPicPr>
                <p:cNvPr id="785" name="Ink 784">
                  <a:extLst>
                    <a:ext uri="{FF2B5EF4-FFF2-40B4-BE49-F238E27FC236}">
                      <a16:creationId xmlns:a16="http://schemas.microsoft.com/office/drawing/2014/main" id="{35FB4E6A-230D-7895-8061-E9901007B7B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292177" y="4404171"/>
                  <a:ext cx="856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786" name="Ink 785">
                  <a:extLst>
                    <a:ext uri="{FF2B5EF4-FFF2-40B4-BE49-F238E27FC236}">
                      <a16:creationId xmlns:a16="http://schemas.microsoft.com/office/drawing/2014/main" id="{29EA8D3B-6DA7-2D86-7D57-9E0B9DE16494}"/>
                    </a:ext>
                  </a:extLst>
                </p14:cNvPr>
                <p14:cNvContentPartPr/>
                <p14:nvPr/>
              </p14:nvContentPartPr>
              <p14:xfrm>
                <a:off x="10373897" y="4408491"/>
                <a:ext cx="360" cy="173520"/>
              </p14:xfrm>
            </p:contentPart>
          </mc:Choice>
          <mc:Fallback xmlns="">
            <p:pic>
              <p:nvPicPr>
                <p:cNvPr id="786" name="Ink 785">
                  <a:extLst>
                    <a:ext uri="{FF2B5EF4-FFF2-40B4-BE49-F238E27FC236}">
                      <a16:creationId xmlns:a16="http://schemas.microsoft.com/office/drawing/2014/main" id="{29EA8D3B-6DA7-2D86-7D57-9E0B9DE16494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369577" y="4404171"/>
                  <a:ext cx="90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787" name="Ink 786">
                  <a:extLst>
                    <a:ext uri="{FF2B5EF4-FFF2-40B4-BE49-F238E27FC236}">
                      <a16:creationId xmlns:a16="http://schemas.microsoft.com/office/drawing/2014/main" id="{C951448E-EBD8-8F2D-2670-25CC5AC17DFE}"/>
                    </a:ext>
                  </a:extLst>
                </p14:cNvPr>
                <p14:cNvContentPartPr/>
                <p14:nvPr/>
              </p14:nvContentPartPr>
              <p14:xfrm>
                <a:off x="10439057" y="4445571"/>
                <a:ext cx="4680" cy="6840"/>
              </p14:xfrm>
            </p:contentPart>
          </mc:Choice>
          <mc:Fallback xmlns="">
            <p:pic>
              <p:nvPicPr>
                <p:cNvPr id="787" name="Ink 786">
                  <a:extLst>
                    <a:ext uri="{FF2B5EF4-FFF2-40B4-BE49-F238E27FC236}">
                      <a16:creationId xmlns:a16="http://schemas.microsoft.com/office/drawing/2014/main" id="{C951448E-EBD8-8F2D-2670-25CC5AC17DF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0434737" y="4441251"/>
                  <a:ext cx="1332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788" name="Ink 787">
                  <a:extLst>
                    <a:ext uri="{FF2B5EF4-FFF2-40B4-BE49-F238E27FC236}">
                      <a16:creationId xmlns:a16="http://schemas.microsoft.com/office/drawing/2014/main" id="{C422D8DC-3B74-88AA-91DF-9AA757CA6F06}"/>
                    </a:ext>
                  </a:extLst>
                </p14:cNvPr>
                <p14:cNvContentPartPr/>
                <p14:nvPr/>
              </p14:nvContentPartPr>
              <p14:xfrm>
                <a:off x="10480097" y="4528371"/>
                <a:ext cx="55080" cy="94320"/>
              </p14:xfrm>
            </p:contentPart>
          </mc:Choice>
          <mc:Fallback xmlns="">
            <p:pic>
              <p:nvPicPr>
                <p:cNvPr id="788" name="Ink 787">
                  <a:extLst>
                    <a:ext uri="{FF2B5EF4-FFF2-40B4-BE49-F238E27FC236}">
                      <a16:creationId xmlns:a16="http://schemas.microsoft.com/office/drawing/2014/main" id="{C422D8DC-3B74-88AA-91DF-9AA757CA6F06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0475777" y="4524051"/>
                  <a:ext cx="6372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3" name="Group 792">
            <a:extLst>
              <a:ext uri="{FF2B5EF4-FFF2-40B4-BE49-F238E27FC236}">
                <a16:creationId xmlns:a16="http://schemas.microsoft.com/office/drawing/2014/main" id="{AF6DF46A-64EA-E2CF-0865-795044B66525}"/>
              </a:ext>
            </a:extLst>
          </p:cNvPr>
          <p:cNvGrpSpPr/>
          <p:nvPr/>
        </p:nvGrpSpPr>
        <p:grpSpPr>
          <a:xfrm>
            <a:off x="10744337" y="4277811"/>
            <a:ext cx="524520" cy="512640"/>
            <a:chOff x="10744337" y="4277811"/>
            <a:chExt cx="524520" cy="51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789" name="Ink 788">
                  <a:extLst>
                    <a:ext uri="{FF2B5EF4-FFF2-40B4-BE49-F238E27FC236}">
                      <a16:creationId xmlns:a16="http://schemas.microsoft.com/office/drawing/2014/main" id="{EB9ED17F-96AE-5B93-39E6-F0EC84E87FC9}"/>
                    </a:ext>
                  </a:extLst>
                </p14:cNvPr>
                <p14:cNvContentPartPr/>
                <p14:nvPr/>
              </p14:nvContentPartPr>
              <p14:xfrm>
                <a:off x="10744337" y="4323171"/>
                <a:ext cx="66240" cy="193320"/>
              </p14:xfrm>
            </p:contentPart>
          </mc:Choice>
          <mc:Fallback xmlns="">
            <p:pic>
              <p:nvPicPr>
                <p:cNvPr id="789" name="Ink 788">
                  <a:extLst>
                    <a:ext uri="{FF2B5EF4-FFF2-40B4-BE49-F238E27FC236}">
                      <a16:creationId xmlns:a16="http://schemas.microsoft.com/office/drawing/2014/main" id="{EB9ED17F-96AE-5B93-39E6-F0EC84E87FC9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740017" y="4318851"/>
                  <a:ext cx="748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790" name="Ink 789">
                  <a:extLst>
                    <a:ext uri="{FF2B5EF4-FFF2-40B4-BE49-F238E27FC236}">
                      <a16:creationId xmlns:a16="http://schemas.microsoft.com/office/drawing/2014/main" id="{6FC1B1D0-032C-F35E-A081-A18D5BC0C720}"/>
                    </a:ext>
                  </a:extLst>
                </p14:cNvPr>
                <p14:cNvContentPartPr/>
                <p14:nvPr/>
              </p14:nvContentPartPr>
              <p14:xfrm>
                <a:off x="10852697" y="4462851"/>
                <a:ext cx="12240" cy="97200"/>
              </p14:xfrm>
            </p:contentPart>
          </mc:Choice>
          <mc:Fallback xmlns="">
            <p:pic>
              <p:nvPicPr>
                <p:cNvPr id="790" name="Ink 789">
                  <a:extLst>
                    <a:ext uri="{FF2B5EF4-FFF2-40B4-BE49-F238E27FC236}">
                      <a16:creationId xmlns:a16="http://schemas.microsoft.com/office/drawing/2014/main" id="{6FC1B1D0-032C-F35E-A081-A18D5BC0C720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848377" y="4458531"/>
                  <a:ext cx="208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791" name="Ink 790">
                  <a:extLst>
                    <a:ext uri="{FF2B5EF4-FFF2-40B4-BE49-F238E27FC236}">
                      <a16:creationId xmlns:a16="http://schemas.microsoft.com/office/drawing/2014/main" id="{76A299C2-7306-4876-2B39-D8A04E5BB0FF}"/>
                    </a:ext>
                  </a:extLst>
                </p14:cNvPr>
                <p14:cNvContentPartPr/>
                <p14:nvPr/>
              </p14:nvContentPartPr>
              <p14:xfrm>
                <a:off x="10940177" y="4352691"/>
                <a:ext cx="144000" cy="112320"/>
              </p14:xfrm>
            </p:contentPart>
          </mc:Choice>
          <mc:Fallback xmlns="">
            <p:pic>
              <p:nvPicPr>
                <p:cNvPr id="791" name="Ink 790">
                  <a:extLst>
                    <a:ext uri="{FF2B5EF4-FFF2-40B4-BE49-F238E27FC236}">
                      <a16:creationId xmlns:a16="http://schemas.microsoft.com/office/drawing/2014/main" id="{76A299C2-7306-4876-2B39-D8A04E5BB0FF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0935857" y="4348371"/>
                  <a:ext cx="1526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792" name="Ink 791">
                  <a:extLst>
                    <a:ext uri="{FF2B5EF4-FFF2-40B4-BE49-F238E27FC236}">
                      <a16:creationId xmlns:a16="http://schemas.microsoft.com/office/drawing/2014/main" id="{CC1FCDA8-CA8F-D58F-B38B-B7A138C563E1}"/>
                    </a:ext>
                  </a:extLst>
                </p14:cNvPr>
                <p14:cNvContentPartPr/>
                <p14:nvPr/>
              </p14:nvContentPartPr>
              <p14:xfrm>
                <a:off x="11031977" y="4277811"/>
                <a:ext cx="236880" cy="512640"/>
              </p14:xfrm>
            </p:contentPart>
          </mc:Choice>
          <mc:Fallback xmlns="">
            <p:pic>
              <p:nvPicPr>
                <p:cNvPr id="792" name="Ink 791">
                  <a:extLst>
                    <a:ext uri="{FF2B5EF4-FFF2-40B4-BE49-F238E27FC236}">
                      <a16:creationId xmlns:a16="http://schemas.microsoft.com/office/drawing/2014/main" id="{CC1FCDA8-CA8F-D58F-B38B-B7A138C563E1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1027657" y="4273491"/>
                  <a:ext cx="245520" cy="52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1" name="Group 940">
            <a:extLst>
              <a:ext uri="{FF2B5EF4-FFF2-40B4-BE49-F238E27FC236}">
                <a16:creationId xmlns:a16="http://schemas.microsoft.com/office/drawing/2014/main" id="{EF4D2BD4-7B74-A3E7-0ABB-008971060809}"/>
              </a:ext>
            </a:extLst>
          </p:cNvPr>
          <p:cNvGrpSpPr/>
          <p:nvPr/>
        </p:nvGrpSpPr>
        <p:grpSpPr>
          <a:xfrm>
            <a:off x="4299617" y="5061531"/>
            <a:ext cx="7921440" cy="1904040"/>
            <a:chOff x="4299617" y="5061531"/>
            <a:chExt cx="7921440" cy="190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857" name="Ink 856">
                  <a:extLst>
                    <a:ext uri="{FF2B5EF4-FFF2-40B4-BE49-F238E27FC236}">
                      <a16:creationId xmlns:a16="http://schemas.microsoft.com/office/drawing/2014/main" id="{518F4094-3634-DFF8-D279-F5D3375BAC82}"/>
                    </a:ext>
                  </a:extLst>
                </p14:cNvPr>
                <p14:cNvContentPartPr/>
                <p14:nvPr/>
              </p14:nvContentPartPr>
              <p14:xfrm>
                <a:off x="8762537" y="5627811"/>
                <a:ext cx="34200" cy="201600"/>
              </p14:xfrm>
            </p:contentPart>
          </mc:Choice>
          <mc:Fallback xmlns="">
            <p:pic>
              <p:nvPicPr>
                <p:cNvPr id="857" name="Ink 856">
                  <a:extLst>
                    <a:ext uri="{FF2B5EF4-FFF2-40B4-BE49-F238E27FC236}">
                      <a16:creationId xmlns:a16="http://schemas.microsoft.com/office/drawing/2014/main" id="{518F4094-3634-DFF8-D279-F5D3375BAC82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758217" y="5623491"/>
                  <a:ext cx="428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858" name="Ink 857">
                  <a:extLst>
                    <a:ext uri="{FF2B5EF4-FFF2-40B4-BE49-F238E27FC236}">
                      <a16:creationId xmlns:a16="http://schemas.microsoft.com/office/drawing/2014/main" id="{5D5AE750-4400-4314-F6A6-51AC6C430584}"/>
                    </a:ext>
                  </a:extLst>
                </p14:cNvPr>
                <p14:cNvContentPartPr/>
                <p14:nvPr/>
              </p14:nvContentPartPr>
              <p14:xfrm>
                <a:off x="8802137" y="5497131"/>
                <a:ext cx="4680" cy="36360"/>
              </p14:xfrm>
            </p:contentPart>
          </mc:Choice>
          <mc:Fallback xmlns="">
            <p:pic>
              <p:nvPicPr>
                <p:cNvPr id="858" name="Ink 857">
                  <a:extLst>
                    <a:ext uri="{FF2B5EF4-FFF2-40B4-BE49-F238E27FC236}">
                      <a16:creationId xmlns:a16="http://schemas.microsoft.com/office/drawing/2014/main" id="{5D5AE750-4400-4314-F6A6-51AC6C430584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797817" y="5492811"/>
                  <a:ext cx="133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859" name="Ink 858">
                  <a:extLst>
                    <a:ext uri="{FF2B5EF4-FFF2-40B4-BE49-F238E27FC236}">
                      <a16:creationId xmlns:a16="http://schemas.microsoft.com/office/drawing/2014/main" id="{B4480EAA-DDAB-8BC7-D64D-F665F6415D96}"/>
                    </a:ext>
                  </a:extLst>
                </p14:cNvPr>
                <p14:cNvContentPartPr/>
                <p14:nvPr/>
              </p14:nvContentPartPr>
              <p14:xfrm>
                <a:off x="8795657" y="5627811"/>
                <a:ext cx="214560" cy="165960"/>
              </p14:xfrm>
            </p:contentPart>
          </mc:Choice>
          <mc:Fallback xmlns="">
            <p:pic>
              <p:nvPicPr>
                <p:cNvPr id="859" name="Ink 858">
                  <a:extLst>
                    <a:ext uri="{FF2B5EF4-FFF2-40B4-BE49-F238E27FC236}">
                      <a16:creationId xmlns:a16="http://schemas.microsoft.com/office/drawing/2014/main" id="{B4480EAA-DDAB-8BC7-D64D-F665F6415D96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791337" y="5623491"/>
                  <a:ext cx="2232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860" name="Ink 859">
                  <a:extLst>
                    <a:ext uri="{FF2B5EF4-FFF2-40B4-BE49-F238E27FC236}">
                      <a16:creationId xmlns:a16="http://schemas.microsoft.com/office/drawing/2014/main" id="{82EF22E2-8699-99A4-1B83-850B16406667}"/>
                    </a:ext>
                  </a:extLst>
                </p14:cNvPr>
                <p14:cNvContentPartPr/>
                <p14:nvPr/>
              </p14:nvContentPartPr>
              <p14:xfrm>
                <a:off x="9021017" y="5615931"/>
                <a:ext cx="143280" cy="144360"/>
              </p14:xfrm>
            </p:contentPart>
          </mc:Choice>
          <mc:Fallback xmlns="">
            <p:pic>
              <p:nvPicPr>
                <p:cNvPr id="860" name="Ink 859">
                  <a:extLst>
                    <a:ext uri="{FF2B5EF4-FFF2-40B4-BE49-F238E27FC236}">
                      <a16:creationId xmlns:a16="http://schemas.microsoft.com/office/drawing/2014/main" id="{82EF22E2-8699-99A4-1B83-850B16406667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016697" y="5611611"/>
                  <a:ext cx="1519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861" name="Ink 860">
                  <a:extLst>
                    <a:ext uri="{FF2B5EF4-FFF2-40B4-BE49-F238E27FC236}">
                      <a16:creationId xmlns:a16="http://schemas.microsoft.com/office/drawing/2014/main" id="{1B0B8972-C845-F6AD-E05D-31A943985F0B}"/>
                    </a:ext>
                  </a:extLst>
                </p14:cNvPr>
                <p14:cNvContentPartPr/>
                <p14:nvPr/>
              </p14:nvContentPartPr>
              <p14:xfrm>
                <a:off x="9176537" y="5464731"/>
                <a:ext cx="222840" cy="304200"/>
              </p14:xfrm>
            </p:contentPart>
          </mc:Choice>
          <mc:Fallback xmlns="">
            <p:pic>
              <p:nvPicPr>
                <p:cNvPr id="861" name="Ink 860">
                  <a:extLst>
                    <a:ext uri="{FF2B5EF4-FFF2-40B4-BE49-F238E27FC236}">
                      <a16:creationId xmlns:a16="http://schemas.microsoft.com/office/drawing/2014/main" id="{1B0B8972-C845-F6AD-E05D-31A943985F0B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9172217" y="5460411"/>
                  <a:ext cx="23148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862" name="Ink 861">
                  <a:extLst>
                    <a:ext uri="{FF2B5EF4-FFF2-40B4-BE49-F238E27FC236}">
                      <a16:creationId xmlns:a16="http://schemas.microsoft.com/office/drawing/2014/main" id="{33B4DB40-68F0-F6D5-5057-7B9BC257DEA2}"/>
                    </a:ext>
                  </a:extLst>
                </p14:cNvPr>
                <p14:cNvContentPartPr/>
                <p14:nvPr/>
              </p14:nvContentPartPr>
              <p14:xfrm>
                <a:off x="9350417" y="5617011"/>
                <a:ext cx="131400" cy="97200"/>
              </p14:xfrm>
            </p:contentPart>
          </mc:Choice>
          <mc:Fallback xmlns="">
            <p:pic>
              <p:nvPicPr>
                <p:cNvPr id="862" name="Ink 861">
                  <a:extLst>
                    <a:ext uri="{FF2B5EF4-FFF2-40B4-BE49-F238E27FC236}">
                      <a16:creationId xmlns:a16="http://schemas.microsoft.com/office/drawing/2014/main" id="{33B4DB40-68F0-F6D5-5057-7B9BC257DEA2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9346097" y="5612691"/>
                  <a:ext cx="1400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863" name="Ink 862">
                  <a:extLst>
                    <a:ext uri="{FF2B5EF4-FFF2-40B4-BE49-F238E27FC236}">
                      <a16:creationId xmlns:a16="http://schemas.microsoft.com/office/drawing/2014/main" id="{BA7AC15A-B7BD-2506-921D-E68B85C1C06B}"/>
                    </a:ext>
                  </a:extLst>
                </p14:cNvPr>
                <p14:cNvContentPartPr/>
                <p14:nvPr/>
              </p14:nvContentPartPr>
              <p14:xfrm>
                <a:off x="9341057" y="5660211"/>
                <a:ext cx="140400" cy="103680"/>
              </p14:xfrm>
            </p:contentPart>
          </mc:Choice>
          <mc:Fallback xmlns="">
            <p:pic>
              <p:nvPicPr>
                <p:cNvPr id="863" name="Ink 862">
                  <a:extLst>
                    <a:ext uri="{FF2B5EF4-FFF2-40B4-BE49-F238E27FC236}">
                      <a16:creationId xmlns:a16="http://schemas.microsoft.com/office/drawing/2014/main" id="{BA7AC15A-B7BD-2506-921D-E68B85C1C06B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336737" y="5655891"/>
                  <a:ext cx="1490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864" name="Ink 863">
                  <a:extLst>
                    <a:ext uri="{FF2B5EF4-FFF2-40B4-BE49-F238E27FC236}">
                      <a16:creationId xmlns:a16="http://schemas.microsoft.com/office/drawing/2014/main" id="{028F3FCF-8F49-EA6A-9FA9-B8E544E7672C}"/>
                    </a:ext>
                  </a:extLst>
                </p14:cNvPr>
                <p14:cNvContentPartPr/>
                <p14:nvPr/>
              </p14:nvContentPartPr>
              <p14:xfrm>
                <a:off x="9470297" y="5605491"/>
                <a:ext cx="238320" cy="33480"/>
              </p14:xfrm>
            </p:contentPart>
          </mc:Choice>
          <mc:Fallback xmlns="">
            <p:pic>
              <p:nvPicPr>
                <p:cNvPr id="864" name="Ink 863">
                  <a:extLst>
                    <a:ext uri="{FF2B5EF4-FFF2-40B4-BE49-F238E27FC236}">
                      <a16:creationId xmlns:a16="http://schemas.microsoft.com/office/drawing/2014/main" id="{028F3FCF-8F49-EA6A-9FA9-B8E544E7672C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465977" y="5601171"/>
                  <a:ext cx="2469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865" name="Ink 864">
                  <a:extLst>
                    <a:ext uri="{FF2B5EF4-FFF2-40B4-BE49-F238E27FC236}">
                      <a16:creationId xmlns:a16="http://schemas.microsoft.com/office/drawing/2014/main" id="{3D2B02B7-52E2-E6C1-28FE-91AEDF2429D0}"/>
                    </a:ext>
                  </a:extLst>
                </p14:cNvPr>
                <p14:cNvContentPartPr/>
                <p14:nvPr/>
              </p14:nvContentPartPr>
              <p14:xfrm>
                <a:off x="9546257" y="5646891"/>
                <a:ext cx="230040" cy="36360"/>
              </p14:xfrm>
            </p:contentPart>
          </mc:Choice>
          <mc:Fallback xmlns="">
            <p:pic>
              <p:nvPicPr>
                <p:cNvPr id="865" name="Ink 864">
                  <a:extLst>
                    <a:ext uri="{FF2B5EF4-FFF2-40B4-BE49-F238E27FC236}">
                      <a16:creationId xmlns:a16="http://schemas.microsoft.com/office/drawing/2014/main" id="{3D2B02B7-52E2-E6C1-28FE-91AEDF2429D0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541937" y="5642571"/>
                  <a:ext cx="2386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866" name="Ink 865">
                  <a:extLst>
                    <a:ext uri="{FF2B5EF4-FFF2-40B4-BE49-F238E27FC236}">
                      <a16:creationId xmlns:a16="http://schemas.microsoft.com/office/drawing/2014/main" id="{469B0147-652D-F31D-78A1-316661AB9BDF}"/>
                    </a:ext>
                  </a:extLst>
                </p14:cNvPr>
                <p14:cNvContentPartPr/>
                <p14:nvPr/>
              </p14:nvContentPartPr>
              <p14:xfrm>
                <a:off x="9807617" y="5424771"/>
                <a:ext cx="134280" cy="29160"/>
              </p14:xfrm>
            </p:contentPart>
          </mc:Choice>
          <mc:Fallback xmlns="">
            <p:pic>
              <p:nvPicPr>
                <p:cNvPr id="866" name="Ink 865">
                  <a:extLst>
                    <a:ext uri="{FF2B5EF4-FFF2-40B4-BE49-F238E27FC236}">
                      <a16:creationId xmlns:a16="http://schemas.microsoft.com/office/drawing/2014/main" id="{469B0147-652D-F31D-78A1-316661AB9BDF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803297" y="5420451"/>
                  <a:ext cx="1429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867" name="Ink 866">
                  <a:extLst>
                    <a:ext uri="{FF2B5EF4-FFF2-40B4-BE49-F238E27FC236}">
                      <a16:creationId xmlns:a16="http://schemas.microsoft.com/office/drawing/2014/main" id="{9F91BC22-7FDE-5D1E-DA95-CAA22975D21A}"/>
                    </a:ext>
                  </a:extLst>
                </p14:cNvPr>
                <p14:cNvContentPartPr/>
                <p14:nvPr/>
              </p14:nvContentPartPr>
              <p14:xfrm>
                <a:off x="9798977" y="5453571"/>
                <a:ext cx="97560" cy="198360"/>
              </p14:xfrm>
            </p:contentPart>
          </mc:Choice>
          <mc:Fallback xmlns="">
            <p:pic>
              <p:nvPicPr>
                <p:cNvPr id="867" name="Ink 866">
                  <a:extLst>
                    <a:ext uri="{FF2B5EF4-FFF2-40B4-BE49-F238E27FC236}">
                      <a16:creationId xmlns:a16="http://schemas.microsoft.com/office/drawing/2014/main" id="{9F91BC22-7FDE-5D1E-DA95-CAA22975D21A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794657" y="5448891"/>
                  <a:ext cx="1062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868" name="Ink 867">
                  <a:extLst>
                    <a:ext uri="{FF2B5EF4-FFF2-40B4-BE49-F238E27FC236}">
                      <a16:creationId xmlns:a16="http://schemas.microsoft.com/office/drawing/2014/main" id="{F937FB9A-AF16-7399-A819-47163E260B78}"/>
                    </a:ext>
                  </a:extLst>
                </p14:cNvPr>
                <p14:cNvContentPartPr/>
                <p14:nvPr/>
              </p14:nvContentPartPr>
              <p14:xfrm>
                <a:off x="9981857" y="5452491"/>
                <a:ext cx="173520" cy="12600"/>
              </p14:xfrm>
            </p:contentPart>
          </mc:Choice>
          <mc:Fallback xmlns="">
            <p:pic>
              <p:nvPicPr>
                <p:cNvPr id="868" name="Ink 867">
                  <a:extLst>
                    <a:ext uri="{FF2B5EF4-FFF2-40B4-BE49-F238E27FC236}">
                      <a16:creationId xmlns:a16="http://schemas.microsoft.com/office/drawing/2014/main" id="{F937FB9A-AF16-7399-A819-47163E260B78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9977537" y="5448171"/>
                  <a:ext cx="1821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869" name="Ink 868">
                  <a:extLst>
                    <a:ext uri="{FF2B5EF4-FFF2-40B4-BE49-F238E27FC236}">
                      <a16:creationId xmlns:a16="http://schemas.microsoft.com/office/drawing/2014/main" id="{43F2446B-E5B5-C57F-1EFB-0F26A8104413}"/>
                    </a:ext>
                  </a:extLst>
                </p14:cNvPr>
                <p14:cNvContentPartPr/>
                <p14:nvPr/>
              </p14:nvContentPartPr>
              <p14:xfrm>
                <a:off x="10048097" y="5475531"/>
                <a:ext cx="120600" cy="228240"/>
              </p14:xfrm>
            </p:contentPart>
          </mc:Choice>
          <mc:Fallback xmlns="">
            <p:pic>
              <p:nvPicPr>
                <p:cNvPr id="869" name="Ink 868">
                  <a:extLst>
                    <a:ext uri="{FF2B5EF4-FFF2-40B4-BE49-F238E27FC236}">
                      <a16:creationId xmlns:a16="http://schemas.microsoft.com/office/drawing/2014/main" id="{43F2446B-E5B5-C57F-1EFB-0F26A8104413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0043777" y="5471211"/>
                  <a:ext cx="1292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870" name="Ink 869">
                  <a:extLst>
                    <a:ext uri="{FF2B5EF4-FFF2-40B4-BE49-F238E27FC236}">
                      <a16:creationId xmlns:a16="http://schemas.microsoft.com/office/drawing/2014/main" id="{A4F2BCD3-AF6C-8EE6-3C70-127D0A79890C}"/>
                    </a:ext>
                  </a:extLst>
                </p14:cNvPr>
                <p14:cNvContentPartPr/>
                <p14:nvPr/>
              </p14:nvContentPartPr>
              <p14:xfrm>
                <a:off x="10319537" y="5627811"/>
                <a:ext cx="23040" cy="102240"/>
              </p14:xfrm>
            </p:contentPart>
          </mc:Choice>
          <mc:Fallback xmlns="">
            <p:pic>
              <p:nvPicPr>
                <p:cNvPr id="870" name="Ink 869">
                  <a:extLst>
                    <a:ext uri="{FF2B5EF4-FFF2-40B4-BE49-F238E27FC236}">
                      <a16:creationId xmlns:a16="http://schemas.microsoft.com/office/drawing/2014/main" id="{A4F2BCD3-AF6C-8EE6-3C70-127D0A79890C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0315217" y="5623491"/>
                  <a:ext cx="316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871" name="Ink 870">
                  <a:extLst>
                    <a:ext uri="{FF2B5EF4-FFF2-40B4-BE49-F238E27FC236}">
                      <a16:creationId xmlns:a16="http://schemas.microsoft.com/office/drawing/2014/main" id="{7F6EA358-DE1E-5E52-2FAF-13ACF90CEDA6}"/>
                    </a:ext>
                  </a:extLst>
                </p14:cNvPr>
                <p14:cNvContentPartPr/>
                <p14:nvPr/>
              </p14:nvContentPartPr>
              <p14:xfrm>
                <a:off x="10556417" y="5387691"/>
                <a:ext cx="273960" cy="197280"/>
              </p14:xfrm>
            </p:contentPart>
          </mc:Choice>
          <mc:Fallback xmlns="">
            <p:pic>
              <p:nvPicPr>
                <p:cNvPr id="871" name="Ink 870">
                  <a:extLst>
                    <a:ext uri="{FF2B5EF4-FFF2-40B4-BE49-F238E27FC236}">
                      <a16:creationId xmlns:a16="http://schemas.microsoft.com/office/drawing/2014/main" id="{7F6EA358-DE1E-5E52-2FAF-13ACF90CEDA6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0552097" y="5383371"/>
                  <a:ext cx="2826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872" name="Ink 871">
                  <a:extLst>
                    <a:ext uri="{FF2B5EF4-FFF2-40B4-BE49-F238E27FC236}">
                      <a16:creationId xmlns:a16="http://schemas.microsoft.com/office/drawing/2014/main" id="{E05107E7-9FB2-9A31-29EF-88177E048F60}"/>
                    </a:ext>
                  </a:extLst>
                </p14:cNvPr>
                <p14:cNvContentPartPr/>
                <p14:nvPr/>
              </p14:nvContentPartPr>
              <p14:xfrm>
                <a:off x="10882577" y="5462931"/>
                <a:ext cx="123480" cy="79560"/>
              </p14:xfrm>
            </p:contentPart>
          </mc:Choice>
          <mc:Fallback xmlns="">
            <p:pic>
              <p:nvPicPr>
                <p:cNvPr id="872" name="Ink 871">
                  <a:extLst>
                    <a:ext uri="{FF2B5EF4-FFF2-40B4-BE49-F238E27FC236}">
                      <a16:creationId xmlns:a16="http://schemas.microsoft.com/office/drawing/2014/main" id="{E05107E7-9FB2-9A31-29EF-88177E048F60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10878257" y="5458611"/>
                  <a:ext cx="1321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873" name="Ink 872">
                  <a:extLst>
                    <a:ext uri="{FF2B5EF4-FFF2-40B4-BE49-F238E27FC236}">
                      <a16:creationId xmlns:a16="http://schemas.microsoft.com/office/drawing/2014/main" id="{2FD3C8EF-B031-751A-0980-F1A338D59498}"/>
                    </a:ext>
                  </a:extLst>
                </p14:cNvPr>
                <p14:cNvContentPartPr/>
                <p14:nvPr/>
              </p14:nvContentPartPr>
              <p14:xfrm>
                <a:off x="10982657" y="5280771"/>
                <a:ext cx="485640" cy="262080"/>
              </p14:xfrm>
            </p:contentPart>
          </mc:Choice>
          <mc:Fallback xmlns="">
            <p:pic>
              <p:nvPicPr>
                <p:cNvPr id="873" name="Ink 872">
                  <a:extLst>
                    <a:ext uri="{FF2B5EF4-FFF2-40B4-BE49-F238E27FC236}">
                      <a16:creationId xmlns:a16="http://schemas.microsoft.com/office/drawing/2014/main" id="{2FD3C8EF-B031-751A-0980-F1A338D59498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0978337" y="5276451"/>
                  <a:ext cx="4942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874" name="Ink 873">
                  <a:extLst>
                    <a:ext uri="{FF2B5EF4-FFF2-40B4-BE49-F238E27FC236}">
                      <a16:creationId xmlns:a16="http://schemas.microsoft.com/office/drawing/2014/main" id="{0B102D0B-1D25-2DAD-2721-73780A726BB0}"/>
                    </a:ext>
                  </a:extLst>
                </p14:cNvPr>
                <p14:cNvContentPartPr/>
                <p14:nvPr/>
              </p14:nvContentPartPr>
              <p14:xfrm>
                <a:off x="11517257" y="5268891"/>
                <a:ext cx="243360" cy="271080"/>
              </p14:xfrm>
            </p:contentPart>
          </mc:Choice>
          <mc:Fallback xmlns="">
            <p:pic>
              <p:nvPicPr>
                <p:cNvPr id="874" name="Ink 873">
                  <a:extLst>
                    <a:ext uri="{FF2B5EF4-FFF2-40B4-BE49-F238E27FC236}">
                      <a16:creationId xmlns:a16="http://schemas.microsoft.com/office/drawing/2014/main" id="{0B102D0B-1D25-2DAD-2721-73780A726BB0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1512937" y="5264571"/>
                  <a:ext cx="2520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877" name="Ink 876">
                  <a:extLst>
                    <a:ext uri="{FF2B5EF4-FFF2-40B4-BE49-F238E27FC236}">
                      <a16:creationId xmlns:a16="http://schemas.microsoft.com/office/drawing/2014/main" id="{D8738C8B-BE31-245C-3A55-BF949B7DDE37}"/>
                    </a:ext>
                  </a:extLst>
                </p14:cNvPr>
                <p14:cNvContentPartPr/>
                <p14:nvPr/>
              </p14:nvContentPartPr>
              <p14:xfrm>
                <a:off x="11832257" y="5355651"/>
                <a:ext cx="36360" cy="4680"/>
              </p14:xfrm>
            </p:contentPart>
          </mc:Choice>
          <mc:Fallback xmlns="">
            <p:pic>
              <p:nvPicPr>
                <p:cNvPr id="877" name="Ink 876">
                  <a:extLst>
                    <a:ext uri="{FF2B5EF4-FFF2-40B4-BE49-F238E27FC236}">
                      <a16:creationId xmlns:a16="http://schemas.microsoft.com/office/drawing/2014/main" id="{D8738C8B-BE31-245C-3A55-BF949B7DDE37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1827937" y="5351331"/>
                  <a:ext cx="4500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878" name="Ink 877">
                  <a:extLst>
                    <a:ext uri="{FF2B5EF4-FFF2-40B4-BE49-F238E27FC236}">
                      <a16:creationId xmlns:a16="http://schemas.microsoft.com/office/drawing/2014/main" id="{E677E76C-5D95-5691-D125-A19204D855D0}"/>
                    </a:ext>
                  </a:extLst>
                </p14:cNvPr>
                <p14:cNvContentPartPr/>
                <p14:nvPr/>
              </p14:nvContentPartPr>
              <p14:xfrm>
                <a:off x="11821457" y="5429451"/>
                <a:ext cx="149040" cy="46800"/>
              </p14:xfrm>
            </p:contentPart>
          </mc:Choice>
          <mc:Fallback xmlns="">
            <p:pic>
              <p:nvPicPr>
                <p:cNvPr id="878" name="Ink 877">
                  <a:extLst>
                    <a:ext uri="{FF2B5EF4-FFF2-40B4-BE49-F238E27FC236}">
                      <a16:creationId xmlns:a16="http://schemas.microsoft.com/office/drawing/2014/main" id="{E677E76C-5D95-5691-D125-A19204D855D0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1817137" y="5425131"/>
                  <a:ext cx="1576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879" name="Ink 878">
                  <a:extLst>
                    <a:ext uri="{FF2B5EF4-FFF2-40B4-BE49-F238E27FC236}">
                      <a16:creationId xmlns:a16="http://schemas.microsoft.com/office/drawing/2014/main" id="{61331A87-1ED9-11C1-E9D4-F699FB06115F}"/>
                    </a:ext>
                  </a:extLst>
                </p14:cNvPr>
                <p14:cNvContentPartPr/>
                <p14:nvPr/>
              </p14:nvContentPartPr>
              <p14:xfrm>
                <a:off x="12028457" y="5248371"/>
                <a:ext cx="192600" cy="246960"/>
              </p14:xfrm>
            </p:contentPart>
          </mc:Choice>
          <mc:Fallback xmlns="">
            <p:pic>
              <p:nvPicPr>
                <p:cNvPr id="879" name="Ink 878">
                  <a:extLst>
                    <a:ext uri="{FF2B5EF4-FFF2-40B4-BE49-F238E27FC236}">
                      <a16:creationId xmlns:a16="http://schemas.microsoft.com/office/drawing/2014/main" id="{61331A87-1ED9-11C1-E9D4-F699FB06115F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2024137" y="5244051"/>
                  <a:ext cx="2012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880" name="Ink 879">
                  <a:extLst>
                    <a:ext uri="{FF2B5EF4-FFF2-40B4-BE49-F238E27FC236}">
                      <a16:creationId xmlns:a16="http://schemas.microsoft.com/office/drawing/2014/main" id="{42AA5A9A-80FF-735F-F4C8-6FB3AFA550DF}"/>
                    </a:ext>
                  </a:extLst>
                </p14:cNvPr>
                <p14:cNvContentPartPr/>
                <p14:nvPr/>
              </p14:nvContentPartPr>
              <p14:xfrm>
                <a:off x="11701937" y="5383731"/>
                <a:ext cx="238680" cy="27000"/>
              </p14:xfrm>
            </p:contentPart>
          </mc:Choice>
          <mc:Fallback xmlns="">
            <p:pic>
              <p:nvPicPr>
                <p:cNvPr id="880" name="Ink 879">
                  <a:extLst>
                    <a:ext uri="{FF2B5EF4-FFF2-40B4-BE49-F238E27FC236}">
                      <a16:creationId xmlns:a16="http://schemas.microsoft.com/office/drawing/2014/main" id="{42AA5A9A-80FF-735F-F4C8-6FB3AFA550DF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1697617" y="5379411"/>
                  <a:ext cx="2473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795" name="Ink 794">
                  <a:extLst>
                    <a:ext uri="{FF2B5EF4-FFF2-40B4-BE49-F238E27FC236}">
                      <a16:creationId xmlns:a16="http://schemas.microsoft.com/office/drawing/2014/main" id="{823C9F9D-37E1-07EA-DE72-28AAEF6A78AB}"/>
                    </a:ext>
                  </a:extLst>
                </p14:cNvPr>
                <p14:cNvContentPartPr/>
                <p14:nvPr/>
              </p14:nvContentPartPr>
              <p14:xfrm>
                <a:off x="5170457" y="5246571"/>
                <a:ext cx="77400" cy="241200"/>
              </p14:xfrm>
            </p:contentPart>
          </mc:Choice>
          <mc:Fallback xmlns="">
            <p:pic>
              <p:nvPicPr>
                <p:cNvPr id="795" name="Ink 794">
                  <a:extLst>
                    <a:ext uri="{FF2B5EF4-FFF2-40B4-BE49-F238E27FC236}">
                      <a16:creationId xmlns:a16="http://schemas.microsoft.com/office/drawing/2014/main" id="{823C9F9D-37E1-07EA-DE72-28AAEF6A78AB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5166137" y="5242251"/>
                  <a:ext cx="8604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796" name="Ink 795">
                  <a:extLst>
                    <a:ext uri="{FF2B5EF4-FFF2-40B4-BE49-F238E27FC236}">
                      <a16:creationId xmlns:a16="http://schemas.microsoft.com/office/drawing/2014/main" id="{AB2217C9-D768-B96C-4CAC-384207073DC0}"/>
                    </a:ext>
                  </a:extLst>
                </p14:cNvPr>
                <p14:cNvContentPartPr/>
                <p14:nvPr/>
              </p14:nvContentPartPr>
              <p14:xfrm>
                <a:off x="5257937" y="5268891"/>
                <a:ext cx="151560" cy="360"/>
              </p14:xfrm>
            </p:contentPart>
          </mc:Choice>
          <mc:Fallback xmlns="">
            <p:pic>
              <p:nvPicPr>
                <p:cNvPr id="796" name="Ink 795">
                  <a:extLst>
                    <a:ext uri="{FF2B5EF4-FFF2-40B4-BE49-F238E27FC236}">
                      <a16:creationId xmlns:a16="http://schemas.microsoft.com/office/drawing/2014/main" id="{AB2217C9-D768-B96C-4CAC-384207073DC0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5253617" y="5264571"/>
                  <a:ext cx="160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797" name="Ink 796">
                  <a:extLst>
                    <a:ext uri="{FF2B5EF4-FFF2-40B4-BE49-F238E27FC236}">
                      <a16:creationId xmlns:a16="http://schemas.microsoft.com/office/drawing/2014/main" id="{6DB30144-6798-5088-6F24-1A1AE43ACE4C}"/>
                    </a:ext>
                  </a:extLst>
                </p14:cNvPr>
                <p14:cNvContentPartPr/>
                <p14:nvPr/>
              </p14:nvContentPartPr>
              <p14:xfrm>
                <a:off x="5257937" y="5344851"/>
                <a:ext cx="151560" cy="22680"/>
              </p14:xfrm>
            </p:contentPart>
          </mc:Choice>
          <mc:Fallback xmlns="">
            <p:pic>
              <p:nvPicPr>
                <p:cNvPr id="797" name="Ink 796">
                  <a:extLst>
                    <a:ext uri="{FF2B5EF4-FFF2-40B4-BE49-F238E27FC236}">
                      <a16:creationId xmlns:a16="http://schemas.microsoft.com/office/drawing/2014/main" id="{6DB30144-6798-5088-6F24-1A1AE43ACE4C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5253617" y="5340531"/>
                  <a:ext cx="1602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798" name="Ink 797">
                  <a:extLst>
                    <a:ext uri="{FF2B5EF4-FFF2-40B4-BE49-F238E27FC236}">
                      <a16:creationId xmlns:a16="http://schemas.microsoft.com/office/drawing/2014/main" id="{21FDF25C-42BA-8C55-E937-FA31A37D0158}"/>
                    </a:ext>
                  </a:extLst>
                </p14:cNvPr>
                <p14:cNvContentPartPr/>
                <p14:nvPr/>
              </p14:nvContentPartPr>
              <p14:xfrm>
                <a:off x="5116457" y="5453571"/>
                <a:ext cx="227880" cy="360"/>
              </p14:xfrm>
            </p:contentPart>
          </mc:Choice>
          <mc:Fallback xmlns="">
            <p:pic>
              <p:nvPicPr>
                <p:cNvPr id="798" name="Ink 797">
                  <a:extLst>
                    <a:ext uri="{FF2B5EF4-FFF2-40B4-BE49-F238E27FC236}">
                      <a16:creationId xmlns:a16="http://schemas.microsoft.com/office/drawing/2014/main" id="{21FDF25C-42BA-8C55-E937-FA31A37D0158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5112137" y="5448891"/>
                  <a:ext cx="2365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799" name="Ink 798">
                  <a:extLst>
                    <a:ext uri="{FF2B5EF4-FFF2-40B4-BE49-F238E27FC236}">
                      <a16:creationId xmlns:a16="http://schemas.microsoft.com/office/drawing/2014/main" id="{307C1C47-6E52-E24D-9B5C-DE10A26B02F2}"/>
                    </a:ext>
                  </a:extLst>
                </p14:cNvPr>
                <p14:cNvContentPartPr/>
                <p14:nvPr/>
              </p14:nvContentPartPr>
              <p14:xfrm>
                <a:off x="5409857" y="5231451"/>
                <a:ext cx="262440" cy="222480"/>
              </p14:xfrm>
            </p:contentPart>
          </mc:Choice>
          <mc:Fallback xmlns="">
            <p:pic>
              <p:nvPicPr>
                <p:cNvPr id="799" name="Ink 798">
                  <a:extLst>
                    <a:ext uri="{FF2B5EF4-FFF2-40B4-BE49-F238E27FC236}">
                      <a16:creationId xmlns:a16="http://schemas.microsoft.com/office/drawing/2014/main" id="{307C1C47-6E52-E24D-9B5C-DE10A26B02F2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5405537" y="5227131"/>
                  <a:ext cx="2710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800" name="Ink 799">
                  <a:extLst>
                    <a:ext uri="{FF2B5EF4-FFF2-40B4-BE49-F238E27FC236}">
                      <a16:creationId xmlns:a16="http://schemas.microsoft.com/office/drawing/2014/main" id="{0BF193BA-AE5E-7E64-42FD-1DE48F721A91}"/>
                    </a:ext>
                  </a:extLst>
                </p14:cNvPr>
                <p14:cNvContentPartPr/>
                <p14:nvPr/>
              </p14:nvContentPartPr>
              <p14:xfrm>
                <a:off x="5660417" y="5198691"/>
                <a:ext cx="184320" cy="277200"/>
              </p14:xfrm>
            </p:contentPart>
          </mc:Choice>
          <mc:Fallback xmlns="">
            <p:pic>
              <p:nvPicPr>
                <p:cNvPr id="800" name="Ink 799">
                  <a:extLst>
                    <a:ext uri="{FF2B5EF4-FFF2-40B4-BE49-F238E27FC236}">
                      <a16:creationId xmlns:a16="http://schemas.microsoft.com/office/drawing/2014/main" id="{0BF193BA-AE5E-7E64-42FD-1DE48F721A91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5656097" y="5194371"/>
                  <a:ext cx="19296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801" name="Ink 800">
                  <a:extLst>
                    <a:ext uri="{FF2B5EF4-FFF2-40B4-BE49-F238E27FC236}">
                      <a16:creationId xmlns:a16="http://schemas.microsoft.com/office/drawing/2014/main" id="{763BEFE7-310C-C94B-5CC7-6BD2BFFE278E}"/>
                    </a:ext>
                  </a:extLst>
                </p14:cNvPr>
                <p14:cNvContentPartPr/>
                <p14:nvPr/>
              </p14:nvContentPartPr>
              <p14:xfrm>
                <a:off x="5715137" y="5322171"/>
                <a:ext cx="351720" cy="33840"/>
              </p14:xfrm>
            </p:contentPart>
          </mc:Choice>
          <mc:Fallback xmlns="">
            <p:pic>
              <p:nvPicPr>
                <p:cNvPr id="801" name="Ink 800">
                  <a:extLst>
                    <a:ext uri="{FF2B5EF4-FFF2-40B4-BE49-F238E27FC236}">
                      <a16:creationId xmlns:a16="http://schemas.microsoft.com/office/drawing/2014/main" id="{763BEFE7-310C-C94B-5CC7-6BD2BFFE278E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5710817" y="5317851"/>
                  <a:ext cx="3603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802" name="Ink 801">
                  <a:extLst>
                    <a:ext uri="{FF2B5EF4-FFF2-40B4-BE49-F238E27FC236}">
                      <a16:creationId xmlns:a16="http://schemas.microsoft.com/office/drawing/2014/main" id="{DD024200-59DE-3A91-88B7-797EE0C74919}"/>
                    </a:ext>
                  </a:extLst>
                </p14:cNvPr>
                <p14:cNvContentPartPr/>
                <p14:nvPr/>
              </p14:nvContentPartPr>
              <p14:xfrm>
                <a:off x="6094217" y="5115891"/>
                <a:ext cx="122040" cy="315000"/>
              </p14:xfrm>
            </p:contentPart>
          </mc:Choice>
          <mc:Fallback xmlns="">
            <p:pic>
              <p:nvPicPr>
                <p:cNvPr id="802" name="Ink 801">
                  <a:extLst>
                    <a:ext uri="{FF2B5EF4-FFF2-40B4-BE49-F238E27FC236}">
                      <a16:creationId xmlns:a16="http://schemas.microsoft.com/office/drawing/2014/main" id="{DD024200-59DE-3A91-88B7-797EE0C74919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6089897" y="5111571"/>
                  <a:ext cx="1306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806" name="Ink 805">
                  <a:extLst>
                    <a:ext uri="{FF2B5EF4-FFF2-40B4-BE49-F238E27FC236}">
                      <a16:creationId xmlns:a16="http://schemas.microsoft.com/office/drawing/2014/main" id="{4D7FA6FD-C3EB-754E-4437-9EFB247A4CA4}"/>
                    </a:ext>
                  </a:extLst>
                </p14:cNvPr>
                <p14:cNvContentPartPr/>
                <p14:nvPr/>
              </p14:nvContentPartPr>
              <p14:xfrm>
                <a:off x="6629537" y="5181411"/>
                <a:ext cx="11160" cy="360"/>
              </p14:xfrm>
            </p:contentPart>
          </mc:Choice>
          <mc:Fallback xmlns="">
            <p:pic>
              <p:nvPicPr>
                <p:cNvPr id="806" name="Ink 805">
                  <a:extLst>
                    <a:ext uri="{FF2B5EF4-FFF2-40B4-BE49-F238E27FC236}">
                      <a16:creationId xmlns:a16="http://schemas.microsoft.com/office/drawing/2014/main" id="{4D7FA6FD-C3EB-754E-4437-9EFB247A4CA4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6625217" y="5177091"/>
                  <a:ext cx="198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808" name="Ink 807">
                  <a:extLst>
                    <a:ext uri="{FF2B5EF4-FFF2-40B4-BE49-F238E27FC236}">
                      <a16:creationId xmlns:a16="http://schemas.microsoft.com/office/drawing/2014/main" id="{E3DDFA77-5BB6-62E1-9CD0-F7B74FD4EC5B}"/>
                    </a:ext>
                  </a:extLst>
                </p14:cNvPr>
                <p14:cNvContentPartPr/>
                <p14:nvPr/>
              </p14:nvContentPartPr>
              <p14:xfrm>
                <a:off x="6345857" y="5223171"/>
                <a:ext cx="206280" cy="187560"/>
              </p14:xfrm>
            </p:contentPart>
          </mc:Choice>
          <mc:Fallback xmlns="">
            <p:pic>
              <p:nvPicPr>
                <p:cNvPr id="808" name="Ink 807">
                  <a:extLst>
                    <a:ext uri="{FF2B5EF4-FFF2-40B4-BE49-F238E27FC236}">
                      <a16:creationId xmlns:a16="http://schemas.microsoft.com/office/drawing/2014/main" id="{E3DDFA77-5BB6-62E1-9CD0-F7B74FD4EC5B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6341537" y="5218851"/>
                  <a:ext cx="2149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809" name="Ink 808">
                  <a:extLst>
                    <a:ext uri="{FF2B5EF4-FFF2-40B4-BE49-F238E27FC236}">
                      <a16:creationId xmlns:a16="http://schemas.microsoft.com/office/drawing/2014/main" id="{1A7D17FB-3ADA-986E-1411-3FD364822098}"/>
                    </a:ext>
                  </a:extLst>
                </p14:cNvPr>
                <p14:cNvContentPartPr/>
                <p14:nvPr/>
              </p14:nvContentPartPr>
              <p14:xfrm>
                <a:off x="6629537" y="5280051"/>
                <a:ext cx="108360" cy="32400"/>
              </p14:xfrm>
            </p:contentPart>
          </mc:Choice>
          <mc:Fallback xmlns="">
            <p:pic>
              <p:nvPicPr>
                <p:cNvPr id="809" name="Ink 808">
                  <a:extLst>
                    <a:ext uri="{FF2B5EF4-FFF2-40B4-BE49-F238E27FC236}">
                      <a16:creationId xmlns:a16="http://schemas.microsoft.com/office/drawing/2014/main" id="{1A7D17FB-3ADA-986E-1411-3FD364822098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6625217" y="5275731"/>
                  <a:ext cx="1170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810" name="Ink 809">
                  <a:extLst>
                    <a:ext uri="{FF2B5EF4-FFF2-40B4-BE49-F238E27FC236}">
                      <a16:creationId xmlns:a16="http://schemas.microsoft.com/office/drawing/2014/main" id="{CC5E8149-0B04-1A5A-66FE-FC87F8F10123}"/>
                    </a:ext>
                  </a:extLst>
                </p14:cNvPr>
                <p14:cNvContentPartPr/>
                <p14:nvPr/>
              </p14:nvContentPartPr>
              <p14:xfrm>
                <a:off x="6616937" y="5290491"/>
                <a:ext cx="104040" cy="187200"/>
              </p14:xfrm>
            </p:contentPart>
          </mc:Choice>
          <mc:Fallback xmlns="">
            <p:pic>
              <p:nvPicPr>
                <p:cNvPr id="810" name="Ink 809">
                  <a:extLst>
                    <a:ext uri="{FF2B5EF4-FFF2-40B4-BE49-F238E27FC236}">
                      <a16:creationId xmlns:a16="http://schemas.microsoft.com/office/drawing/2014/main" id="{CC5E8149-0B04-1A5A-66FE-FC87F8F10123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6612617" y="5286171"/>
                  <a:ext cx="112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811" name="Ink 810">
                  <a:extLst>
                    <a:ext uri="{FF2B5EF4-FFF2-40B4-BE49-F238E27FC236}">
                      <a16:creationId xmlns:a16="http://schemas.microsoft.com/office/drawing/2014/main" id="{0C97C66F-8058-5752-C4D8-AA7DC246D803}"/>
                    </a:ext>
                  </a:extLst>
                </p14:cNvPr>
                <p14:cNvContentPartPr/>
                <p14:nvPr/>
              </p14:nvContentPartPr>
              <p14:xfrm>
                <a:off x="6803057" y="5253771"/>
                <a:ext cx="93600" cy="37080"/>
              </p14:xfrm>
            </p:contentPart>
          </mc:Choice>
          <mc:Fallback xmlns="">
            <p:pic>
              <p:nvPicPr>
                <p:cNvPr id="811" name="Ink 810">
                  <a:extLst>
                    <a:ext uri="{FF2B5EF4-FFF2-40B4-BE49-F238E27FC236}">
                      <a16:creationId xmlns:a16="http://schemas.microsoft.com/office/drawing/2014/main" id="{0C97C66F-8058-5752-C4D8-AA7DC246D803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6798737" y="5249451"/>
                  <a:ext cx="1022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812" name="Ink 811">
                  <a:extLst>
                    <a:ext uri="{FF2B5EF4-FFF2-40B4-BE49-F238E27FC236}">
                      <a16:creationId xmlns:a16="http://schemas.microsoft.com/office/drawing/2014/main" id="{ECD5D976-64DB-1DCD-3CFF-5A616A54327F}"/>
                    </a:ext>
                  </a:extLst>
                </p14:cNvPr>
                <p14:cNvContentPartPr/>
                <p14:nvPr/>
              </p14:nvContentPartPr>
              <p14:xfrm>
                <a:off x="6792257" y="5268891"/>
                <a:ext cx="160200" cy="198720"/>
              </p14:xfrm>
            </p:contentPart>
          </mc:Choice>
          <mc:Fallback xmlns="">
            <p:pic>
              <p:nvPicPr>
                <p:cNvPr id="812" name="Ink 811">
                  <a:extLst>
                    <a:ext uri="{FF2B5EF4-FFF2-40B4-BE49-F238E27FC236}">
                      <a16:creationId xmlns:a16="http://schemas.microsoft.com/office/drawing/2014/main" id="{ECD5D976-64DB-1DCD-3CFF-5A616A54327F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6787937" y="5264571"/>
                  <a:ext cx="1688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813" name="Ink 812">
                  <a:extLst>
                    <a:ext uri="{FF2B5EF4-FFF2-40B4-BE49-F238E27FC236}">
                      <a16:creationId xmlns:a16="http://schemas.microsoft.com/office/drawing/2014/main" id="{34B8EB67-1EE8-871D-E155-A407C069BAC8}"/>
                    </a:ext>
                  </a:extLst>
                </p14:cNvPr>
                <p14:cNvContentPartPr/>
                <p14:nvPr/>
              </p14:nvContentPartPr>
              <p14:xfrm>
                <a:off x="6945257" y="5061531"/>
                <a:ext cx="186120" cy="413280"/>
              </p14:xfrm>
            </p:contentPart>
          </mc:Choice>
          <mc:Fallback xmlns="">
            <p:pic>
              <p:nvPicPr>
                <p:cNvPr id="813" name="Ink 812">
                  <a:extLst>
                    <a:ext uri="{FF2B5EF4-FFF2-40B4-BE49-F238E27FC236}">
                      <a16:creationId xmlns:a16="http://schemas.microsoft.com/office/drawing/2014/main" id="{34B8EB67-1EE8-871D-E155-A407C069BAC8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6940937" y="5057211"/>
                  <a:ext cx="19476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831" name="Ink 830">
                  <a:extLst>
                    <a:ext uri="{FF2B5EF4-FFF2-40B4-BE49-F238E27FC236}">
                      <a16:creationId xmlns:a16="http://schemas.microsoft.com/office/drawing/2014/main" id="{CF41310C-B006-C99D-C3A9-1288041A9345}"/>
                    </a:ext>
                  </a:extLst>
                </p14:cNvPr>
                <p14:cNvContentPartPr/>
                <p14:nvPr/>
              </p14:nvContentPartPr>
              <p14:xfrm>
                <a:off x="4299617" y="5779731"/>
                <a:ext cx="313200" cy="274320"/>
              </p14:xfrm>
            </p:contentPart>
          </mc:Choice>
          <mc:Fallback xmlns="">
            <p:pic>
              <p:nvPicPr>
                <p:cNvPr id="831" name="Ink 830">
                  <a:extLst>
                    <a:ext uri="{FF2B5EF4-FFF2-40B4-BE49-F238E27FC236}">
                      <a16:creationId xmlns:a16="http://schemas.microsoft.com/office/drawing/2014/main" id="{CF41310C-B006-C99D-C3A9-1288041A9345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4295297" y="5775411"/>
                  <a:ext cx="32184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832" name="Ink 831">
                  <a:extLst>
                    <a:ext uri="{FF2B5EF4-FFF2-40B4-BE49-F238E27FC236}">
                      <a16:creationId xmlns:a16="http://schemas.microsoft.com/office/drawing/2014/main" id="{5DEC2E12-5F29-A8A7-8132-35B0E7F69D08}"/>
                    </a:ext>
                  </a:extLst>
                </p14:cNvPr>
                <p14:cNvContentPartPr/>
                <p14:nvPr/>
              </p14:nvContentPartPr>
              <p14:xfrm>
                <a:off x="4626137" y="5943531"/>
                <a:ext cx="129960" cy="360"/>
              </p14:xfrm>
            </p:contentPart>
          </mc:Choice>
          <mc:Fallback xmlns="">
            <p:pic>
              <p:nvPicPr>
                <p:cNvPr id="832" name="Ink 831">
                  <a:extLst>
                    <a:ext uri="{FF2B5EF4-FFF2-40B4-BE49-F238E27FC236}">
                      <a16:creationId xmlns:a16="http://schemas.microsoft.com/office/drawing/2014/main" id="{5DEC2E12-5F29-A8A7-8132-35B0E7F69D08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4621817" y="5939211"/>
                  <a:ext cx="1386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833" name="Ink 832">
                  <a:extLst>
                    <a:ext uri="{FF2B5EF4-FFF2-40B4-BE49-F238E27FC236}">
                      <a16:creationId xmlns:a16="http://schemas.microsoft.com/office/drawing/2014/main" id="{6EA62709-F774-3CC9-738D-2E2DD6E3DE6C}"/>
                    </a:ext>
                  </a:extLst>
                </p14:cNvPr>
                <p14:cNvContentPartPr/>
                <p14:nvPr/>
              </p14:nvContentPartPr>
              <p14:xfrm>
                <a:off x="4653857" y="5954331"/>
                <a:ext cx="116280" cy="185400"/>
              </p14:xfrm>
            </p:contentPart>
          </mc:Choice>
          <mc:Fallback xmlns="">
            <p:pic>
              <p:nvPicPr>
                <p:cNvPr id="833" name="Ink 832">
                  <a:extLst>
                    <a:ext uri="{FF2B5EF4-FFF2-40B4-BE49-F238E27FC236}">
                      <a16:creationId xmlns:a16="http://schemas.microsoft.com/office/drawing/2014/main" id="{6EA62709-F774-3CC9-738D-2E2DD6E3DE6C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4649537" y="5950011"/>
                  <a:ext cx="1249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834" name="Ink 833">
                  <a:extLst>
                    <a:ext uri="{FF2B5EF4-FFF2-40B4-BE49-F238E27FC236}">
                      <a16:creationId xmlns:a16="http://schemas.microsoft.com/office/drawing/2014/main" id="{A222F72F-379C-36B7-D8A6-072F7F77F3CF}"/>
                    </a:ext>
                  </a:extLst>
                </p14:cNvPr>
                <p14:cNvContentPartPr/>
                <p14:nvPr/>
              </p14:nvContentPartPr>
              <p14:xfrm>
                <a:off x="4778417" y="5954331"/>
                <a:ext cx="74520" cy="360"/>
              </p14:xfrm>
            </p:contentPart>
          </mc:Choice>
          <mc:Fallback xmlns="">
            <p:pic>
              <p:nvPicPr>
                <p:cNvPr id="834" name="Ink 833">
                  <a:extLst>
                    <a:ext uri="{FF2B5EF4-FFF2-40B4-BE49-F238E27FC236}">
                      <a16:creationId xmlns:a16="http://schemas.microsoft.com/office/drawing/2014/main" id="{A222F72F-379C-36B7-D8A6-072F7F77F3CF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4774097" y="5950011"/>
                  <a:ext cx="831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835" name="Ink 834">
                  <a:extLst>
                    <a:ext uri="{FF2B5EF4-FFF2-40B4-BE49-F238E27FC236}">
                      <a16:creationId xmlns:a16="http://schemas.microsoft.com/office/drawing/2014/main" id="{62A8BFD0-9B56-51E8-9825-EB68712DE5BA}"/>
                    </a:ext>
                  </a:extLst>
                </p14:cNvPr>
                <p14:cNvContentPartPr/>
                <p14:nvPr/>
              </p14:nvContentPartPr>
              <p14:xfrm>
                <a:off x="4757897" y="5965131"/>
                <a:ext cx="108360" cy="144000"/>
              </p14:xfrm>
            </p:contentPart>
          </mc:Choice>
          <mc:Fallback xmlns="">
            <p:pic>
              <p:nvPicPr>
                <p:cNvPr id="835" name="Ink 834">
                  <a:extLst>
                    <a:ext uri="{FF2B5EF4-FFF2-40B4-BE49-F238E27FC236}">
                      <a16:creationId xmlns:a16="http://schemas.microsoft.com/office/drawing/2014/main" id="{62A8BFD0-9B56-51E8-9825-EB68712DE5BA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4753577" y="5960811"/>
                  <a:ext cx="1170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836" name="Ink 835">
                  <a:extLst>
                    <a:ext uri="{FF2B5EF4-FFF2-40B4-BE49-F238E27FC236}">
                      <a16:creationId xmlns:a16="http://schemas.microsoft.com/office/drawing/2014/main" id="{6A2D462F-62BD-A628-615A-CB7DED1B6A60}"/>
                    </a:ext>
                  </a:extLst>
                </p14:cNvPr>
                <p14:cNvContentPartPr/>
                <p14:nvPr/>
              </p14:nvContentPartPr>
              <p14:xfrm>
                <a:off x="4659257" y="5627451"/>
                <a:ext cx="205560" cy="153360"/>
              </p14:xfrm>
            </p:contentPart>
          </mc:Choice>
          <mc:Fallback xmlns="">
            <p:pic>
              <p:nvPicPr>
                <p:cNvPr id="836" name="Ink 835">
                  <a:extLst>
                    <a:ext uri="{FF2B5EF4-FFF2-40B4-BE49-F238E27FC236}">
                      <a16:creationId xmlns:a16="http://schemas.microsoft.com/office/drawing/2014/main" id="{6A2D462F-62BD-A628-615A-CB7DED1B6A60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4654937" y="5623131"/>
                  <a:ext cx="2142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837" name="Ink 836">
                  <a:extLst>
                    <a:ext uri="{FF2B5EF4-FFF2-40B4-BE49-F238E27FC236}">
                      <a16:creationId xmlns:a16="http://schemas.microsoft.com/office/drawing/2014/main" id="{6E2DB493-26C7-0FF6-51A7-20576209246D}"/>
                    </a:ext>
                  </a:extLst>
                </p14:cNvPr>
                <p14:cNvContentPartPr/>
                <p14:nvPr/>
              </p14:nvContentPartPr>
              <p14:xfrm>
                <a:off x="4963457" y="5845251"/>
                <a:ext cx="195120" cy="360"/>
              </p14:xfrm>
            </p:contentPart>
          </mc:Choice>
          <mc:Fallback xmlns="">
            <p:pic>
              <p:nvPicPr>
                <p:cNvPr id="837" name="Ink 836">
                  <a:extLst>
                    <a:ext uri="{FF2B5EF4-FFF2-40B4-BE49-F238E27FC236}">
                      <a16:creationId xmlns:a16="http://schemas.microsoft.com/office/drawing/2014/main" id="{6E2DB493-26C7-0FF6-51A7-20576209246D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4959137" y="5840931"/>
                  <a:ext cx="2037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838" name="Ink 837">
                  <a:extLst>
                    <a:ext uri="{FF2B5EF4-FFF2-40B4-BE49-F238E27FC236}">
                      <a16:creationId xmlns:a16="http://schemas.microsoft.com/office/drawing/2014/main" id="{E8CD954E-404A-9347-3EB7-F57D407BF70C}"/>
                    </a:ext>
                  </a:extLst>
                </p14:cNvPr>
                <p14:cNvContentPartPr/>
                <p14:nvPr/>
              </p14:nvContentPartPr>
              <p14:xfrm>
                <a:off x="4985777" y="5910771"/>
                <a:ext cx="205920" cy="12240"/>
              </p14:xfrm>
            </p:contentPart>
          </mc:Choice>
          <mc:Fallback xmlns="">
            <p:pic>
              <p:nvPicPr>
                <p:cNvPr id="838" name="Ink 837">
                  <a:extLst>
                    <a:ext uri="{FF2B5EF4-FFF2-40B4-BE49-F238E27FC236}">
                      <a16:creationId xmlns:a16="http://schemas.microsoft.com/office/drawing/2014/main" id="{E8CD954E-404A-9347-3EB7-F57D407BF70C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4981457" y="5906451"/>
                  <a:ext cx="2145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840" name="Ink 839">
                  <a:extLst>
                    <a:ext uri="{FF2B5EF4-FFF2-40B4-BE49-F238E27FC236}">
                      <a16:creationId xmlns:a16="http://schemas.microsoft.com/office/drawing/2014/main" id="{1CEFA50C-A621-C69D-A1F8-69B05CB8009C}"/>
                    </a:ext>
                  </a:extLst>
                </p14:cNvPr>
                <p14:cNvContentPartPr/>
                <p14:nvPr/>
              </p14:nvContentPartPr>
              <p14:xfrm>
                <a:off x="5377457" y="5736891"/>
                <a:ext cx="151200" cy="199080"/>
              </p14:xfrm>
            </p:contentPart>
          </mc:Choice>
          <mc:Fallback xmlns="">
            <p:pic>
              <p:nvPicPr>
                <p:cNvPr id="840" name="Ink 839">
                  <a:extLst>
                    <a:ext uri="{FF2B5EF4-FFF2-40B4-BE49-F238E27FC236}">
                      <a16:creationId xmlns:a16="http://schemas.microsoft.com/office/drawing/2014/main" id="{1CEFA50C-A621-C69D-A1F8-69B05CB8009C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5373137" y="5732571"/>
                  <a:ext cx="1598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841" name="Ink 840">
                  <a:extLst>
                    <a:ext uri="{FF2B5EF4-FFF2-40B4-BE49-F238E27FC236}">
                      <a16:creationId xmlns:a16="http://schemas.microsoft.com/office/drawing/2014/main" id="{A8F493A5-310A-BBCB-503B-195348D9A088}"/>
                    </a:ext>
                  </a:extLst>
                </p14:cNvPr>
                <p14:cNvContentPartPr/>
                <p14:nvPr/>
              </p14:nvContentPartPr>
              <p14:xfrm>
                <a:off x="5503097" y="5747691"/>
                <a:ext cx="261000" cy="187200"/>
              </p14:xfrm>
            </p:contentPart>
          </mc:Choice>
          <mc:Fallback xmlns="">
            <p:pic>
              <p:nvPicPr>
                <p:cNvPr id="841" name="Ink 840">
                  <a:extLst>
                    <a:ext uri="{FF2B5EF4-FFF2-40B4-BE49-F238E27FC236}">
                      <a16:creationId xmlns:a16="http://schemas.microsoft.com/office/drawing/2014/main" id="{A8F493A5-310A-BBCB-503B-195348D9A088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5498777" y="5743371"/>
                  <a:ext cx="2696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842" name="Ink 841">
                  <a:extLst>
                    <a:ext uri="{FF2B5EF4-FFF2-40B4-BE49-F238E27FC236}">
                      <a16:creationId xmlns:a16="http://schemas.microsoft.com/office/drawing/2014/main" id="{5374585B-A6E0-36C0-B585-A7FF53E1D7D9}"/>
                    </a:ext>
                  </a:extLst>
                </p14:cNvPr>
                <p14:cNvContentPartPr/>
                <p14:nvPr/>
              </p14:nvContentPartPr>
              <p14:xfrm>
                <a:off x="5724137" y="5778291"/>
                <a:ext cx="142560" cy="134280"/>
              </p14:xfrm>
            </p:contentPart>
          </mc:Choice>
          <mc:Fallback xmlns="">
            <p:pic>
              <p:nvPicPr>
                <p:cNvPr id="842" name="Ink 841">
                  <a:extLst>
                    <a:ext uri="{FF2B5EF4-FFF2-40B4-BE49-F238E27FC236}">
                      <a16:creationId xmlns:a16="http://schemas.microsoft.com/office/drawing/2014/main" id="{5374585B-A6E0-36C0-B585-A7FF53E1D7D9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5719817" y="5773971"/>
                  <a:ext cx="1512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843" name="Ink 842">
                  <a:extLst>
                    <a:ext uri="{FF2B5EF4-FFF2-40B4-BE49-F238E27FC236}">
                      <a16:creationId xmlns:a16="http://schemas.microsoft.com/office/drawing/2014/main" id="{4B0F5831-363A-18C3-B5A8-58DD3C460255}"/>
                    </a:ext>
                  </a:extLst>
                </p14:cNvPr>
                <p14:cNvContentPartPr/>
                <p14:nvPr/>
              </p14:nvContentPartPr>
              <p14:xfrm>
                <a:off x="5914217" y="5736891"/>
                <a:ext cx="40320" cy="165600"/>
              </p14:xfrm>
            </p:contentPart>
          </mc:Choice>
          <mc:Fallback xmlns="">
            <p:pic>
              <p:nvPicPr>
                <p:cNvPr id="843" name="Ink 842">
                  <a:extLst>
                    <a:ext uri="{FF2B5EF4-FFF2-40B4-BE49-F238E27FC236}">
                      <a16:creationId xmlns:a16="http://schemas.microsoft.com/office/drawing/2014/main" id="{4B0F5831-363A-18C3-B5A8-58DD3C460255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5909897" y="5732571"/>
                  <a:ext cx="489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844" name="Ink 843">
                  <a:extLst>
                    <a:ext uri="{FF2B5EF4-FFF2-40B4-BE49-F238E27FC236}">
                      <a16:creationId xmlns:a16="http://schemas.microsoft.com/office/drawing/2014/main" id="{CC7FF5DC-F8B1-4D20-3651-C4F2C890E70D}"/>
                    </a:ext>
                  </a:extLst>
                </p14:cNvPr>
                <p14:cNvContentPartPr/>
                <p14:nvPr/>
              </p14:nvContentPartPr>
              <p14:xfrm>
                <a:off x="5900177" y="5738331"/>
                <a:ext cx="490320" cy="195120"/>
              </p14:xfrm>
            </p:contentPart>
          </mc:Choice>
          <mc:Fallback xmlns="">
            <p:pic>
              <p:nvPicPr>
                <p:cNvPr id="844" name="Ink 843">
                  <a:extLst>
                    <a:ext uri="{FF2B5EF4-FFF2-40B4-BE49-F238E27FC236}">
                      <a16:creationId xmlns:a16="http://schemas.microsoft.com/office/drawing/2014/main" id="{CC7FF5DC-F8B1-4D20-3651-C4F2C890E70D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5895857" y="5734011"/>
                  <a:ext cx="4989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845" name="Ink 844">
                  <a:extLst>
                    <a:ext uri="{FF2B5EF4-FFF2-40B4-BE49-F238E27FC236}">
                      <a16:creationId xmlns:a16="http://schemas.microsoft.com/office/drawing/2014/main" id="{7149C360-A78E-78A7-31EE-E73AAE79AA4A}"/>
                    </a:ext>
                  </a:extLst>
                </p14:cNvPr>
                <p14:cNvContentPartPr/>
                <p14:nvPr/>
              </p14:nvContentPartPr>
              <p14:xfrm>
                <a:off x="6497417" y="5768571"/>
                <a:ext cx="503280" cy="155520"/>
              </p14:xfrm>
            </p:contentPart>
          </mc:Choice>
          <mc:Fallback xmlns="">
            <p:pic>
              <p:nvPicPr>
                <p:cNvPr id="845" name="Ink 844">
                  <a:extLst>
                    <a:ext uri="{FF2B5EF4-FFF2-40B4-BE49-F238E27FC236}">
                      <a16:creationId xmlns:a16="http://schemas.microsoft.com/office/drawing/2014/main" id="{7149C360-A78E-78A7-31EE-E73AAE79AA4A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6493097" y="5764251"/>
                  <a:ext cx="5119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846" name="Ink 845">
                  <a:extLst>
                    <a:ext uri="{FF2B5EF4-FFF2-40B4-BE49-F238E27FC236}">
                      <a16:creationId xmlns:a16="http://schemas.microsoft.com/office/drawing/2014/main" id="{E5B8A20F-E2BF-D2E9-1B49-42C6323CE64E}"/>
                    </a:ext>
                  </a:extLst>
                </p14:cNvPr>
                <p14:cNvContentPartPr/>
                <p14:nvPr/>
              </p14:nvContentPartPr>
              <p14:xfrm>
                <a:off x="6910697" y="5660571"/>
                <a:ext cx="272880" cy="226440"/>
              </p14:xfrm>
            </p:contentPart>
          </mc:Choice>
          <mc:Fallback xmlns="">
            <p:pic>
              <p:nvPicPr>
                <p:cNvPr id="846" name="Ink 845">
                  <a:extLst>
                    <a:ext uri="{FF2B5EF4-FFF2-40B4-BE49-F238E27FC236}">
                      <a16:creationId xmlns:a16="http://schemas.microsoft.com/office/drawing/2014/main" id="{E5B8A20F-E2BF-D2E9-1B49-42C6323CE64E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6906377" y="5656251"/>
                  <a:ext cx="2815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847" name="Ink 846">
                  <a:extLst>
                    <a:ext uri="{FF2B5EF4-FFF2-40B4-BE49-F238E27FC236}">
                      <a16:creationId xmlns:a16="http://schemas.microsoft.com/office/drawing/2014/main" id="{DDD755E2-B479-2DCB-E7D2-E365055150A8}"/>
                    </a:ext>
                  </a:extLst>
                </p14:cNvPr>
                <p14:cNvContentPartPr/>
                <p14:nvPr/>
              </p14:nvContentPartPr>
              <p14:xfrm>
                <a:off x="7203017" y="5759211"/>
                <a:ext cx="93240" cy="121680"/>
              </p14:xfrm>
            </p:contentPart>
          </mc:Choice>
          <mc:Fallback xmlns="">
            <p:pic>
              <p:nvPicPr>
                <p:cNvPr id="847" name="Ink 846">
                  <a:extLst>
                    <a:ext uri="{FF2B5EF4-FFF2-40B4-BE49-F238E27FC236}">
                      <a16:creationId xmlns:a16="http://schemas.microsoft.com/office/drawing/2014/main" id="{DDD755E2-B479-2DCB-E7D2-E365055150A8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7198697" y="5754891"/>
                  <a:ext cx="1018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848" name="Ink 847">
                  <a:extLst>
                    <a:ext uri="{FF2B5EF4-FFF2-40B4-BE49-F238E27FC236}">
                      <a16:creationId xmlns:a16="http://schemas.microsoft.com/office/drawing/2014/main" id="{0F488FC6-D02B-7C3D-1B69-9AB3CA41A827}"/>
                    </a:ext>
                  </a:extLst>
                </p14:cNvPr>
                <p14:cNvContentPartPr/>
                <p14:nvPr/>
              </p14:nvContentPartPr>
              <p14:xfrm>
                <a:off x="7347737" y="5747691"/>
                <a:ext cx="50760" cy="144360"/>
              </p14:xfrm>
            </p:contentPart>
          </mc:Choice>
          <mc:Fallback xmlns="">
            <p:pic>
              <p:nvPicPr>
                <p:cNvPr id="848" name="Ink 847">
                  <a:extLst>
                    <a:ext uri="{FF2B5EF4-FFF2-40B4-BE49-F238E27FC236}">
                      <a16:creationId xmlns:a16="http://schemas.microsoft.com/office/drawing/2014/main" id="{0F488FC6-D02B-7C3D-1B69-9AB3CA41A827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7343417" y="5743371"/>
                  <a:ext cx="594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849" name="Ink 848">
                  <a:extLst>
                    <a:ext uri="{FF2B5EF4-FFF2-40B4-BE49-F238E27FC236}">
                      <a16:creationId xmlns:a16="http://schemas.microsoft.com/office/drawing/2014/main" id="{C9DA2431-6B1C-C3E5-E82B-3E8B394E8D14}"/>
                    </a:ext>
                  </a:extLst>
                </p14:cNvPr>
                <p14:cNvContentPartPr/>
                <p14:nvPr/>
              </p14:nvContentPartPr>
              <p14:xfrm>
                <a:off x="7402457" y="5660571"/>
                <a:ext cx="36720" cy="37440"/>
              </p14:xfrm>
            </p:contentPart>
          </mc:Choice>
          <mc:Fallback xmlns="">
            <p:pic>
              <p:nvPicPr>
                <p:cNvPr id="849" name="Ink 848">
                  <a:extLst>
                    <a:ext uri="{FF2B5EF4-FFF2-40B4-BE49-F238E27FC236}">
                      <a16:creationId xmlns:a16="http://schemas.microsoft.com/office/drawing/2014/main" id="{C9DA2431-6B1C-C3E5-E82B-3E8B394E8D14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7398137" y="5656251"/>
                  <a:ext cx="453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850" name="Ink 849">
                  <a:extLst>
                    <a:ext uri="{FF2B5EF4-FFF2-40B4-BE49-F238E27FC236}">
                      <a16:creationId xmlns:a16="http://schemas.microsoft.com/office/drawing/2014/main" id="{F639FE03-0BFE-1422-D077-784875A12A2C}"/>
                    </a:ext>
                  </a:extLst>
                </p14:cNvPr>
                <p14:cNvContentPartPr/>
                <p14:nvPr/>
              </p14:nvContentPartPr>
              <p14:xfrm>
                <a:off x="7356377" y="5779731"/>
                <a:ext cx="228960" cy="110880"/>
              </p14:xfrm>
            </p:contentPart>
          </mc:Choice>
          <mc:Fallback xmlns="">
            <p:pic>
              <p:nvPicPr>
                <p:cNvPr id="850" name="Ink 849">
                  <a:extLst>
                    <a:ext uri="{FF2B5EF4-FFF2-40B4-BE49-F238E27FC236}">
                      <a16:creationId xmlns:a16="http://schemas.microsoft.com/office/drawing/2014/main" id="{F639FE03-0BFE-1422-D077-784875A12A2C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7352057" y="5775411"/>
                  <a:ext cx="2376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851" name="Ink 850">
                  <a:extLst>
                    <a:ext uri="{FF2B5EF4-FFF2-40B4-BE49-F238E27FC236}">
                      <a16:creationId xmlns:a16="http://schemas.microsoft.com/office/drawing/2014/main" id="{A0325AA7-8F71-CEE5-A947-E857A3C0CD26}"/>
                    </a:ext>
                  </a:extLst>
                </p14:cNvPr>
                <p14:cNvContentPartPr/>
                <p14:nvPr/>
              </p14:nvContentPartPr>
              <p14:xfrm>
                <a:off x="7587137" y="5551491"/>
                <a:ext cx="55080" cy="401760"/>
              </p14:xfrm>
            </p:contentPart>
          </mc:Choice>
          <mc:Fallback xmlns="">
            <p:pic>
              <p:nvPicPr>
                <p:cNvPr id="851" name="Ink 850">
                  <a:extLst>
                    <a:ext uri="{FF2B5EF4-FFF2-40B4-BE49-F238E27FC236}">
                      <a16:creationId xmlns:a16="http://schemas.microsoft.com/office/drawing/2014/main" id="{A0325AA7-8F71-CEE5-A947-E857A3C0CD26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7582817" y="5547171"/>
                  <a:ext cx="6372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853" name="Ink 852">
                  <a:extLst>
                    <a:ext uri="{FF2B5EF4-FFF2-40B4-BE49-F238E27FC236}">
                      <a16:creationId xmlns:a16="http://schemas.microsoft.com/office/drawing/2014/main" id="{58B8F3DA-5D6A-C148-4B53-963EA027979B}"/>
                    </a:ext>
                  </a:extLst>
                </p14:cNvPr>
                <p14:cNvContentPartPr/>
                <p14:nvPr/>
              </p14:nvContentPartPr>
              <p14:xfrm>
                <a:off x="7912937" y="5713491"/>
                <a:ext cx="489240" cy="145800"/>
              </p14:xfrm>
            </p:contentPart>
          </mc:Choice>
          <mc:Fallback xmlns="">
            <p:pic>
              <p:nvPicPr>
                <p:cNvPr id="853" name="Ink 852">
                  <a:extLst>
                    <a:ext uri="{FF2B5EF4-FFF2-40B4-BE49-F238E27FC236}">
                      <a16:creationId xmlns:a16="http://schemas.microsoft.com/office/drawing/2014/main" id="{58B8F3DA-5D6A-C148-4B53-963EA027979B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7908617" y="5709171"/>
                  <a:ext cx="4978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854" name="Ink 853">
                  <a:extLst>
                    <a:ext uri="{FF2B5EF4-FFF2-40B4-BE49-F238E27FC236}">
                      <a16:creationId xmlns:a16="http://schemas.microsoft.com/office/drawing/2014/main" id="{276F4511-07B1-CCFE-B5A7-10BCAF61A307}"/>
                    </a:ext>
                  </a:extLst>
                </p14:cNvPr>
                <p14:cNvContentPartPr/>
                <p14:nvPr/>
              </p14:nvContentPartPr>
              <p14:xfrm>
                <a:off x="8345657" y="5713491"/>
                <a:ext cx="132840" cy="145800"/>
              </p14:xfrm>
            </p:contentPart>
          </mc:Choice>
          <mc:Fallback xmlns="">
            <p:pic>
              <p:nvPicPr>
                <p:cNvPr id="854" name="Ink 853">
                  <a:extLst>
                    <a:ext uri="{FF2B5EF4-FFF2-40B4-BE49-F238E27FC236}">
                      <a16:creationId xmlns:a16="http://schemas.microsoft.com/office/drawing/2014/main" id="{276F4511-07B1-CCFE-B5A7-10BCAF61A307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8341337" y="5709171"/>
                  <a:ext cx="1414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855" name="Ink 854">
                  <a:extLst>
                    <a:ext uri="{FF2B5EF4-FFF2-40B4-BE49-F238E27FC236}">
                      <a16:creationId xmlns:a16="http://schemas.microsoft.com/office/drawing/2014/main" id="{EDD784DD-6EC0-5118-5729-902EA9B93D86}"/>
                    </a:ext>
                  </a:extLst>
                </p14:cNvPr>
                <p14:cNvContentPartPr/>
                <p14:nvPr/>
              </p14:nvContentPartPr>
              <p14:xfrm>
                <a:off x="8186177" y="5540331"/>
                <a:ext cx="160560" cy="107640"/>
              </p14:xfrm>
            </p:contentPart>
          </mc:Choice>
          <mc:Fallback xmlns="">
            <p:pic>
              <p:nvPicPr>
                <p:cNvPr id="855" name="Ink 854">
                  <a:extLst>
                    <a:ext uri="{FF2B5EF4-FFF2-40B4-BE49-F238E27FC236}">
                      <a16:creationId xmlns:a16="http://schemas.microsoft.com/office/drawing/2014/main" id="{EDD784DD-6EC0-5118-5729-902EA9B93D86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8181857" y="5536011"/>
                  <a:ext cx="1692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882" name="Ink 881">
                  <a:extLst>
                    <a:ext uri="{FF2B5EF4-FFF2-40B4-BE49-F238E27FC236}">
                      <a16:creationId xmlns:a16="http://schemas.microsoft.com/office/drawing/2014/main" id="{7CB22BD8-91B8-832F-FB38-2926A11F1635}"/>
                    </a:ext>
                  </a:extLst>
                </p14:cNvPr>
                <p14:cNvContentPartPr/>
                <p14:nvPr/>
              </p14:nvContentPartPr>
              <p14:xfrm>
                <a:off x="4418057" y="6346371"/>
                <a:ext cx="254520" cy="176040"/>
              </p14:xfrm>
            </p:contentPart>
          </mc:Choice>
          <mc:Fallback xmlns="">
            <p:pic>
              <p:nvPicPr>
                <p:cNvPr id="882" name="Ink 881">
                  <a:extLst>
                    <a:ext uri="{FF2B5EF4-FFF2-40B4-BE49-F238E27FC236}">
                      <a16:creationId xmlns:a16="http://schemas.microsoft.com/office/drawing/2014/main" id="{7CB22BD8-91B8-832F-FB38-2926A11F1635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4413737" y="6342051"/>
                  <a:ext cx="2631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883" name="Ink 882">
                  <a:extLst>
                    <a:ext uri="{FF2B5EF4-FFF2-40B4-BE49-F238E27FC236}">
                      <a16:creationId xmlns:a16="http://schemas.microsoft.com/office/drawing/2014/main" id="{D4D60F37-AF9C-2FCC-8520-651F071CBF35}"/>
                    </a:ext>
                  </a:extLst>
                </p14:cNvPr>
                <p14:cNvContentPartPr/>
                <p14:nvPr/>
              </p14:nvContentPartPr>
              <p14:xfrm>
                <a:off x="4680857" y="6483531"/>
                <a:ext cx="190800" cy="15480"/>
              </p14:xfrm>
            </p:contentPart>
          </mc:Choice>
          <mc:Fallback xmlns="">
            <p:pic>
              <p:nvPicPr>
                <p:cNvPr id="883" name="Ink 882">
                  <a:extLst>
                    <a:ext uri="{FF2B5EF4-FFF2-40B4-BE49-F238E27FC236}">
                      <a16:creationId xmlns:a16="http://schemas.microsoft.com/office/drawing/2014/main" id="{D4D60F37-AF9C-2FCC-8520-651F071CBF35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4676537" y="6479211"/>
                  <a:ext cx="1994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884" name="Ink 883">
                  <a:extLst>
                    <a:ext uri="{FF2B5EF4-FFF2-40B4-BE49-F238E27FC236}">
                      <a16:creationId xmlns:a16="http://schemas.microsoft.com/office/drawing/2014/main" id="{65C93E3E-CACB-BDB2-07B0-3B4DC693FB46}"/>
                    </a:ext>
                  </a:extLst>
                </p14:cNvPr>
                <p14:cNvContentPartPr/>
                <p14:nvPr/>
              </p14:nvContentPartPr>
              <p14:xfrm>
                <a:off x="4675457" y="6509811"/>
                <a:ext cx="125640" cy="165600"/>
              </p14:xfrm>
            </p:contentPart>
          </mc:Choice>
          <mc:Fallback xmlns="">
            <p:pic>
              <p:nvPicPr>
                <p:cNvPr id="884" name="Ink 883">
                  <a:extLst>
                    <a:ext uri="{FF2B5EF4-FFF2-40B4-BE49-F238E27FC236}">
                      <a16:creationId xmlns:a16="http://schemas.microsoft.com/office/drawing/2014/main" id="{65C93E3E-CACB-BDB2-07B0-3B4DC693FB46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4671137" y="6505491"/>
                  <a:ext cx="1342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885" name="Ink 884">
                  <a:extLst>
                    <a:ext uri="{FF2B5EF4-FFF2-40B4-BE49-F238E27FC236}">
                      <a16:creationId xmlns:a16="http://schemas.microsoft.com/office/drawing/2014/main" id="{717A1B6B-01AC-5D57-7400-8FD123996581}"/>
                    </a:ext>
                  </a:extLst>
                </p14:cNvPr>
                <p14:cNvContentPartPr/>
                <p14:nvPr/>
              </p14:nvContentPartPr>
              <p14:xfrm>
                <a:off x="4767617" y="6519891"/>
                <a:ext cx="140760" cy="11520"/>
              </p14:xfrm>
            </p:contentPart>
          </mc:Choice>
          <mc:Fallback xmlns="">
            <p:pic>
              <p:nvPicPr>
                <p:cNvPr id="885" name="Ink 884">
                  <a:extLst>
                    <a:ext uri="{FF2B5EF4-FFF2-40B4-BE49-F238E27FC236}">
                      <a16:creationId xmlns:a16="http://schemas.microsoft.com/office/drawing/2014/main" id="{717A1B6B-01AC-5D57-7400-8FD123996581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4763297" y="6515571"/>
                  <a:ext cx="1494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886" name="Ink 885">
                  <a:extLst>
                    <a:ext uri="{FF2B5EF4-FFF2-40B4-BE49-F238E27FC236}">
                      <a16:creationId xmlns:a16="http://schemas.microsoft.com/office/drawing/2014/main" id="{5BD87DD0-43A4-5837-2905-0BA83C2F4475}"/>
                    </a:ext>
                  </a:extLst>
                </p14:cNvPr>
                <p14:cNvContentPartPr/>
                <p14:nvPr/>
              </p14:nvContentPartPr>
              <p14:xfrm>
                <a:off x="4810817" y="6531411"/>
                <a:ext cx="141120" cy="148680"/>
              </p14:xfrm>
            </p:contentPart>
          </mc:Choice>
          <mc:Fallback xmlns="">
            <p:pic>
              <p:nvPicPr>
                <p:cNvPr id="886" name="Ink 885">
                  <a:extLst>
                    <a:ext uri="{FF2B5EF4-FFF2-40B4-BE49-F238E27FC236}">
                      <a16:creationId xmlns:a16="http://schemas.microsoft.com/office/drawing/2014/main" id="{5BD87DD0-43A4-5837-2905-0BA83C2F4475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4806497" y="6527091"/>
                  <a:ext cx="1497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887" name="Ink 886">
                  <a:extLst>
                    <a:ext uri="{FF2B5EF4-FFF2-40B4-BE49-F238E27FC236}">
                      <a16:creationId xmlns:a16="http://schemas.microsoft.com/office/drawing/2014/main" id="{96D14112-F876-8CDA-0EE0-2864361D56EC}"/>
                    </a:ext>
                  </a:extLst>
                </p14:cNvPr>
                <p14:cNvContentPartPr/>
                <p14:nvPr/>
              </p14:nvContentPartPr>
              <p14:xfrm>
                <a:off x="5050937" y="6442851"/>
                <a:ext cx="358200" cy="23760"/>
              </p14:xfrm>
            </p:contentPart>
          </mc:Choice>
          <mc:Fallback xmlns="">
            <p:pic>
              <p:nvPicPr>
                <p:cNvPr id="887" name="Ink 886">
                  <a:extLst>
                    <a:ext uri="{FF2B5EF4-FFF2-40B4-BE49-F238E27FC236}">
                      <a16:creationId xmlns:a16="http://schemas.microsoft.com/office/drawing/2014/main" id="{96D14112-F876-8CDA-0EE0-2864361D56EC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5046617" y="6438531"/>
                  <a:ext cx="3668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888" name="Ink 887">
                  <a:extLst>
                    <a:ext uri="{FF2B5EF4-FFF2-40B4-BE49-F238E27FC236}">
                      <a16:creationId xmlns:a16="http://schemas.microsoft.com/office/drawing/2014/main" id="{31FB1CD7-B795-633F-711D-F120F1E76716}"/>
                    </a:ext>
                  </a:extLst>
                </p14:cNvPr>
                <p14:cNvContentPartPr/>
                <p14:nvPr/>
              </p14:nvContentPartPr>
              <p14:xfrm>
                <a:off x="5159657" y="6509811"/>
                <a:ext cx="347760" cy="360"/>
              </p14:xfrm>
            </p:contentPart>
          </mc:Choice>
          <mc:Fallback xmlns="">
            <p:pic>
              <p:nvPicPr>
                <p:cNvPr id="888" name="Ink 887">
                  <a:extLst>
                    <a:ext uri="{FF2B5EF4-FFF2-40B4-BE49-F238E27FC236}">
                      <a16:creationId xmlns:a16="http://schemas.microsoft.com/office/drawing/2014/main" id="{31FB1CD7-B795-633F-711D-F120F1E76716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5155337" y="6505491"/>
                  <a:ext cx="3564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890" name="Ink 889">
                  <a:extLst>
                    <a:ext uri="{FF2B5EF4-FFF2-40B4-BE49-F238E27FC236}">
                      <a16:creationId xmlns:a16="http://schemas.microsoft.com/office/drawing/2014/main" id="{F3F2F842-2ACA-DF32-56D1-2E7F9F30B492}"/>
                    </a:ext>
                  </a:extLst>
                </p14:cNvPr>
                <p14:cNvContentPartPr/>
                <p14:nvPr/>
              </p14:nvContentPartPr>
              <p14:xfrm>
                <a:off x="5790377" y="6204891"/>
                <a:ext cx="147240" cy="271080"/>
              </p14:xfrm>
            </p:contentPart>
          </mc:Choice>
          <mc:Fallback xmlns="">
            <p:pic>
              <p:nvPicPr>
                <p:cNvPr id="890" name="Ink 889">
                  <a:extLst>
                    <a:ext uri="{FF2B5EF4-FFF2-40B4-BE49-F238E27FC236}">
                      <a16:creationId xmlns:a16="http://schemas.microsoft.com/office/drawing/2014/main" id="{F3F2F842-2ACA-DF32-56D1-2E7F9F30B492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5786057" y="6200571"/>
                  <a:ext cx="1558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891" name="Ink 890">
                  <a:extLst>
                    <a:ext uri="{FF2B5EF4-FFF2-40B4-BE49-F238E27FC236}">
                      <a16:creationId xmlns:a16="http://schemas.microsoft.com/office/drawing/2014/main" id="{00418704-C07E-1B62-87A0-F55D5D3DC42D}"/>
                    </a:ext>
                  </a:extLst>
                </p14:cNvPr>
                <p14:cNvContentPartPr/>
                <p14:nvPr/>
              </p14:nvContentPartPr>
              <p14:xfrm>
                <a:off x="5965337" y="6182571"/>
                <a:ext cx="226800" cy="244440"/>
              </p14:xfrm>
            </p:contentPart>
          </mc:Choice>
          <mc:Fallback xmlns="">
            <p:pic>
              <p:nvPicPr>
                <p:cNvPr id="891" name="Ink 890">
                  <a:extLst>
                    <a:ext uri="{FF2B5EF4-FFF2-40B4-BE49-F238E27FC236}">
                      <a16:creationId xmlns:a16="http://schemas.microsoft.com/office/drawing/2014/main" id="{00418704-C07E-1B62-87A0-F55D5D3DC42D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5961017" y="6178251"/>
                  <a:ext cx="2354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892" name="Ink 891">
                  <a:extLst>
                    <a:ext uri="{FF2B5EF4-FFF2-40B4-BE49-F238E27FC236}">
                      <a16:creationId xmlns:a16="http://schemas.microsoft.com/office/drawing/2014/main" id="{F925B81A-2C4A-A45D-04F1-293F5782E3E9}"/>
                    </a:ext>
                  </a:extLst>
                </p14:cNvPr>
                <p14:cNvContentPartPr/>
                <p14:nvPr/>
              </p14:nvContentPartPr>
              <p14:xfrm>
                <a:off x="6192857" y="6160971"/>
                <a:ext cx="184320" cy="242640"/>
              </p14:xfrm>
            </p:contentPart>
          </mc:Choice>
          <mc:Fallback xmlns="">
            <p:pic>
              <p:nvPicPr>
                <p:cNvPr id="892" name="Ink 891">
                  <a:extLst>
                    <a:ext uri="{FF2B5EF4-FFF2-40B4-BE49-F238E27FC236}">
                      <a16:creationId xmlns:a16="http://schemas.microsoft.com/office/drawing/2014/main" id="{F925B81A-2C4A-A45D-04F1-293F5782E3E9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6188537" y="6156651"/>
                  <a:ext cx="1929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893" name="Ink 892">
                  <a:extLst>
                    <a:ext uri="{FF2B5EF4-FFF2-40B4-BE49-F238E27FC236}">
                      <a16:creationId xmlns:a16="http://schemas.microsoft.com/office/drawing/2014/main" id="{9AE56349-51AC-F740-3648-FC02AFE6FD0F}"/>
                    </a:ext>
                  </a:extLst>
                </p14:cNvPr>
                <p14:cNvContentPartPr/>
                <p14:nvPr/>
              </p14:nvContentPartPr>
              <p14:xfrm>
                <a:off x="6259097" y="6280491"/>
                <a:ext cx="347040" cy="44640"/>
              </p14:xfrm>
            </p:contentPart>
          </mc:Choice>
          <mc:Fallback xmlns="">
            <p:pic>
              <p:nvPicPr>
                <p:cNvPr id="893" name="Ink 892">
                  <a:extLst>
                    <a:ext uri="{FF2B5EF4-FFF2-40B4-BE49-F238E27FC236}">
                      <a16:creationId xmlns:a16="http://schemas.microsoft.com/office/drawing/2014/main" id="{9AE56349-51AC-F740-3648-FC02AFE6FD0F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6254777" y="6276171"/>
                  <a:ext cx="3556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895" name="Ink 894">
                  <a:extLst>
                    <a:ext uri="{FF2B5EF4-FFF2-40B4-BE49-F238E27FC236}">
                      <a16:creationId xmlns:a16="http://schemas.microsoft.com/office/drawing/2014/main" id="{9F5FC657-DB22-30BF-5645-C061834AAD96}"/>
                    </a:ext>
                  </a:extLst>
                </p14:cNvPr>
                <p14:cNvContentPartPr/>
                <p14:nvPr/>
              </p14:nvContentPartPr>
              <p14:xfrm>
                <a:off x="6629177" y="6074211"/>
                <a:ext cx="65880" cy="260280"/>
              </p14:xfrm>
            </p:contentPart>
          </mc:Choice>
          <mc:Fallback xmlns="">
            <p:pic>
              <p:nvPicPr>
                <p:cNvPr id="895" name="Ink 894">
                  <a:extLst>
                    <a:ext uri="{FF2B5EF4-FFF2-40B4-BE49-F238E27FC236}">
                      <a16:creationId xmlns:a16="http://schemas.microsoft.com/office/drawing/2014/main" id="{9F5FC657-DB22-30BF-5645-C061834AAD96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6624857" y="6069891"/>
                  <a:ext cx="745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896" name="Ink 895">
                  <a:extLst>
                    <a:ext uri="{FF2B5EF4-FFF2-40B4-BE49-F238E27FC236}">
                      <a16:creationId xmlns:a16="http://schemas.microsoft.com/office/drawing/2014/main" id="{44D90A1E-95E5-A5A1-1A11-B6C2E86ECC55}"/>
                    </a:ext>
                  </a:extLst>
                </p14:cNvPr>
                <p14:cNvContentPartPr/>
                <p14:nvPr/>
              </p14:nvContentPartPr>
              <p14:xfrm>
                <a:off x="6639617" y="6291651"/>
                <a:ext cx="49680" cy="137880"/>
              </p14:xfrm>
            </p:contentPart>
          </mc:Choice>
          <mc:Fallback xmlns="">
            <p:pic>
              <p:nvPicPr>
                <p:cNvPr id="896" name="Ink 895">
                  <a:extLst>
                    <a:ext uri="{FF2B5EF4-FFF2-40B4-BE49-F238E27FC236}">
                      <a16:creationId xmlns:a16="http://schemas.microsoft.com/office/drawing/2014/main" id="{44D90A1E-95E5-A5A1-1A11-B6C2E86ECC55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6635297" y="6287331"/>
                  <a:ext cx="583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897" name="Ink 896">
                  <a:extLst>
                    <a:ext uri="{FF2B5EF4-FFF2-40B4-BE49-F238E27FC236}">
                      <a16:creationId xmlns:a16="http://schemas.microsoft.com/office/drawing/2014/main" id="{28697459-E2F3-7425-672E-FDFBD133D758}"/>
                    </a:ext>
                  </a:extLst>
                </p14:cNvPr>
                <p14:cNvContentPartPr/>
                <p14:nvPr/>
              </p14:nvContentPartPr>
              <p14:xfrm>
                <a:off x="6920777" y="6103371"/>
                <a:ext cx="982440" cy="255240"/>
              </p14:xfrm>
            </p:contentPart>
          </mc:Choice>
          <mc:Fallback xmlns="">
            <p:pic>
              <p:nvPicPr>
                <p:cNvPr id="897" name="Ink 896">
                  <a:extLst>
                    <a:ext uri="{FF2B5EF4-FFF2-40B4-BE49-F238E27FC236}">
                      <a16:creationId xmlns:a16="http://schemas.microsoft.com/office/drawing/2014/main" id="{28697459-E2F3-7425-672E-FDFBD133D758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6916457" y="6099051"/>
                  <a:ext cx="9910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898" name="Ink 897">
                  <a:extLst>
                    <a:ext uri="{FF2B5EF4-FFF2-40B4-BE49-F238E27FC236}">
                      <a16:creationId xmlns:a16="http://schemas.microsoft.com/office/drawing/2014/main" id="{07364504-5278-8434-F9D9-9491F8906C12}"/>
                    </a:ext>
                  </a:extLst>
                </p14:cNvPr>
                <p14:cNvContentPartPr/>
                <p14:nvPr/>
              </p14:nvContentPartPr>
              <p14:xfrm>
                <a:off x="7913657" y="6117771"/>
                <a:ext cx="28080" cy="24120"/>
              </p14:xfrm>
            </p:contentPart>
          </mc:Choice>
          <mc:Fallback xmlns="">
            <p:pic>
              <p:nvPicPr>
                <p:cNvPr id="898" name="Ink 897">
                  <a:extLst>
                    <a:ext uri="{FF2B5EF4-FFF2-40B4-BE49-F238E27FC236}">
                      <a16:creationId xmlns:a16="http://schemas.microsoft.com/office/drawing/2014/main" id="{07364504-5278-8434-F9D9-9491F8906C12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7909337" y="6113451"/>
                  <a:ext cx="367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899" name="Ink 898">
                  <a:extLst>
                    <a:ext uri="{FF2B5EF4-FFF2-40B4-BE49-F238E27FC236}">
                      <a16:creationId xmlns:a16="http://schemas.microsoft.com/office/drawing/2014/main" id="{B76F7294-9542-2FBF-3EB5-A6E65DE83BF4}"/>
                    </a:ext>
                  </a:extLst>
                </p14:cNvPr>
                <p14:cNvContentPartPr/>
                <p14:nvPr/>
              </p14:nvContentPartPr>
              <p14:xfrm>
                <a:off x="7997537" y="6181851"/>
                <a:ext cx="151920" cy="111600"/>
              </p14:xfrm>
            </p:contentPart>
          </mc:Choice>
          <mc:Fallback xmlns="">
            <p:pic>
              <p:nvPicPr>
                <p:cNvPr id="899" name="Ink 898">
                  <a:extLst>
                    <a:ext uri="{FF2B5EF4-FFF2-40B4-BE49-F238E27FC236}">
                      <a16:creationId xmlns:a16="http://schemas.microsoft.com/office/drawing/2014/main" id="{B76F7294-9542-2FBF-3EB5-A6E65DE83BF4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7993217" y="6177531"/>
                  <a:ext cx="1605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900" name="Ink 899">
                  <a:extLst>
                    <a:ext uri="{FF2B5EF4-FFF2-40B4-BE49-F238E27FC236}">
                      <a16:creationId xmlns:a16="http://schemas.microsoft.com/office/drawing/2014/main" id="{CE22BD7D-C652-51E1-96C9-512361653524}"/>
                    </a:ext>
                  </a:extLst>
                </p14:cNvPr>
                <p14:cNvContentPartPr/>
                <p14:nvPr/>
              </p14:nvContentPartPr>
              <p14:xfrm>
                <a:off x="8153057" y="5987091"/>
                <a:ext cx="48240" cy="300600"/>
              </p14:xfrm>
            </p:contentPart>
          </mc:Choice>
          <mc:Fallback xmlns="">
            <p:pic>
              <p:nvPicPr>
                <p:cNvPr id="900" name="Ink 899">
                  <a:extLst>
                    <a:ext uri="{FF2B5EF4-FFF2-40B4-BE49-F238E27FC236}">
                      <a16:creationId xmlns:a16="http://schemas.microsoft.com/office/drawing/2014/main" id="{CE22BD7D-C652-51E1-96C9-512361653524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8148737" y="5982771"/>
                  <a:ext cx="568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901" name="Ink 900">
                  <a:extLst>
                    <a:ext uri="{FF2B5EF4-FFF2-40B4-BE49-F238E27FC236}">
                      <a16:creationId xmlns:a16="http://schemas.microsoft.com/office/drawing/2014/main" id="{F1E17B9F-007B-6851-DB85-F7FAAEAA6CA5}"/>
                    </a:ext>
                  </a:extLst>
                </p14:cNvPr>
                <p14:cNvContentPartPr/>
                <p14:nvPr/>
              </p14:nvContentPartPr>
              <p14:xfrm>
                <a:off x="8109497" y="5954331"/>
                <a:ext cx="306720" cy="468360"/>
              </p14:xfrm>
            </p:contentPart>
          </mc:Choice>
          <mc:Fallback xmlns="">
            <p:pic>
              <p:nvPicPr>
                <p:cNvPr id="901" name="Ink 900">
                  <a:extLst>
                    <a:ext uri="{FF2B5EF4-FFF2-40B4-BE49-F238E27FC236}">
                      <a16:creationId xmlns:a16="http://schemas.microsoft.com/office/drawing/2014/main" id="{F1E17B9F-007B-6851-DB85-F7FAAEAA6CA5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8105177" y="5950011"/>
                  <a:ext cx="31536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902" name="Ink 901">
                  <a:extLst>
                    <a:ext uri="{FF2B5EF4-FFF2-40B4-BE49-F238E27FC236}">
                      <a16:creationId xmlns:a16="http://schemas.microsoft.com/office/drawing/2014/main" id="{6D03FA8D-1674-137E-5554-E8CE3911126D}"/>
                    </a:ext>
                  </a:extLst>
                </p14:cNvPr>
                <p14:cNvContentPartPr/>
                <p14:nvPr/>
              </p14:nvContentPartPr>
              <p14:xfrm>
                <a:off x="6770657" y="6352131"/>
                <a:ext cx="1572840" cy="234360"/>
              </p14:xfrm>
            </p:contentPart>
          </mc:Choice>
          <mc:Fallback xmlns="">
            <p:pic>
              <p:nvPicPr>
                <p:cNvPr id="902" name="Ink 901">
                  <a:extLst>
                    <a:ext uri="{FF2B5EF4-FFF2-40B4-BE49-F238E27FC236}">
                      <a16:creationId xmlns:a16="http://schemas.microsoft.com/office/drawing/2014/main" id="{6D03FA8D-1674-137E-5554-E8CE3911126D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6766337" y="6347811"/>
                  <a:ext cx="15814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905" name="Ink 904">
                  <a:extLst>
                    <a:ext uri="{FF2B5EF4-FFF2-40B4-BE49-F238E27FC236}">
                      <a16:creationId xmlns:a16="http://schemas.microsoft.com/office/drawing/2014/main" id="{C3BA5FAE-1F27-D0DF-DB18-A59F3534E603}"/>
                    </a:ext>
                  </a:extLst>
                </p14:cNvPr>
                <p14:cNvContentPartPr/>
                <p14:nvPr/>
              </p14:nvContentPartPr>
              <p14:xfrm>
                <a:off x="7086737" y="6736971"/>
                <a:ext cx="196920" cy="119880"/>
              </p14:xfrm>
            </p:contentPart>
          </mc:Choice>
          <mc:Fallback xmlns="">
            <p:pic>
              <p:nvPicPr>
                <p:cNvPr id="905" name="Ink 904">
                  <a:extLst>
                    <a:ext uri="{FF2B5EF4-FFF2-40B4-BE49-F238E27FC236}">
                      <a16:creationId xmlns:a16="http://schemas.microsoft.com/office/drawing/2014/main" id="{C3BA5FAE-1F27-D0DF-DB18-A59F3534E603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7082417" y="6732651"/>
                  <a:ext cx="2055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906" name="Ink 905">
                  <a:extLst>
                    <a:ext uri="{FF2B5EF4-FFF2-40B4-BE49-F238E27FC236}">
                      <a16:creationId xmlns:a16="http://schemas.microsoft.com/office/drawing/2014/main" id="{4832A214-B291-06B2-CFF8-92F65FA661CE}"/>
                    </a:ext>
                  </a:extLst>
                </p14:cNvPr>
                <p14:cNvContentPartPr/>
                <p14:nvPr/>
              </p14:nvContentPartPr>
              <p14:xfrm>
                <a:off x="7306337" y="6665691"/>
                <a:ext cx="891720" cy="205560"/>
              </p14:xfrm>
            </p:contentPart>
          </mc:Choice>
          <mc:Fallback xmlns="">
            <p:pic>
              <p:nvPicPr>
                <p:cNvPr id="906" name="Ink 905">
                  <a:extLst>
                    <a:ext uri="{FF2B5EF4-FFF2-40B4-BE49-F238E27FC236}">
                      <a16:creationId xmlns:a16="http://schemas.microsoft.com/office/drawing/2014/main" id="{4832A214-B291-06B2-CFF8-92F65FA661CE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7302017" y="6661371"/>
                  <a:ext cx="9003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907" name="Ink 906">
                  <a:extLst>
                    <a:ext uri="{FF2B5EF4-FFF2-40B4-BE49-F238E27FC236}">
                      <a16:creationId xmlns:a16="http://schemas.microsoft.com/office/drawing/2014/main" id="{0CA9C7D1-26A5-F076-A587-7CA076E33604}"/>
                    </a:ext>
                  </a:extLst>
                </p14:cNvPr>
                <p14:cNvContentPartPr/>
                <p14:nvPr/>
              </p14:nvContentPartPr>
              <p14:xfrm>
                <a:off x="8174657" y="6683691"/>
                <a:ext cx="42480" cy="87840"/>
              </p14:xfrm>
            </p:contentPart>
          </mc:Choice>
          <mc:Fallback xmlns="">
            <p:pic>
              <p:nvPicPr>
                <p:cNvPr id="907" name="Ink 906">
                  <a:extLst>
                    <a:ext uri="{FF2B5EF4-FFF2-40B4-BE49-F238E27FC236}">
                      <a16:creationId xmlns:a16="http://schemas.microsoft.com/office/drawing/2014/main" id="{0CA9C7D1-26A5-F076-A587-7CA076E33604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8170337" y="6679371"/>
                  <a:ext cx="511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908" name="Ink 907">
                  <a:extLst>
                    <a:ext uri="{FF2B5EF4-FFF2-40B4-BE49-F238E27FC236}">
                      <a16:creationId xmlns:a16="http://schemas.microsoft.com/office/drawing/2014/main" id="{FA826DBE-9268-0BA1-7226-34D3645A58AD}"/>
                    </a:ext>
                  </a:extLst>
                </p14:cNvPr>
                <p14:cNvContentPartPr/>
                <p14:nvPr/>
              </p14:nvContentPartPr>
              <p14:xfrm>
                <a:off x="8271497" y="6792411"/>
                <a:ext cx="110520" cy="99000"/>
              </p14:xfrm>
            </p:contentPart>
          </mc:Choice>
          <mc:Fallback xmlns="">
            <p:pic>
              <p:nvPicPr>
                <p:cNvPr id="908" name="Ink 907">
                  <a:extLst>
                    <a:ext uri="{FF2B5EF4-FFF2-40B4-BE49-F238E27FC236}">
                      <a16:creationId xmlns:a16="http://schemas.microsoft.com/office/drawing/2014/main" id="{FA826DBE-9268-0BA1-7226-34D3645A58AD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8267177" y="6788091"/>
                  <a:ext cx="1191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909" name="Ink 908">
                  <a:extLst>
                    <a:ext uri="{FF2B5EF4-FFF2-40B4-BE49-F238E27FC236}">
                      <a16:creationId xmlns:a16="http://schemas.microsoft.com/office/drawing/2014/main" id="{E674FDCD-E6B5-22A8-89DB-9F9C6BBF9204}"/>
                    </a:ext>
                  </a:extLst>
                </p14:cNvPr>
                <p14:cNvContentPartPr/>
                <p14:nvPr/>
              </p14:nvContentPartPr>
              <p14:xfrm>
                <a:off x="8349257" y="6607371"/>
                <a:ext cx="22320" cy="358200"/>
              </p14:xfrm>
            </p:contentPart>
          </mc:Choice>
          <mc:Fallback xmlns="">
            <p:pic>
              <p:nvPicPr>
                <p:cNvPr id="909" name="Ink 908">
                  <a:extLst>
                    <a:ext uri="{FF2B5EF4-FFF2-40B4-BE49-F238E27FC236}">
                      <a16:creationId xmlns:a16="http://schemas.microsoft.com/office/drawing/2014/main" id="{E674FDCD-E6B5-22A8-89DB-9F9C6BBF9204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8344937" y="6603051"/>
                  <a:ext cx="3096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911" name="Ink 910">
                  <a:extLst>
                    <a:ext uri="{FF2B5EF4-FFF2-40B4-BE49-F238E27FC236}">
                      <a16:creationId xmlns:a16="http://schemas.microsoft.com/office/drawing/2014/main" id="{32B2BC8E-93F5-0AD5-E7ED-8D26FFCF5805}"/>
                    </a:ext>
                  </a:extLst>
                </p14:cNvPr>
                <p14:cNvContentPartPr/>
                <p14:nvPr/>
              </p14:nvContentPartPr>
              <p14:xfrm>
                <a:off x="8554817" y="6149811"/>
                <a:ext cx="456840" cy="177120"/>
              </p14:xfrm>
            </p:contentPart>
          </mc:Choice>
          <mc:Fallback xmlns="">
            <p:pic>
              <p:nvPicPr>
                <p:cNvPr id="911" name="Ink 910">
                  <a:extLst>
                    <a:ext uri="{FF2B5EF4-FFF2-40B4-BE49-F238E27FC236}">
                      <a16:creationId xmlns:a16="http://schemas.microsoft.com/office/drawing/2014/main" id="{32B2BC8E-93F5-0AD5-E7ED-8D26FFCF5805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8550497" y="6145491"/>
                  <a:ext cx="4654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912" name="Ink 911">
                  <a:extLst>
                    <a:ext uri="{FF2B5EF4-FFF2-40B4-BE49-F238E27FC236}">
                      <a16:creationId xmlns:a16="http://schemas.microsoft.com/office/drawing/2014/main" id="{21EC8E29-3EE0-74A4-BFC0-2B8DEB3A826C}"/>
                    </a:ext>
                  </a:extLst>
                </p14:cNvPr>
                <p14:cNvContentPartPr/>
                <p14:nvPr/>
              </p14:nvContentPartPr>
              <p14:xfrm>
                <a:off x="9000497" y="6160971"/>
                <a:ext cx="144000" cy="101160"/>
              </p14:xfrm>
            </p:contentPart>
          </mc:Choice>
          <mc:Fallback xmlns="">
            <p:pic>
              <p:nvPicPr>
                <p:cNvPr id="912" name="Ink 911">
                  <a:extLst>
                    <a:ext uri="{FF2B5EF4-FFF2-40B4-BE49-F238E27FC236}">
                      <a16:creationId xmlns:a16="http://schemas.microsoft.com/office/drawing/2014/main" id="{21EC8E29-3EE0-74A4-BFC0-2B8DEB3A826C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8996177" y="6156651"/>
                  <a:ext cx="1526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913" name="Ink 912">
                  <a:extLst>
                    <a:ext uri="{FF2B5EF4-FFF2-40B4-BE49-F238E27FC236}">
                      <a16:creationId xmlns:a16="http://schemas.microsoft.com/office/drawing/2014/main" id="{A88B97C6-7ADD-100B-58FB-56A1ED3BB11C}"/>
                    </a:ext>
                  </a:extLst>
                </p14:cNvPr>
                <p14:cNvContentPartPr/>
                <p14:nvPr/>
              </p14:nvContentPartPr>
              <p14:xfrm>
                <a:off x="8980697" y="6008331"/>
                <a:ext cx="138960" cy="108360"/>
              </p14:xfrm>
            </p:contentPart>
          </mc:Choice>
          <mc:Fallback xmlns="">
            <p:pic>
              <p:nvPicPr>
                <p:cNvPr id="913" name="Ink 912">
                  <a:extLst>
                    <a:ext uri="{FF2B5EF4-FFF2-40B4-BE49-F238E27FC236}">
                      <a16:creationId xmlns:a16="http://schemas.microsoft.com/office/drawing/2014/main" id="{A88B97C6-7ADD-100B-58FB-56A1ED3BB11C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8976377" y="6004011"/>
                  <a:ext cx="1476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914" name="Ink 913">
                  <a:extLst>
                    <a:ext uri="{FF2B5EF4-FFF2-40B4-BE49-F238E27FC236}">
                      <a16:creationId xmlns:a16="http://schemas.microsoft.com/office/drawing/2014/main" id="{07B47695-FD6C-8BC3-484F-E9CB56E8D5D6}"/>
                    </a:ext>
                  </a:extLst>
                </p14:cNvPr>
                <p14:cNvContentPartPr/>
                <p14:nvPr/>
              </p14:nvContentPartPr>
              <p14:xfrm>
                <a:off x="9361937" y="6095811"/>
                <a:ext cx="11160" cy="140760"/>
              </p14:xfrm>
            </p:contentPart>
          </mc:Choice>
          <mc:Fallback xmlns="">
            <p:pic>
              <p:nvPicPr>
                <p:cNvPr id="914" name="Ink 913">
                  <a:extLst>
                    <a:ext uri="{FF2B5EF4-FFF2-40B4-BE49-F238E27FC236}">
                      <a16:creationId xmlns:a16="http://schemas.microsoft.com/office/drawing/2014/main" id="{07B47695-FD6C-8BC3-484F-E9CB56E8D5D6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9357617" y="6091491"/>
                  <a:ext cx="198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915" name="Ink 914">
                  <a:extLst>
                    <a:ext uri="{FF2B5EF4-FFF2-40B4-BE49-F238E27FC236}">
                      <a16:creationId xmlns:a16="http://schemas.microsoft.com/office/drawing/2014/main" id="{ED4AA3EA-8446-2138-9FCA-6926B6834B81}"/>
                    </a:ext>
                  </a:extLst>
                </p14:cNvPr>
                <p14:cNvContentPartPr/>
                <p14:nvPr/>
              </p14:nvContentPartPr>
              <p14:xfrm>
                <a:off x="9437897" y="6060891"/>
                <a:ext cx="360" cy="5040"/>
              </p14:xfrm>
            </p:contentPart>
          </mc:Choice>
          <mc:Fallback xmlns="">
            <p:pic>
              <p:nvPicPr>
                <p:cNvPr id="915" name="Ink 914">
                  <a:extLst>
                    <a:ext uri="{FF2B5EF4-FFF2-40B4-BE49-F238E27FC236}">
                      <a16:creationId xmlns:a16="http://schemas.microsoft.com/office/drawing/2014/main" id="{ED4AA3EA-8446-2138-9FCA-6926B6834B81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9433577" y="6056571"/>
                  <a:ext cx="90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916" name="Ink 915">
                  <a:extLst>
                    <a:ext uri="{FF2B5EF4-FFF2-40B4-BE49-F238E27FC236}">
                      <a16:creationId xmlns:a16="http://schemas.microsoft.com/office/drawing/2014/main" id="{484212B0-621E-851F-C6F3-A0636EA95240}"/>
                    </a:ext>
                  </a:extLst>
                </p14:cNvPr>
                <p14:cNvContentPartPr/>
                <p14:nvPr/>
              </p14:nvContentPartPr>
              <p14:xfrm>
                <a:off x="9470297" y="6127491"/>
                <a:ext cx="347760" cy="100800"/>
              </p14:xfrm>
            </p:contentPart>
          </mc:Choice>
          <mc:Fallback xmlns="">
            <p:pic>
              <p:nvPicPr>
                <p:cNvPr id="916" name="Ink 915">
                  <a:extLst>
                    <a:ext uri="{FF2B5EF4-FFF2-40B4-BE49-F238E27FC236}">
                      <a16:creationId xmlns:a16="http://schemas.microsoft.com/office/drawing/2014/main" id="{484212B0-621E-851F-C6F3-A0636EA95240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9465977" y="6123171"/>
                  <a:ext cx="3564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917" name="Ink 916">
                  <a:extLst>
                    <a:ext uri="{FF2B5EF4-FFF2-40B4-BE49-F238E27FC236}">
                      <a16:creationId xmlns:a16="http://schemas.microsoft.com/office/drawing/2014/main" id="{87174899-B50F-D398-FB48-68E1D95BB2D2}"/>
                    </a:ext>
                  </a:extLst>
                </p14:cNvPr>
                <p14:cNvContentPartPr/>
                <p14:nvPr/>
              </p14:nvContentPartPr>
              <p14:xfrm>
                <a:off x="9718697" y="6084291"/>
                <a:ext cx="133200" cy="111960"/>
              </p14:xfrm>
            </p:contentPart>
          </mc:Choice>
          <mc:Fallback xmlns="">
            <p:pic>
              <p:nvPicPr>
                <p:cNvPr id="917" name="Ink 916">
                  <a:extLst>
                    <a:ext uri="{FF2B5EF4-FFF2-40B4-BE49-F238E27FC236}">
                      <a16:creationId xmlns:a16="http://schemas.microsoft.com/office/drawing/2014/main" id="{87174899-B50F-D398-FB48-68E1D95BB2D2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9714377" y="6079971"/>
                  <a:ext cx="1418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918" name="Ink 917">
                  <a:extLst>
                    <a:ext uri="{FF2B5EF4-FFF2-40B4-BE49-F238E27FC236}">
                      <a16:creationId xmlns:a16="http://schemas.microsoft.com/office/drawing/2014/main" id="{5CFE9ED3-675B-8D86-2ADB-0744A95EA0FD}"/>
                    </a:ext>
                  </a:extLst>
                </p14:cNvPr>
                <p14:cNvContentPartPr/>
                <p14:nvPr/>
              </p14:nvContentPartPr>
              <p14:xfrm>
                <a:off x="9829937" y="5954331"/>
                <a:ext cx="161280" cy="273600"/>
              </p14:xfrm>
            </p:contentPart>
          </mc:Choice>
          <mc:Fallback xmlns="">
            <p:pic>
              <p:nvPicPr>
                <p:cNvPr id="918" name="Ink 917">
                  <a:extLst>
                    <a:ext uri="{FF2B5EF4-FFF2-40B4-BE49-F238E27FC236}">
                      <a16:creationId xmlns:a16="http://schemas.microsoft.com/office/drawing/2014/main" id="{5CFE9ED3-675B-8D86-2ADB-0744A95EA0FD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9825617" y="5950011"/>
                  <a:ext cx="1699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919" name="Ink 918">
                  <a:extLst>
                    <a:ext uri="{FF2B5EF4-FFF2-40B4-BE49-F238E27FC236}">
                      <a16:creationId xmlns:a16="http://schemas.microsoft.com/office/drawing/2014/main" id="{CE0D149C-C494-0935-1B03-689C385DC184}"/>
                    </a:ext>
                  </a:extLst>
                </p14:cNvPr>
                <p14:cNvContentPartPr/>
                <p14:nvPr/>
              </p14:nvContentPartPr>
              <p14:xfrm>
                <a:off x="10025777" y="6052611"/>
                <a:ext cx="136440" cy="115920"/>
              </p14:xfrm>
            </p:contentPart>
          </mc:Choice>
          <mc:Fallback xmlns="">
            <p:pic>
              <p:nvPicPr>
                <p:cNvPr id="919" name="Ink 918">
                  <a:extLst>
                    <a:ext uri="{FF2B5EF4-FFF2-40B4-BE49-F238E27FC236}">
                      <a16:creationId xmlns:a16="http://schemas.microsoft.com/office/drawing/2014/main" id="{CE0D149C-C494-0935-1B03-689C385DC184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10021457" y="6048291"/>
                  <a:ext cx="145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920" name="Ink 919">
                  <a:extLst>
                    <a:ext uri="{FF2B5EF4-FFF2-40B4-BE49-F238E27FC236}">
                      <a16:creationId xmlns:a16="http://schemas.microsoft.com/office/drawing/2014/main" id="{5D9DE1A3-4C72-69C1-E94A-EF9C2DF3A541}"/>
                    </a:ext>
                  </a:extLst>
                </p14:cNvPr>
                <p14:cNvContentPartPr/>
                <p14:nvPr/>
              </p14:nvContentPartPr>
              <p14:xfrm>
                <a:off x="10059977" y="6063411"/>
                <a:ext cx="96840" cy="98640"/>
              </p14:xfrm>
            </p:contentPart>
          </mc:Choice>
          <mc:Fallback xmlns="">
            <p:pic>
              <p:nvPicPr>
                <p:cNvPr id="920" name="Ink 919">
                  <a:extLst>
                    <a:ext uri="{FF2B5EF4-FFF2-40B4-BE49-F238E27FC236}">
                      <a16:creationId xmlns:a16="http://schemas.microsoft.com/office/drawing/2014/main" id="{5D9DE1A3-4C72-69C1-E94A-EF9C2DF3A541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0055657" y="6059091"/>
                  <a:ext cx="1054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921" name="Ink 920">
                  <a:extLst>
                    <a:ext uri="{FF2B5EF4-FFF2-40B4-BE49-F238E27FC236}">
                      <a16:creationId xmlns:a16="http://schemas.microsoft.com/office/drawing/2014/main" id="{BC9B0FEA-E520-219B-83B6-5C7A2DBA1515}"/>
                    </a:ext>
                  </a:extLst>
                </p14:cNvPr>
                <p14:cNvContentPartPr/>
                <p14:nvPr/>
              </p14:nvContentPartPr>
              <p14:xfrm>
                <a:off x="10297937" y="6008331"/>
                <a:ext cx="238320" cy="33120"/>
              </p14:xfrm>
            </p:contentPart>
          </mc:Choice>
          <mc:Fallback xmlns="">
            <p:pic>
              <p:nvPicPr>
                <p:cNvPr id="921" name="Ink 920">
                  <a:extLst>
                    <a:ext uri="{FF2B5EF4-FFF2-40B4-BE49-F238E27FC236}">
                      <a16:creationId xmlns:a16="http://schemas.microsoft.com/office/drawing/2014/main" id="{BC9B0FEA-E520-219B-83B6-5C7A2DBA1515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10293617" y="6004011"/>
                  <a:ext cx="2469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922" name="Ink 921">
                  <a:extLst>
                    <a:ext uri="{FF2B5EF4-FFF2-40B4-BE49-F238E27FC236}">
                      <a16:creationId xmlns:a16="http://schemas.microsoft.com/office/drawing/2014/main" id="{709CB2E9-A554-C6D1-CF3A-23259377737F}"/>
                    </a:ext>
                  </a:extLst>
                </p14:cNvPr>
                <p14:cNvContentPartPr/>
                <p14:nvPr/>
              </p14:nvContentPartPr>
              <p14:xfrm>
                <a:off x="10352297" y="6110571"/>
                <a:ext cx="209520" cy="19080"/>
              </p14:xfrm>
            </p:contentPart>
          </mc:Choice>
          <mc:Fallback xmlns="">
            <p:pic>
              <p:nvPicPr>
                <p:cNvPr id="922" name="Ink 921">
                  <a:extLst>
                    <a:ext uri="{FF2B5EF4-FFF2-40B4-BE49-F238E27FC236}">
                      <a16:creationId xmlns:a16="http://schemas.microsoft.com/office/drawing/2014/main" id="{709CB2E9-A554-C6D1-CF3A-23259377737F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10347977" y="6106251"/>
                  <a:ext cx="2181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923" name="Ink 922">
                  <a:extLst>
                    <a:ext uri="{FF2B5EF4-FFF2-40B4-BE49-F238E27FC236}">
                      <a16:creationId xmlns:a16="http://schemas.microsoft.com/office/drawing/2014/main" id="{45848930-4F2B-DA88-A515-C4CE56D1AA8A}"/>
                    </a:ext>
                  </a:extLst>
                </p14:cNvPr>
                <p14:cNvContentPartPr/>
                <p14:nvPr/>
              </p14:nvContentPartPr>
              <p14:xfrm>
                <a:off x="10646057" y="5918331"/>
                <a:ext cx="137160" cy="36360"/>
              </p14:xfrm>
            </p:contentPart>
          </mc:Choice>
          <mc:Fallback xmlns="">
            <p:pic>
              <p:nvPicPr>
                <p:cNvPr id="923" name="Ink 922">
                  <a:extLst>
                    <a:ext uri="{FF2B5EF4-FFF2-40B4-BE49-F238E27FC236}">
                      <a16:creationId xmlns:a16="http://schemas.microsoft.com/office/drawing/2014/main" id="{45848930-4F2B-DA88-A515-C4CE56D1AA8A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10641737" y="5914011"/>
                  <a:ext cx="1458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924" name="Ink 923">
                  <a:extLst>
                    <a:ext uri="{FF2B5EF4-FFF2-40B4-BE49-F238E27FC236}">
                      <a16:creationId xmlns:a16="http://schemas.microsoft.com/office/drawing/2014/main" id="{E235F09E-0447-6842-1E17-2C47F67871A7}"/>
                    </a:ext>
                  </a:extLst>
                </p14:cNvPr>
                <p14:cNvContentPartPr/>
                <p14:nvPr/>
              </p14:nvContentPartPr>
              <p14:xfrm>
                <a:off x="10657577" y="5954331"/>
                <a:ext cx="96840" cy="186840"/>
              </p14:xfrm>
            </p:contentPart>
          </mc:Choice>
          <mc:Fallback xmlns="">
            <p:pic>
              <p:nvPicPr>
                <p:cNvPr id="924" name="Ink 923">
                  <a:extLst>
                    <a:ext uri="{FF2B5EF4-FFF2-40B4-BE49-F238E27FC236}">
                      <a16:creationId xmlns:a16="http://schemas.microsoft.com/office/drawing/2014/main" id="{E235F09E-0447-6842-1E17-2C47F67871A7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10653257" y="5950011"/>
                  <a:ext cx="1054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925" name="Ink 924">
                  <a:extLst>
                    <a:ext uri="{FF2B5EF4-FFF2-40B4-BE49-F238E27FC236}">
                      <a16:creationId xmlns:a16="http://schemas.microsoft.com/office/drawing/2014/main" id="{C69124B3-816C-F2AB-1536-8A53EE90A47C}"/>
                    </a:ext>
                  </a:extLst>
                </p14:cNvPr>
                <p14:cNvContentPartPr/>
                <p14:nvPr/>
              </p14:nvContentPartPr>
              <p14:xfrm>
                <a:off x="10809497" y="5912931"/>
                <a:ext cx="186480" cy="52560"/>
              </p14:xfrm>
            </p:contentPart>
          </mc:Choice>
          <mc:Fallback xmlns="">
            <p:pic>
              <p:nvPicPr>
                <p:cNvPr id="925" name="Ink 924">
                  <a:extLst>
                    <a:ext uri="{FF2B5EF4-FFF2-40B4-BE49-F238E27FC236}">
                      <a16:creationId xmlns:a16="http://schemas.microsoft.com/office/drawing/2014/main" id="{C69124B3-816C-F2AB-1536-8A53EE90A47C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0805177" y="5908611"/>
                  <a:ext cx="1951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926" name="Ink 925">
                  <a:extLst>
                    <a:ext uri="{FF2B5EF4-FFF2-40B4-BE49-F238E27FC236}">
                      <a16:creationId xmlns:a16="http://schemas.microsoft.com/office/drawing/2014/main" id="{8AE0F009-0E14-944E-6AB9-55DCD71D93FD}"/>
                    </a:ext>
                  </a:extLst>
                </p14:cNvPr>
                <p14:cNvContentPartPr/>
                <p14:nvPr/>
              </p14:nvContentPartPr>
              <p14:xfrm>
                <a:off x="10545257" y="5997891"/>
                <a:ext cx="396720" cy="300960"/>
              </p14:xfrm>
            </p:contentPart>
          </mc:Choice>
          <mc:Fallback xmlns="">
            <p:pic>
              <p:nvPicPr>
                <p:cNvPr id="926" name="Ink 925">
                  <a:extLst>
                    <a:ext uri="{FF2B5EF4-FFF2-40B4-BE49-F238E27FC236}">
                      <a16:creationId xmlns:a16="http://schemas.microsoft.com/office/drawing/2014/main" id="{8AE0F009-0E14-944E-6AB9-55DCD71D93FD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0540937" y="5993571"/>
                  <a:ext cx="405360" cy="309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87097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RQ-VAE: The input vector x is encoded into a latent z, which is then... |  Download Scientific Diagram">
            <a:extLst>
              <a:ext uri="{FF2B5EF4-FFF2-40B4-BE49-F238E27FC236}">
                <a16:creationId xmlns:a16="http://schemas.microsoft.com/office/drawing/2014/main" id="{385F3DA5-DC80-BA53-02BC-37F44AA68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55" y="88490"/>
            <a:ext cx="11531847" cy="4424268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C9D83024-65B9-B37A-6FDF-BD0711FAC6DF}"/>
              </a:ext>
            </a:extLst>
          </p:cNvPr>
          <p:cNvGrpSpPr/>
          <p:nvPr/>
        </p:nvGrpSpPr>
        <p:grpSpPr>
          <a:xfrm>
            <a:off x="73935" y="265548"/>
            <a:ext cx="1659240" cy="309240"/>
            <a:chOff x="73935" y="265548"/>
            <a:chExt cx="1659240" cy="30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B6BAB03-9155-A23D-8014-B95D5222F094}"/>
                    </a:ext>
                  </a:extLst>
                </p14:cNvPr>
                <p14:cNvContentPartPr/>
                <p14:nvPr/>
              </p14:nvContentPartPr>
              <p14:xfrm>
                <a:off x="73935" y="265548"/>
                <a:ext cx="44280" cy="309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B6BAB03-9155-A23D-8014-B95D5222F09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9615" y="261228"/>
                  <a:ext cx="529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2872368-379E-16D7-BF23-DB9AE5DC614B}"/>
                    </a:ext>
                  </a:extLst>
                </p14:cNvPr>
                <p14:cNvContentPartPr/>
                <p14:nvPr/>
              </p14:nvContentPartPr>
              <p14:xfrm>
                <a:off x="77895" y="285348"/>
                <a:ext cx="163800" cy="242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2872368-379E-16D7-BF23-DB9AE5DC614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575" y="281028"/>
                  <a:ext cx="1724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6DDAFBA-5A9B-8675-E4EE-9556292C348D}"/>
                    </a:ext>
                  </a:extLst>
                </p14:cNvPr>
                <p14:cNvContentPartPr/>
                <p14:nvPr/>
              </p14:nvContentPartPr>
              <p14:xfrm>
                <a:off x="312975" y="284988"/>
                <a:ext cx="200520" cy="256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6DDAFBA-5A9B-8675-E4EE-9556292C348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08655" y="280668"/>
                  <a:ext cx="2091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3D35CF4-7D6E-8710-D39D-6F095165A8FD}"/>
                    </a:ext>
                  </a:extLst>
                </p14:cNvPr>
                <p14:cNvContentPartPr/>
                <p14:nvPr/>
              </p14:nvContentPartPr>
              <p14:xfrm>
                <a:off x="373455" y="432588"/>
                <a:ext cx="303840" cy="99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3D35CF4-7D6E-8710-D39D-6F095165A8F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69135" y="428268"/>
                  <a:ext cx="312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A56AFB3-CCBB-8D6E-11D3-EB96F040C61E}"/>
                    </a:ext>
                  </a:extLst>
                </p14:cNvPr>
                <p14:cNvContentPartPr/>
                <p14:nvPr/>
              </p14:nvContentPartPr>
              <p14:xfrm>
                <a:off x="717615" y="412068"/>
                <a:ext cx="156600" cy="10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A56AFB3-CCBB-8D6E-11D3-EB96F040C61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13295" y="407748"/>
                  <a:ext cx="1652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2AEB42A-67AC-B02D-AC59-9B55007A17F7}"/>
                    </a:ext>
                  </a:extLst>
                </p14:cNvPr>
                <p14:cNvContentPartPr/>
                <p14:nvPr/>
              </p14:nvContentPartPr>
              <p14:xfrm>
                <a:off x="993015" y="304788"/>
                <a:ext cx="164160" cy="200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2AEB42A-67AC-B02D-AC59-9B55007A17F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88695" y="300468"/>
                  <a:ext cx="1728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9675351-D1D6-2370-B935-3E261155414F}"/>
                    </a:ext>
                  </a:extLst>
                </p14:cNvPr>
                <p14:cNvContentPartPr/>
                <p14:nvPr/>
              </p14:nvContentPartPr>
              <p14:xfrm>
                <a:off x="1111095" y="284988"/>
                <a:ext cx="219240" cy="2466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9675351-D1D6-2370-B935-3E261155414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06775" y="280668"/>
                  <a:ext cx="2278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6DED73F-3D73-6B93-3C44-BAFCB4C9D1D9}"/>
                    </a:ext>
                  </a:extLst>
                </p14:cNvPr>
                <p14:cNvContentPartPr/>
                <p14:nvPr/>
              </p14:nvContentPartPr>
              <p14:xfrm>
                <a:off x="1199295" y="412428"/>
                <a:ext cx="127080" cy="10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6DED73F-3D73-6B93-3C44-BAFCB4C9D1D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94975" y="408108"/>
                  <a:ext cx="1357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F893F94-B9B4-EB9C-A827-A64650AE3277}"/>
                    </a:ext>
                  </a:extLst>
                </p14:cNvPr>
                <p14:cNvContentPartPr/>
                <p14:nvPr/>
              </p14:nvContentPartPr>
              <p14:xfrm>
                <a:off x="1484415" y="304428"/>
                <a:ext cx="21240" cy="205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F893F94-B9B4-EB9C-A827-A64650AE327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480095" y="300108"/>
                  <a:ext cx="298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B10FE55-CB2C-E536-0D6B-6C87443F80AA}"/>
                    </a:ext>
                  </a:extLst>
                </p14:cNvPr>
                <p14:cNvContentPartPr/>
                <p14:nvPr/>
              </p14:nvContentPartPr>
              <p14:xfrm>
                <a:off x="1543455" y="304428"/>
                <a:ext cx="137160" cy="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B10FE55-CB2C-E536-0D6B-6C87443F80A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539135" y="300108"/>
                  <a:ext cx="1458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FCEAD6D-B9FB-5FE5-6BB1-9F10AFE2D7A1}"/>
                    </a:ext>
                  </a:extLst>
                </p14:cNvPr>
                <p14:cNvContentPartPr/>
                <p14:nvPr/>
              </p14:nvContentPartPr>
              <p14:xfrm>
                <a:off x="1514295" y="363468"/>
                <a:ext cx="199440" cy="36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FCEAD6D-B9FB-5FE5-6BB1-9F10AFE2D7A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509975" y="359148"/>
                  <a:ext cx="2080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0C900A8-6471-C38A-323E-1674937148F6}"/>
                    </a:ext>
                  </a:extLst>
                </p14:cNvPr>
                <p14:cNvContentPartPr/>
                <p14:nvPr/>
              </p14:nvContentPartPr>
              <p14:xfrm>
                <a:off x="1504215" y="520428"/>
                <a:ext cx="228960" cy="11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0C900A8-6471-C38A-323E-1674937148F6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499895" y="516108"/>
                  <a:ext cx="237600" cy="1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891F534-4C28-1F0B-7B57-D28D4821E4E9}"/>
                  </a:ext>
                </a:extLst>
              </p14:cNvPr>
              <p14:cNvContentPartPr/>
              <p14:nvPr/>
            </p14:nvContentPartPr>
            <p14:xfrm>
              <a:off x="5751855" y="4424268"/>
              <a:ext cx="3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891F534-4C28-1F0B-7B57-D28D4821E4E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747535" y="4419948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59B208DE-3D53-B9AF-7D66-0AB6F71B1DDF}"/>
              </a:ext>
            </a:extLst>
          </p:cNvPr>
          <p:cNvGrpSpPr/>
          <p:nvPr/>
        </p:nvGrpSpPr>
        <p:grpSpPr>
          <a:xfrm>
            <a:off x="127575" y="4522908"/>
            <a:ext cx="286920" cy="328320"/>
            <a:chOff x="127575" y="4522908"/>
            <a:chExt cx="286920" cy="32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2EB03CE-B4BB-325C-59FA-C90C3FDA3176}"/>
                    </a:ext>
                  </a:extLst>
                </p14:cNvPr>
                <p14:cNvContentPartPr/>
                <p14:nvPr/>
              </p14:nvContentPartPr>
              <p14:xfrm>
                <a:off x="127575" y="4522908"/>
                <a:ext cx="139320" cy="245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2EB03CE-B4BB-325C-59FA-C90C3FDA317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23255" y="4518588"/>
                  <a:ext cx="1479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E3E909C-3FA7-9FDC-D94A-938FAA04A208}"/>
                    </a:ext>
                  </a:extLst>
                </p14:cNvPr>
                <p14:cNvContentPartPr/>
                <p14:nvPr/>
              </p14:nvContentPartPr>
              <p14:xfrm>
                <a:off x="127575" y="4768428"/>
                <a:ext cx="245160" cy="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E3E909C-3FA7-9FDC-D94A-938FAA04A20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23255" y="4764108"/>
                  <a:ext cx="2538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79F99D5-CCE4-C8D4-AA63-0ED7CB3D1176}"/>
                    </a:ext>
                  </a:extLst>
                </p14:cNvPr>
                <p14:cNvContentPartPr/>
                <p14:nvPr/>
              </p14:nvContentPartPr>
              <p14:xfrm>
                <a:off x="330255" y="4758708"/>
                <a:ext cx="84240" cy="925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79F99D5-CCE4-C8D4-AA63-0ED7CB3D117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25935" y="4754388"/>
                  <a:ext cx="92880" cy="10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427D3E1-6FB3-0544-782B-DB2C8FFB0BAA}"/>
                  </a:ext>
                </a:extLst>
              </p14:cNvPr>
              <p14:cNvContentPartPr/>
              <p14:nvPr/>
            </p14:nvContentPartPr>
            <p14:xfrm>
              <a:off x="670455" y="4530828"/>
              <a:ext cx="205200" cy="2001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427D3E1-6FB3-0544-782B-DB2C8FFB0BA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66135" y="4526508"/>
                <a:ext cx="21384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2A7FFBD-2A5F-DFAC-416E-8F5C012A6517}"/>
                  </a:ext>
                </a:extLst>
              </p14:cNvPr>
              <p14:cNvContentPartPr/>
              <p14:nvPr/>
            </p14:nvContentPartPr>
            <p14:xfrm>
              <a:off x="963135" y="4581588"/>
              <a:ext cx="11160" cy="127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2A7FFBD-2A5F-DFAC-416E-8F5C012A651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58815" y="4577268"/>
                <a:ext cx="1980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A0E87F0-C680-BB7B-4B54-B1A0C05C8E57}"/>
                  </a:ext>
                </a:extLst>
              </p14:cNvPr>
              <p14:cNvContentPartPr/>
              <p14:nvPr/>
            </p14:nvContentPartPr>
            <p14:xfrm>
              <a:off x="894375" y="4550988"/>
              <a:ext cx="255240" cy="316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A0E87F0-C680-BB7B-4B54-B1A0C05C8E5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90055" y="4546668"/>
                <a:ext cx="26388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6868FA6-E4EB-8AA5-90F7-EFD90FFF2D5F}"/>
                  </a:ext>
                </a:extLst>
              </p14:cNvPr>
              <p14:cNvContentPartPr/>
              <p14:nvPr/>
            </p14:nvContentPartPr>
            <p14:xfrm>
              <a:off x="835335" y="4689948"/>
              <a:ext cx="255240" cy="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6868FA6-E4EB-8AA5-90F7-EFD90FFF2D5F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31015" y="4685628"/>
                <a:ext cx="26388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E3E9E64-E32F-5548-5AF9-0138FDE47B89}"/>
                  </a:ext>
                </a:extLst>
              </p14:cNvPr>
              <p14:cNvContentPartPr/>
              <p14:nvPr/>
            </p14:nvContentPartPr>
            <p14:xfrm>
              <a:off x="1158255" y="4539828"/>
              <a:ext cx="181080" cy="21528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E3E9E64-E32F-5548-5AF9-0138FDE47B8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153935" y="4535508"/>
                <a:ext cx="18972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80BE9A0-A55D-C7C0-47E4-6194AF258A80}"/>
                  </a:ext>
                </a:extLst>
              </p14:cNvPr>
              <p14:cNvContentPartPr/>
              <p14:nvPr/>
            </p14:nvContentPartPr>
            <p14:xfrm>
              <a:off x="1563255" y="4551708"/>
              <a:ext cx="169200" cy="2091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80BE9A0-A55D-C7C0-47E4-6194AF258A80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558935" y="4547388"/>
                <a:ext cx="177840" cy="21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20E0AE91-3795-91B7-7A39-5E949059B32F}"/>
              </a:ext>
            </a:extLst>
          </p:cNvPr>
          <p:cNvGrpSpPr/>
          <p:nvPr/>
        </p:nvGrpSpPr>
        <p:grpSpPr>
          <a:xfrm>
            <a:off x="1936935" y="4286748"/>
            <a:ext cx="2822760" cy="560880"/>
            <a:chOff x="1936935" y="4286748"/>
            <a:chExt cx="2822760" cy="56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E09A768-FDC9-B7F7-8B9C-155D6C02E44D}"/>
                    </a:ext>
                  </a:extLst>
                </p14:cNvPr>
                <p14:cNvContentPartPr/>
                <p14:nvPr/>
              </p14:nvContentPartPr>
              <p14:xfrm>
                <a:off x="1936935" y="4400508"/>
                <a:ext cx="795600" cy="370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E09A768-FDC9-B7F7-8B9C-155D6C02E44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932615" y="4396188"/>
                  <a:ext cx="80424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A88A011-FF51-C57A-C33E-BF05BBAAC752}"/>
                    </a:ext>
                  </a:extLst>
                </p14:cNvPr>
                <p14:cNvContentPartPr/>
                <p14:nvPr/>
              </p14:nvContentPartPr>
              <p14:xfrm>
                <a:off x="2860695" y="4355508"/>
                <a:ext cx="49680" cy="4064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A88A011-FF51-C57A-C33E-BF05BBAAC75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856375" y="4351188"/>
                  <a:ext cx="5832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F6DDA8F-7299-70AD-AA29-613044ABFAE5}"/>
                    </a:ext>
                  </a:extLst>
                </p14:cNvPr>
                <p14:cNvContentPartPr/>
                <p14:nvPr/>
              </p14:nvContentPartPr>
              <p14:xfrm>
                <a:off x="3028095" y="4600668"/>
                <a:ext cx="187920" cy="186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F6DDA8F-7299-70AD-AA29-613044ABFAE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023775" y="4596348"/>
                  <a:ext cx="1965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5567366-0F59-60A4-9CD5-54F9CBA01EB5}"/>
                    </a:ext>
                  </a:extLst>
                </p14:cNvPr>
                <p14:cNvContentPartPr/>
                <p14:nvPr/>
              </p14:nvContentPartPr>
              <p14:xfrm>
                <a:off x="3292695" y="4650348"/>
                <a:ext cx="108360" cy="91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5567366-0F59-60A4-9CD5-54F9CBA01EB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288375" y="4646028"/>
                  <a:ext cx="1170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AB64B13-5DFA-28F6-0640-BE1EFCBBB9BB}"/>
                    </a:ext>
                  </a:extLst>
                </p14:cNvPr>
                <p14:cNvContentPartPr/>
                <p14:nvPr/>
              </p14:nvContentPartPr>
              <p14:xfrm>
                <a:off x="3421575" y="4709028"/>
                <a:ext cx="65880" cy="91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AB64B13-5DFA-28F6-0640-BE1EFCBBB9B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417255" y="4704708"/>
                  <a:ext cx="745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4ECF5BF-21C1-71E8-4E8F-F6ECF50CA291}"/>
                    </a:ext>
                  </a:extLst>
                </p14:cNvPr>
                <p14:cNvContentPartPr/>
                <p14:nvPr/>
              </p14:nvContentPartPr>
              <p14:xfrm>
                <a:off x="3604815" y="4699668"/>
                <a:ext cx="39240" cy="83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4ECF5BF-21C1-71E8-4E8F-F6ECF50CA29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600495" y="4695348"/>
                  <a:ext cx="478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8B665FF-C564-E7CC-D303-4C7D01159258}"/>
                    </a:ext>
                  </a:extLst>
                </p14:cNvPr>
                <p14:cNvContentPartPr/>
                <p14:nvPr/>
              </p14:nvContentPartPr>
              <p14:xfrm>
                <a:off x="3814335" y="4552068"/>
                <a:ext cx="88560" cy="295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8B665FF-C564-E7CC-D303-4C7D0115925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810015" y="4547748"/>
                  <a:ext cx="9720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0A7B48B-E68E-EEEF-01DD-5C0199F09D8B}"/>
                    </a:ext>
                  </a:extLst>
                </p14:cNvPr>
                <p14:cNvContentPartPr/>
                <p14:nvPr/>
              </p14:nvContentPartPr>
              <p14:xfrm>
                <a:off x="3912975" y="4608588"/>
                <a:ext cx="50040" cy="147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0A7B48B-E68E-EEEF-01DD-5C0199F09D8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908655" y="4604268"/>
                  <a:ext cx="586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CBA196B-143B-BBC7-7A34-E6E9EE99AC14}"/>
                    </a:ext>
                  </a:extLst>
                </p14:cNvPr>
                <p14:cNvContentPartPr/>
                <p14:nvPr/>
              </p14:nvContentPartPr>
              <p14:xfrm>
                <a:off x="4041135" y="4650348"/>
                <a:ext cx="49680" cy="84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CBA196B-143B-BBC7-7A34-E6E9EE99AC1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036815" y="4646028"/>
                  <a:ext cx="583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4DC3306-A79A-CEC2-500E-787EDA14F250}"/>
                    </a:ext>
                  </a:extLst>
                </p14:cNvPr>
                <p14:cNvContentPartPr/>
                <p14:nvPr/>
              </p14:nvContentPartPr>
              <p14:xfrm>
                <a:off x="4207815" y="4503108"/>
                <a:ext cx="221400" cy="168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4DC3306-A79A-CEC2-500E-787EDA14F250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203495" y="4498788"/>
                  <a:ext cx="2300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1056965-4083-FE21-2785-D736132ABA15}"/>
                    </a:ext>
                  </a:extLst>
                </p14:cNvPr>
                <p14:cNvContentPartPr/>
                <p14:nvPr/>
              </p14:nvContentPartPr>
              <p14:xfrm>
                <a:off x="4237695" y="4585548"/>
                <a:ext cx="195840" cy="6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1056965-4083-FE21-2785-D736132ABA1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233375" y="4581228"/>
                  <a:ext cx="20448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1738086-9B36-0E42-7BC3-949ABC80877D}"/>
                    </a:ext>
                  </a:extLst>
                </p14:cNvPr>
                <p14:cNvContentPartPr/>
                <p14:nvPr/>
              </p14:nvContentPartPr>
              <p14:xfrm>
                <a:off x="4433895" y="4604268"/>
                <a:ext cx="99360" cy="131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1738086-9B36-0E42-7BC3-949ABC80877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429575" y="4599948"/>
                  <a:ext cx="1080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289C358-CD54-1833-6E3D-8A0254D5DF67}"/>
                    </a:ext>
                  </a:extLst>
                </p14:cNvPr>
                <p14:cNvContentPartPr/>
                <p14:nvPr/>
              </p14:nvContentPartPr>
              <p14:xfrm>
                <a:off x="4492935" y="4286748"/>
                <a:ext cx="266760" cy="429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289C358-CD54-1833-6E3D-8A0254D5DF6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488615" y="4282428"/>
                  <a:ext cx="275400" cy="43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544826C3-2844-184A-1FA9-490CD9BC8D29}"/>
              </a:ext>
            </a:extLst>
          </p:cNvPr>
          <p:cNvGrpSpPr/>
          <p:nvPr/>
        </p:nvGrpSpPr>
        <p:grpSpPr>
          <a:xfrm>
            <a:off x="5181615" y="4468548"/>
            <a:ext cx="893520" cy="389520"/>
            <a:chOff x="5181615" y="4468548"/>
            <a:chExt cx="893520" cy="38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B57EE48-5B5C-8A11-A24A-944A77A67EBC}"/>
                    </a:ext>
                  </a:extLst>
                </p14:cNvPr>
                <p14:cNvContentPartPr/>
                <p14:nvPr/>
              </p14:nvContentPartPr>
              <p14:xfrm>
                <a:off x="5181615" y="4468548"/>
                <a:ext cx="349200" cy="336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B57EE48-5B5C-8A11-A24A-944A77A67EB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177295" y="4464228"/>
                  <a:ext cx="35784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8CFFD12-F4FD-F149-A871-42052247C7F9}"/>
                    </a:ext>
                  </a:extLst>
                </p14:cNvPr>
                <p14:cNvContentPartPr/>
                <p14:nvPr/>
              </p14:nvContentPartPr>
              <p14:xfrm>
                <a:off x="5269815" y="4581588"/>
                <a:ext cx="461520" cy="208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8CFFD12-F4FD-F149-A871-42052247C7F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265495" y="4577268"/>
                  <a:ext cx="4701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4B2A57B-899A-D101-FEBC-CAF0520C3FDA}"/>
                    </a:ext>
                  </a:extLst>
                </p14:cNvPr>
                <p14:cNvContentPartPr/>
                <p14:nvPr/>
              </p14:nvContentPartPr>
              <p14:xfrm>
                <a:off x="5502015" y="4620828"/>
                <a:ext cx="261000" cy="1191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4B2A57B-899A-D101-FEBC-CAF0520C3FD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497695" y="4616508"/>
                  <a:ext cx="2696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A5BEAAC-7CD4-4CE5-47D0-4EF31B52FD91}"/>
                    </a:ext>
                  </a:extLst>
                </p14:cNvPr>
                <p14:cNvContentPartPr/>
                <p14:nvPr/>
              </p14:nvContentPartPr>
              <p14:xfrm>
                <a:off x="5779935" y="4679868"/>
                <a:ext cx="78840" cy="79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A5BEAAC-7CD4-4CE5-47D0-4EF31B52FD9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775615" y="4675548"/>
                  <a:ext cx="874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683C679-DC60-528B-BB44-72A44DFC5C61}"/>
                    </a:ext>
                  </a:extLst>
                </p14:cNvPr>
                <p14:cNvContentPartPr/>
                <p14:nvPr/>
              </p14:nvContentPartPr>
              <p14:xfrm>
                <a:off x="5869935" y="4688148"/>
                <a:ext cx="205200" cy="169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683C679-DC60-528B-BB44-72A44DFC5C6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865615" y="4683828"/>
                  <a:ext cx="213840" cy="17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243F0F60-2B18-6E11-1A86-B3D1E5A2BE84}"/>
              </a:ext>
            </a:extLst>
          </p:cNvPr>
          <p:cNvGrpSpPr/>
          <p:nvPr/>
        </p:nvGrpSpPr>
        <p:grpSpPr>
          <a:xfrm>
            <a:off x="6272775" y="4650348"/>
            <a:ext cx="235440" cy="79920"/>
            <a:chOff x="6272775" y="4650348"/>
            <a:chExt cx="235440" cy="7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F947A78-F155-E658-6812-46807C0AB4A3}"/>
                    </a:ext>
                  </a:extLst>
                </p14:cNvPr>
                <p14:cNvContentPartPr/>
                <p14:nvPr/>
              </p14:nvContentPartPr>
              <p14:xfrm>
                <a:off x="6282855" y="4650348"/>
                <a:ext cx="166320" cy="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F947A78-F155-E658-6812-46807C0AB4A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278535" y="4646028"/>
                  <a:ext cx="1749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E7E1CBA-2DE8-3ABF-2E78-67210CFA5451}"/>
                    </a:ext>
                  </a:extLst>
                </p14:cNvPr>
                <p14:cNvContentPartPr/>
                <p14:nvPr/>
              </p14:nvContentPartPr>
              <p14:xfrm>
                <a:off x="6272775" y="4719108"/>
                <a:ext cx="235440" cy="11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E7E1CBA-2DE8-3ABF-2E78-67210CFA545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268455" y="4714788"/>
                  <a:ext cx="24408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C37E6BFC-3609-9FFC-93F3-53FE31F7210F}"/>
              </a:ext>
            </a:extLst>
          </p:cNvPr>
          <p:cNvGrpSpPr/>
          <p:nvPr/>
        </p:nvGrpSpPr>
        <p:grpSpPr>
          <a:xfrm>
            <a:off x="6742215" y="4433988"/>
            <a:ext cx="4507200" cy="878040"/>
            <a:chOff x="6742215" y="4433988"/>
            <a:chExt cx="4507200" cy="87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51CAA5E-415C-F9DC-ED1A-4581559E3DAE}"/>
                    </a:ext>
                  </a:extLst>
                </p14:cNvPr>
                <p14:cNvContentPartPr/>
                <p14:nvPr/>
              </p14:nvContentPartPr>
              <p14:xfrm>
                <a:off x="6742215" y="4551348"/>
                <a:ext cx="423360" cy="1508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51CAA5E-415C-F9DC-ED1A-4581559E3DA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737895" y="4547028"/>
                  <a:ext cx="4320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328958F-B8AB-4209-2626-624EDE77AFDE}"/>
                    </a:ext>
                  </a:extLst>
                </p14:cNvPr>
                <p14:cNvContentPartPr/>
                <p14:nvPr/>
              </p14:nvContentPartPr>
              <p14:xfrm>
                <a:off x="7159815" y="4454148"/>
                <a:ext cx="18720" cy="2469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328958F-B8AB-4209-2626-624EDE77AFD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155495" y="4449828"/>
                  <a:ext cx="273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2F212BD-AC2A-AE03-D015-F07D5CAFE3D9}"/>
                    </a:ext>
                  </a:extLst>
                </p14:cNvPr>
                <p14:cNvContentPartPr/>
                <p14:nvPr/>
              </p14:nvContentPartPr>
              <p14:xfrm>
                <a:off x="7118415" y="4502388"/>
                <a:ext cx="136440" cy="79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2F212BD-AC2A-AE03-D015-F07D5CAFE3D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114095" y="4498068"/>
                  <a:ext cx="1450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3DE8FE5-C499-2A7E-809F-8DC602F59ED4}"/>
                    </a:ext>
                  </a:extLst>
                </p14:cNvPr>
                <p14:cNvContentPartPr/>
                <p14:nvPr/>
              </p14:nvContentPartPr>
              <p14:xfrm>
                <a:off x="7206615" y="4531548"/>
                <a:ext cx="306360" cy="3679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3DE8FE5-C499-2A7E-809F-8DC602F59ED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202295" y="4527228"/>
                  <a:ext cx="31500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9E66442-2B35-BFBF-8E80-40CDFA167B72}"/>
                    </a:ext>
                  </a:extLst>
                </p14:cNvPr>
                <p14:cNvContentPartPr/>
                <p14:nvPr/>
              </p14:nvContentPartPr>
              <p14:xfrm>
                <a:off x="7559055" y="4522548"/>
                <a:ext cx="387720" cy="307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9E66442-2B35-BFBF-8E80-40CDFA167B7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554735" y="4518228"/>
                  <a:ext cx="3963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35C00DE-C231-C49F-B511-26E9266EBC39}"/>
                    </a:ext>
                  </a:extLst>
                </p14:cNvPr>
                <p14:cNvContentPartPr/>
                <p14:nvPr/>
              </p14:nvContentPartPr>
              <p14:xfrm>
                <a:off x="8003295" y="4483308"/>
                <a:ext cx="14760" cy="124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35C00DE-C231-C49F-B511-26E9266EBC3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998975" y="4478988"/>
                  <a:ext cx="234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DA1877C-B635-0782-CC37-804D4BE22F73}"/>
                    </a:ext>
                  </a:extLst>
                </p14:cNvPr>
                <p14:cNvContentPartPr/>
                <p14:nvPr/>
              </p14:nvContentPartPr>
              <p14:xfrm>
                <a:off x="7914735" y="4502748"/>
                <a:ext cx="132480" cy="154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DA1877C-B635-0782-CC37-804D4BE22F73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910415" y="4498428"/>
                  <a:ext cx="1411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57DB6A0-25BC-3595-0880-F32C998A7662}"/>
                    </a:ext>
                  </a:extLst>
                </p14:cNvPr>
                <p14:cNvContentPartPr/>
                <p14:nvPr/>
              </p14:nvContentPartPr>
              <p14:xfrm>
                <a:off x="7885575" y="4608948"/>
                <a:ext cx="232920" cy="320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57DB6A0-25BC-3595-0880-F32C998A766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881255" y="4604628"/>
                  <a:ext cx="2415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E959EB7-9BD8-7A6E-96E6-17B73BA565C2}"/>
                    </a:ext>
                  </a:extLst>
                </p14:cNvPr>
                <p14:cNvContentPartPr/>
                <p14:nvPr/>
              </p14:nvContentPartPr>
              <p14:xfrm>
                <a:off x="8158815" y="4502388"/>
                <a:ext cx="140040" cy="1544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E959EB7-9BD8-7A6E-96E6-17B73BA565C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154495" y="4498068"/>
                  <a:ext cx="1486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036D969D-8F76-49E5-8866-BE8FCBA07B69}"/>
                    </a:ext>
                  </a:extLst>
                </p14:cNvPr>
                <p14:cNvContentPartPr/>
                <p14:nvPr/>
              </p14:nvContentPartPr>
              <p14:xfrm>
                <a:off x="8504775" y="4552068"/>
                <a:ext cx="10440" cy="972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036D969D-8F76-49E5-8866-BE8FCBA07B6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500455" y="4547748"/>
                  <a:ext cx="190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E1EAB97-2D35-A933-6007-4D410BB169B0}"/>
                    </a:ext>
                  </a:extLst>
                </p14:cNvPr>
                <p14:cNvContentPartPr/>
                <p14:nvPr/>
              </p14:nvContentPartPr>
              <p14:xfrm>
                <a:off x="8524575" y="4463868"/>
                <a:ext cx="56880" cy="496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E1EAB97-2D35-A933-6007-4D410BB169B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520255" y="4459548"/>
                  <a:ext cx="655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ADEA360-1C37-EDB9-4B38-AED48F118A0B}"/>
                    </a:ext>
                  </a:extLst>
                </p14:cNvPr>
                <p14:cNvContentPartPr/>
                <p14:nvPr/>
              </p14:nvContentPartPr>
              <p14:xfrm>
                <a:off x="8615295" y="4502748"/>
                <a:ext cx="66600" cy="2772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ADEA360-1C37-EDB9-4B38-AED48F118A0B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610975" y="4498428"/>
                  <a:ext cx="752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FECA526-550F-CB27-E3A1-77AF6A2CF938}"/>
                    </a:ext>
                  </a:extLst>
                </p14:cNvPr>
                <p14:cNvContentPartPr/>
                <p14:nvPr/>
              </p14:nvContentPartPr>
              <p14:xfrm>
                <a:off x="8563815" y="4642428"/>
                <a:ext cx="148680" cy="576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FECA526-550F-CB27-E3A1-77AF6A2CF93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559495" y="4638108"/>
                  <a:ext cx="1573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916B0E5-CD2D-7742-D673-7909069E4572}"/>
                    </a:ext>
                  </a:extLst>
                </p14:cNvPr>
                <p14:cNvContentPartPr/>
                <p14:nvPr/>
              </p14:nvContentPartPr>
              <p14:xfrm>
                <a:off x="8878455" y="4433988"/>
                <a:ext cx="360" cy="1764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916B0E5-CD2D-7742-D673-7909069E457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874135" y="4429668"/>
                  <a:ext cx="90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3A09DFB-F53B-A303-8D41-B2B3B48DD437}"/>
                    </a:ext>
                  </a:extLst>
                </p14:cNvPr>
                <p14:cNvContentPartPr/>
                <p14:nvPr/>
              </p14:nvContentPartPr>
              <p14:xfrm>
                <a:off x="8839575" y="4506348"/>
                <a:ext cx="87120" cy="1173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3A09DFB-F53B-A303-8D41-B2B3B48DD43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835255" y="4502028"/>
                  <a:ext cx="957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C787817-0439-7709-946A-8387BA91A99A}"/>
                    </a:ext>
                  </a:extLst>
                </p14:cNvPr>
                <p14:cNvContentPartPr/>
                <p14:nvPr/>
              </p14:nvContentPartPr>
              <p14:xfrm>
                <a:off x="8967015" y="4520748"/>
                <a:ext cx="128520" cy="1090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C787817-0439-7709-946A-8387BA91A99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962695" y="4516428"/>
                  <a:ext cx="1371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9F4CC04-5C99-ADE4-BA57-8D7E039FC0C3}"/>
                    </a:ext>
                  </a:extLst>
                </p14:cNvPr>
                <p14:cNvContentPartPr/>
                <p14:nvPr/>
              </p14:nvContentPartPr>
              <p14:xfrm>
                <a:off x="9126135" y="4472868"/>
                <a:ext cx="301680" cy="1216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9F4CC04-5C99-ADE4-BA57-8D7E039FC0C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121815" y="4468548"/>
                  <a:ext cx="3103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800C75B-7E91-0071-A026-EB48370C1724}"/>
                    </a:ext>
                  </a:extLst>
                </p14:cNvPr>
                <p14:cNvContentPartPr/>
                <p14:nvPr/>
              </p14:nvContentPartPr>
              <p14:xfrm>
                <a:off x="9478215" y="4471068"/>
                <a:ext cx="278640" cy="1328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800C75B-7E91-0071-A026-EB48370C172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473895" y="4466748"/>
                  <a:ext cx="2872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8B272C3-9519-74BF-B3DF-30BECDCF475F}"/>
                    </a:ext>
                  </a:extLst>
                </p14:cNvPr>
                <p14:cNvContentPartPr/>
                <p14:nvPr/>
              </p14:nvContentPartPr>
              <p14:xfrm>
                <a:off x="6812055" y="4974348"/>
                <a:ext cx="560520" cy="3376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8B272C3-9519-74BF-B3DF-30BECDCF475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807735" y="4970028"/>
                  <a:ext cx="56916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CD7838C-40EA-6E1B-4D24-5DD9518F2290}"/>
                    </a:ext>
                  </a:extLst>
                </p14:cNvPr>
                <p14:cNvContentPartPr/>
                <p14:nvPr/>
              </p14:nvContentPartPr>
              <p14:xfrm>
                <a:off x="7393455" y="4975068"/>
                <a:ext cx="317520" cy="1346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CD7838C-40EA-6E1B-4D24-5DD9518F229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389135" y="4970748"/>
                  <a:ext cx="3261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0833E8C-7F52-64E4-234B-93862DB3A127}"/>
                    </a:ext>
                  </a:extLst>
                </p14:cNvPr>
                <p14:cNvContentPartPr/>
                <p14:nvPr/>
              </p14:nvContentPartPr>
              <p14:xfrm>
                <a:off x="7718175" y="4933308"/>
                <a:ext cx="360" cy="25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0833E8C-7F52-64E4-234B-93862DB3A127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713855" y="4928988"/>
                  <a:ext cx="9000" cy="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5D5141C-8A35-7B0B-02C8-2DD9AFFB4170}"/>
                    </a:ext>
                  </a:extLst>
                </p14:cNvPr>
                <p14:cNvContentPartPr/>
                <p14:nvPr/>
              </p14:nvContentPartPr>
              <p14:xfrm>
                <a:off x="7767495" y="4982268"/>
                <a:ext cx="156240" cy="932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5D5141C-8A35-7B0B-02C8-2DD9AFFB417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763175" y="4977948"/>
                  <a:ext cx="1648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2C839B5-BD18-F7F1-1C04-09C06C40958D}"/>
                    </a:ext>
                  </a:extLst>
                </p14:cNvPr>
                <p14:cNvContentPartPr/>
                <p14:nvPr/>
              </p14:nvContentPartPr>
              <p14:xfrm>
                <a:off x="8109135" y="4808028"/>
                <a:ext cx="86040" cy="2793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2C839B5-BD18-F7F1-1C04-09C06C40958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104815" y="4803708"/>
                  <a:ext cx="946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55A9A58-5C26-34BA-406B-04EB8E83C327}"/>
                    </a:ext>
                  </a:extLst>
                </p14:cNvPr>
                <p14:cNvContentPartPr/>
                <p14:nvPr/>
              </p14:nvContentPartPr>
              <p14:xfrm>
                <a:off x="8288775" y="4913148"/>
                <a:ext cx="238320" cy="16056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55A9A58-5C26-34BA-406B-04EB8E83C32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284455" y="4908828"/>
                  <a:ext cx="2469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EF4183E-6C09-6996-84E8-77A7406715B6}"/>
                    </a:ext>
                  </a:extLst>
                </p14:cNvPr>
                <p14:cNvContentPartPr/>
                <p14:nvPr/>
              </p14:nvContentPartPr>
              <p14:xfrm>
                <a:off x="8544015" y="4915668"/>
                <a:ext cx="264240" cy="302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EF4183E-6C09-6996-84E8-77A7406715B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539695" y="4911348"/>
                  <a:ext cx="272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490447B-7B41-0686-1783-EF68C721CFE5}"/>
                    </a:ext>
                  </a:extLst>
                </p14:cNvPr>
                <p14:cNvContentPartPr/>
                <p14:nvPr/>
              </p14:nvContentPartPr>
              <p14:xfrm>
                <a:off x="8976735" y="4798308"/>
                <a:ext cx="177120" cy="2912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490447B-7B41-0686-1783-EF68C721CFE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972415" y="4793988"/>
                  <a:ext cx="1857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16604CE-EABB-CD6B-2444-EAA2780C58C5}"/>
                    </a:ext>
                  </a:extLst>
                </p14:cNvPr>
                <p14:cNvContentPartPr/>
                <p14:nvPr/>
              </p14:nvContentPartPr>
              <p14:xfrm>
                <a:off x="9399375" y="4876788"/>
                <a:ext cx="21960" cy="1566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16604CE-EABB-CD6B-2444-EAA2780C58C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395055" y="4872468"/>
                  <a:ext cx="306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3D04E2C-DC56-12D6-0491-33E9D75972C5}"/>
                    </a:ext>
                  </a:extLst>
                </p14:cNvPr>
                <p14:cNvContentPartPr/>
                <p14:nvPr/>
              </p14:nvContentPartPr>
              <p14:xfrm>
                <a:off x="9428895" y="4795788"/>
                <a:ext cx="360" cy="25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3D04E2C-DC56-12D6-0491-33E9D75972C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9424575" y="4791468"/>
                  <a:ext cx="9000" cy="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18BAFEB-B45F-89FE-E444-30A510250033}"/>
                    </a:ext>
                  </a:extLst>
                </p14:cNvPr>
                <p14:cNvContentPartPr/>
                <p14:nvPr/>
              </p14:nvContentPartPr>
              <p14:xfrm>
                <a:off x="9544455" y="4831068"/>
                <a:ext cx="22680" cy="3196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18BAFEB-B45F-89FE-E444-30A51025003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540135" y="4826748"/>
                  <a:ext cx="313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D242170-28E9-197A-0605-5A8CA4D10DB1}"/>
                    </a:ext>
                  </a:extLst>
                </p14:cNvPr>
                <p14:cNvContentPartPr/>
                <p14:nvPr/>
              </p14:nvContentPartPr>
              <p14:xfrm>
                <a:off x="9517455" y="4950948"/>
                <a:ext cx="162720" cy="932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D242170-28E9-197A-0605-5A8CA4D10DB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513135" y="4946628"/>
                  <a:ext cx="1713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FEDEC6E-9EE7-C5AC-E2FF-1C0A1B59F64A}"/>
                    </a:ext>
                  </a:extLst>
                </p14:cNvPr>
                <p14:cNvContentPartPr/>
                <p14:nvPr/>
              </p14:nvContentPartPr>
              <p14:xfrm>
                <a:off x="9851895" y="4846908"/>
                <a:ext cx="38520" cy="1090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FEDEC6E-9EE7-C5AC-E2FF-1C0A1B59F64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847575" y="4842588"/>
                  <a:ext cx="471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D03F4743-B10F-8377-1F78-7DA361E440E4}"/>
                    </a:ext>
                  </a:extLst>
                </p14:cNvPr>
                <p14:cNvContentPartPr/>
                <p14:nvPr/>
              </p14:nvContentPartPr>
              <p14:xfrm>
                <a:off x="9900855" y="4896228"/>
                <a:ext cx="67680" cy="799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D03F4743-B10F-8377-1F78-7DA361E440E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896535" y="4891908"/>
                  <a:ext cx="763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FE3BF5C-4A85-549A-ABF3-40821BB8DAA1}"/>
                    </a:ext>
                  </a:extLst>
                </p14:cNvPr>
                <p14:cNvContentPartPr/>
                <p14:nvPr/>
              </p14:nvContentPartPr>
              <p14:xfrm>
                <a:off x="10018935" y="4827468"/>
                <a:ext cx="198000" cy="1245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FE3BF5C-4A85-549A-ABF3-40821BB8DAA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014615" y="4823148"/>
                  <a:ext cx="2066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5D286174-7896-3EB4-F19E-CB378E09AA6F}"/>
                    </a:ext>
                  </a:extLst>
                </p14:cNvPr>
                <p14:cNvContentPartPr/>
                <p14:nvPr/>
              </p14:nvContentPartPr>
              <p14:xfrm>
                <a:off x="10235295" y="4680228"/>
                <a:ext cx="50400" cy="2509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D286174-7896-3EB4-F19E-CB378E09AA6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230975" y="4675908"/>
                  <a:ext cx="5904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BB29E8D-FE73-6B45-F3BE-CC667AA416FD}"/>
                    </a:ext>
                  </a:extLst>
                </p14:cNvPr>
                <p14:cNvContentPartPr/>
                <p14:nvPr/>
              </p14:nvContentPartPr>
              <p14:xfrm>
                <a:off x="10245015" y="4756188"/>
                <a:ext cx="695160" cy="1414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BB29E8D-FE73-6B45-F3BE-CC667AA416F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240695" y="4751868"/>
                  <a:ext cx="70380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3F4C1FC-0BAD-F205-9D8C-FCF10EBF7D79}"/>
                    </a:ext>
                  </a:extLst>
                </p14:cNvPr>
                <p14:cNvContentPartPr/>
                <p14:nvPr/>
              </p14:nvContentPartPr>
              <p14:xfrm>
                <a:off x="10962855" y="4747908"/>
                <a:ext cx="286560" cy="1400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3F4C1FC-0BAD-F205-9D8C-FCF10EBF7D7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958535" y="4743588"/>
                  <a:ext cx="29520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3FDED91C-B598-0EE1-61CE-3B9CC27A2045}"/>
              </a:ext>
            </a:extLst>
          </p:cNvPr>
          <p:cNvGrpSpPr/>
          <p:nvPr/>
        </p:nvGrpSpPr>
        <p:grpSpPr>
          <a:xfrm>
            <a:off x="4844655" y="4719108"/>
            <a:ext cx="407160" cy="329760"/>
            <a:chOff x="4844655" y="4719108"/>
            <a:chExt cx="407160" cy="32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AE10E41-ADFC-06EF-889A-87124B5C2C8C}"/>
                    </a:ext>
                  </a:extLst>
                </p14:cNvPr>
                <p14:cNvContentPartPr/>
                <p14:nvPr/>
              </p14:nvContentPartPr>
              <p14:xfrm>
                <a:off x="4844655" y="4817748"/>
                <a:ext cx="261360" cy="1296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AE10E41-ADFC-06EF-889A-87124B5C2C8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840335" y="4813428"/>
                  <a:ext cx="2700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FCCA02A-2B48-8FC0-8840-B79C1C092155}"/>
                    </a:ext>
                  </a:extLst>
                </p14:cNvPr>
                <p14:cNvContentPartPr/>
                <p14:nvPr/>
              </p14:nvContentPartPr>
              <p14:xfrm>
                <a:off x="5088375" y="4719108"/>
                <a:ext cx="163440" cy="3297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FCCA02A-2B48-8FC0-8840-B79C1C09215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084055" y="4714788"/>
                  <a:ext cx="172080" cy="33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C9219C28-A084-C0FE-E2A6-ABD917C0B480}"/>
                  </a:ext>
                </a:extLst>
              </p14:cNvPr>
              <p14:cNvContentPartPr/>
              <p14:nvPr/>
            </p14:nvContentPartPr>
            <p14:xfrm>
              <a:off x="8878455" y="4943748"/>
              <a:ext cx="176040" cy="11052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C9219C28-A084-C0FE-E2A6-ABD917C0B480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8874135" y="4939428"/>
                <a:ext cx="184680" cy="11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29258445-1E6D-A07F-70C7-5B9F44397E2A}"/>
              </a:ext>
            </a:extLst>
          </p:cNvPr>
          <p:cNvGrpSpPr/>
          <p:nvPr/>
        </p:nvGrpSpPr>
        <p:grpSpPr>
          <a:xfrm>
            <a:off x="5181615" y="5377908"/>
            <a:ext cx="363960" cy="216720"/>
            <a:chOff x="5181615" y="5377908"/>
            <a:chExt cx="363960" cy="21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C78DE0C-D9FA-4FCB-0AA3-33CE527CF09D}"/>
                    </a:ext>
                  </a:extLst>
                </p14:cNvPr>
                <p14:cNvContentPartPr/>
                <p14:nvPr/>
              </p14:nvContentPartPr>
              <p14:xfrm>
                <a:off x="5181615" y="5503908"/>
                <a:ext cx="187560" cy="777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C78DE0C-D9FA-4FCB-0AA3-33CE527CF09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177295" y="5499588"/>
                  <a:ext cx="1962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818CBA8-CCD6-7967-2B13-48BF07441DEF}"/>
                    </a:ext>
                  </a:extLst>
                </p14:cNvPr>
                <p14:cNvContentPartPr/>
                <p14:nvPr/>
              </p14:nvContentPartPr>
              <p14:xfrm>
                <a:off x="5419575" y="5377908"/>
                <a:ext cx="18720" cy="2059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818CBA8-CCD6-7967-2B13-48BF07441DE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415255" y="5373588"/>
                  <a:ext cx="273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58EE053-C5AC-3253-3055-6B967BF647F5}"/>
                    </a:ext>
                  </a:extLst>
                </p14:cNvPr>
                <p14:cNvContentPartPr/>
                <p14:nvPr/>
              </p14:nvContentPartPr>
              <p14:xfrm>
                <a:off x="5377815" y="5474388"/>
                <a:ext cx="156600" cy="219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58EE053-C5AC-3253-3055-6B967BF647F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373495" y="5470068"/>
                  <a:ext cx="1652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11462FF5-90BC-D7A4-03D0-878911DEF1E7}"/>
                    </a:ext>
                  </a:extLst>
                </p14:cNvPr>
                <p14:cNvContentPartPr/>
                <p14:nvPr/>
              </p14:nvContentPartPr>
              <p14:xfrm>
                <a:off x="5545215" y="5495988"/>
                <a:ext cx="360" cy="3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11462FF5-90BC-D7A4-03D0-878911DEF1E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540895" y="549166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0EB5210-0A33-8858-741F-5AA418E0E5BE}"/>
                    </a:ext>
                  </a:extLst>
                </p14:cNvPr>
                <p14:cNvContentPartPr/>
                <p14:nvPr/>
              </p14:nvContentPartPr>
              <p14:xfrm>
                <a:off x="5516055" y="5594268"/>
                <a:ext cx="4320" cy="3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0EB5210-0A33-8858-741F-5AA418E0E5B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511735" y="5589948"/>
                  <a:ext cx="1296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9B450650-F8BF-4DC2-3A6D-605A21CB35F6}"/>
              </a:ext>
            </a:extLst>
          </p:cNvPr>
          <p:cNvGrpSpPr/>
          <p:nvPr/>
        </p:nvGrpSpPr>
        <p:grpSpPr>
          <a:xfrm>
            <a:off x="5761575" y="5270268"/>
            <a:ext cx="3568320" cy="592200"/>
            <a:chOff x="5761575" y="5270268"/>
            <a:chExt cx="3568320" cy="59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F3F6E1C-21D2-7025-4195-116AA874C25A}"/>
                    </a:ext>
                  </a:extLst>
                </p14:cNvPr>
                <p14:cNvContentPartPr/>
                <p14:nvPr/>
              </p14:nvContentPartPr>
              <p14:xfrm>
                <a:off x="5761575" y="5427948"/>
                <a:ext cx="382680" cy="1576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F3F6E1C-21D2-7025-4195-116AA874C25A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757255" y="5423628"/>
                  <a:ext cx="3913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8A93B74-4129-7EA2-4063-D45D36D9F1A9}"/>
                    </a:ext>
                  </a:extLst>
                </p14:cNvPr>
                <p14:cNvContentPartPr/>
                <p14:nvPr/>
              </p14:nvContentPartPr>
              <p14:xfrm>
                <a:off x="6204015" y="5475108"/>
                <a:ext cx="182880" cy="144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8A93B74-4129-7EA2-4063-D45D36D9F1A9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199695" y="5470788"/>
                  <a:ext cx="1915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38F4C41-A3C5-3271-0B43-F8D7F9C49AB8}"/>
                    </a:ext>
                  </a:extLst>
                </p14:cNvPr>
                <p14:cNvContentPartPr/>
                <p14:nvPr/>
              </p14:nvContentPartPr>
              <p14:xfrm>
                <a:off x="6252975" y="5535228"/>
                <a:ext cx="195840" cy="36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38F4C41-A3C5-3271-0B43-F8D7F9C49AB8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248655" y="5530908"/>
                  <a:ext cx="2044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3F3F78B-FBA3-996F-06B0-BEDD94D33DA8}"/>
                    </a:ext>
                  </a:extLst>
                </p14:cNvPr>
                <p14:cNvContentPartPr/>
                <p14:nvPr/>
              </p14:nvContentPartPr>
              <p14:xfrm>
                <a:off x="6685695" y="5456748"/>
                <a:ext cx="360" cy="9756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3F3F78B-FBA3-996F-06B0-BEDD94D33DA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681375" y="5452428"/>
                  <a:ext cx="90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C346B51-A407-EDCA-B116-93521E55CDEF}"/>
                    </a:ext>
                  </a:extLst>
                </p14:cNvPr>
                <p14:cNvContentPartPr/>
                <p14:nvPr/>
              </p14:nvContentPartPr>
              <p14:xfrm>
                <a:off x="6666255" y="5309148"/>
                <a:ext cx="360" cy="36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C346B51-A407-EDCA-B116-93521E55CDE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661935" y="530482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3997E0D-A214-93C8-104A-63FF8835712E}"/>
                    </a:ext>
                  </a:extLst>
                </p14:cNvPr>
                <p14:cNvContentPartPr/>
                <p14:nvPr/>
              </p14:nvContentPartPr>
              <p14:xfrm>
                <a:off x="6764535" y="5358468"/>
                <a:ext cx="10440" cy="15300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3997E0D-A214-93C8-104A-63FF8835712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760215" y="5354148"/>
                  <a:ext cx="190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3BEB14E6-BC34-E252-FCDF-9F8DF884632B}"/>
                    </a:ext>
                  </a:extLst>
                </p14:cNvPr>
                <p14:cNvContentPartPr/>
                <p14:nvPr/>
              </p14:nvContentPartPr>
              <p14:xfrm>
                <a:off x="6695775" y="5444868"/>
                <a:ext cx="533520" cy="9252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3BEB14E6-BC34-E252-FCDF-9F8DF884632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691455" y="5440548"/>
                  <a:ext cx="542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6733ADB2-0F53-A666-AA50-E87322F1DD02}"/>
                    </a:ext>
                  </a:extLst>
                </p14:cNvPr>
                <p14:cNvContentPartPr/>
                <p14:nvPr/>
              </p14:nvContentPartPr>
              <p14:xfrm>
                <a:off x="7374015" y="5417868"/>
                <a:ext cx="378720" cy="13752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6733ADB2-0F53-A666-AA50-E87322F1DD02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369695" y="5413548"/>
                  <a:ext cx="387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1CF3B5E1-DE18-7C39-4F19-DD208A8B90AC}"/>
                    </a:ext>
                  </a:extLst>
                </p14:cNvPr>
                <p14:cNvContentPartPr/>
                <p14:nvPr/>
              </p14:nvContentPartPr>
              <p14:xfrm>
                <a:off x="7804575" y="5377908"/>
                <a:ext cx="59040" cy="914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1CF3B5E1-DE18-7C39-4F19-DD208A8B90A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800255" y="5373588"/>
                  <a:ext cx="676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9CE482E1-974D-530F-BF8C-50D8740FCC67}"/>
                    </a:ext>
                  </a:extLst>
                </p14:cNvPr>
                <p14:cNvContentPartPr/>
                <p14:nvPr/>
              </p14:nvContentPartPr>
              <p14:xfrm>
                <a:off x="7893495" y="5377908"/>
                <a:ext cx="88920" cy="10044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9CE482E1-974D-530F-BF8C-50D8740FCC6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889175" y="5373588"/>
                  <a:ext cx="975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4822F0A-789E-4C03-3F80-76666F9CA05A}"/>
                    </a:ext>
                  </a:extLst>
                </p14:cNvPr>
                <p14:cNvContentPartPr/>
                <p14:nvPr/>
              </p14:nvContentPartPr>
              <p14:xfrm>
                <a:off x="8051535" y="5407428"/>
                <a:ext cx="108360" cy="712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4822F0A-789E-4C03-3F80-76666F9CA05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047215" y="5403108"/>
                  <a:ext cx="1170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2C2E212-C023-2088-7781-40AD2331298B}"/>
                    </a:ext>
                  </a:extLst>
                </p14:cNvPr>
                <p14:cNvContentPartPr/>
                <p14:nvPr/>
              </p14:nvContentPartPr>
              <p14:xfrm>
                <a:off x="8190135" y="5270268"/>
                <a:ext cx="11880" cy="18432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2C2E212-C023-2088-7781-40AD2331298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185815" y="5265948"/>
                  <a:ext cx="205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AC99A138-6E54-895F-5AF3-3C80FBFE40E9}"/>
                    </a:ext>
                  </a:extLst>
                </p14:cNvPr>
                <p14:cNvContentPartPr/>
                <p14:nvPr/>
              </p14:nvContentPartPr>
              <p14:xfrm>
                <a:off x="8229735" y="5407788"/>
                <a:ext cx="34200" cy="435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AC99A138-6E54-895F-5AF3-3C80FBFE40E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225415" y="5403468"/>
                  <a:ext cx="428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02C17ED9-EDAA-6C7F-FDC6-927798F72A37}"/>
                    </a:ext>
                  </a:extLst>
                </p14:cNvPr>
                <p14:cNvContentPartPr/>
                <p14:nvPr/>
              </p14:nvContentPartPr>
              <p14:xfrm>
                <a:off x="8278335" y="5410668"/>
                <a:ext cx="15120" cy="5004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02C17ED9-EDAA-6C7F-FDC6-927798F72A3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274015" y="5406348"/>
                  <a:ext cx="237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2C645946-F570-3AD4-0970-532F32714B31}"/>
                    </a:ext>
                  </a:extLst>
                </p14:cNvPr>
                <p14:cNvContentPartPr/>
                <p14:nvPr/>
              </p14:nvContentPartPr>
              <p14:xfrm>
                <a:off x="8317935" y="5270268"/>
                <a:ext cx="10440" cy="4644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2C645946-F570-3AD4-0970-532F32714B3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313615" y="5265948"/>
                  <a:ext cx="190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4263D163-5B23-8861-E743-9EA465D29E28}"/>
                    </a:ext>
                  </a:extLst>
                </p14:cNvPr>
                <p14:cNvContentPartPr/>
                <p14:nvPr/>
              </p14:nvContentPartPr>
              <p14:xfrm>
                <a:off x="8319375" y="5378988"/>
                <a:ext cx="276480" cy="35532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4263D163-5B23-8861-E743-9EA465D29E2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315055" y="5374668"/>
                  <a:ext cx="28512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41C563F-BE06-858B-F6FB-5794877E1CF3}"/>
                    </a:ext>
                  </a:extLst>
                </p14:cNvPr>
                <p14:cNvContentPartPr/>
                <p14:nvPr/>
              </p14:nvContentPartPr>
              <p14:xfrm>
                <a:off x="6026895" y="5720988"/>
                <a:ext cx="245160" cy="1011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41C563F-BE06-858B-F6FB-5794877E1CF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022575" y="5716668"/>
                  <a:ext cx="2538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A7743FB-C877-6EE1-B608-BB4C275C136D}"/>
                    </a:ext>
                  </a:extLst>
                </p14:cNvPr>
                <p14:cNvContentPartPr/>
                <p14:nvPr/>
              </p14:nvContentPartPr>
              <p14:xfrm>
                <a:off x="6361335" y="5761308"/>
                <a:ext cx="191880" cy="104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A7743FB-C877-6EE1-B608-BB4C275C136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357015" y="5756988"/>
                  <a:ext cx="2005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018E06CA-994E-753F-C2E8-0B3237A9D0BF}"/>
                    </a:ext>
                  </a:extLst>
                </p14:cNvPr>
                <p14:cNvContentPartPr/>
                <p14:nvPr/>
              </p14:nvContentPartPr>
              <p14:xfrm>
                <a:off x="6430095" y="5820708"/>
                <a:ext cx="215280" cy="104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018E06CA-994E-753F-C2E8-0B3237A9D0B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425775" y="5816388"/>
                  <a:ext cx="2239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43F38BB7-F62C-0348-12A0-0C468E715050}"/>
                    </a:ext>
                  </a:extLst>
                </p14:cNvPr>
                <p14:cNvContentPartPr/>
                <p14:nvPr/>
              </p14:nvContentPartPr>
              <p14:xfrm>
                <a:off x="6899895" y="5741148"/>
                <a:ext cx="166320" cy="1206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43F38BB7-F62C-0348-12A0-0C468E71505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895575" y="5736828"/>
                  <a:ext cx="1749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CB11B93-FC6F-76CE-3CE6-480036468442}"/>
                    </a:ext>
                  </a:extLst>
                </p14:cNvPr>
                <p14:cNvContentPartPr/>
                <p14:nvPr/>
              </p14:nvContentPartPr>
              <p14:xfrm>
                <a:off x="7096815" y="5722068"/>
                <a:ext cx="209160" cy="14040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CB11B93-FC6F-76CE-3CE6-48003646844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092495" y="5717748"/>
                  <a:ext cx="2178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B14F474-DE9B-883B-FC40-8FFC1169576B}"/>
                    </a:ext>
                  </a:extLst>
                </p14:cNvPr>
                <p14:cNvContentPartPr/>
                <p14:nvPr/>
              </p14:nvContentPartPr>
              <p14:xfrm>
                <a:off x="7275375" y="5624148"/>
                <a:ext cx="271080" cy="2088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B14F474-DE9B-883B-FC40-8FFC1169576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271055" y="5619828"/>
                  <a:ext cx="2797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4DEDA09-0FCC-3100-4F68-14550E4405C6}"/>
                    </a:ext>
                  </a:extLst>
                </p14:cNvPr>
                <p14:cNvContentPartPr/>
                <p14:nvPr/>
              </p14:nvContentPartPr>
              <p14:xfrm>
                <a:off x="7541055" y="5603988"/>
                <a:ext cx="192600" cy="22752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4DEDA09-0FCC-3100-4F68-14550E4405C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536735" y="5599668"/>
                  <a:ext cx="2012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A7B31D00-9E96-6AF6-32C4-45C5F240E2D8}"/>
                    </a:ext>
                  </a:extLst>
                </p14:cNvPr>
                <p14:cNvContentPartPr/>
                <p14:nvPr/>
              </p14:nvContentPartPr>
              <p14:xfrm>
                <a:off x="7748055" y="5774628"/>
                <a:ext cx="71280" cy="673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A7B31D00-9E96-6AF6-32C4-45C5F240E2D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743735" y="5770308"/>
                  <a:ext cx="799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39253E2F-290E-1127-81E5-5E38D9EDD1D2}"/>
                    </a:ext>
                  </a:extLst>
                </p14:cNvPr>
                <p14:cNvContentPartPr/>
                <p14:nvPr/>
              </p14:nvContentPartPr>
              <p14:xfrm>
                <a:off x="7885575" y="5722428"/>
                <a:ext cx="99360" cy="1281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39253E2F-290E-1127-81E5-5E38D9EDD1D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881255" y="5718108"/>
                  <a:ext cx="1080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555588A4-76AA-6612-B874-E2C5054FC380}"/>
                    </a:ext>
                  </a:extLst>
                </p14:cNvPr>
                <p14:cNvContentPartPr/>
                <p14:nvPr/>
              </p14:nvContentPartPr>
              <p14:xfrm>
                <a:off x="8003295" y="5643588"/>
                <a:ext cx="35640" cy="18000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555588A4-76AA-6612-B874-E2C5054FC38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998975" y="5639268"/>
                  <a:ext cx="442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6A779BA-02DA-7425-635C-6FB594E8D879}"/>
                    </a:ext>
                  </a:extLst>
                </p14:cNvPr>
                <p14:cNvContentPartPr/>
                <p14:nvPr/>
              </p14:nvContentPartPr>
              <p14:xfrm>
                <a:off x="8052615" y="5706588"/>
                <a:ext cx="130680" cy="453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6A779BA-02DA-7425-635C-6FB594E8D87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048295" y="5702268"/>
                  <a:ext cx="1393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67ADC24D-7D6C-D50A-794A-7B182304B95C}"/>
                    </a:ext>
                  </a:extLst>
                </p14:cNvPr>
                <p14:cNvContentPartPr/>
                <p14:nvPr/>
              </p14:nvContentPartPr>
              <p14:xfrm>
                <a:off x="8072055" y="5761668"/>
                <a:ext cx="195840" cy="694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67ADC24D-7D6C-D50A-794A-7B182304B95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067735" y="5757348"/>
                  <a:ext cx="2044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722E6606-C3C9-0872-DAA7-C1BDC3D11EEC}"/>
                    </a:ext>
                  </a:extLst>
                </p14:cNvPr>
                <p14:cNvContentPartPr/>
                <p14:nvPr/>
              </p14:nvContentPartPr>
              <p14:xfrm>
                <a:off x="8436015" y="5702628"/>
                <a:ext cx="118440" cy="12672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722E6606-C3C9-0872-DAA7-C1BDC3D11EE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431695" y="5698308"/>
                  <a:ext cx="1270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7205838-78F8-520F-91CD-7934AAFF192D}"/>
                    </a:ext>
                  </a:extLst>
                </p14:cNvPr>
                <p14:cNvContentPartPr/>
                <p14:nvPr/>
              </p14:nvContentPartPr>
              <p14:xfrm>
                <a:off x="8584335" y="5722068"/>
                <a:ext cx="214560" cy="10656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7205838-78F8-520F-91CD-7934AAFF192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580015" y="5717748"/>
                  <a:ext cx="2232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CF6125D-F97C-BF07-1616-3F146DA3EBFE}"/>
                    </a:ext>
                  </a:extLst>
                </p14:cNvPr>
                <p14:cNvContentPartPr/>
                <p14:nvPr/>
              </p14:nvContentPartPr>
              <p14:xfrm>
                <a:off x="8769375" y="5731788"/>
                <a:ext cx="206640" cy="1000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CF6125D-F97C-BF07-1616-3F146DA3EBF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765055" y="5727468"/>
                  <a:ext cx="2152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F1B70349-32E9-FADA-D490-8A7EE4DA83B6}"/>
                    </a:ext>
                  </a:extLst>
                </p14:cNvPr>
                <p14:cNvContentPartPr/>
                <p14:nvPr/>
              </p14:nvContentPartPr>
              <p14:xfrm>
                <a:off x="8967015" y="5515788"/>
                <a:ext cx="16560" cy="2678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F1B70349-32E9-FADA-D490-8A7EE4DA83B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962695" y="5511468"/>
                  <a:ext cx="252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2137526C-6D2A-4EF7-7268-FC5DCB3E148E}"/>
                    </a:ext>
                  </a:extLst>
                </p14:cNvPr>
                <p14:cNvContentPartPr/>
                <p14:nvPr/>
              </p14:nvContentPartPr>
              <p14:xfrm>
                <a:off x="8888175" y="5701548"/>
                <a:ext cx="217800" cy="871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2137526C-6D2A-4EF7-7268-FC5DCB3E148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883855" y="5697228"/>
                  <a:ext cx="2264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5246E35-5724-5F40-8363-4E8608850E3E}"/>
                    </a:ext>
                  </a:extLst>
                </p14:cNvPr>
                <p14:cNvContentPartPr/>
                <p14:nvPr/>
              </p14:nvContentPartPr>
              <p14:xfrm>
                <a:off x="9124335" y="5652948"/>
                <a:ext cx="205560" cy="11988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5246E35-5724-5F40-8363-4E8608850E3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120015" y="5648628"/>
                  <a:ext cx="214200" cy="128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03711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9C28473-2F22-9ECD-E2AF-F7DEC81C18AE}"/>
              </a:ext>
            </a:extLst>
          </p:cNvPr>
          <p:cNvGrpSpPr/>
          <p:nvPr/>
        </p:nvGrpSpPr>
        <p:grpSpPr>
          <a:xfrm>
            <a:off x="244935" y="147468"/>
            <a:ext cx="268200" cy="423720"/>
            <a:chOff x="244935" y="147468"/>
            <a:chExt cx="268200" cy="42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C7014E4-BD7B-EE59-9DB9-7F1D39958AE8}"/>
                    </a:ext>
                  </a:extLst>
                </p14:cNvPr>
                <p14:cNvContentPartPr/>
                <p14:nvPr/>
              </p14:nvContentPartPr>
              <p14:xfrm>
                <a:off x="244935" y="147468"/>
                <a:ext cx="133560" cy="3466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C7014E4-BD7B-EE59-9DB9-7F1D39958AE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0615" y="143148"/>
                  <a:ext cx="14220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11960D1-052B-242D-7761-E98F3AEBC0FF}"/>
                    </a:ext>
                  </a:extLst>
                </p14:cNvPr>
                <p14:cNvContentPartPr/>
                <p14:nvPr/>
              </p14:nvContentPartPr>
              <p14:xfrm>
                <a:off x="354735" y="265548"/>
                <a:ext cx="158400" cy="305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11960D1-052B-242D-7761-E98F3AEBC0F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0415" y="261228"/>
                  <a:ext cx="167040" cy="31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7DC3941-2D45-9075-24BE-920974D3A9C1}"/>
              </a:ext>
            </a:extLst>
          </p:cNvPr>
          <p:cNvGrpSpPr/>
          <p:nvPr/>
        </p:nvGrpSpPr>
        <p:grpSpPr>
          <a:xfrm>
            <a:off x="666495" y="136668"/>
            <a:ext cx="6964920" cy="523080"/>
            <a:chOff x="666495" y="136668"/>
            <a:chExt cx="6964920" cy="52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A5089C9-2B5B-CA2E-67D2-C61FE898546A}"/>
                    </a:ext>
                  </a:extLst>
                </p14:cNvPr>
                <p14:cNvContentPartPr/>
                <p14:nvPr/>
              </p14:nvContentPartPr>
              <p14:xfrm>
                <a:off x="666495" y="205068"/>
                <a:ext cx="149760" cy="296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A5089C9-2B5B-CA2E-67D2-C61FE898546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2175" y="200748"/>
                  <a:ext cx="1584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614921C-7894-B8A3-62D6-2A27C7CFD628}"/>
                    </a:ext>
                  </a:extLst>
                </p14:cNvPr>
                <p14:cNvContentPartPr/>
                <p14:nvPr/>
              </p14:nvContentPartPr>
              <p14:xfrm>
                <a:off x="930015" y="363468"/>
                <a:ext cx="23760" cy="105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614921C-7894-B8A3-62D6-2A27C7CFD62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25695" y="359148"/>
                  <a:ext cx="324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2B58AEB-B1F0-4BAE-3141-474B23CF1CE7}"/>
                    </a:ext>
                  </a:extLst>
                </p14:cNvPr>
                <p14:cNvContentPartPr/>
                <p14:nvPr/>
              </p14:nvContentPartPr>
              <p14:xfrm>
                <a:off x="855495" y="275268"/>
                <a:ext cx="195840" cy="19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2B58AEB-B1F0-4BAE-3141-474B23CF1CE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1175" y="270948"/>
                  <a:ext cx="2044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50E40C1-4A53-0C6C-B8CD-429B07982915}"/>
                    </a:ext>
                  </a:extLst>
                </p14:cNvPr>
                <p14:cNvContentPartPr/>
                <p14:nvPr/>
              </p14:nvContentPartPr>
              <p14:xfrm>
                <a:off x="855495" y="481548"/>
                <a:ext cx="274320" cy="20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50E40C1-4A53-0C6C-B8CD-429B0798291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1175" y="477228"/>
                  <a:ext cx="2829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BD858C0-114F-C51E-120A-647E5029F20E}"/>
                    </a:ext>
                  </a:extLst>
                </p14:cNvPr>
                <p14:cNvContentPartPr/>
                <p14:nvPr/>
              </p14:nvContentPartPr>
              <p14:xfrm>
                <a:off x="1148535" y="245388"/>
                <a:ext cx="250200" cy="227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BD858C0-114F-C51E-120A-647E5029F20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44215" y="241068"/>
                  <a:ext cx="2588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C061343-2721-905A-E408-A0103F5C5C5C}"/>
                    </a:ext>
                  </a:extLst>
                </p14:cNvPr>
                <p14:cNvContentPartPr/>
                <p14:nvPr/>
              </p14:nvContentPartPr>
              <p14:xfrm>
                <a:off x="1503855" y="215868"/>
                <a:ext cx="117000" cy="257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C061343-2721-905A-E408-A0103F5C5C5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99535" y="211548"/>
                  <a:ext cx="1256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1195E6B-B473-A7C0-68CB-88236D976084}"/>
                    </a:ext>
                  </a:extLst>
                </p14:cNvPr>
                <p14:cNvContentPartPr/>
                <p14:nvPr/>
              </p14:nvContentPartPr>
              <p14:xfrm>
                <a:off x="1769535" y="480828"/>
                <a:ext cx="77400" cy="11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1195E6B-B473-A7C0-68CB-88236D97608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65215" y="476508"/>
                  <a:ext cx="860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5A53268-BA37-2D05-E1F3-9144246728AE}"/>
                    </a:ext>
                  </a:extLst>
                </p14:cNvPr>
                <p14:cNvContentPartPr/>
                <p14:nvPr/>
              </p14:nvContentPartPr>
              <p14:xfrm>
                <a:off x="1877895" y="481548"/>
                <a:ext cx="27000" cy="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5A53268-BA37-2D05-E1F3-9144246728A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873575" y="477228"/>
                  <a:ext cx="356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1C3A78D-2BC6-59C9-DF2F-4AF95828BCCE}"/>
                    </a:ext>
                  </a:extLst>
                </p14:cNvPr>
                <p14:cNvContentPartPr/>
                <p14:nvPr/>
              </p14:nvContentPartPr>
              <p14:xfrm>
                <a:off x="1936935" y="481548"/>
                <a:ext cx="360" cy="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1C3A78D-2BC6-59C9-DF2F-4AF95828BCC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32615" y="47722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DF3822C-85F1-67EA-C788-FDAD218D83AF}"/>
                    </a:ext>
                  </a:extLst>
                </p14:cNvPr>
                <p14:cNvContentPartPr/>
                <p14:nvPr/>
              </p14:nvContentPartPr>
              <p14:xfrm>
                <a:off x="1976175" y="481548"/>
                <a:ext cx="4320" cy="3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DF3822C-85F1-67EA-C788-FDAD218D83A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71855" y="477228"/>
                  <a:ext cx="129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EF9C304-546A-3857-D085-E3DE23CC54B1}"/>
                    </a:ext>
                  </a:extLst>
                </p14:cNvPr>
                <p14:cNvContentPartPr/>
                <p14:nvPr/>
              </p14:nvContentPartPr>
              <p14:xfrm>
                <a:off x="2084175" y="462108"/>
                <a:ext cx="38520" cy="62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EF9C304-546A-3857-D085-E3DE23CC54B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79855" y="457788"/>
                  <a:ext cx="471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EF8A10B-099E-175E-54D1-CFFCD5980F7F}"/>
                    </a:ext>
                  </a:extLst>
                </p14:cNvPr>
                <p14:cNvContentPartPr/>
                <p14:nvPr/>
              </p14:nvContentPartPr>
              <p14:xfrm>
                <a:off x="2290815" y="324588"/>
                <a:ext cx="159840" cy="307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EF8A10B-099E-175E-54D1-CFFCD5980F7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86495" y="320268"/>
                  <a:ext cx="1684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DD1EB92-FCD5-2047-6B05-A4B3AB904C58}"/>
                    </a:ext>
                  </a:extLst>
                </p14:cNvPr>
                <p14:cNvContentPartPr/>
                <p14:nvPr/>
              </p14:nvContentPartPr>
              <p14:xfrm>
                <a:off x="2477655" y="462108"/>
                <a:ext cx="41040" cy="111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DD1EB92-FCD5-2047-6B05-A4B3AB904C5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473335" y="457788"/>
                  <a:ext cx="496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60C95C5-A9FB-D606-1FF2-251B0296CDD6}"/>
                    </a:ext>
                  </a:extLst>
                </p14:cNvPr>
                <p14:cNvContentPartPr/>
                <p14:nvPr/>
              </p14:nvContentPartPr>
              <p14:xfrm>
                <a:off x="2644695" y="304068"/>
                <a:ext cx="150120" cy="139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60C95C5-A9FB-D606-1FF2-251B0296CDD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40375" y="299748"/>
                  <a:ext cx="1587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26EE903-AA89-7F01-744A-4EE1AA4052B6}"/>
                    </a:ext>
                  </a:extLst>
                </p14:cNvPr>
                <p14:cNvContentPartPr/>
                <p14:nvPr/>
              </p14:nvContentPartPr>
              <p14:xfrm>
                <a:off x="2634975" y="383268"/>
                <a:ext cx="21564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26EE903-AA89-7F01-744A-4EE1AA4052B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30655" y="378948"/>
                  <a:ext cx="2242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7E3C9F7-9BB1-AF3A-D398-581CE27383D9}"/>
                    </a:ext>
                  </a:extLst>
                </p14:cNvPr>
                <p14:cNvContentPartPr/>
                <p14:nvPr/>
              </p14:nvContentPartPr>
              <p14:xfrm>
                <a:off x="2830815" y="176628"/>
                <a:ext cx="180000" cy="293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7E3C9F7-9BB1-AF3A-D398-581CE27383D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26495" y="172308"/>
                  <a:ext cx="1886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029DE09-64B7-E972-7248-2B9625F268BC}"/>
                    </a:ext>
                  </a:extLst>
                </p14:cNvPr>
                <p14:cNvContentPartPr/>
                <p14:nvPr/>
              </p14:nvContentPartPr>
              <p14:xfrm>
                <a:off x="3175695" y="323868"/>
                <a:ext cx="274680" cy="24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029DE09-64B7-E972-7248-2B9625F268B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71375" y="319548"/>
                  <a:ext cx="2833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B6A9F7D-1366-A05B-66B3-0C3B46957E6C}"/>
                    </a:ext>
                  </a:extLst>
                </p14:cNvPr>
                <p14:cNvContentPartPr/>
                <p14:nvPr/>
              </p14:nvContentPartPr>
              <p14:xfrm>
                <a:off x="3284055" y="422508"/>
                <a:ext cx="244800" cy="126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B6A9F7D-1366-A05B-66B3-0C3B46957E6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79735" y="418188"/>
                  <a:ext cx="2534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CF3AC37-83D4-F1E5-2122-C59A05CEF703}"/>
                    </a:ext>
                  </a:extLst>
                </p14:cNvPr>
                <p14:cNvContentPartPr/>
                <p14:nvPr/>
              </p14:nvContentPartPr>
              <p14:xfrm>
                <a:off x="3651255" y="185268"/>
                <a:ext cx="383400" cy="243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CF3AC37-83D4-F1E5-2122-C59A05CEF70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46935" y="180948"/>
                  <a:ext cx="3920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3D6CD21-6C0C-B886-7E9D-A63E072026AF}"/>
                    </a:ext>
                  </a:extLst>
                </p14:cNvPr>
                <p14:cNvContentPartPr/>
                <p14:nvPr/>
              </p14:nvContentPartPr>
              <p14:xfrm>
                <a:off x="4001535" y="206508"/>
                <a:ext cx="160200" cy="208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3D6CD21-6C0C-B886-7E9D-A63E072026A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97215" y="202188"/>
                  <a:ext cx="1688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FA828F5-75B4-8E7C-13B6-1ABE2F14E1ED}"/>
                    </a:ext>
                  </a:extLst>
                </p14:cNvPr>
                <p14:cNvContentPartPr/>
                <p14:nvPr/>
              </p14:nvContentPartPr>
              <p14:xfrm>
                <a:off x="4001535" y="324588"/>
                <a:ext cx="372240" cy="79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FA828F5-75B4-8E7C-13B6-1ABE2F14E1E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97215" y="320268"/>
                  <a:ext cx="3808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A9D1C79-B3A3-8459-BDA2-802D931FFDDD}"/>
                    </a:ext>
                  </a:extLst>
                </p14:cNvPr>
                <p14:cNvContentPartPr/>
                <p14:nvPr/>
              </p14:nvContentPartPr>
              <p14:xfrm>
                <a:off x="4325895" y="245388"/>
                <a:ext cx="264960" cy="10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A9D1C79-B3A3-8459-BDA2-802D931FFDD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321575" y="241068"/>
                  <a:ext cx="2736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DEA2A92-1035-E345-3F4F-A5053B008074}"/>
                    </a:ext>
                  </a:extLst>
                </p14:cNvPr>
                <p14:cNvContentPartPr/>
                <p14:nvPr/>
              </p14:nvContentPartPr>
              <p14:xfrm>
                <a:off x="4424175" y="363468"/>
                <a:ext cx="353160" cy="316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DEA2A92-1035-E345-3F4F-A5053B00807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19855" y="359148"/>
                  <a:ext cx="3618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62393BA-9622-9FBD-8BB4-8E07578E067F}"/>
                    </a:ext>
                  </a:extLst>
                </p14:cNvPr>
                <p14:cNvContentPartPr/>
                <p14:nvPr/>
              </p14:nvContentPartPr>
              <p14:xfrm>
                <a:off x="4865895" y="266268"/>
                <a:ext cx="574200" cy="393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62393BA-9622-9FBD-8BB4-8E07578E067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861575" y="261948"/>
                  <a:ext cx="58284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DDCEAD1-589E-ED9D-B7D9-CC7632B76BBD}"/>
                    </a:ext>
                  </a:extLst>
                </p14:cNvPr>
                <p14:cNvContentPartPr/>
                <p14:nvPr/>
              </p14:nvContentPartPr>
              <p14:xfrm>
                <a:off x="5457015" y="312708"/>
                <a:ext cx="284760" cy="111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DDCEAD1-589E-ED9D-B7D9-CC7632B76BB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452695" y="308388"/>
                  <a:ext cx="2934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3703A13-ADED-30FD-DCE2-E3F0EDB35247}"/>
                    </a:ext>
                  </a:extLst>
                </p14:cNvPr>
                <p14:cNvContentPartPr/>
                <p14:nvPr/>
              </p14:nvContentPartPr>
              <p14:xfrm>
                <a:off x="5751855" y="275268"/>
                <a:ext cx="39600" cy="146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3703A13-ADED-30FD-DCE2-E3F0EDB3524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47535" y="270948"/>
                  <a:ext cx="482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2B7088B-85BD-EAF2-F642-043C2EA3639D}"/>
                    </a:ext>
                  </a:extLst>
                </p14:cNvPr>
                <p14:cNvContentPartPr/>
                <p14:nvPr/>
              </p14:nvContentPartPr>
              <p14:xfrm>
                <a:off x="5791095" y="278148"/>
                <a:ext cx="360" cy="266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2B7088B-85BD-EAF2-F642-043C2EA3639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86775" y="273828"/>
                  <a:ext cx="90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1036E24-5579-18D6-F2C0-9874F406E9FE}"/>
                    </a:ext>
                  </a:extLst>
                </p14:cNvPr>
                <p14:cNvContentPartPr/>
                <p14:nvPr/>
              </p14:nvContentPartPr>
              <p14:xfrm>
                <a:off x="5751855" y="186348"/>
                <a:ext cx="11880" cy="35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1036E24-5579-18D6-F2C0-9874F406E9F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747535" y="182028"/>
                  <a:ext cx="205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2D2A7E0-7AEA-F126-B0D8-0AAAF0498229}"/>
                    </a:ext>
                  </a:extLst>
                </p14:cNvPr>
                <p14:cNvContentPartPr/>
                <p14:nvPr/>
              </p14:nvContentPartPr>
              <p14:xfrm>
                <a:off x="5738895" y="166908"/>
                <a:ext cx="13320" cy="172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2D2A7E0-7AEA-F126-B0D8-0AAAF049822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34575" y="162588"/>
                  <a:ext cx="219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B88A996-5C05-AFF6-C211-9E0D2988885F}"/>
                    </a:ext>
                  </a:extLst>
                </p14:cNvPr>
                <p14:cNvContentPartPr/>
                <p14:nvPr/>
              </p14:nvContentPartPr>
              <p14:xfrm>
                <a:off x="5859855" y="294708"/>
                <a:ext cx="144360" cy="78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B88A996-5C05-AFF6-C211-9E0D2988885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55535" y="290388"/>
                  <a:ext cx="1530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911A229-FD8F-C814-89C3-8465C3A54A03}"/>
                    </a:ext>
                  </a:extLst>
                </p14:cNvPr>
                <p14:cNvContentPartPr/>
                <p14:nvPr/>
              </p14:nvContentPartPr>
              <p14:xfrm>
                <a:off x="6192135" y="136668"/>
                <a:ext cx="140040" cy="307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911A229-FD8F-C814-89C3-8465C3A54A0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187815" y="132348"/>
                  <a:ext cx="1486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63EB73D-2A20-AD36-24F7-CE0529BDD3A9}"/>
                    </a:ext>
                  </a:extLst>
                </p14:cNvPr>
                <p14:cNvContentPartPr/>
                <p14:nvPr/>
              </p14:nvContentPartPr>
              <p14:xfrm>
                <a:off x="6480135" y="275268"/>
                <a:ext cx="28800" cy="18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63EB73D-2A20-AD36-24F7-CE0529BDD3A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475815" y="270948"/>
                  <a:ext cx="374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7F5F818-E928-F26F-F723-D4D89EAC1D73}"/>
                    </a:ext>
                  </a:extLst>
                </p14:cNvPr>
                <p14:cNvContentPartPr/>
                <p14:nvPr/>
              </p14:nvContentPartPr>
              <p14:xfrm>
                <a:off x="6508215" y="228108"/>
                <a:ext cx="245160" cy="1947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7F5F818-E928-F26F-F723-D4D89EAC1D7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503895" y="223788"/>
                  <a:ext cx="2538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2CA9640-0D24-65EC-671E-56E722D3964C}"/>
                    </a:ext>
                  </a:extLst>
                </p14:cNvPr>
                <p14:cNvContentPartPr/>
                <p14:nvPr/>
              </p14:nvContentPartPr>
              <p14:xfrm>
                <a:off x="6892335" y="245388"/>
                <a:ext cx="237600" cy="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2CA9640-0D24-65EC-671E-56E722D3964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888015" y="241068"/>
                  <a:ext cx="2462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7D5646B-3E38-EA25-AC90-F1738F025C3C}"/>
                    </a:ext>
                  </a:extLst>
                </p14:cNvPr>
                <p14:cNvContentPartPr/>
                <p14:nvPr/>
              </p14:nvContentPartPr>
              <p14:xfrm>
                <a:off x="7255935" y="223788"/>
                <a:ext cx="206640" cy="161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7D5646B-3E38-EA25-AC90-F1738F025C3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251615" y="219468"/>
                  <a:ext cx="2152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8656B0B-F927-64B1-2E43-B399EA581AD3}"/>
                    </a:ext>
                  </a:extLst>
                </p14:cNvPr>
                <p14:cNvContentPartPr/>
                <p14:nvPr/>
              </p14:nvContentPartPr>
              <p14:xfrm>
                <a:off x="7444215" y="137748"/>
                <a:ext cx="187200" cy="317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8656B0B-F927-64B1-2E43-B399EA581AD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39895" y="133428"/>
                  <a:ext cx="195840" cy="32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21BF7BA-0BF5-0AAD-0BEC-DC4EF2D6AE4B}"/>
              </a:ext>
            </a:extLst>
          </p:cNvPr>
          <p:cNvGrpSpPr/>
          <p:nvPr/>
        </p:nvGrpSpPr>
        <p:grpSpPr>
          <a:xfrm>
            <a:off x="3824775" y="821748"/>
            <a:ext cx="2597760" cy="711000"/>
            <a:chOff x="3824775" y="821748"/>
            <a:chExt cx="2597760" cy="71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C7F597F-A023-7322-787C-22866AEE8CFA}"/>
                    </a:ext>
                  </a:extLst>
                </p14:cNvPr>
                <p14:cNvContentPartPr/>
                <p14:nvPr/>
              </p14:nvContentPartPr>
              <p14:xfrm>
                <a:off x="4296735" y="913908"/>
                <a:ext cx="166320" cy="9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C7F597F-A023-7322-787C-22866AEE8CF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292415" y="909588"/>
                  <a:ext cx="17496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C2BD565-4A5E-A106-4388-B59368069AFA}"/>
                    </a:ext>
                  </a:extLst>
                </p14:cNvPr>
                <p14:cNvContentPartPr/>
                <p14:nvPr/>
              </p14:nvContentPartPr>
              <p14:xfrm>
                <a:off x="4345695" y="983028"/>
                <a:ext cx="176040" cy="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C2BD565-4A5E-A106-4388-B59368069AF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41375" y="978708"/>
                  <a:ext cx="1846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2B4F129-6549-294C-066B-317668D1BDC3}"/>
                    </a:ext>
                  </a:extLst>
                </p14:cNvPr>
                <p14:cNvContentPartPr/>
                <p14:nvPr/>
              </p14:nvContentPartPr>
              <p14:xfrm>
                <a:off x="4941855" y="845508"/>
                <a:ext cx="14040" cy="188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2B4F129-6549-294C-066B-317668D1BDC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937535" y="841188"/>
                  <a:ext cx="226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FBE8AE1-1C79-5133-C1F6-E1C7E4F72E15}"/>
                    </a:ext>
                  </a:extLst>
                </p14:cNvPr>
                <p14:cNvContentPartPr/>
                <p14:nvPr/>
              </p14:nvContentPartPr>
              <p14:xfrm>
                <a:off x="4896135" y="835068"/>
                <a:ext cx="156600" cy="10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FBE8AE1-1C79-5133-C1F6-E1C7E4F72E1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891815" y="830748"/>
                  <a:ext cx="1652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29C349E-30DF-0407-AE54-DABE53FCA5BF}"/>
                    </a:ext>
                  </a:extLst>
                </p14:cNvPr>
                <p14:cNvContentPartPr/>
                <p14:nvPr/>
              </p14:nvContentPartPr>
              <p14:xfrm>
                <a:off x="4847175" y="943788"/>
                <a:ext cx="225360" cy="219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29C349E-30DF-0407-AE54-DABE53FCA5B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42855" y="939468"/>
                  <a:ext cx="2340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4AD9175-36D0-50D9-F320-669E3AC3F8AE}"/>
                    </a:ext>
                  </a:extLst>
                </p14:cNvPr>
                <p14:cNvContentPartPr/>
                <p14:nvPr/>
              </p14:nvContentPartPr>
              <p14:xfrm>
                <a:off x="4935735" y="1022628"/>
                <a:ext cx="187920" cy="47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4AD9175-36D0-50D9-F320-669E3AC3F8A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931415" y="1018308"/>
                  <a:ext cx="1965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D3847C7-830E-920A-D3A2-23F793CB5F0C}"/>
                    </a:ext>
                  </a:extLst>
                </p14:cNvPr>
                <p14:cNvContentPartPr/>
                <p14:nvPr/>
              </p14:nvContentPartPr>
              <p14:xfrm>
                <a:off x="5171175" y="821748"/>
                <a:ext cx="227880" cy="2502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D3847C7-830E-920A-D3A2-23F793CB5F0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166855" y="817428"/>
                  <a:ext cx="2365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3596705-19D6-922E-9A85-6ABBCC6C19BE}"/>
                    </a:ext>
                  </a:extLst>
                </p14:cNvPr>
                <p14:cNvContentPartPr/>
                <p14:nvPr/>
              </p14:nvContentPartPr>
              <p14:xfrm>
                <a:off x="5457015" y="831828"/>
                <a:ext cx="182520" cy="308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3596705-19D6-922E-9A85-6ABBCC6C19B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52695" y="827508"/>
                  <a:ext cx="19116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8E8C084-2150-A7F5-FF19-0A95303D0B76}"/>
                    </a:ext>
                  </a:extLst>
                </p14:cNvPr>
                <p14:cNvContentPartPr/>
                <p14:nvPr/>
              </p14:nvContentPartPr>
              <p14:xfrm>
                <a:off x="5505615" y="943788"/>
                <a:ext cx="255240" cy="39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8E8C084-2150-A7F5-FF19-0A95303D0B7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501295" y="939468"/>
                  <a:ext cx="2638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AEECF89-4A99-24E4-EF69-2D52BF149D3F}"/>
                    </a:ext>
                  </a:extLst>
                </p14:cNvPr>
                <p14:cNvContentPartPr/>
                <p14:nvPr/>
              </p14:nvContentPartPr>
              <p14:xfrm>
                <a:off x="5848695" y="845508"/>
                <a:ext cx="80640" cy="2077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AEECF89-4A99-24E4-EF69-2D52BF149D3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844375" y="841188"/>
                  <a:ext cx="892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0565DC6-9092-4454-AB6A-E58C74F074E7}"/>
                    </a:ext>
                  </a:extLst>
                </p14:cNvPr>
                <p14:cNvContentPartPr/>
                <p14:nvPr/>
              </p14:nvContentPartPr>
              <p14:xfrm>
                <a:off x="6017175" y="942348"/>
                <a:ext cx="236880" cy="123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0565DC6-9092-4454-AB6A-E58C74F074E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012855" y="938028"/>
                  <a:ext cx="2455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A92A43F-BFC6-62A2-7346-1370A4312FC5}"/>
                    </a:ext>
                  </a:extLst>
                </p14:cNvPr>
                <p14:cNvContentPartPr/>
                <p14:nvPr/>
              </p14:nvContentPartPr>
              <p14:xfrm>
                <a:off x="6011415" y="845508"/>
                <a:ext cx="391320" cy="393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A92A43F-BFC6-62A2-7346-1370A4312FC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007095" y="841188"/>
                  <a:ext cx="39996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B388FF1-D8AA-BE26-6487-3CB19C1F8B21}"/>
                    </a:ext>
                  </a:extLst>
                </p14:cNvPr>
                <p14:cNvContentPartPr/>
                <p14:nvPr/>
              </p14:nvContentPartPr>
              <p14:xfrm>
                <a:off x="4384935" y="1356348"/>
                <a:ext cx="215640" cy="10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B388FF1-D8AA-BE26-6487-3CB19C1F8B2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80615" y="1352028"/>
                  <a:ext cx="2242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A84F978-5D29-396A-8C80-E89FFDF217BD}"/>
                    </a:ext>
                  </a:extLst>
                </p14:cNvPr>
                <p14:cNvContentPartPr/>
                <p14:nvPr/>
              </p14:nvContentPartPr>
              <p14:xfrm>
                <a:off x="4434255" y="1395948"/>
                <a:ext cx="382680" cy="11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A84F978-5D29-396A-8C80-E89FFDF217B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429935" y="1391628"/>
                  <a:ext cx="3913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5243068-0F8F-1D21-9AF1-7223C7FFF4A6}"/>
                    </a:ext>
                  </a:extLst>
                </p14:cNvPr>
                <p14:cNvContentPartPr/>
                <p14:nvPr/>
              </p14:nvContentPartPr>
              <p14:xfrm>
                <a:off x="3834855" y="953508"/>
                <a:ext cx="163080" cy="2865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5243068-0F8F-1D21-9AF1-7223C7FFF4A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830535" y="949188"/>
                  <a:ext cx="1717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E6AC271-F683-93B4-9FE8-D71C49B66521}"/>
                    </a:ext>
                  </a:extLst>
                </p14:cNvPr>
                <p14:cNvContentPartPr/>
                <p14:nvPr/>
              </p14:nvContentPartPr>
              <p14:xfrm>
                <a:off x="3824775" y="1306308"/>
                <a:ext cx="191880" cy="131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E6AC271-F683-93B4-9FE8-D71C49B6652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20455" y="1301988"/>
                  <a:ext cx="2005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40B58A1-098D-CD0B-1B09-5665871E9619}"/>
                    </a:ext>
                  </a:extLst>
                </p14:cNvPr>
                <p14:cNvContentPartPr/>
                <p14:nvPr/>
              </p14:nvContentPartPr>
              <p14:xfrm>
                <a:off x="3824775" y="1355988"/>
                <a:ext cx="333720" cy="21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40B58A1-098D-CD0B-1B09-5665871E961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820455" y="1351668"/>
                  <a:ext cx="3423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8845F90-C956-AF8C-46FA-9115C137A40F}"/>
                    </a:ext>
                  </a:extLst>
                </p14:cNvPr>
                <p14:cNvContentPartPr/>
                <p14:nvPr/>
              </p14:nvContentPartPr>
              <p14:xfrm>
                <a:off x="5023935" y="1238628"/>
                <a:ext cx="79560" cy="210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8845F90-C956-AF8C-46FA-9115C137A40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019615" y="1234308"/>
                  <a:ext cx="882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C8AFCF9-1C9A-06EC-C8E9-6D7CFD072FE4}"/>
                    </a:ext>
                  </a:extLst>
                </p14:cNvPr>
                <p14:cNvContentPartPr/>
                <p14:nvPr/>
              </p14:nvContentPartPr>
              <p14:xfrm>
                <a:off x="5073255" y="1286508"/>
                <a:ext cx="145080" cy="15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C8AFCF9-1C9A-06EC-C8E9-6D7CFD072FE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068935" y="1282188"/>
                  <a:ext cx="1537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4683E7E-0228-FDC3-275C-541A6BFC13AD}"/>
                    </a:ext>
                  </a:extLst>
                </p14:cNvPr>
                <p14:cNvContentPartPr/>
                <p14:nvPr/>
              </p14:nvContentPartPr>
              <p14:xfrm>
                <a:off x="5044095" y="1356708"/>
                <a:ext cx="176040" cy="201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4683E7E-0228-FDC3-275C-541A6BFC13A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039775" y="1352388"/>
                  <a:ext cx="1846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188F717-E5B6-C42D-6800-69F146F48B4C}"/>
                    </a:ext>
                  </a:extLst>
                </p14:cNvPr>
                <p14:cNvContentPartPr/>
                <p14:nvPr/>
              </p14:nvContentPartPr>
              <p14:xfrm>
                <a:off x="5082975" y="1454988"/>
                <a:ext cx="166680" cy="201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188F717-E5B6-C42D-6800-69F146F48B4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078655" y="1450668"/>
                  <a:ext cx="175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CF0FD25-1DC0-D035-5B90-2757A11C415E}"/>
                    </a:ext>
                  </a:extLst>
                </p14:cNvPr>
                <p14:cNvContentPartPr/>
                <p14:nvPr/>
              </p14:nvContentPartPr>
              <p14:xfrm>
                <a:off x="5299335" y="1303068"/>
                <a:ext cx="188280" cy="2016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CF0FD25-1DC0-D035-5B90-2757A11C415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295015" y="1298748"/>
                  <a:ext cx="1969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43DC370-B85D-84D4-9E0F-A4C343027319}"/>
                    </a:ext>
                  </a:extLst>
                </p14:cNvPr>
                <p14:cNvContentPartPr/>
                <p14:nvPr/>
              </p14:nvContentPartPr>
              <p14:xfrm>
                <a:off x="5505615" y="1303068"/>
                <a:ext cx="164160" cy="2210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43DC370-B85D-84D4-9E0F-A4C34302731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501295" y="1298748"/>
                  <a:ext cx="1728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1BE4001-5362-B672-5903-EB786E9978EA}"/>
                    </a:ext>
                  </a:extLst>
                </p14:cNvPr>
                <p14:cNvContentPartPr/>
                <p14:nvPr/>
              </p14:nvContentPartPr>
              <p14:xfrm>
                <a:off x="5525775" y="1429428"/>
                <a:ext cx="317520" cy="6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1BE4001-5362-B672-5903-EB786E9978E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521455" y="1425108"/>
                  <a:ext cx="32616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4037F6B-DCA1-6BC6-1B52-1701F7A660EE}"/>
                    </a:ext>
                  </a:extLst>
                </p14:cNvPr>
                <p14:cNvContentPartPr/>
                <p14:nvPr/>
              </p14:nvContentPartPr>
              <p14:xfrm>
                <a:off x="5858055" y="1259868"/>
                <a:ext cx="79920" cy="245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4037F6B-DCA1-6BC6-1B52-1701F7A660E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853735" y="1255548"/>
                  <a:ext cx="885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275915C-C99B-959B-3B72-A439104A73EA}"/>
                    </a:ext>
                  </a:extLst>
                </p14:cNvPr>
                <p14:cNvContentPartPr/>
                <p14:nvPr/>
              </p14:nvContentPartPr>
              <p14:xfrm>
                <a:off x="6056775" y="953508"/>
                <a:ext cx="284040" cy="336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275915C-C99B-959B-3B72-A439104A73E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052455" y="949188"/>
                  <a:ext cx="29268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A52F260-8841-E6CC-8B06-2C6BE4540B9E}"/>
                    </a:ext>
                  </a:extLst>
                </p14:cNvPr>
                <p14:cNvContentPartPr/>
                <p14:nvPr/>
              </p14:nvContentPartPr>
              <p14:xfrm>
                <a:off x="6066495" y="1365708"/>
                <a:ext cx="166320" cy="120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A52F260-8841-E6CC-8B06-2C6BE4540B9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062175" y="1361388"/>
                  <a:ext cx="1749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CB948FF-0400-D75B-B92D-D6B58A19E9F1}"/>
                    </a:ext>
                  </a:extLst>
                </p14:cNvPr>
                <p14:cNvContentPartPr/>
                <p14:nvPr/>
              </p14:nvContentPartPr>
              <p14:xfrm>
                <a:off x="6036615" y="1429428"/>
                <a:ext cx="239400" cy="64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CB948FF-0400-D75B-B92D-D6B58A19E9F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032295" y="1425108"/>
                  <a:ext cx="24804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9DCA172-D020-3F4F-B480-A7679C790D74}"/>
                    </a:ext>
                  </a:extLst>
                </p14:cNvPr>
                <p14:cNvContentPartPr/>
                <p14:nvPr/>
              </p14:nvContentPartPr>
              <p14:xfrm>
                <a:off x="6272415" y="1248348"/>
                <a:ext cx="150120" cy="2844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9DCA172-D020-3F4F-B480-A7679C790D7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268095" y="1244028"/>
                  <a:ext cx="158760" cy="29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2A0A028-701A-1FC0-0293-FEA1AC6FE692}"/>
              </a:ext>
            </a:extLst>
          </p:cNvPr>
          <p:cNvGrpSpPr/>
          <p:nvPr/>
        </p:nvGrpSpPr>
        <p:grpSpPr>
          <a:xfrm>
            <a:off x="252135" y="1995708"/>
            <a:ext cx="388800" cy="252000"/>
            <a:chOff x="252135" y="1995708"/>
            <a:chExt cx="388800" cy="25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B6069D1-0A7A-D4DD-BE4B-ECBBE5BFE3E8}"/>
                    </a:ext>
                  </a:extLst>
                </p14:cNvPr>
                <p14:cNvContentPartPr/>
                <p14:nvPr/>
              </p14:nvContentPartPr>
              <p14:xfrm>
                <a:off x="252135" y="2014788"/>
                <a:ext cx="285480" cy="169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B6069D1-0A7A-D4DD-BE4B-ECBBE5BFE3E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47815" y="2010468"/>
                  <a:ext cx="2941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E318D86-825D-8FCD-B251-F785AED010C1}"/>
                    </a:ext>
                  </a:extLst>
                </p14:cNvPr>
                <p14:cNvContentPartPr/>
                <p14:nvPr/>
              </p14:nvContentPartPr>
              <p14:xfrm>
                <a:off x="540495" y="1995708"/>
                <a:ext cx="100440" cy="2520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E318D86-825D-8FCD-B251-F785AED010C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36175" y="1991388"/>
                  <a:ext cx="109080" cy="26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EB0531CB-8231-E719-6CD0-89C765E8C474}"/>
              </a:ext>
            </a:extLst>
          </p:cNvPr>
          <p:cNvGrpSpPr/>
          <p:nvPr/>
        </p:nvGrpSpPr>
        <p:grpSpPr>
          <a:xfrm>
            <a:off x="923895" y="1993908"/>
            <a:ext cx="2196000" cy="275760"/>
            <a:chOff x="923895" y="1993908"/>
            <a:chExt cx="2196000" cy="27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B3AE238-2033-4624-CB39-4CF8338E298B}"/>
                    </a:ext>
                  </a:extLst>
                </p14:cNvPr>
                <p14:cNvContentPartPr/>
                <p14:nvPr/>
              </p14:nvContentPartPr>
              <p14:xfrm>
                <a:off x="923895" y="1993908"/>
                <a:ext cx="224640" cy="2408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B3AE238-2033-4624-CB39-4CF8338E298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19575" y="1989588"/>
                  <a:ext cx="2332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68897E1-B36B-BF51-27B1-3C54A62C28E0}"/>
                    </a:ext>
                  </a:extLst>
                </p14:cNvPr>
                <p14:cNvContentPartPr/>
                <p14:nvPr/>
              </p14:nvContentPartPr>
              <p14:xfrm>
                <a:off x="1169775" y="2104068"/>
                <a:ext cx="27720" cy="1191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68897E1-B36B-BF51-27B1-3C54A62C28E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65455" y="2099748"/>
                  <a:ext cx="363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0C87D28-0B0E-6DDF-15D1-280E514EFDAC}"/>
                    </a:ext>
                  </a:extLst>
                </p14:cNvPr>
                <p14:cNvContentPartPr/>
                <p14:nvPr/>
              </p14:nvContentPartPr>
              <p14:xfrm>
                <a:off x="1209375" y="2045028"/>
                <a:ext cx="4320" cy="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0C87D28-0B0E-6DDF-15D1-280E514EFDA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205055" y="2040708"/>
                  <a:ext cx="129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54583A4-4910-AD7B-45C8-DF4E83645808}"/>
                    </a:ext>
                  </a:extLst>
                </p14:cNvPr>
                <p14:cNvContentPartPr/>
                <p14:nvPr/>
              </p14:nvContentPartPr>
              <p14:xfrm>
                <a:off x="1345455" y="2054748"/>
                <a:ext cx="70560" cy="1929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54583A4-4910-AD7B-45C8-DF4E83645808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341135" y="2050428"/>
                  <a:ext cx="792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9E41E24-30F4-72F9-DFE2-DA6ED3FABA57}"/>
                    </a:ext>
                  </a:extLst>
                </p14:cNvPr>
                <p14:cNvContentPartPr/>
                <p14:nvPr/>
              </p14:nvContentPartPr>
              <p14:xfrm>
                <a:off x="1287855" y="2064468"/>
                <a:ext cx="223560" cy="396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9E41E24-30F4-72F9-DFE2-DA6ED3FABA5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283535" y="2060148"/>
                  <a:ext cx="2322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0B0EBF4-166F-5254-D1C6-3497AC0B0269}"/>
                    </a:ext>
                  </a:extLst>
                </p14:cNvPr>
                <p14:cNvContentPartPr/>
                <p14:nvPr/>
              </p14:nvContentPartPr>
              <p14:xfrm>
                <a:off x="1287855" y="2243748"/>
                <a:ext cx="188280" cy="79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0B0EBF4-166F-5254-D1C6-3497AC0B026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283535" y="2239428"/>
                  <a:ext cx="19692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18E7512-4902-BED1-9A28-1FF71A696BC3}"/>
                    </a:ext>
                  </a:extLst>
                </p14:cNvPr>
                <p14:cNvContentPartPr/>
                <p14:nvPr/>
              </p14:nvContentPartPr>
              <p14:xfrm>
                <a:off x="1533735" y="2061948"/>
                <a:ext cx="402120" cy="1904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18E7512-4902-BED1-9A28-1FF71A696BC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529415" y="2057628"/>
                  <a:ext cx="4107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98D068C-3B93-B0A8-D98B-015B88827D34}"/>
                    </a:ext>
                  </a:extLst>
                </p14:cNvPr>
                <p14:cNvContentPartPr/>
                <p14:nvPr/>
              </p14:nvContentPartPr>
              <p14:xfrm>
                <a:off x="1828575" y="2104068"/>
                <a:ext cx="165960" cy="241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98D068C-3B93-B0A8-D98B-015B88827D3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824255" y="2099748"/>
                  <a:ext cx="1746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A5768CA-304B-DFF3-42DC-55EEFAC203B6}"/>
                    </a:ext>
                  </a:extLst>
                </p14:cNvPr>
                <p14:cNvContentPartPr/>
                <p14:nvPr/>
              </p14:nvContentPartPr>
              <p14:xfrm>
                <a:off x="2014335" y="2081748"/>
                <a:ext cx="83160" cy="1526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A5768CA-304B-DFF3-42DC-55EEFAC203B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010015" y="2077428"/>
                  <a:ext cx="9180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F35A63B-C23A-AC55-B6DB-6E7E389056DC}"/>
                    </a:ext>
                  </a:extLst>
                </p14:cNvPr>
                <p14:cNvContentPartPr/>
                <p14:nvPr/>
              </p14:nvContentPartPr>
              <p14:xfrm>
                <a:off x="2150775" y="2088228"/>
                <a:ext cx="228600" cy="1555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F35A63B-C23A-AC55-B6DB-6E7E389056DC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146455" y="2083908"/>
                  <a:ext cx="2372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6BCF977-1AF3-CB3B-0B7E-64A8BA0D1077}"/>
                    </a:ext>
                  </a:extLst>
                </p14:cNvPr>
                <p14:cNvContentPartPr/>
                <p14:nvPr/>
              </p14:nvContentPartPr>
              <p14:xfrm>
                <a:off x="2379015" y="2084268"/>
                <a:ext cx="79920" cy="104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6BCF977-1AF3-CB3B-0B7E-64A8BA0D1077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374695" y="2079948"/>
                  <a:ext cx="885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5C6C435-D555-C846-CD2A-3852DBEFA2B8}"/>
                    </a:ext>
                  </a:extLst>
                </p14:cNvPr>
                <p14:cNvContentPartPr/>
                <p14:nvPr/>
              </p14:nvContentPartPr>
              <p14:xfrm>
                <a:off x="2369295" y="2153388"/>
                <a:ext cx="142920" cy="316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5C6C435-D555-C846-CD2A-3852DBEFA2B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364975" y="2149068"/>
                  <a:ext cx="1515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F867391-95BD-FD33-C018-273699EB7893}"/>
                    </a:ext>
                  </a:extLst>
                </p14:cNvPr>
                <p14:cNvContentPartPr/>
                <p14:nvPr/>
              </p14:nvContentPartPr>
              <p14:xfrm>
                <a:off x="2418615" y="2216748"/>
                <a:ext cx="167400" cy="15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F867391-95BD-FD33-C018-273699EB789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414295" y="2212428"/>
                  <a:ext cx="1760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DE08D70-6C3B-0EAB-8416-7F479D7B1AEA}"/>
                    </a:ext>
                  </a:extLst>
                </p14:cNvPr>
                <p14:cNvContentPartPr/>
                <p14:nvPr/>
              </p14:nvContentPartPr>
              <p14:xfrm>
                <a:off x="2674215" y="2015148"/>
                <a:ext cx="190080" cy="2192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DE08D70-6C3B-0EAB-8416-7F479D7B1AE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669895" y="2010828"/>
                  <a:ext cx="198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EE4872D-83EC-B700-B280-4D13EE3047B9}"/>
                    </a:ext>
                  </a:extLst>
                </p14:cNvPr>
                <p14:cNvContentPartPr/>
                <p14:nvPr/>
              </p14:nvContentPartPr>
              <p14:xfrm>
                <a:off x="2875455" y="2087508"/>
                <a:ext cx="244440" cy="1821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EE4872D-83EC-B700-B280-4D13EE3047B9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871135" y="2083188"/>
                  <a:ext cx="253080" cy="19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3DAB05D7-6A1F-F3B5-BDD3-93BBAD12BE9E}"/>
              </a:ext>
            </a:extLst>
          </p:cNvPr>
          <p:cNvGrpSpPr/>
          <p:nvPr/>
        </p:nvGrpSpPr>
        <p:grpSpPr>
          <a:xfrm>
            <a:off x="3756015" y="2216028"/>
            <a:ext cx="44640" cy="82800"/>
            <a:chOff x="3756015" y="2216028"/>
            <a:chExt cx="44640" cy="8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A870960-DB95-602B-4F4B-F330F6C5254F}"/>
                    </a:ext>
                  </a:extLst>
                </p14:cNvPr>
                <p14:cNvContentPartPr/>
                <p14:nvPr/>
              </p14:nvContentPartPr>
              <p14:xfrm>
                <a:off x="3756015" y="2216028"/>
                <a:ext cx="11880" cy="64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A870960-DB95-602B-4F4B-F330F6C5254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751695" y="2211708"/>
                  <a:ext cx="2052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FF7B654-F509-129B-524D-4F538FE553B6}"/>
                    </a:ext>
                  </a:extLst>
                </p14:cNvPr>
                <p14:cNvContentPartPr/>
                <p14:nvPr/>
              </p14:nvContentPartPr>
              <p14:xfrm>
                <a:off x="3775455" y="2282268"/>
                <a:ext cx="25200" cy="165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FF7B654-F509-129B-524D-4F538FE553B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771135" y="2277948"/>
                  <a:ext cx="3384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ECEB0DB5-1F99-5A54-BAD1-9064514EF280}"/>
              </a:ext>
            </a:extLst>
          </p:cNvPr>
          <p:cNvGrpSpPr/>
          <p:nvPr/>
        </p:nvGrpSpPr>
        <p:grpSpPr>
          <a:xfrm>
            <a:off x="4245615" y="1965468"/>
            <a:ext cx="1943280" cy="435240"/>
            <a:chOff x="4245615" y="1965468"/>
            <a:chExt cx="1943280" cy="435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E3309D0-B0CA-9BC1-46EC-AD8F73EA2F8D}"/>
                    </a:ext>
                  </a:extLst>
                </p14:cNvPr>
                <p14:cNvContentPartPr/>
                <p14:nvPr/>
              </p14:nvContentPartPr>
              <p14:xfrm>
                <a:off x="4245615" y="1965468"/>
                <a:ext cx="258480" cy="2865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E3309D0-B0CA-9BC1-46EC-AD8F73EA2F8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241295" y="1961148"/>
                  <a:ext cx="2671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E33B1B6-6701-0710-B2A5-254291FBFD81}"/>
                    </a:ext>
                  </a:extLst>
                </p14:cNvPr>
                <p14:cNvContentPartPr/>
                <p14:nvPr/>
              </p14:nvContentPartPr>
              <p14:xfrm>
                <a:off x="4296735" y="2104068"/>
                <a:ext cx="372240" cy="1090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E33B1B6-6701-0710-B2A5-254291FBFD8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292415" y="2099748"/>
                  <a:ext cx="38088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17CF927-2053-A747-4DF9-2FD33DB6D1B3}"/>
                    </a:ext>
                  </a:extLst>
                </p14:cNvPr>
                <p14:cNvContentPartPr/>
                <p14:nvPr/>
              </p14:nvContentPartPr>
              <p14:xfrm>
                <a:off x="4591215" y="2082828"/>
                <a:ext cx="517320" cy="3178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17CF927-2053-A747-4DF9-2FD33DB6D1B3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586895" y="2078508"/>
                  <a:ext cx="5259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DCCE460-9A48-B93E-BF3E-03655540F413}"/>
                    </a:ext>
                  </a:extLst>
                </p14:cNvPr>
                <p14:cNvContentPartPr/>
                <p14:nvPr/>
              </p14:nvContentPartPr>
              <p14:xfrm>
                <a:off x="5181615" y="2119548"/>
                <a:ext cx="172440" cy="241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DCCE460-9A48-B93E-BF3E-03655540F41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177295" y="2115228"/>
                  <a:ext cx="1810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1319751-8A34-9339-792F-05DBAFF12B93}"/>
                    </a:ext>
                  </a:extLst>
                </p14:cNvPr>
                <p14:cNvContentPartPr/>
                <p14:nvPr/>
              </p14:nvContentPartPr>
              <p14:xfrm>
                <a:off x="5240655" y="2094348"/>
                <a:ext cx="10080" cy="874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1319751-8A34-9339-792F-05DBAFF12B9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236335" y="2090028"/>
                  <a:ext cx="187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C2DCCAC-53FE-FFC6-4258-0ABCAC45B6E0}"/>
                    </a:ext>
                  </a:extLst>
                </p14:cNvPr>
                <p14:cNvContentPartPr/>
                <p14:nvPr/>
              </p14:nvContentPartPr>
              <p14:xfrm>
                <a:off x="5544495" y="2035308"/>
                <a:ext cx="46080" cy="1580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C2DCCAC-53FE-FFC6-4258-0ABCAC45B6E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540175" y="2030988"/>
                  <a:ext cx="5472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D66DFD4-DE74-4752-C067-6DE2F865A078}"/>
                    </a:ext>
                  </a:extLst>
                </p14:cNvPr>
                <p14:cNvContentPartPr/>
                <p14:nvPr/>
              </p14:nvContentPartPr>
              <p14:xfrm>
                <a:off x="5545215" y="2004348"/>
                <a:ext cx="149400" cy="684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D66DFD4-DE74-4752-C067-6DE2F865A07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540895" y="2000028"/>
                  <a:ext cx="1580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FB679D3-B7E9-F6DE-C1F4-C621A868CCA2}"/>
                    </a:ext>
                  </a:extLst>
                </p14:cNvPr>
                <p14:cNvContentPartPr/>
                <p14:nvPr/>
              </p14:nvContentPartPr>
              <p14:xfrm>
                <a:off x="5446575" y="2166708"/>
                <a:ext cx="337680" cy="363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FB679D3-B7E9-F6DE-C1F4-C621A868CCA2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442255" y="2162388"/>
                  <a:ext cx="3463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1376808-B10C-C4AD-8748-A69A34168D1C}"/>
                    </a:ext>
                  </a:extLst>
                </p14:cNvPr>
                <p14:cNvContentPartPr/>
                <p14:nvPr/>
              </p14:nvContentPartPr>
              <p14:xfrm>
                <a:off x="5743575" y="2054748"/>
                <a:ext cx="77400" cy="1303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1376808-B10C-C4AD-8748-A69A34168D1C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739255" y="2050428"/>
                  <a:ext cx="860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7549C40-72CA-5147-1A62-260CA16B6990}"/>
                    </a:ext>
                  </a:extLst>
                </p14:cNvPr>
                <p14:cNvContentPartPr/>
                <p14:nvPr/>
              </p14:nvContentPartPr>
              <p14:xfrm>
                <a:off x="5692815" y="2094348"/>
                <a:ext cx="496080" cy="907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7549C40-72CA-5147-1A62-260CA16B699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688495" y="2090028"/>
                  <a:ext cx="50472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FF89FE37-E755-71BC-EFAB-83D5F3A63F89}"/>
              </a:ext>
            </a:extLst>
          </p:cNvPr>
          <p:cNvGrpSpPr/>
          <p:nvPr/>
        </p:nvGrpSpPr>
        <p:grpSpPr>
          <a:xfrm>
            <a:off x="6420375" y="2063748"/>
            <a:ext cx="205560" cy="79920"/>
            <a:chOff x="6420375" y="2063748"/>
            <a:chExt cx="205560" cy="7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C422122-6D78-9A06-BE8B-878313A41FD9}"/>
                    </a:ext>
                  </a:extLst>
                </p14:cNvPr>
                <p14:cNvContentPartPr/>
                <p14:nvPr/>
              </p14:nvContentPartPr>
              <p14:xfrm>
                <a:off x="6439815" y="2063748"/>
                <a:ext cx="145080" cy="151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C422122-6D78-9A06-BE8B-878313A41FD9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435495" y="2059428"/>
                  <a:ext cx="1537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12B89C4-96BA-8FD5-3584-0789DB502B09}"/>
                    </a:ext>
                  </a:extLst>
                </p14:cNvPr>
                <p14:cNvContentPartPr/>
                <p14:nvPr/>
              </p14:nvContentPartPr>
              <p14:xfrm>
                <a:off x="6420375" y="2137188"/>
                <a:ext cx="205560" cy="64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12B89C4-96BA-8FD5-3584-0789DB502B0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416055" y="2132868"/>
                  <a:ext cx="214200" cy="1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2957A77C-DDE1-6DCE-1737-57BE7C73A7FE}"/>
              </a:ext>
            </a:extLst>
          </p:cNvPr>
          <p:cNvGrpSpPr/>
          <p:nvPr/>
        </p:nvGrpSpPr>
        <p:grpSpPr>
          <a:xfrm>
            <a:off x="6849135" y="1887708"/>
            <a:ext cx="2176560" cy="513360"/>
            <a:chOff x="6849135" y="1887708"/>
            <a:chExt cx="2176560" cy="51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FB9E790-63E1-44F1-1871-5E85894CB29B}"/>
                    </a:ext>
                  </a:extLst>
                </p14:cNvPr>
                <p14:cNvContentPartPr/>
                <p14:nvPr/>
              </p14:nvContentPartPr>
              <p14:xfrm>
                <a:off x="7029855" y="1985988"/>
                <a:ext cx="22680" cy="17604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FB9E790-63E1-44F1-1871-5E85894CB29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7025535" y="1981668"/>
                  <a:ext cx="313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4737214-3B9D-1829-C851-32A9B3A952D2}"/>
                    </a:ext>
                  </a:extLst>
                </p14:cNvPr>
                <p14:cNvContentPartPr/>
                <p14:nvPr/>
              </p14:nvContentPartPr>
              <p14:xfrm>
                <a:off x="6849135" y="1974468"/>
                <a:ext cx="256680" cy="1810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4737214-3B9D-1829-C851-32A9B3A952D2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844815" y="1970148"/>
                  <a:ext cx="2653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C42D5B5-93C1-72E3-D7F6-0C4D484A9A10}"/>
                    </a:ext>
                  </a:extLst>
                </p14:cNvPr>
                <p14:cNvContentPartPr/>
                <p14:nvPr/>
              </p14:nvContentPartPr>
              <p14:xfrm>
                <a:off x="7091055" y="1887708"/>
                <a:ext cx="58320" cy="1994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C42D5B5-93C1-72E3-D7F6-0C4D484A9A1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086735" y="1883388"/>
                  <a:ext cx="669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2D6CA23-F180-4A42-75F3-43D5488EE874}"/>
                    </a:ext>
                  </a:extLst>
                </p14:cNvPr>
                <p14:cNvContentPartPr/>
                <p14:nvPr/>
              </p14:nvContentPartPr>
              <p14:xfrm>
                <a:off x="7029855" y="1985988"/>
                <a:ext cx="569520" cy="1584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2D6CA23-F180-4A42-75F3-43D5488EE87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025535" y="1981668"/>
                  <a:ext cx="5781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5277BA8-BA73-E718-6010-08CC9B74D495}"/>
                    </a:ext>
                  </a:extLst>
                </p14:cNvPr>
                <p14:cNvContentPartPr/>
                <p14:nvPr/>
              </p14:nvContentPartPr>
              <p14:xfrm>
                <a:off x="7678575" y="2044668"/>
                <a:ext cx="136800" cy="104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5277BA8-BA73-E718-6010-08CC9B74D49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674255" y="2040348"/>
                  <a:ext cx="1454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C757C85-EBB3-20E0-95F6-EC0635EE9049}"/>
                    </a:ext>
                  </a:extLst>
                </p14:cNvPr>
                <p14:cNvContentPartPr/>
                <p14:nvPr/>
              </p14:nvContentPartPr>
              <p14:xfrm>
                <a:off x="7816815" y="2025588"/>
                <a:ext cx="360" cy="1072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C757C85-EBB3-20E0-95F6-EC0635EE9049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812495" y="2021268"/>
                  <a:ext cx="90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1F36ADB-6CDF-A74E-E34E-D79544DCFDC4}"/>
                    </a:ext>
                  </a:extLst>
                </p14:cNvPr>
                <p14:cNvContentPartPr/>
                <p14:nvPr/>
              </p14:nvContentPartPr>
              <p14:xfrm>
                <a:off x="7777215" y="2058708"/>
                <a:ext cx="120960" cy="262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1F36ADB-6CDF-A74E-E34E-D79544DCFDC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772895" y="2054388"/>
                  <a:ext cx="1296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6695D84-81B6-B0A5-0E1E-42215E2F94D9}"/>
                    </a:ext>
                  </a:extLst>
                </p14:cNvPr>
                <p14:cNvContentPartPr/>
                <p14:nvPr/>
              </p14:nvContentPartPr>
              <p14:xfrm>
                <a:off x="7816815" y="1985988"/>
                <a:ext cx="360" cy="1663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6695D84-81B6-B0A5-0E1E-42215E2F94D9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812495" y="1981668"/>
                  <a:ext cx="90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35BC460-F036-0520-3439-40C2228B78EE}"/>
                    </a:ext>
                  </a:extLst>
                </p14:cNvPr>
                <p14:cNvContentPartPr/>
                <p14:nvPr/>
              </p14:nvContentPartPr>
              <p14:xfrm>
                <a:off x="8040375" y="1925508"/>
                <a:ext cx="327600" cy="1900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35BC460-F036-0520-3439-40C2228B78E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8036055" y="1921188"/>
                  <a:ext cx="3362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7FDC1AF-E864-8928-C1EA-A667507C6013}"/>
                    </a:ext>
                  </a:extLst>
                </p14:cNvPr>
                <p14:cNvContentPartPr/>
                <p14:nvPr/>
              </p14:nvContentPartPr>
              <p14:xfrm>
                <a:off x="8346375" y="2005428"/>
                <a:ext cx="78120" cy="993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7FDC1AF-E864-8928-C1EA-A667507C6013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342055" y="2001108"/>
                  <a:ext cx="867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98C428A-93CC-128B-8722-37FB55AB3A63}"/>
                    </a:ext>
                  </a:extLst>
                </p14:cNvPr>
                <p14:cNvContentPartPr/>
                <p14:nvPr/>
              </p14:nvContentPartPr>
              <p14:xfrm>
                <a:off x="8426295" y="1995708"/>
                <a:ext cx="599400" cy="405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98C428A-93CC-128B-8722-37FB55AB3A63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8421975" y="1991388"/>
                  <a:ext cx="608040" cy="41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D060BCC4-ABC4-F7BF-06FC-12DC5810B9D2}"/>
              </a:ext>
            </a:extLst>
          </p:cNvPr>
          <p:cNvGrpSpPr/>
          <p:nvPr/>
        </p:nvGrpSpPr>
        <p:grpSpPr>
          <a:xfrm>
            <a:off x="5800815" y="2364708"/>
            <a:ext cx="1567080" cy="310680"/>
            <a:chOff x="5800815" y="2364708"/>
            <a:chExt cx="1567080" cy="31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F1FB741-4DD0-6D81-3F28-5218284F6C3B}"/>
                    </a:ext>
                  </a:extLst>
                </p14:cNvPr>
                <p14:cNvContentPartPr/>
                <p14:nvPr/>
              </p14:nvContentPartPr>
              <p14:xfrm>
                <a:off x="5800815" y="2364708"/>
                <a:ext cx="1558080" cy="1836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F1FB741-4DD0-6D81-3F28-5218284F6C3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796495" y="2360388"/>
                  <a:ext cx="15667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C79D0FB-00D5-E7D4-DF0F-6F946438A81B}"/>
                    </a:ext>
                  </a:extLst>
                </p14:cNvPr>
                <p14:cNvContentPartPr/>
                <p14:nvPr/>
              </p14:nvContentPartPr>
              <p14:xfrm>
                <a:off x="6066495" y="2520948"/>
                <a:ext cx="1301400" cy="1544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C79D0FB-00D5-E7D4-DF0F-6F946438A81B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062175" y="2516628"/>
                  <a:ext cx="131004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34A0DF9F-B56A-BF6E-5844-175A5730E3B7}"/>
              </a:ext>
            </a:extLst>
          </p:cNvPr>
          <p:cNvGrpSpPr/>
          <p:nvPr/>
        </p:nvGrpSpPr>
        <p:grpSpPr>
          <a:xfrm>
            <a:off x="6764535" y="727068"/>
            <a:ext cx="2154240" cy="335160"/>
            <a:chOff x="6764535" y="727068"/>
            <a:chExt cx="2154240" cy="33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B698B0B-9006-A5E3-FF7D-C54DBB6544EF}"/>
                    </a:ext>
                  </a:extLst>
                </p14:cNvPr>
                <p14:cNvContentPartPr/>
                <p14:nvPr/>
              </p14:nvContentPartPr>
              <p14:xfrm>
                <a:off x="6783975" y="727068"/>
                <a:ext cx="176040" cy="2376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B698B0B-9006-A5E3-FF7D-C54DBB6544E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779655" y="722748"/>
                  <a:ext cx="1846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CF761A0-0D69-52A3-0104-AE62666CDD72}"/>
                    </a:ext>
                  </a:extLst>
                </p14:cNvPr>
                <p14:cNvContentPartPr/>
                <p14:nvPr/>
              </p14:nvContentPartPr>
              <p14:xfrm>
                <a:off x="6764535" y="894468"/>
                <a:ext cx="225360" cy="3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CF761A0-0D69-52A3-0104-AE62666CDD72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760215" y="890148"/>
                  <a:ext cx="234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8C6DA7B-49D2-F201-105A-C1D62C179FF6}"/>
                    </a:ext>
                  </a:extLst>
                </p14:cNvPr>
                <p14:cNvContentPartPr/>
                <p14:nvPr/>
              </p14:nvContentPartPr>
              <p14:xfrm>
                <a:off x="6833295" y="778188"/>
                <a:ext cx="697320" cy="2052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8C6DA7B-49D2-F201-105A-C1D62C179FF6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828975" y="773868"/>
                  <a:ext cx="7059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6861862-0092-B792-4C3B-B7DB0ED25457}"/>
                    </a:ext>
                  </a:extLst>
                </p14:cNvPr>
                <p14:cNvContentPartPr/>
                <p14:nvPr/>
              </p14:nvContentPartPr>
              <p14:xfrm>
                <a:off x="7541415" y="875028"/>
                <a:ext cx="176400" cy="3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6861862-0092-B792-4C3B-B7DB0ED2545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7537095" y="870708"/>
                  <a:ext cx="1850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A63142A-0D72-65FA-49ED-4710A7BD9F43}"/>
                    </a:ext>
                  </a:extLst>
                </p14:cNvPr>
                <p14:cNvContentPartPr/>
                <p14:nvPr/>
              </p14:nvContentPartPr>
              <p14:xfrm>
                <a:off x="7590375" y="933708"/>
                <a:ext cx="176040" cy="3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A63142A-0D72-65FA-49ED-4710A7BD9F43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7586055" y="929388"/>
                  <a:ext cx="1846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1115B71-46CB-DBBF-78B7-DBFC34E78D57}"/>
                    </a:ext>
                  </a:extLst>
                </p14:cNvPr>
                <p14:cNvContentPartPr/>
                <p14:nvPr/>
              </p14:nvContentPartPr>
              <p14:xfrm>
                <a:off x="8396415" y="908508"/>
                <a:ext cx="192240" cy="1537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1115B71-46CB-DBBF-78B7-DBFC34E78D5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8392095" y="904188"/>
                  <a:ext cx="2008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7D86683-0A60-6B2F-C3FA-6BCFF07724D3}"/>
                    </a:ext>
                  </a:extLst>
                </p14:cNvPr>
                <p14:cNvContentPartPr/>
                <p14:nvPr/>
              </p14:nvContentPartPr>
              <p14:xfrm>
                <a:off x="8750295" y="894108"/>
                <a:ext cx="168480" cy="208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7D86683-0A60-6B2F-C3FA-6BCFF07724D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8745975" y="889788"/>
                  <a:ext cx="1771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D0FB470-6CA4-C45A-3591-D81B6553C012}"/>
                    </a:ext>
                  </a:extLst>
                </p14:cNvPr>
                <p14:cNvContentPartPr/>
                <p14:nvPr/>
              </p14:nvContentPartPr>
              <p14:xfrm>
                <a:off x="8864415" y="825708"/>
                <a:ext cx="4320" cy="2217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D0FB470-6CA4-C45A-3591-D81B6553C012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860095" y="821388"/>
                  <a:ext cx="12960" cy="23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09BAE23A-6BF7-F5A9-0547-A738F848668F}"/>
              </a:ext>
            </a:extLst>
          </p:cNvPr>
          <p:cNvGrpSpPr/>
          <p:nvPr/>
        </p:nvGrpSpPr>
        <p:grpSpPr>
          <a:xfrm>
            <a:off x="9201375" y="609708"/>
            <a:ext cx="2377800" cy="571680"/>
            <a:chOff x="9201375" y="609708"/>
            <a:chExt cx="2377800" cy="57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A1F8191-810E-FDEA-EF54-9225A90C97E2}"/>
                    </a:ext>
                  </a:extLst>
                </p14:cNvPr>
                <p14:cNvContentPartPr/>
                <p14:nvPr/>
              </p14:nvContentPartPr>
              <p14:xfrm>
                <a:off x="9201375" y="697548"/>
                <a:ext cx="198360" cy="2354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A1F8191-810E-FDEA-EF54-9225A90C97E2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197055" y="693228"/>
                  <a:ext cx="2070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56C4B03-5D52-FEF0-289A-2076BD1B6E4F}"/>
                    </a:ext>
                  </a:extLst>
                </p14:cNvPr>
                <p14:cNvContentPartPr/>
                <p14:nvPr/>
              </p14:nvContentPartPr>
              <p14:xfrm>
                <a:off x="9478215" y="685668"/>
                <a:ext cx="139680" cy="2484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56C4B03-5D52-FEF0-289A-2076BD1B6E4F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473895" y="681348"/>
                  <a:ext cx="1483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E9FDA1EE-4905-D655-1029-43C8C564D3C1}"/>
                    </a:ext>
                  </a:extLst>
                </p14:cNvPr>
                <p14:cNvContentPartPr/>
                <p14:nvPr/>
              </p14:nvContentPartPr>
              <p14:xfrm>
                <a:off x="9507375" y="943788"/>
                <a:ext cx="166680" cy="3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E9FDA1EE-4905-D655-1029-43C8C564D3C1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503055" y="939468"/>
                  <a:ext cx="1753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0BE54AD-FB0F-24B6-5551-D53E7D0FDA25}"/>
                    </a:ext>
                  </a:extLst>
                </p14:cNvPr>
                <p14:cNvContentPartPr/>
                <p14:nvPr/>
              </p14:nvContentPartPr>
              <p14:xfrm>
                <a:off x="9733815" y="866028"/>
                <a:ext cx="146880" cy="288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0BE54AD-FB0F-24B6-5551-D53E7D0FDA25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729495" y="861708"/>
                  <a:ext cx="1555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CD7F249-EA73-F0E0-68BF-0FA5088252D9}"/>
                    </a:ext>
                  </a:extLst>
                </p14:cNvPr>
                <p14:cNvContentPartPr/>
                <p14:nvPr/>
              </p14:nvContentPartPr>
              <p14:xfrm>
                <a:off x="10117575" y="609708"/>
                <a:ext cx="139320" cy="32580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CD7F249-EA73-F0E0-68BF-0FA5088252D9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113255" y="605388"/>
                  <a:ext cx="14796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EBB5060-47E8-6CAD-3F57-37F27B600581}"/>
                    </a:ext>
                  </a:extLst>
                </p14:cNvPr>
                <p14:cNvContentPartPr/>
                <p14:nvPr/>
              </p14:nvContentPartPr>
              <p14:xfrm>
                <a:off x="10431495" y="678468"/>
                <a:ext cx="28080" cy="2152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EBB5060-47E8-6CAD-3F57-37F27B600581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427175" y="674148"/>
                  <a:ext cx="367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17AAF11-06F0-E139-7101-9999F2C22843}"/>
                    </a:ext>
                  </a:extLst>
                </p14:cNvPr>
                <p14:cNvContentPartPr/>
                <p14:nvPr/>
              </p14:nvContentPartPr>
              <p14:xfrm>
                <a:off x="10422135" y="707268"/>
                <a:ext cx="103680" cy="1044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17AAF11-06F0-E139-7101-9999F2C22843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417815" y="702948"/>
                  <a:ext cx="1123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26568B3-3240-898A-738A-5D486B112CFB}"/>
                    </a:ext>
                  </a:extLst>
                </p14:cNvPr>
                <p14:cNvContentPartPr/>
                <p14:nvPr/>
              </p14:nvContentPartPr>
              <p14:xfrm>
                <a:off x="10422135" y="806268"/>
                <a:ext cx="152640" cy="136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26568B3-3240-898A-738A-5D486B112CFB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417815" y="801948"/>
                  <a:ext cx="1612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E9FAC4A-B0BA-2D77-26F1-25C8167700CB}"/>
                    </a:ext>
                  </a:extLst>
                </p14:cNvPr>
                <p14:cNvContentPartPr/>
                <p14:nvPr/>
              </p14:nvContentPartPr>
              <p14:xfrm>
                <a:off x="10471455" y="692148"/>
                <a:ext cx="312840" cy="2430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E9FAC4A-B0BA-2D77-26F1-25C8167700CB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467135" y="687828"/>
                  <a:ext cx="3214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90A78D7-811F-3852-33BA-FBB535B10472}"/>
                    </a:ext>
                  </a:extLst>
                </p14:cNvPr>
                <p14:cNvContentPartPr/>
                <p14:nvPr/>
              </p14:nvContentPartPr>
              <p14:xfrm>
                <a:off x="10815255" y="714828"/>
                <a:ext cx="175320" cy="21780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90A78D7-811F-3852-33BA-FBB535B10472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0810935" y="710508"/>
                  <a:ext cx="1839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8617397-52C0-8308-5E14-50B36A857E8D}"/>
                    </a:ext>
                  </a:extLst>
                </p14:cNvPr>
                <p14:cNvContentPartPr/>
                <p14:nvPr/>
              </p14:nvContentPartPr>
              <p14:xfrm>
                <a:off x="10854495" y="813828"/>
                <a:ext cx="166320" cy="320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8617397-52C0-8308-5E14-50B36A857E8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0850175" y="809508"/>
                  <a:ext cx="1749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EDFE76A-91BF-D7F8-4459-88B1823D0627}"/>
                    </a:ext>
                  </a:extLst>
                </p14:cNvPr>
                <p14:cNvContentPartPr/>
                <p14:nvPr/>
              </p14:nvContentPartPr>
              <p14:xfrm>
                <a:off x="11080215" y="795828"/>
                <a:ext cx="400680" cy="2584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EDFE76A-91BF-D7F8-4459-88B1823D0627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1075895" y="791508"/>
                  <a:ext cx="4093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05EC9E0-9328-3921-3F1B-002DC550DA93}"/>
                    </a:ext>
                  </a:extLst>
                </p14:cNvPr>
                <p14:cNvContentPartPr/>
                <p14:nvPr/>
              </p14:nvContentPartPr>
              <p14:xfrm>
                <a:off x="11483415" y="963588"/>
                <a:ext cx="95760" cy="2178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05EC9E0-9328-3921-3F1B-002DC550DA93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1479095" y="959268"/>
                  <a:ext cx="10440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CD91EC14-114E-FEF6-C443-175512F5503E}"/>
                    </a:ext>
                  </a:extLst>
                </p14:cNvPr>
                <p14:cNvContentPartPr/>
                <p14:nvPr/>
              </p14:nvContentPartPr>
              <p14:xfrm>
                <a:off x="11307015" y="933708"/>
                <a:ext cx="37800" cy="1094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CD91EC14-114E-FEF6-C443-175512F5503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1302695" y="929388"/>
                  <a:ext cx="464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C6E90E9B-8CE8-54A7-4990-DD203F52FEBB}"/>
                    </a:ext>
                  </a:extLst>
                </p14:cNvPr>
                <p14:cNvContentPartPr/>
                <p14:nvPr/>
              </p14:nvContentPartPr>
              <p14:xfrm>
                <a:off x="9967095" y="756948"/>
                <a:ext cx="160200" cy="2131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C6E90E9B-8CE8-54A7-4990-DD203F52FEBB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9962775" y="752628"/>
                  <a:ext cx="1688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A15F3E7-EF41-D863-CF1C-56218726BBD1}"/>
                    </a:ext>
                  </a:extLst>
                </p14:cNvPr>
                <p14:cNvContentPartPr/>
                <p14:nvPr/>
              </p14:nvContentPartPr>
              <p14:xfrm>
                <a:off x="10028655" y="904548"/>
                <a:ext cx="205560" cy="896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A15F3E7-EF41-D863-CF1C-56218726BBD1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0024335" y="900228"/>
                  <a:ext cx="21420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1CFE37DE-610B-905A-6F75-F16FCF4300C8}"/>
              </a:ext>
            </a:extLst>
          </p:cNvPr>
          <p:cNvGrpSpPr/>
          <p:nvPr/>
        </p:nvGrpSpPr>
        <p:grpSpPr>
          <a:xfrm>
            <a:off x="8148375" y="796548"/>
            <a:ext cx="282600" cy="266400"/>
            <a:chOff x="8148375" y="796548"/>
            <a:chExt cx="282600" cy="26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1AC8BBD-A3D7-6F45-F320-AD72ED1AAEC7}"/>
                    </a:ext>
                  </a:extLst>
                </p14:cNvPr>
                <p14:cNvContentPartPr/>
                <p14:nvPr/>
              </p14:nvContentPartPr>
              <p14:xfrm>
                <a:off x="8148375" y="796548"/>
                <a:ext cx="189360" cy="2545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1AC8BBD-A3D7-6F45-F320-AD72ED1AAEC7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8144055" y="792228"/>
                  <a:ext cx="1980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37990B3-29C4-D147-4691-E407881EC90D}"/>
                    </a:ext>
                  </a:extLst>
                </p14:cNvPr>
                <p14:cNvContentPartPr/>
                <p14:nvPr/>
              </p14:nvContentPartPr>
              <p14:xfrm>
                <a:off x="8288775" y="963588"/>
                <a:ext cx="142200" cy="9936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37990B3-29C4-D147-4691-E407881EC90D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8284455" y="959268"/>
                  <a:ext cx="15084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EDDF334B-B4A2-B970-A8AD-E7D47FF6896A}"/>
              </a:ext>
            </a:extLst>
          </p:cNvPr>
          <p:cNvGrpSpPr/>
          <p:nvPr/>
        </p:nvGrpSpPr>
        <p:grpSpPr>
          <a:xfrm>
            <a:off x="272655" y="2608788"/>
            <a:ext cx="275400" cy="429120"/>
            <a:chOff x="272655" y="2608788"/>
            <a:chExt cx="275400" cy="42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4511B3A-2973-1EE3-42F9-C7ADA0E3B204}"/>
                    </a:ext>
                  </a:extLst>
                </p14:cNvPr>
                <p14:cNvContentPartPr/>
                <p14:nvPr/>
              </p14:nvContentPartPr>
              <p14:xfrm>
                <a:off x="272655" y="2608788"/>
                <a:ext cx="209520" cy="3330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4511B3A-2973-1EE3-42F9-C7ADA0E3B204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68335" y="2604468"/>
                  <a:ext cx="2181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1940617-7C13-FEE6-75D5-21890330FCDB}"/>
                    </a:ext>
                  </a:extLst>
                </p14:cNvPr>
                <p14:cNvContentPartPr/>
                <p14:nvPr/>
              </p14:nvContentPartPr>
              <p14:xfrm>
                <a:off x="334935" y="2900028"/>
                <a:ext cx="213120" cy="1378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1940617-7C13-FEE6-75D5-21890330FCDB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330615" y="2895708"/>
                  <a:ext cx="22176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6991BDD0-11F6-A407-5305-026D00F1F5A0}"/>
              </a:ext>
            </a:extLst>
          </p:cNvPr>
          <p:cNvGrpSpPr/>
          <p:nvPr/>
        </p:nvGrpSpPr>
        <p:grpSpPr>
          <a:xfrm>
            <a:off x="784215" y="2635068"/>
            <a:ext cx="3336480" cy="572760"/>
            <a:chOff x="784215" y="2635068"/>
            <a:chExt cx="3336480" cy="57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995B635-5B63-1FFE-7F5E-20059271CFD1}"/>
                    </a:ext>
                  </a:extLst>
                </p14:cNvPr>
                <p14:cNvContentPartPr/>
                <p14:nvPr/>
              </p14:nvContentPartPr>
              <p14:xfrm>
                <a:off x="784215" y="2683308"/>
                <a:ext cx="207720" cy="2826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995B635-5B63-1FFE-7F5E-20059271CFD1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79895" y="2678988"/>
                  <a:ext cx="2163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44E9F24-8A88-C78F-80C5-0050170CEFAE}"/>
                    </a:ext>
                  </a:extLst>
                </p14:cNvPr>
                <p14:cNvContentPartPr/>
                <p14:nvPr/>
              </p14:nvContentPartPr>
              <p14:xfrm>
                <a:off x="1089855" y="2837028"/>
                <a:ext cx="82800" cy="11448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44E9F24-8A88-C78F-80C5-0050170CEFAE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85535" y="2832708"/>
                  <a:ext cx="914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9257E62-8452-A0CC-7A54-DBB69874401C}"/>
                    </a:ext>
                  </a:extLst>
                </p14:cNvPr>
                <p14:cNvContentPartPr/>
                <p14:nvPr/>
              </p14:nvContentPartPr>
              <p14:xfrm>
                <a:off x="1268415" y="2841348"/>
                <a:ext cx="360" cy="8784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9257E62-8452-A0CC-7A54-DBB69874401C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264095" y="2837028"/>
                  <a:ext cx="90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3CCFC5CC-A84D-9CAD-F13D-F3B9EF328BB5}"/>
                    </a:ext>
                  </a:extLst>
                </p14:cNvPr>
                <p14:cNvContentPartPr/>
                <p14:nvPr/>
              </p14:nvContentPartPr>
              <p14:xfrm>
                <a:off x="1382175" y="2792388"/>
                <a:ext cx="4320" cy="3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3CCFC5CC-A84D-9CAD-F13D-F3B9EF328BB5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377855" y="2788068"/>
                  <a:ext cx="129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70677F0-B1E5-BEFC-EE76-D18797E040F1}"/>
                    </a:ext>
                  </a:extLst>
                </p14:cNvPr>
                <p14:cNvContentPartPr/>
                <p14:nvPr/>
              </p14:nvContentPartPr>
              <p14:xfrm>
                <a:off x="1228815" y="2733348"/>
                <a:ext cx="6480" cy="43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70677F0-B1E5-BEFC-EE76-D18797E040F1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224495" y="2729028"/>
                  <a:ext cx="1512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199FD58-AC59-1648-5266-DDDC9017CC5E}"/>
                    </a:ext>
                  </a:extLst>
                </p14:cNvPr>
                <p14:cNvContentPartPr/>
                <p14:nvPr/>
              </p14:nvContentPartPr>
              <p14:xfrm>
                <a:off x="1356615" y="2841348"/>
                <a:ext cx="177840" cy="1281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199FD58-AC59-1648-5266-DDDC9017CC5E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352295" y="2837028"/>
                  <a:ext cx="1864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9B583DB-2624-477A-35BE-2B103747E5EC}"/>
                    </a:ext>
                  </a:extLst>
                </p14:cNvPr>
                <p14:cNvContentPartPr/>
                <p14:nvPr/>
              </p14:nvContentPartPr>
              <p14:xfrm>
                <a:off x="1572975" y="2723268"/>
                <a:ext cx="10440" cy="2156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9B583DB-2624-477A-35BE-2B103747E5EC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568655" y="2718948"/>
                  <a:ext cx="190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B8F93C9A-4EC1-9958-D3E0-6BF11D74B19B}"/>
                    </a:ext>
                  </a:extLst>
                </p14:cNvPr>
                <p14:cNvContentPartPr/>
                <p14:nvPr/>
              </p14:nvContentPartPr>
              <p14:xfrm>
                <a:off x="1504215" y="2801748"/>
                <a:ext cx="264240" cy="396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B8F93C9A-4EC1-9958-D3E0-6BF11D74B19B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499895" y="2797428"/>
                  <a:ext cx="2728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365C51E-777A-087E-BA0B-098E6CCF9F8D}"/>
                    </a:ext>
                  </a:extLst>
                </p14:cNvPr>
                <p14:cNvContentPartPr/>
                <p14:nvPr/>
              </p14:nvContentPartPr>
              <p14:xfrm>
                <a:off x="1944855" y="2733348"/>
                <a:ext cx="32760" cy="2516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365C51E-777A-087E-BA0B-098E6CCF9F8D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940535" y="2729028"/>
                  <a:ext cx="414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A42612D-EACA-B892-8E03-B391AC8CDFF2}"/>
                    </a:ext>
                  </a:extLst>
                </p14:cNvPr>
                <p14:cNvContentPartPr/>
                <p14:nvPr/>
              </p14:nvContentPartPr>
              <p14:xfrm>
                <a:off x="1877895" y="2782308"/>
                <a:ext cx="223560" cy="3204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A42612D-EACA-B892-8E03-B391AC8CDFF2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873575" y="2777988"/>
                  <a:ext cx="2322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DD75932-E3F6-22A1-1362-A42D4EB9EE97}"/>
                    </a:ext>
                  </a:extLst>
                </p14:cNvPr>
                <p14:cNvContentPartPr/>
                <p14:nvPr/>
              </p14:nvContentPartPr>
              <p14:xfrm>
                <a:off x="2103975" y="2809668"/>
                <a:ext cx="410040" cy="1468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DD75932-E3F6-22A1-1362-A42D4EB9EE97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2099655" y="2805348"/>
                  <a:ext cx="4186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9A9281D-DC6F-B335-A71C-D836654FF8C8}"/>
                    </a:ext>
                  </a:extLst>
                </p14:cNvPr>
                <p14:cNvContentPartPr/>
                <p14:nvPr/>
              </p14:nvContentPartPr>
              <p14:xfrm>
                <a:off x="2516895" y="2684028"/>
                <a:ext cx="4320" cy="3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9A9281D-DC6F-B335-A71C-D836654FF8C8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2512575" y="2679708"/>
                  <a:ext cx="129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E4B5E52-BBBD-F27D-4A45-CC3A058B494B}"/>
                    </a:ext>
                  </a:extLst>
                </p14:cNvPr>
                <p14:cNvContentPartPr/>
                <p14:nvPr/>
              </p14:nvContentPartPr>
              <p14:xfrm>
                <a:off x="2605455" y="2841348"/>
                <a:ext cx="139320" cy="1065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E4B5E52-BBBD-F27D-4A45-CC3A058B494B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601135" y="2837028"/>
                  <a:ext cx="1479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E5DB453-5039-6B1C-0781-F87C17E34116}"/>
                    </a:ext>
                  </a:extLst>
                </p14:cNvPr>
                <p14:cNvContentPartPr/>
                <p14:nvPr/>
              </p14:nvContentPartPr>
              <p14:xfrm>
                <a:off x="2802375" y="2851428"/>
                <a:ext cx="155880" cy="1137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E5DB453-5039-6B1C-0781-F87C17E34116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798055" y="2847108"/>
                  <a:ext cx="1645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B0BCFB40-9038-5629-0281-ABA5622A25F9}"/>
                    </a:ext>
                  </a:extLst>
                </p14:cNvPr>
                <p14:cNvContentPartPr/>
                <p14:nvPr/>
              </p14:nvContentPartPr>
              <p14:xfrm>
                <a:off x="2969055" y="2880588"/>
                <a:ext cx="49320" cy="7020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B0BCFB40-9038-5629-0281-ABA5622A25F9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964735" y="2876268"/>
                  <a:ext cx="579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0B29B94A-47D1-3D95-36E5-248B04E83746}"/>
                    </a:ext>
                  </a:extLst>
                </p14:cNvPr>
                <p14:cNvContentPartPr/>
                <p14:nvPr/>
              </p14:nvContentPartPr>
              <p14:xfrm>
                <a:off x="3008655" y="2750628"/>
                <a:ext cx="19440" cy="6048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0B29B94A-47D1-3D95-36E5-248B04E83746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3004335" y="2746308"/>
                  <a:ext cx="280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F36A6C72-0250-9894-5E02-05330C09F8A3}"/>
                    </a:ext>
                  </a:extLst>
                </p14:cNvPr>
                <p14:cNvContentPartPr/>
                <p14:nvPr/>
              </p14:nvContentPartPr>
              <p14:xfrm>
                <a:off x="3077415" y="2870868"/>
                <a:ext cx="50400" cy="889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F36A6C72-0250-9894-5E02-05330C09F8A3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3073095" y="2866548"/>
                  <a:ext cx="590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E9A3BD4-0873-F755-DA44-33333428B3E2}"/>
                    </a:ext>
                  </a:extLst>
                </p14:cNvPr>
                <p14:cNvContentPartPr/>
                <p14:nvPr/>
              </p14:nvContentPartPr>
              <p14:xfrm>
                <a:off x="3145815" y="2880588"/>
                <a:ext cx="156600" cy="1054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E9A3BD4-0873-F755-DA44-33333428B3E2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3141495" y="2876268"/>
                  <a:ext cx="1652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1859B46-C0D8-378C-6C47-C3C3E8DB66A4}"/>
                    </a:ext>
                  </a:extLst>
                </p14:cNvPr>
                <p14:cNvContentPartPr/>
                <p14:nvPr/>
              </p14:nvContentPartPr>
              <p14:xfrm>
                <a:off x="3183255" y="2910468"/>
                <a:ext cx="199800" cy="2973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1859B46-C0D8-378C-6C47-C3C3E8DB66A4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3178935" y="2906148"/>
                  <a:ext cx="2084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8957471-0B27-F294-74FE-5946D6FA6365}"/>
                    </a:ext>
                  </a:extLst>
                </p14:cNvPr>
                <p14:cNvContentPartPr/>
                <p14:nvPr/>
              </p14:nvContentPartPr>
              <p14:xfrm>
                <a:off x="3510135" y="2635068"/>
                <a:ext cx="69480" cy="2347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8957471-0B27-F294-74FE-5946D6FA6365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3505815" y="2630748"/>
                  <a:ext cx="781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945B60D-EF18-EFDC-0ABA-BC5838944190}"/>
                    </a:ext>
                  </a:extLst>
                </p14:cNvPr>
                <p14:cNvContentPartPr/>
                <p14:nvPr/>
              </p14:nvContentPartPr>
              <p14:xfrm>
                <a:off x="3628935" y="2802108"/>
                <a:ext cx="337320" cy="1393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945B60D-EF18-EFDC-0ABA-BC5838944190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3624615" y="2797788"/>
                  <a:ext cx="34596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077CECD-9A6B-28E7-6732-01AD9B80C7BE}"/>
                    </a:ext>
                  </a:extLst>
                </p14:cNvPr>
                <p14:cNvContentPartPr/>
                <p14:nvPr/>
              </p14:nvContentPartPr>
              <p14:xfrm>
                <a:off x="4060575" y="2841348"/>
                <a:ext cx="6480" cy="432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077CECD-9A6B-28E7-6732-01AD9B80C7BE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4056255" y="2837028"/>
                  <a:ext cx="1512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950E0641-9739-552C-CF8E-64960BC1F581}"/>
                    </a:ext>
                  </a:extLst>
                </p14:cNvPr>
                <p14:cNvContentPartPr/>
                <p14:nvPr/>
              </p14:nvContentPartPr>
              <p14:xfrm>
                <a:off x="4080015" y="2969508"/>
                <a:ext cx="40680" cy="64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950E0641-9739-552C-CF8E-64960BC1F581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4075695" y="2965188"/>
                  <a:ext cx="49320" cy="1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4FC8D0B3-6C94-6314-9470-E1461FD801F3}"/>
              </a:ext>
            </a:extLst>
          </p:cNvPr>
          <p:cNvGrpSpPr/>
          <p:nvPr/>
        </p:nvGrpSpPr>
        <p:grpSpPr>
          <a:xfrm>
            <a:off x="4620735" y="2743068"/>
            <a:ext cx="504720" cy="217800"/>
            <a:chOff x="4620735" y="2743068"/>
            <a:chExt cx="504720" cy="21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199EA2D8-ED64-9716-7CF1-9D9800F4F27C}"/>
                    </a:ext>
                  </a:extLst>
                </p14:cNvPr>
                <p14:cNvContentPartPr/>
                <p14:nvPr/>
              </p14:nvContentPartPr>
              <p14:xfrm>
                <a:off x="4620735" y="2743068"/>
                <a:ext cx="166680" cy="21780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199EA2D8-ED64-9716-7CF1-9D9800F4F27C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4616415" y="2738748"/>
                  <a:ext cx="17532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2340A5B3-0CA6-DA65-47AC-54DAD1C244A4}"/>
                    </a:ext>
                  </a:extLst>
                </p14:cNvPr>
                <p14:cNvContentPartPr/>
                <p14:nvPr/>
              </p14:nvContentPartPr>
              <p14:xfrm>
                <a:off x="4915935" y="2890308"/>
                <a:ext cx="172440" cy="43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2340A5B3-0CA6-DA65-47AC-54DAD1C244A4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4911615" y="2885988"/>
                  <a:ext cx="18108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86E7D39-7CBF-A79A-5A50-9687E59B7097}"/>
                    </a:ext>
                  </a:extLst>
                </p14:cNvPr>
                <p14:cNvContentPartPr/>
                <p14:nvPr/>
              </p14:nvContentPartPr>
              <p14:xfrm>
                <a:off x="4974615" y="2953308"/>
                <a:ext cx="150840" cy="64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86E7D39-7CBF-A79A-5A50-9687E59B7097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4970295" y="2948988"/>
                  <a:ext cx="159480" cy="1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959EC168-EE36-C732-6D13-886B49AEF993}"/>
              </a:ext>
            </a:extLst>
          </p:cNvPr>
          <p:cNvGrpSpPr/>
          <p:nvPr/>
        </p:nvGrpSpPr>
        <p:grpSpPr>
          <a:xfrm>
            <a:off x="5358375" y="2772588"/>
            <a:ext cx="1375560" cy="321840"/>
            <a:chOff x="5358375" y="2772588"/>
            <a:chExt cx="1375560" cy="32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3198B18-8EC5-917E-7DC6-C044B37825A6}"/>
                    </a:ext>
                  </a:extLst>
                </p14:cNvPr>
                <p14:cNvContentPartPr/>
                <p14:nvPr/>
              </p14:nvContentPartPr>
              <p14:xfrm>
                <a:off x="5358375" y="2772588"/>
                <a:ext cx="130680" cy="22356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3198B18-8EC5-917E-7DC6-C044B37825A6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5354055" y="2768268"/>
                  <a:ext cx="1393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E204615F-36CB-55FF-2D08-DA05DA80706E}"/>
                    </a:ext>
                  </a:extLst>
                </p14:cNvPr>
                <p14:cNvContentPartPr/>
                <p14:nvPr/>
              </p14:nvContentPartPr>
              <p14:xfrm>
                <a:off x="5502735" y="2949708"/>
                <a:ext cx="80280" cy="1288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E204615F-36CB-55FF-2D08-DA05DA80706E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5498415" y="2945388"/>
                  <a:ext cx="889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1F0CD42-657D-9384-F19A-9D853AE546DD}"/>
                    </a:ext>
                  </a:extLst>
                </p14:cNvPr>
                <p14:cNvContentPartPr/>
                <p14:nvPr/>
              </p14:nvContentPartPr>
              <p14:xfrm>
                <a:off x="5632695" y="2998668"/>
                <a:ext cx="344160" cy="691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1F0CD42-657D-9384-F19A-9D853AE546DD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5628375" y="2994348"/>
                  <a:ext cx="3528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87D7033-3BEF-C346-C1BC-25DAD5730947}"/>
                    </a:ext>
                  </a:extLst>
                </p14:cNvPr>
                <p14:cNvContentPartPr/>
                <p14:nvPr/>
              </p14:nvContentPartPr>
              <p14:xfrm>
                <a:off x="5977575" y="3016668"/>
                <a:ext cx="223920" cy="626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87D7033-3BEF-C346-C1BC-25DAD573094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5973255" y="3012348"/>
                  <a:ext cx="2325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634360E3-C1AC-AF29-C244-28934DF74038}"/>
                    </a:ext>
                  </a:extLst>
                </p14:cNvPr>
                <p14:cNvContentPartPr/>
                <p14:nvPr/>
              </p14:nvContentPartPr>
              <p14:xfrm>
                <a:off x="6213735" y="3018108"/>
                <a:ext cx="30600" cy="475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634360E3-C1AC-AF29-C244-28934DF74038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6209415" y="3013788"/>
                  <a:ext cx="392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8E20997-4593-EBA7-1A08-9C76489ABA6E}"/>
                    </a:ext>
                  </a:extLst>
                </p14:cNvPr>
                <p14:cNvContentPartPr/>
                <p14:nvPr/>
              </p14:nvContentPartPr>
              <p14:xfrm>
                <a:off x="6243255" y="2969508"/>
                <a:ext cx="360" cy="36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8E20997-4593-EBA7-1A08-9C76489ABA6E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6238935" y="296518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2347B4B-63FE-7FCD-8AFC-54D46369DE05}"/>
                    </a:ext>
                  </a:extLst>
                </p14:cNvPr>
                <p14:cNvContentPartPr/>
                <p14:nvPr/>
              </p14:nvContentPartPr>
              <p14:xfrm>
                <a:off x="6292575" y="2920188"/>
                <a:ext cx="140400" cy="17424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2347B4B-63FE-7FCD-8AFC-54D46369DE05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6288255" y="2915868"/>
                  <a:ext cx="1490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44C2D5D4-A22F-48EA-B7A1-26C427CA7909}"/>
                    </a:ext>
                  </a:extLst>
                </p14:cNvPr>
                <p14:cNvContentPartPr/>
                <p14:nvPr/>
              </p14:nvContentPartPr>
              <p14:xfrm>
                <a:off x="6548175" y="2920188"/>
                <a:ext cx="67680" cy="100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44C2D5D4-A22F-48EA-B7A1-26C427CA7909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6543855" y="2915868"/>
                  <a:ext cx="763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0617A86-F008-D7F1-4AF7-E4C23CC6E4C6}"/>
                    </a:ext>
                  </a:extLst>
                </p14:cNvPr>
                <p14:cNvContentPartPr/>
                <p14:nvPr/>
              </p14:nvContentPartPr>
              <p14:xfrm>
                <a:off x="6626655" y="2880588"/>
                <a:ext cx="11160" cy="1468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0617A86-F008-D7F1-4AF7-E4C23CC6E4C6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6622335" y="2876268"/>
                  <a:ext cx="198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B4455CF-0545-2AD1-459E-62196C92A2DA}"/>
                    </a:ext>
                  </a:extLst>
                </p14:cNvPr>
                <p14:cNvContentPartPr/>
                <p14:nvPr/>
              </p14:nvContentPartPr>
              <p14:xfrm>
                <a:off x="6587415" y="2919828"/>
                <a:ext cx="146520" cy="212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B4455CF-0545-2AD1-459E-62196C92A2DA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6583095" y="2915508"/>
                  <a:ext cx="1551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68C4181-A5BD-8A29-3C50-297B868F048E}"/>
                    </a:ext>
                  </a:extLst>
                </p14:cNvPr>
                <p14:cNvContentPartPr/>
                <p14:nvPr/>
              </p14:nvContentPartPr>
              <p14:xfrm>
                <a:off x="6656175" y="2861148"/>
                <a:ext cx="20160" cy="1072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68C4181-A5BD-8A29-3C50-297B868F048E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651855" y="2856828"/>
                  <a:ext cx="2880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942B90C7-1496-BCD9-53EC-2E20683854F7}"/>
              </a:ext>
            </a:extLst>
          </p:cNvPr>
          <p:cNvGrpSpPr/>
          <p:nvPr/>
        </p:nvGrpSpPr>
        <p:grpSpPr>
          <a:xfrm>
            <a:off x="6989175" y="2733348"/>
            <a:ext cx="1308600" cy="462600"/>
            <a:chOff x="6989175" y="2733348"/>
            <a:chExt cx="1308600" cy="46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117671CB-6FA3-B42D-BFB0-8A8CE852DB01}"/>
                    </a:ext>
                  </a:extLst>
                </p14:cNvPr>
                <p14:cNvContentPartPr/>
                <p14:nvPr/>
              </p14:nvContentPartPr>
              <p14:xfrm>
                <a:off x="6989175" y="2733348"/>
                <a:ext cx="68760" cy="2476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117671CB-6FA3-B42D-BFB0-8A8CE852DB01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984855" y="2729028"/>
                  <a:ext cx="774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AC1F041-720D-8D09-490C-33E4122E1EF5}"/>
                    </a:ext>
                  </a:extLst>
                </p14:cNvPr>
                <p14:cNvContentPartPr/>
                <p14:nvPr/>
              </p14:nvContentPartPr>
              <p14:xfrm>
                <a:off x="7078455" y="2900028"/>
                <a:ext cx="26280" cy="1998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AC1F041-720D-8D09-490C-33E4122E1EF5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7074135" y="2895708"/>
                  <a:ext cx="349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55CC7D13-78C2-F74C-6CAE-B744630666CE}"/>
                    </a:ext>
                  </a:extLst>
                </p14:cNvPr>
                <p14:cNvContentPartPr/>
                <p14:nvPr/>
              </p14:nvContentPartPr>
              <p14:xfrm>
                <a:off x="7098615" y="2841348"/>
                <a:ext cx="6480" cy="511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55CC7D13-78C2-F74C-6CAE-B744630666CE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7094295" y="2837028"/>
                  <a:ext cx="151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5D200B0-2F71-75BF-EDCB-D996983F5828}"/>
                    </a:ext>
                  </a:extLst>
                </p14:cNvPr>
                <p14:cNvContentPartPr/>
                <p14:nvPr/>
              </p14:nvContentPartPr>
              <p14:xfrm>
                <a:off x="7128135" y="2979228"/>
                <a:ext cx="180720" cy="1069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5D200B0-2F71-75BF-EDCB-D996983F5828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123815" y="2974908"/>
                  <a:ext cx="1893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1939F7D2-7371-102A-CD20-85A1FE1626F1}"/>
                    </a:ext>
                  </a:extLst>
                </p14:cNvPr>
                <p14:cNvContentPartPr/>
                <p14:nvPr/>
              </p14:nvContentPartPr>
              <p14:xfrm>
                <a:off x="7334415" y="3008388"/>
                <a:ext cx="50040" cy="1875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1939F7D2-7371-102A-CD20-85A1FE1626F1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330095" y="3004068"/>
                  <a:ext cx="586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B8DCC65-6D2C-F2B4-7AC5-37ACBE06B718}"/>
                    </a:ext>
                  </a:extLst>
                </p14:cNvPr>
                <p14:cNvContentPartPr/>
                <p14:nvPr/>
              </p14:nvContentPartPr>
              <p14:xfrm>
                <a:off x="7334415" y="3041148"/>
                <a:ext cx="129240" cy="759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B8DCC65-6D2C-F2B4-7AC5-37ACBE06B718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7330095" y="3036828"/>
                  <a:ext cx="1378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68EA4E4-E4B0-526B-1541-BF83B34CF638}"/>
                    </a:ext>
                  </a:extLst>
                </p14:cNvPr>
                <p14:cNvContentPartPr/>
                <p14:nvPr/>
              </p14:nvContentPartPr>
              <p14:xfrm>
                <a:off x="7501815" y="2969508"/>
                <a:ext cx="286560" cy="1274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68EA4E4-E4B0-526B-1541-BF83B34CF638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7497495" y="2965188"/>
                  <a:ext cx="2952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1EC9648E-C2E6-1FBE-DC25-7F0B0B126517}"/>
                    </a:ext>
                  </a:extLst>
                </p14:cNvPr>
                <p14:cNvContentPartPr/>
                <p14:nvPr/>
              </p14:nvContentPartPr>
              <p14:xfrm>
                <a:off x="7786935" y="2988948"/>
                <a:ext cx="19440" cy="781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1EC9648E-C2E6-1FBE-DC25-7F0B0B126517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7782615" y="2984628"/>
                  <a:ext cx="280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AB11BF4A-4CE5-1F2B-CE84-27DD7A2B1F99}"/>
                    </a:ext>
                  </a:extLst>
                </p14:cNvPr>
                <p14:cNvContentPartPr/>
                <p14:nvPr/>
              </p14:nvContentPartPr>
              <p14:xfrm>
                <a:off x="7796655" y="2998668"/>
                <a:ext cx="77760" cy="3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AB11BF4A-4CE5-1F2B-CE84-27DD7A2B1F99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7792335" y="2994348"/>
                  <a:ext cx="864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0CBFBF55-D277-5791-06D8-177B1A51E5E7}"/>
                    </a:ext>
                  </a:extLst>
                </p14:cNvPr>
                <p14:cNvContentPartPr/>
                <p14:nvPr/>
              </p14:nvContentPartPr>
              <p14:xfrm>
                <a:off x="7826535" y="3047988"/>
                <a:ext cx="46800" cy="3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0CBFBF55-D277-5791-06D8-177B1A51E5E7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7822215" y="3043668"/>
                  <a:ext cx="554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2A7A0E4-6442-84CA-FC20-70C284810AEF}"/>
                    </a:ext>
                  </a:extLst>
                </p14:cNvPr>
                <p14:cNvContentPartPr/>
                <p14:nvPr/>
              </p14:nvContentPartPr>
              <p14:xfrm>
                <a:off x="7845975" y="3087228"/>
                <a:ext cx="77400" cy="36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2A7A0E4-6442-84CA-FC20-70C284810AEF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841655" y="3082908"/>
                  <a:ext cx="860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F029AF6-DA33-6A90-1B4A-58DDB7C0BA66}"/>
                    </a:ext>
                  </a:extLst>
                </p14:cNvPr>
                <p14:cNvContentPartPr/>
                <p14:nvPr/>
              </p14:nvContentPartPr>
              <p14:xfrm>
                <a:off x="8032815" y="2870868"/>
                <a:ext cx="264960" cy="3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F029AF6-DA33-6A90-1B4A-58DDB7C0BA66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8028495" y="2866548"/>
                  <a:ext cx="2736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D9E850DE-8BDC-1D7B-E1CA-0145E117A6BB}"/>
                    </a:ext>
                  </a:extLst>
                </p14:cNvPr>
                <p14:cNvContentPartPr/>
                <p14:nvPr/>
              </p14:nvContentPartPr>
              <p14:xfrm>
                <a:off x="8140815" y="2772588"/>
                <a:ext cx="30600" cy="23544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D9E850DE-8BDC-1D7B-E1CA-0145E117A6BB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136495" y="2768268"/>
                  <a:ext cx="39240" cy="2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F45D6193-9510-3FB8-DD3A-F3CA142CE2BE}"/>
              </a:ext>
            </a:extLst>
          </p:cNvPr>
          <p:cNvGrpSpPr/>
          <p:nvPr/>
        </p:nvGrpSpPr>
        <p:grpSpPr>
          <a:xfrm>
            <a:off x="8553735" y="2762508"/>
            <a:ext cx="1083600" cy="394200"/>
            <a:chOff x="8553735" y="2762508"/>
            <a:chExt cx="1083600" cy="39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89D8B065-DA6A-D9C6-9C88-5DD0C24A6383}"/>
                    </a:ext>
                  </a:extLst>
                </p14:cNvPr>
                <p14:cNvContentPartPr/>
                <p14:nvPr/>
              </p14:nvContentPartPr>
              <p14:xfrm>
                <a:off x="8553735" y="2762508"/>
                <a:ext cx="207720" cy="2970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89D8B065-DA6A-D9C6-9C88-5DD0C24A6383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549415" y="2758188"/>
                  <a:ext cx="2163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70964F7-65F5-D398-1528-EDF93811F4A1}"/>
                    </a:ext>
                  </a:extLst>
                </p14:cNvPr>
                <p14:cNvContentPartPr/>
                <p14:nvPr/>
              </p14:nvContentPartPr>
              <p14:xfrm>
                <a:off x="8750295" y="2929908"/>
                <a:ext cx="335880" cy="22680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70964F7-65F5-D398-1528-EDF93811F4A1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8745975" y="2925588"/>
                  <a:ext cx="3445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29BE0352-0E58-22DA-FBC6-796303CF066F}"/>
                    </a:ext>
                  </a:extLst>
                </p14:cNvPr>
                <p14:cNvContentPartPr/>
                <p14:nvPr/>
              </p14:nvContentPartPr>
              <p14:xfrm>
                <a:off x="9103095" y="2969148"/>
                <a:ext cx="534240" cy="17928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29BE0352-0E58-22DA-FBC6-796303CF066F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9098775" y="2964828"/>
                  <a:ext cx="542880" cy="18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5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D7FC3C03-B326-D79E-A402-64FC7DB5E47D}"/>
                  </a:ext>
                </a:extLst>
              </p14:cNvPr>
              <p14:cNvContentPartPr/>
              <p14:nvPr/>
            </p14:nvContentPartPr>
            <p14:xfrm>
              <a:off x="4225455" y="3549108"/>
              <a:ext cx="278280" cy="25848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D7FC3C03-B326-D79E-A402-64FC7DB5E47D}"/>
                  </a:ext>
                </a:extLst>
              </p:cNvPr>
              <p:cNvPicPr/>
              <p:nvPr/>
            </p:nvPicPr>
            <p:blipFill>
              <a:blip r:embed="rId386"/>
              <a:stretch>
                <a:fillRect/>
              </a:stretch>
            </p:blipFill>
            <p:spPr>
              <a:xfrm>
                <a:off x="4221135" y="3544788"/>
                <a:ext cx="286920" cy="26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3" name="Group 352">
            <a:extLst>
              <a:ext uri="{FF2B5EF4-FFF2-40B4-BE49-F238E27FC236}">
                <a16:creationId xmlns:a16="http://schemas.microsoft.com/office/drawing/2014/main" id="{7692E7F9-DA2A-0CC7-50CF-CBD0B2A5AE62}"/>
              </a:ext>
            </a:extLst>
          </p:cNvPr>
          <p:cNvGrpSpPr/>
          <p:nvPr/>
        </p:nvGrpSpPr>
        <p:grpSpPr>
          <a:xfrm>
            <a:off x="8085896" y="3988214"/>
            <a:ext cx="313200" cy="538560"/>
            <a:chOff x="8085896" y="3988214"/>
            <a:chExt cx="313200" cy="53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45B2C261-AD51-925A-EBBC-6D78251CE970}"/>
                    </a:ext>
                  </a:extLst>
                </p14:cNvPr>
                <p14:cNvContentPartPr/>
                <p14:nvPr/>
              </p14:nvContentPartPr>
              <p14:xfrm>
                <a:off x="8085896" y="4096934"/>
                <a:ext cx="18360" cy="30420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45B2C261-AD51-925A-EBBC-6D78251CE970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8081576" y="4092614"/>
                  <a:ext cx="270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EA8369A6-96E2-14FA-B2DF-B0AF7960921E}"/>
                    </a:ext>
                  </a:extLst>
                </p14:cNvPr>
                <p14:cNvContentPartPr/>
                <p14:nvPr/>
              </p14:nvContentPartPr>
              <p14:xfrm>
                <a:off x="8121536" y="4105574"/>
                <a:ext cx="46800" cy="28800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EA8369A6-96E2-14FA-B2DF-B0AF7960921E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8117216" y="4101254"/>
                  <a:ext cx="5544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4969C744-E9E5-C723-4B64-A3742A84A3EC}"/>
                    </a:ext>
                  </a:extLst>
                </p14:cNvPr>
                <p14:cNvContentPartPr/>
                <p14:nvPr/>
              </p14:nvContentPartPr>
              <p14:xfrm>
                <a:off x="8212976" y="3988214"/>
                <a:ext cx="78480" cy="11880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4969C744-E9E5-C723-4B64-A3742A84A3EC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8208656" y="3983894"/>
                  <a:ext cx="871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B00DBB16-776F-4D01-D327-C37FE23EF554}"/>
                    </a:ext>
                  </a:extLst>
                </p14:cNvPr>
                <p14:cNvContentPartPr/>
                <p14:nvPr/>
              </p14:nvContentPartPr>
              <p14:xfrm>
                <a:off x="8187776" y="4428494"/>
                <a:ext cx="211320" cy="9828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B00DBB16-776F-4D01-D327-C37FE23EF554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8183456" y="4424174"/>
                  <a:ext cx="21996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282EE701-0760-F84A-0229-F4224FF3E29D}"/>
              </a:ext>
            </a:extLst>
          </p:cNvPr>
          <p:cNvGrpSpPr/>
          <p:nvPr/>
        </p:nvGrpSpPr>
        <p:grpSpPr>
          <a:xfrm>
            <a:off x="4246335" y="3425628"/>
            <a:ext cx="3636521" cy="1361786"/>
            <a:chOff x="4246335" y="3425628"/>
            <a:chExt cx="3636521" cy="1361786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F68901FF-61BE-1D88-1F80-615A129C7A0A}"/>
                    </a:ext>
                  </a:extLst>
                </p14:cNvPr>
                <p14:cNvContentPartPr/>
                <p14:nvPr/>
              </p14:nvContentPartPr>
              <p14:xfrm>
                <a:off x="7492095" y="3598428"/>
                <a:ext cx="360" cy="2253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F68901FF-61BE-1D88-1F80-615A129C7A0A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7487775" y="3594108"/>
                  <a:ext cx="90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5210F224-5DBE-48D5-20D8-ACF5760986CB}"/>
                    </a:ext>
                  </a:extLst>
                </p14:cNvPr>
                <p14:cNvContentPartPr/>
                <p14:nvPr/>
              </p14:nvContentPartPr>
              <p14:xfrm>
                <a:off x="7551135" y="3588708"/>
                <a:ext cx="360" cy="25488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5210F224-5DBE-48D5-20D8-ACF5760986CB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7546815" y="3584388"/>
                  <a:ext cx="90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53F116D-BEC6-D692-DBD7-041A703154AA}"/>
                    </a:ext>
                  </a:extLst>
                </p14:cNvPr>
                <p14:cNvContentPartPr/>
                <p14:nvPr/>
              </p14:nvContentPartPr>
              <p14:xfrm>
                <a:off x="7539615" y="3425628"/>
                <a:ext cx="99000" cy="10512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53F116D-BEC6-D692-DBD7-041A703154AA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7535295" y="3421308"/>
                  <a:ext cx="1076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A6B2F886-7D08-200B-2BA2-BFC58B09140A}"/>
                    </a:ext>
                  </a:extLst>
                </p14:cNvPr>
                <p14:cNvContentPartPr/>
                <p14:nvPr/>
              </p14:nvContentPartPr>
              <p14:xfrm>
                <a:off x="7531335" y="3921348"/>
                <a:ext cx="242640" cy="9036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A6B2F886-7D08-200B-2BA2-BFC58B09140A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7527015" y="3917028"/>
                  <a:ext cx="2512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30F7CFB2-1D4C-EE64-B633-237A02EEC350}"/>
                    </a:ext>
                  </a:extLst>
                </p14:cNvPr>
                <p14:cNvContentPartPr/>
                <p14:nvPr/>
              </p14:nvContentPartPr>
              <p14:xfrm>
                <a:off x="6204015" y="3677628"/>
                <a:ext cx="129960" cy="1292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30F7CFB2-1D4C-EE64-B633-237A02EEC350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6199695" y="3673308"/>
                  <a:ext cx="1386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36B6A1C2-E598-B5CC-538F-CDDF917F1556}"/>
                    </a:ext>
                  </a:extLst>
                </p14:cNvPr>
                <p14:cNvContentPartPr/>
                <p14:nvPr/>
              </p14:nvContentPartPr>
              <p14:xfrm>
                <a:off x="6369255" y="3696708"/>
                <a:ext cx="148680" cy="1198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36B6A1C2-E598-B5CC-538F-CDDF917F1556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6364935" y="3692388"/>
                  <a:ext cx="1573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382B72B0-BED7-2A8F-158C-A52E24557084}"/>
                    </a:ext>
                  </a:extLst>
                </p14:cNvPr>
                <p14:cNvContentPartPr/>
                <p14:nvPr/>
              </p14:nvContentPartPr>
              <p14:xfrm>
                <a:off x="6616935" y="3719388"/>
                <a:ext cx="81360" cy="270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382B72B0-BED7-2A8F-158C-A52E24557084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6612615" y="3715068"/>
                  <a:ext cx="900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4B5E81B2-F20B-FB3B-C361-9AE7C0BEF5CD}"/>
                    </a:ext>
                  </a:extLst>
                </p14:cNvPr>
                <p14:cNvContentPartPr/>
                <p14:nvPr/>
              </p14:nvContentPartPr>
              <p14:xfrm>
                <a:off x="6882615" y="3675468"/>
                <a:ext cx="89640" cy="10152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4B5E81B2-F20B-FB3B-C361-9AE7C0BEF5CD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6878295" y="3671148"/>
                  <a:ext cx="982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476D781D-BDB1-7777-C35A-43167933DAC3}"/>
                    </a:ext>
                  </a:extLst>
                </p14:cNvPr>
                <p14:cNvContentPartPr/>
                <p14:nvPr/>
              </p14:nvContentPartPr>
              <p14:xfrm>
                <a:off x="7037775" y="3677268"/>
                <a:ext cx="156240" cy="11988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476D781D-BDB1-7777-C35A-43167933DAC3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7033455" y="3672948"/>
                  <a:ext cx="1648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A55AC380-8D4C-30A3-FD49-B1907E395A26}"/>
                    </a:ext>
                  </a:extLst>
                </p14:cNvPr>
                <p14:cNvContentPartPr/>
                <p14:nvPr/>
              </p14:nvContentPartPr>
              <p14:xfrm>
                <a:off x="6902055" y="3513468"/>
                <a:ext cx="150840" cy="853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A55AC380-8D4C-30A3-FD49-B1907E395A26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6897735" y="3509148"/>
                  <a:ext cx="1594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BB9763E9-8E62-EAD3-CAD1-AAD5E2EB740B}"/>
                    </a:ext>
                  </a:extLst>
                </p14:cNvPr>
                <p14:cNvContentPartPr/>
                <p14:nvPr/>
              </p14:nvContentPartPr>
              <p14:xfrm>
                <a:off x="5377815" y="3746028"/>
                <a:ext cx="360" cy="36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BB9763E9-8E62-EAD3-CAD1-AAD5E2EB740B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5373495" y="374170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3B73AD38-80B2-29FD-D3A1-02781666C774}"/>
                    </a:ext>
                  </a:extLst>
                </p14:cNvPr>
                <p14:cNvContentPartPr/>
                <p14:nvPr/>
              </p14:nvContentPartPr>
              <p14:xfrm>
                <a:off x="5653575" y="3794988"/>
                <a:ext cx="107640" cy="1044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3B73AD38-80B2-29FD-D3A1-02781666C774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5649255" y="3790668"/>
                  <a:ext cx="1162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D6C0FDEB-C90C-0F62-977B-4E77246035C9}"/>
                    </a:ext>
                  </a:extLst>
                </p14:cNvPr>
                <p14:cNvContentPartPr/>
                <p14:nvPr/>
              </p14:nvContentPartPr>
              <p14:xfrm>
                <a:off x="5609655" y="3854388"/>
                <a:ext cx="121680" cy="1044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D6C0FDEB-C90C-0F62-977B-4E77246035C9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605335" y="3850068"/>
                  <a:ext cx="1303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E40B6074-8199-CEC5-3F93-EDBB946E7E35}"/>
                    </a:ext>
                  </a:extLst>
                </p14:cNvPr>
                <p14:cNvContentPartPr/>
                <p14:nvPr/>
              </p14:nvContentPartPr>
              <p14:xfrm>
                <a:off x="6125535" y="3578988"/>
                <a:ext cx="360" cy="3236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E40B6074-8199-CEC5-3F93-EDBB946E7E35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121215" y="3574668"/>
                  <a:ext cx="900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5D17576-FE4C-0D00-4F12-AF13CF795BAB}"/>
                    </a:ext>
                  </a:extLst>
                </p14:cNvPr>
                <p14:cNvContentPartPr/>
                <p14:nvPr/>
              </p14:nvContentPartPr>
              <p14:xfrm>
                <a:off x="6144975" y="3608148"/>
                <a:ext cx="360" cy="2649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5D17576-FE4C-0D00-4F12-AF13CF795BAB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140655" y="3603828"/>
                  <a:ext cx="90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712637C4-657B-BF30-2590-3AFC6E99A277}"/>
                    </a:ext>
                  </a:extLst>
                </p14:cNvPr>
                <p14:cNvContentPartPr/>
                <p14:nvPr/>
              </p14:nvContentPartPr>
              <p14:xfrm>
                <a:off x="4572135" y="3699588"/>
                <a:ext cx="224280" cy="19404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712637C4-657B-BF30-2590-3AFC6E99A277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567815" y="3695268"/>
                  <a:ext cx="2329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8CE2A5FD-D78C-9191-25ED-F03F1B042FEF}"/>
                    </a:ext>
                  </a:extLst>
                </p14:cNvPr>
                <p14:cNvContentPartPr/>
                <p14:nvPr/>
              </p14:nvContentPartPr>
              <p14:xfrm>
                <a:off x="4707855" y="3726228"/>
                <a:ext cx="79200" cy="11016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8CE2A5FD-D78C-9191-25ED-F03F1B042FEF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4703535" y="3721908"/>
                  <a:ext cx="878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C45F9D3A-E8F2-A0F8-C9AB-F9B570C2D9CB}"/>
                    </a:ext>
                  </a:extLst>
                </p14:cNvPr>
                <p14:cNvContentPartPr/>
                <p14:nvPr/>
              </p14:nvContentPartPr>
              <p14:xfrm>
                <a:off x="4816575" y="3716148"/>
                <a:ext cx="128160" cy="9936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C45F9D3A-E8F2-A0F8-C9AB-F9B570C2D9CB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4812255" y="3711828"/>
                  <a:ext cx="1368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F5B6FF7C-2969-CF35-0806-3EDD2E149104}"/>
                    </a:ext>
                  </a:extLst>
                </p14:cNvPr>
                <p14:cNvContentPartPr/>
                <p14:nvPr/>
              </p14:nvContentPartPr>
              <p14:xfrm>
                <a:off x="4934295" y="3763308"/>
                <a:ext cx="287280" cy="22752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F5B6FF7C-2969-CF35-0806-3EDD2E149104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4929975" y="3758988"/>
                  <a:ext cx="2959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D9DA864F-9CD7-7C07-A015-B58A11C01936}"/>
                    </a:ext>
                  </a:extLst>
                </p14:cNvPr>
                <p14:cNvContentPartPr/>
                <p14:nvPr/>
              </p14:nvContentPartPr>
              <p14:xfrm>
                <a:off x="4246335" y="4080108"/>
                <a:ext cx="179640" cy="3852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D9DA864F-9CD7-7C07-A015-B58A11C01936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4242015" y="4075788"/>
                  <a:ext cx="18828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7F92EEBD-3033-198C-B987-7C51D03E1CF2}"/>
                    </a:ext>
                  </a:extLst>
                </p14:cNvPr>
                <p14:cNvContentPartPr/>
                <p14:nvPr/>
              </p14:nvContentPartPr>
              <p14:xfrm>
                <a:off x="5319135" y="4296468"/>
                <a:ext cx="176400" cy="36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7F92EEBD-3033-198C-B987-7C51D03E1CF2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314815" y="4292148"/>
                  <a:ext cx="1850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4137956B-93E4-C21C-9FD9-5D0F0900CC7D}"/>
                    </a:ext>
                  </a:extLst>
                </p14:cNvPr>
                <p14:cNvContentPartPr/>
                <p14:nvPr/>
              </p14:nvContentPartPr>
              <p14:xfrm>
                <a:off x="5309415" y="4345788"/>
                <a:ext cx="215640" cy="3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4137956B-93E4-C21C-9FD9-5D0F0900CC7D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5305095" y="4341468"/>
                  <a:ext cx="2242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DCD3BC12-2C2D-B638-6863-4CDFE5DD194E}"/>
                    </a:ext>
                  </a:extLst>
                </p14:cNvPr>
                <p14:cNvContentPartPr/>
                <p14:nvPr/>
              </p14:nvContentPartPr>
              <p14:xfrm>
                <a:off x="4502295" y="4351548"/>
                <a:ext cx="145080" cy="13320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DCD3BC12-2C2D-B638-6863-4CDFE5DD194E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4497975" y="4347228"/>
                  <a:ext cx="1537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53AB0C09-86EB-1A97-9BEF-C0A0D279B515}"/>
                    </a:ext>
                  </a:extLst>
                </p14:cNvPr>
                <p14:cNvContentPartPr/>
                <p14:nvPr/>
              </p14:nvContentPartPr>
              <p14:xfrm>
                <a:off x="4650255" y="4345788"/>
                <a:ext cx="70920" cy="10512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53AB0C09-86EB-1A97-9BEF-C0A0D279B515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4645935" y="4341468"/>
                  <a:ext cx="795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250C963D-10A4-00BE-3E13-1872405EC76D}"/>
                    </a:ext>
                  </a:extLst>
                </p14:cNvPr>
                <p14:cNvContentPartPr/>
                <p14:nvPr/>
              </p14:nvContentPartPr>
              <p14:xfrm>
                <a:off x="4758615" y="4343988"/>
                <a:ext cx="158760" cy="8928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250C963D-10A4-00BE-3E13-1872405EC76D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4754295" y="4339668"/>
                  <a:ext cx="1674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03468BA8-8B27-F76E-FF38-6A41109C40B2}"/>
                    </a:ext>
                  </a:extLst>
                </p14:cNvPr>
                <p14:cNvContentPartPr/>
                <p14:nvPr/>
              </p14:nvContentPartPr>
              <p14:xfrm>
                <a:off x="4955175" y="4344708"/>
                <a:ext cx="195480" cy="7956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03468BA8-8B27-F76E-FF38-6A41109C40B2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4950855" y="4340388"/>
                  <a:ext cx="2041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5EE21ABD-3BE6-3C74-F56C-2306FDB9200F}"/>
                    </a:ext>
                  </a:extLst>
                </p14:cNvPr>
                <p14:cNvContentPartPr/>
                <p14:nvPr/>
              </p14:nvContentPartPr>
              <p14:xfrm>
                <a:off x="5161815" y="4336068"/>
                <a:ext cx="360" cy="36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5EE21ABD-3BE6-3C74-F56C-2306FDB9200F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5157495" y="433174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DCB4DA95-173E-1621-5667-6D6BFF1E1FFA}"/>
                    </a:ext>
                  </a:extLst>
                </p14:cNvPr>
                <p14:cNvContentPartPr/>
                <p14:nvPr/>
              </p14:nvContentPartPr>
              <p14:xfrm>
                <a:off x="5161815" y="4208268"/>
                <a:ext cx="50040" cy="24300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DCB4DA95-173E-1621-5667-6D6BFF1E1FF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5157495" y="4203948"/>
                  <a:ext cx="586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C0E353C7-2172-340F-0D0B-15FD5120A9A2}"/>
                    </a:ext>
                  </a:extLst>
                </p14:cNvPr>
                <p14:cNvContentPartPr/>
                <p14:nvPr/>
              </p14:nvContentPartPr>
              <p14:xfrm>
                <a:off x="5171895" y="4335708"/>
                <a:ext cx="156240" cy="3960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C0E353C7-2172-340F-0D0B-15FD5120A9A2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5167575" y="4331388"/>
                  <a:ext cx="1648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ED7F1A1E-DBDD-491F-FDB7-382FC5D892C5}"/>
                    </a:ext>
                  </a:extLst>
                </p14:cNvPr>
                <p14:cNvContentPartPr/>
                <p14:nvPr/>
              </p14:nvContentPartPr>
              <p14:xfrm>
                <a:off x="5665616" y="4141214"/>
                <a:ext cx="420480" cy="3708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ED7F1A1E-DBDD-491F-FDB7-382FC5D892C5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5661296" y="4136894"/>
                  <a:ext cx="4291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A670230F-FE54-1ECA-6F16-98D0D83EB8AF}"/>
                    </a:ext>
                  </a:extLst>
                </p14:cNvPr>
                <p14:cNvContentPartPr/>
                <p14:nvPr/>
              </p14:nvContentPartPr>
              <p14:xfrm>
                <a:off x="5656616" y="4186574"/>
                <a:ext cx="447480" cy="33408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A670230F-FE54-1ECA-6F16-98D0D83EB8AF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5652296" y="4182254"/>
                  <a:ext cx="4561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AE9B59A1-46E4-873C-4E68-60839B7A1CDA}"/>
                    </a:ext>
                  </a:extLst>
                </p14:cNvPr>
                <p14:cNvContentPartPr/>
                <p14:nvPr/>
              </p14:nvContentPartPr>
              <p14:xfrm>
                <a:off x="5880896" y="4608494"/>
                <a:ext cx="16200" cy="900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AE9B59A1-46E4-873C-4E68-60839B7A1CDA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5876576" y="4604174"/>
                  <a:ext cx="2484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293C8F7-5D22-047F-396E-0BA267156933}"/>
                    </a:ext>
                  </a:extLst>
                </p14:cNvPr>
                <p14:cNvContentPartPr/>
                <p14:nvPr/>
              </p14:nvContentPartPr>
              <p14:xfrm>
                <a:off x="5883416" y="4015934"/>
                <a:ext cx="60480" cy="4392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293C8F7-5D22-047F-396E-0BA267156933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5879096" y="4011614"/>
                  <a:ext cx="691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93CF7BBE-6E7D-3FF3-2610-3581CD17319D}"/>
                    </a:ext>
                  </a:extLst>
                </p14:cNvPr>
                <p14:cNvContentPartPr/>
                <p14:nvPr/>
              </p14:nvContentPartPr>
              <p14:xfrm>
                <a:off x="5783336" y="3989294"/>
                <a:ext cx="159840" cy="12672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93CF7BBE-6E7D-3FF3-2610-3581CD17319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5779016" y="3984974"/>
                  <a:ext cx="1684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539FE139-62AB-A5A7-2DE8-4DF7977DA7A5}"/>
                    </a:ext>
                  </a:extLst>
                </p14:cNvPr>
                <p14:cNvContentPartPr/>
                <p14:nvPr/>
              </p14:nvContentPartPr>
              <p14:xfrm>
                <a:off x="6292736" y="4186574"/>
                <a:ext cx="3960" cy="30924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539FE139-62AB-A5A7-2DE8-4DF7977DA7A5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6288416" y="4182254"/>
                  <a:ext cx="1260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880F3621-94EA-D1DE-2271-E83DC8A5C287}"/>
                    </a:ext>
                  </a:extLst>
                </p14:cNvPr>
                <p14:cNvContentPartPr/>
                <p14:nvPr/>
              </p14:nvContentPartPr>
              <p14:xfrm>
                <a:off x="6311096" y="4132934"/>
                <a:ext cx="36360" cy="39564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880F3621-94EA-D1DE-2271-E83DC8A5C287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6306776" y="4128614"/>
                  <a:ext cx="4500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ECC1F52E-7A8C-090E-D23F-85F1E3E3F2BC}"/>
                    </a:ext>
                  </a:extLst>
                </p14:cNvPr>
                <p14:cNvContentPartPr/>
                <p14:nvPr/>
              </p14:nvContentPartPr>
              <p14:xfrm>
                <a:off x="6444296" y="4293134"/>
                <a:ext cx="140400" cy="15444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ECC1F52E-7A8C-090E-D23F-85F1E3E3F2BC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6439976" y="4288814"/>
                  <a:ext cx="1490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65C3981B-0081-650A-9238-39D42A6C9E7B}"/>
                    </a:ext>
                  </a:extLst>
                </p14:cNvPr>
                <p14:cNvContentPartPr/>
                <p14:nvPr/>
              </p14:nvContentPartPr>
              <p14:xfrm>
                <a:off x="6418736" y="4358294"/>
                <a:ext cx="99720" cy="1656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65C3981B-0081-650A-9238-39D42A6C9E7B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6414416" y="4353974"/>
                  <a:ext cx="1083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8E836A0D-C04F-71FE-36E6-B3EB27A33B76}"/>
                    </a:ext>
                  </a:extLst>
                </p14:cNvPr>
                <p14:cNvContentPartPr/>
                <p14:nvPr/>
              </p14:nvContentPartPr>
              <p14:xfrm>
                <a:off x="6624656" y="4392494"/>
                <a:ext cx="24480" cy="10332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8E836A0D-C04F-71FE-36E6-B3EB27A33B76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6620336" y="4388174"/>
                  <a:ext cx="331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81D54669-A014-0D77-F65A-633FF88D4670}"/>
                    </a:ext>
                  </a:extLst>
                </p14:cNvPr>
                <p14:cNvContentPartPr/>
                <p14:nvPr/>
              </p14:nvContentPartPr>
              <p14:xfrm>
                <a:off x="6606656" y="4308254"/>
                <a:ext cx="32400" cy="129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81D54669-A014-0D77-F65A-633FF88D4670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6602336" y="4303934"/>
                  <a:ext cx="410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6078433F-4EFC-C0FC-7061-27907C805446}"/>
                    </a:ext>
                  </a:extLst>
                </p14:cNvPr>
                <p14:cNvContentPartPr/>
                <p14:nvPr/>
              </p14:nvContentPartPr>
              <p14:xfrm>
                <a:off x="6839936" y="4308614"/>
                <a:ext cx="147960" cy="2160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6078433F-4EFC-C0FC-7061-27907C805446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6835616" y="4304294"/>
                  <a:ext cx="1566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9364AC10-DAAE-6AF6-49B8-DD5EDA452178}"/>
                    </a:ext>
                  </a:extLst>
                </p14:cNvPr>
                <p14:cNvContentPartPr/>
                <p14:nvPr/>
              </p14:nvContentPartPr>
              <p14:xfrm>
                <a:off x="7072136" y="4221854"/>
                <a:ext cx="91080" cy="16344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9364AC10-DAAE-6AF6-49B8-DD5EDA452178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7067816" y="4217534"/>
                  <a:ext cx="997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ABB01D6E-320E-6B93-DF63-FC57643098DF}"/>
                    </a:ext>
                  </a:extLst>
                </p14:cNvPr>
                <p14:cNvContentPartPr/>
                <p14:nvPr/>
              </p14:nvContentPartPr>
              <p14:xfrm>
                <a:off x="7177976" y="4302494"/>
                <a:ext cx="121320" cy="27216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ABB01D6E-320E-6B93-DF63-FC57643098DF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7173656" y="4298174"/>
                  <a:ext cx="1299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099564D7-FC7E-6F07-EB94-6AE0DED0F3C6}"/>
                    </a:ext>
                  </a:extLst>
                </p14:cNvPr>
                <p14:cNvContentPartPr/>
                <p14:nvPr/>
              </p14:nvContentPartPr>
              <p14:xfrm>
                <a:off x="7333136" y="4177214"/>
                <a:ext cx="45720" cy="21492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099564D7-FC7E-6F07-EB94-6AE0DED0F3C6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7328816" y="4172894"/>
                  <a:ext cx="543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8CFE6C8B-1AF7-A7A2-59B2-A8EF2D065D61}"/>
                    </a:ext>
                  </a:extLst>
                </p14:cNvPr>
                <p14:cNvContentPartPr/>
                <p14:nvPr/>
              </p14:nvContentPartPr>
              <p14:xfrm>
                <a:off x="7413416" y="4230494"/>
                <a:ext cx="187920" cy="10908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8CFE6C8B-1AF7-A7A2-59B2-A8EF2D065D61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7409096" y="4226174"/>
                  <a:ext cx="1965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D05F3DC8-C26D-8590-3CB6-0A001D32F0DA}"/>
                    </a:ext>
                  </a:extLst>
                </p14:cNvPr>
                <p14:cNvContentPartPr/>
                <p14:nvPr/>
              </p14:nvContentPartPr>
              <p14:xfrm>
                <a:off x="7467416" y="4281254"/>
                <a:ext cx="121680" cy="2232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D05F3DC8-C26D-8590-3CB6-0A001D32F0DA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7463096" y="4276934"/>
                  <a:ext cx="1303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FC244CF5-5CDD-6246-14BE-C0E8A883ABE7}"/>
                    </a:ext>
                  </a:extLst>
                </p14:cNvPr>
                <p14:cNvContentPartPr/>
                <p14:nvPr/>
              </p14:nvContentPartPr>
              <p14:xfrm>
                <a:off x="7413416" y="4064534"/>
                <a:ext cx="146160" cy="14580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FC244CF5-5CDD-6246-14BE-C0E8A883ABE7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7409096" y="4060214"/>
                  <a:ext cx="1548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B448B877-7728-D227-A2C3-1F78EEDFF450}"/>
                    </a:ext>
                  </a:extLst>
                </p14:cNvPr>
                <p14:cNvContentPartPr/>
                <p14:nvPr/>
              </p14:nvContentPartPr>
              <p14:xfrm>
                <a:off x="7647056" y="4338494"/>
                <a:ext cx="70920" cy="7740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B448B877-7728-D227-A2C3-1F78EEDFF450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7642736" y="4334174"/>
                  <a:ext cx="795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A8C4D222-391B-A0D4-DD2F-FF161B11FC2E}"/>
                    </a:ext>
                  </a:extLst>
                </p14:cNvPr>
                <p14:cNvContentPartPr/>
                <p14:nvPr/>
              </p14:nvContentPartPr>
              <p14:xfrm>
                <a:off x="7682336" y="4240214"/>
                <a:ext cx="360" cy="36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A8C4D222-391B-A0D4-DD2F-FF161B11FC2E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7678016" y="423589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E5288922-9D56-AF31-2A81-579EF3590947}"/>
                    </a:ext>
                  </a:extLst>
                </p14:cNvPr>
                <p14:cNvContentPartPr/>
                <p14:nvPr/>
              </p14:nvContentPartPr>
              <p14:xfrm>
                <a:off x="7772336" y="4140134"/>
                <a:ext cx="110520" cy="28836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E5288922-9D56-AF31-2A81-579EF3590947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7768016" y="4135814"/>
                  <a:ext cx="1191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F47AB02F-3E7C-120F-0135-5D157D18E2B2}"/>
                    </a:ext>
                  </a:extLst>
                </p14:cNvPr>
                <p14:cNvContentPartPr/>
                <p14:nvPr/>
              </p14:nvContentPartPr>
              <p14:xfrm>
                <a:off x="5790536" y="4634774"/>
                <a:ext cx="9720" cy="6696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F47AB02F-3E7C-120F-0135-5D157D18E2B2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5786216" y="4630454"/>
                  <a:ext cx="183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11CC0F44-6473-50C8-044A-FDE22EF41FB0}"/>
                    </a:ext>
                  </a:extLst>
                </p14:cNvPr>
                <p14:cNvContentPartPr/>
                <p14:nvPr/>
              </p14:nvContentPartPr>
              <p14:xfrm>
                <a:off x="5790896" y="4598774"/>
                <a:ext cx="360" cy="36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11CC0F44-6473-50C8-044A-FDE22EF41FB0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5786576" y="459445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5131BAC0-6B70-8A1F-DB8A-2AACCF1476B6}"/>
                    </a:ext>
                  </a:extLst>
                </p14:cNvPr>
                <p14:cNvContentPartPr/>
                <p14:nvPr/>
              </p14:nvContentPartPr>
              <p14:xfrm>
                <a:off x="5871896" y="4625774"/>
                <a:ext cx="61200" cy="36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5131BAC0-6B70-8A1F-DB8A-2AACCF1476B6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5867576" y="4621454"/>
                  <a:ext cx="698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B34E48AB-D035-FC99-3277-6A5596C535D9}"/>
                    </a:ext>
                  </a:extLst>
                </p14:cNvPr>
                <p14:cNvContentPartPr/>
                <p14:nvPr/>
              </p14:nvContentPartPr>
              <p14:xfrm>
                <a:off x="5853536" y="4688414"/>
                <a:ext cx="151920" cy="36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B34E48AB-D035-FC99-3277-6A5596C535D9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5849216" y="4684094"/>
                  <a:ext cx="1605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07E07910-C842-AAA7-9027-65C609EBBB53}"/>
                    </a:ext>
                  </a:extLst>
                </p14:cNvPr>
                <p14:cNvContentPartPr/>
                <p14:nvPr/>
              </p14:nvContentPartPr>
              <p14:xfrm>
                <a:off x="5979536" y="4633334"/>
                <a:ext cx="289440" cy="15408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07E07910-C842-AAA7-9027-65C609EBBB53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5975216" y="4629014"/>
                  <a:ext cx="29808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0" name="Group 499">
            <a:extLst>
              <a:ext uri="{FF2B5EF4-FFF2-40B4-BE49-F238E27FC236}">
                <a16:creationId xmlns:a16="http://schemas.microsoft.com/office/drawing/2014/main" id="{B0555B42-1368-0C37-2AF7-472895FC8B52}"/>
              </a:ext>
            </a:extLst>
          </p:cNvPr>
          <p:cNvGrpSpPr/>
          <p:nvPr/>
        </p:nvGrpSpPr>
        <p:grpSpPr>
          <a:xfrm>
            <a:off x="4804856" y="4796054"/>
            <a:ext cx="3728520" cy="740520"/>
            <a:chOff x="4804856" y="4796054"/>
            <a:chExt cx="3728520" cy="74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8ED0646E-78BF-3F99-6781-E9F4ABBAB709}"/>
                    </a:ext>
                  </a:extLst>
                </p14:cNvPr>
                <p14:cNvContentPartPr/>
                <p14:nvPr/>
              </p14:nvContentPartPr>
              <p14:xfrm>
                <a:off x="5617376" y="5000534"/>
                <a:ext cx="207360" cy="13644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8ED0646E-78BF-3F99-6781-E9F4ABBAB709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5613056" y="4996214"/>
                  <a:ext cx="2160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C38B7458-C60D-5547-10DB-6A61B9B04047}"/>
                    </a:ext>
                  </a:extLst>
                </p14:cNvPr>
                <p14:cNvContentPartPr/>
                <p14:nvPr/>
              </p14:nvContentPartPr>
              <p14:xfrm>
                <a:off x="5826896" y="5002334"/>
                <a:ext cx="199800" cy="9540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C38B7458-C60D-5547-10DB-6A61B9B04047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5822576" y="4998014"/>
                  <a:ext cx="2084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5D178A99-C6F8-0C99-6B94-193B1105A00A}"/>
                    </a:ext>
                  </a:extLst>
                </p14:cNvPr>
                <p14:cNvContentPartPr/>
                <p14:nvPr/>
              </p14:nvContentPartPr>
              <p14:xfrm>
                <a:off x="6042176" y="4903694"/>
                <a:ext cx="240840" cy="20016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5D178A99-C6F8-0C99-6B94-193B1105A00A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6037856" y="4899374"/>
                  <a:ext cx="2494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93EF8C22-E6D3-2EDB-B526-71377E592A3C}"/>
                    </a:ext>
                  </a:extLst>
                </p14:cNvPr>
                <p14:cNvContentPartPr/>
                <p14:nvPr/>
              </p14:nvContentPartPr>
              <p14:xfrm>
                <a:off x="6273656" y="5028614"/>
                <a:ext cx="199080" cy="9216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93EF8C22-E6D3-2EDB-B526-71377E592A3C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6269336" y="5024294"/>
                  <a:ext cx="2077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2804E836-73AA-770B-C2D6-72AC2FAD0586}"/>
                    </a:ext>
                  </a:extLst>
                </p14:cNvPr>
                <p14:cNvContentPartPr/>
                <p14:nvPr/>
              </p14:nvContentPartPr>
              <p14:xfrm>
                <a:off x="6472376" y="4903694"/>
                <a:ext cx="70200" cy="18936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2804E836-73AA-770B-C2D6-72AC2FAD0586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6468056" y="4899374"/>
                  <a:ext cx="788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9CD475EE-A9E4-04DA-3916-FC83389E5546}"/>
                    </a:ext>
                  </a:extLst>
                </p14:cNvPr>
                <p14:cNvContentPartPr/>
                <p14:nvPr/>
              </p14:nvContentPartPr>
              <p14:xfrm>
                <a:off x="6514856" y="5009534"/>
                <a:ext cx="95400" cy="9324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9CD475EE-A9E4-04DA-3916-FC83389E5546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6510536" y="5005214"/>
                  <a:ext cx="1040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D423E77C-9608-8253-61A6-E10B26E89226}"/>
                    </a:ext>
                  </a:extLst>
                </p14:cNvPr>
                <p14:cNvContentPartPr/>
                <p14:nvPr/>
              </p14:nvContentPartPr>
              <p14:xfrm>
                <a:off x="6624656" y="4939694"/>
                <a:ext cx="58320" cy="14940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D423E77C-9608-8253-61A6-E10B26E89226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6620336" y="4935374"/>
                  <a:ext cx="669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384FF14B-7B88-71EB-39CA-840F5C85CADB}"/>
                    </a:ext>
                  </a:extLst>
                </p14:cNvPr>
                <p14:cNvContentPartPr/>
                <p14:nvPr/>
              </p14:nvContentPartPr>
              <p14:xfrm>
                <a:off x="6714656" y="5000894"/>
                <a:ext cx="177840" cy="10116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384FF14B-7B88-71EB-39CA-840F5C85CADB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6710336" y="4996574"/>
                  <a:ext cx="1864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966C1BEE-5FD6-8087-BC8C-22BCDBEF6F1D}"/>
                    </a:ext>
                  </a:extLst>
                </p14:cNvPr>
                <p14:cNvContentPartPr/>
                <p14:nvPr/>
              </p14:nvContentPartPr>
              <p14:xfrm>
                <a:off x="6865496" y="5019254"/>
                <a:ext cx="126000" cy="24552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966C1BEE-5FD6-8087-BC8C-22BCDBEF6F1D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6861176" y="5014934"/>
                  <a:ext cx="1346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B5C0B832-C0B1-7DDD-076A-6656D54ACFA2}"/>
                    </a:ext>
                  </a:extLst>
                </p14:cNvPr>
                <p14:cNvContentPartPr/>
                <p14:nvPr/>
              </p14:nvContentPartPr>
              <p14:xfrm>
                <a:off x="6866576" y="4939694"/>
                <a:ext cx="16560" cy="36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B5C0B832-C0B1-7DDD-076A-6656D54ACFA2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6862256" y="4935374"/>
                  <a:ext cx="25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A30B3661-F043-F9BD-45C5-73ADCB96F71E}"/>
                    </a:ext>
                  </a:extLst>
                </p14:cNvPr>
                <p14:cNvContentPartPr/>
                <p14:nvPr/>
              </p14:nvContentPartPr>
              <p14:xfrm>
                <a:off x="4835456" y="5002334"/>
                <a:ext cx="186120" cy="12780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A30B3661-F043-F9BD-45C5-73ADCB96F71E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4831136" y="4998014"/>
                  <a:ext cx="1947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FD78161F-4507-6D92-380B-DB32DC20AE0F}"/>
                    </a:ext>
                  </a:extLst>
                </p14:cNvPr>
                <p14:cNvContentPartPr/>
                <p14:nvPr/>
              </p14:nvContentPartPr>
              <p14:xfrm>
                <a:off x="4804856" y="5064974"/>
                <a:ext cx="250560" cy="36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FD78161F-4507-6D92-380B-DB32DC20AE0F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4800536" y="5060654"/>
                  <a:ext cx="2592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2E0D9D86-A387-05AC-ABB5-4777C738749A}"/>
                    </a:ext>
                  </a:extLst>
                </p14:cNvPr>
                <p14:cNvContentPartPr/>
                <p14:nvPr/>
              </p14:nvContentPartPr>
              <p14:xfrm>
                <a:off x="5145416" y="5045894"/>
                <a:ext cx="151920" cy="1044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2E0D9D86-A387-05AC-ABB5-4777C738749A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5141096" y="5041574"/>
                  <a:ext cx="1605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E2DE3E70-FA51-4C35-0102-5BBE7F352977}"/>
                    </a:ext>
                  </a:extLst>
                </p14:cNvPr>
                <p14:cNvContentPartPr/>
                <p14:nvPr/>
              </p14:nvContentPartPr>
              <p14:xfrm>
                <a:off x="5154776" y="5100974"/>
                <a:ext cx="249840" cy="36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E2DE3E70-FA51-4C35-0102-5BBE7F352977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5150456" y="5096654"/>
                  <a:ext cx="25848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8B28D522-93E9-D5F3-7790-EA1CB345D96A}"/>
                    </a:ext>
                  </a:extLst>
                </p14:cNvPr>
                <p14:cNvContentPartPr/>
                <p14:nvPr/>
              </p14:nvContentPartPr>
              <p14:xfrm>
                <a:off x="4912496" y="5396534"/>
                <a:ext cx="178920" cy="9072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8B28D522-93E9-D5F3-7790-EA1CB345D96A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4908176" y="5392214"/>
                  <a:ext cx="1875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AF95EB88-882B-9E61-16EC-F826F278AEEB}"/>
                    </a:ext>
                  </a:extLst>
                </p14:cNvPr>
                <p14:cNvContentPartPr/>
                <p14:nvPr/>
              </p14:nvContentPartPr>
              <p14:xfrm>
                <a:off x="4984136" y="5423174"/>
                <a:ext cx="79920" cy="972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AF95EB88-882B-9E61-16EC-F826F278AEEB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4979816" y="5418854"/>
                  <a:ext cx="8856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DF85B2DC-1ACE-E5AF-43B7-9DD9C6E967E9}"/>
                    </a:ext>
                  </a:extLst>
                </p14:cNvPr>
                <p14:cNvContentPartPr/>
                <p14:nvPr/>
              </p14:nvContentPartPr>
              <p14:xfrm>
                <a:off x="5145416" y="5441534"/>
                <a:ext cx="21600" cy="9504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DF85B2DC-1ACE-E5AF-43B7-9DD9C6E967E9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5141096" y="5437214"/>
                  <a:ext cx="302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ACFAF4F8-4611-433A-6142-674127BF1842}"/>
                    </a:ext>
                  </a:extLst>
                </p14:cNvPr>
                <p14:cNvContentPartPr/>
                <p14:nvPr/>
              </p14:nvContentPartPr>
              <p14:xfrm>
                <a:off x="4975136" y="5298614"/>
                <a:ext cx="139320" cy="6228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ACFAF4F8-4611-433A-6142-674127BF1842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4970816" y="5294294"/>
                  <a:ext cx="1479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490E4439-FBED-60E2-7B18-3276DEE227A5}"/>
                    </a:ext>
                  </a:extLst>
                </p14:cNvPr>
                <p14:cNvContentPartPr/>
                <p14:nvPr/>
              </p14:nvContentPartPr>
              <p14:xfrm>
                <a:off x="5298056" y="5396534"/>
                <a:ext cx="139320" cy="3960"/>
              </p14:xfrm>
            </p:contentPart>
          </mc:Choice>
          <mc:Fallback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490E4439-FBED-60E2-7B18-3276DEE227A5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5293736" y="5392214"/>
                  <a:ext cx="147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3086EE13-CE98-F056-6D66-4BCDD80A59DC}"/>
                    </a:ext>
                  </a:extLst>
                </p14:cNvPr>
                <p14:cNvContentPartPr/>
                <p14:nvPr/>
              </p14:nvContentPartPr>
              <p14:xfrm>
                <a:off x="5244056" y="5450534"/>
                <a:ext cx="250560" cy="1008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3086EE13-CE98-F056-6D66-4BCDD80A59DC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5239736" y="5446214"/>
                  <a:ext cx="2592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595BFFB9-8E77-3EB0-6266-714A9FCC0970}"/>
                    </a:ext>
                  </a:extLst>
                </p14:cNvPr>
                <p14:cNvContentPartPr/>
                <p14:nvPr/>
              </p14:nvContentPartPr>
              <p14:xfrm>
                <a:off x="5028776" y="5163614"/>
                <a:ext cx="25920" cy="81360"/>
              </p14:xfrm>
            </p:contentPart>
          </mc:Choice>
          <mc:Fallback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595BFFB9-8E77-3EB0-6266-714A9FCC0970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5024456" y="5159294"/>
                  <a:ext cx="345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6D7FAE55-9628-E8D6-BC7D-3D4BD6405656}"/>
                    </a:ext>
                  </a:extLst>
                </p14:cNvPr>
                <p14:cNvContentPartPr/>
                <p14:nvPr/>
              </p14:nvContentPartPr>
              <p14:xfrm>
                <a:off x="7070336" y="4955894"/>
                <a:ext cx="442800" cy="127440"/>
              </p14:xfrm>
            </p:contentPart>
          </mc:Choice>
          <mc:Fallback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6D7FAE55-9628-E8D6-BC7D-3D4BD6405656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7066016" y="4951574"/>
                  <a:ext cx="4514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1E6724AA-90F3-0E85-1115-7203EB51A917}"/>
                    </a:ext>
                  </a:extLst>
                </p14:cNvPr>
                <p14:cNvContentPartPr/>
                <p14:nvPr/>
              </p14:nvContentPartPr>
              <p14:xfrm>
                <a:off x="7234136" y="4842494"/>
                <a:ext cx="73440" cy="50400"/>
              </p14:xfrm>
            </p:contentPart>
          </mc:Choice>
          <mc:Fallback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1E6724AA-90F3-0E85-1115-7203EB51A917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7229816" y="4838174"/>
                  <a:ext cx="820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D61848B5-0C27-FEF2-CD18-EDD6267C5F30}"/>
                    </a:ext>
                  </a:extLst>
                </p14:cNvPr>
                <p14:cNvContentPartPr/>
                <p14:nvPr/>
              </p14:nvContentPartPr>
              <p14:xfrm>
                <a:off x="7341776" y="4831694"/>
                <a:ext cx="178920" cy="41760"/>
              </p14:xfrm>
            </p:contentPart>
          </mc:Choice>
          <mc:Fallback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D61848B5-0C27-FEF2-CD18-EDD6267C5F30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7337456" y="4827374"/>
                  <a:ext cx="1875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7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25E3F7BA-10CC-C914-64D2-EAA16353185C}"/>
                    </a:ext>
                  </a:extLst>
                </p14:cNvPr>
                <p14:cNvContentPartPr/>
                <p14:nvPr/>
              </p14:nvContentPartPr>
              <p14:xfrm>
                <a:off x="7662536" y="4973894"/>
                <a:ext cx="146160" cy="129600"/>
              </p14:xfrm>
            </p:contentPart>
          </mc:Choice>
          <mc:Fallback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25E3F7BA-10CC-C914-64D2-EAA16353185C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7658216" y="4969574"/>
                  <a:ext cx="1548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9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83C2B2AC-8DB1-082B-2A36-A769AA162A88}"/>
                    </a:ext>
                  </a:extLst>
                </p14:cNvPr>
                <p14:cNvContentPartPr/>
                <p14:nvPr/>
              </p14:nvContentPartPr>
              <p14:xfrm>
                <a:off x="7780976" y="4796054"/>
                <a:ext cx="27720" cy="219600"/>
              </p14:xfrm>
            </p:contentPart>
          </mc:Choice>
          <mc:Fallback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83C2B2AC-8DB1-082B-2A36-A769AA162A88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7776656" y="4791734"/>
                  <a:ext cx="363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1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7ADD1961-EB7D-376D-39F5-3932C77FEE80}"/>
                    </a:ext>
                  </a:extLst>
                </p14:cNvPr>
                <p14:cNvContentPartPr/>
                <p14:nvPr/>
              </p14:nvContentPartPr>
              <p14:xfrm>
                <a:off x="7736696" y="4903694"/>
                <a:ext cx="134640" cy="14040"/>
              </p14:xfrm>
            </p:contentPart>
          </mc:Choice>
          <mc:Fallback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7ADD1961-EB7D-376D-39F5-3932C77FEE80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7732376" y="4899374"/>
                  <a:ext cx="1432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3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1F67678F-DDD1-A007-9E5D-4CD2C5DA978B}"/>
                    </a:ext>
                  </a:extLst>
                </p14:cNvPr>
                <p14:cNvContentPartPr/>
                <p14:nvPr/>
              </p14:nvContentPartPr>
              <p14:xfrm>
                <a:off x="7868456" y="4955894"/>
                <a:ext cx="136080" cy="118440"/>
              </p14:xfrm>
            </p:contentPart>
          </mc:Choice>
          <mc:Fallback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1F67678F-DDD1-A007-9E5D-4CD2C5DA978B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7864136" y="4951574"/>
                  <a:ext cx="1447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5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BCA92AE4-9DB3-4745-C94A-C573A39A1056}"/>
                    </a:ext>
                  </a:extLst>
                </p14:cNvPr>
                <p14:cNvContentPartPr/>
                <p14:nvPr/>
              </p14:nvContentPartPr>
              <p14:xfrm>
                <a:off x="7913816" y="5118614"/>
                <a:ext cx="26280" cy="360"/>
              </p14:xfrm>
            </p:contentPart>
          </mc:Choice>
          <mc:Fallback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BCA92AE4-9DB3-4745-C94A-C573A39A105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09496" y="5114294"/>
                  <a:ext cx="349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9C16F815-4ED4-1858-97D7-D1D148F67815}"/>
                    </a:ext>
                  </a:extLst>
                </p14:cNvPr>
                <p14:cNvContentPartPr/>
                <p14:nvPr/>
              </p14:nvContentPartPr>
              <p14:xfrm>
                <a:off x="8281376" y="4858334"/>
                <a:ext cx="119160" cy="216000"/>
              </p14:xfrm>
            </p:contentPart>
          </mc:Choice>
          <mc:Fallback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9C16F815-4ED4-1858-97D7-D1D148F67815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8277056" y="4854014"/>
                  <a:ext cx="1278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A4218C92-C076-1F4D-C8A0-9B01F41EE4B7}"/>
                    </a:ext>
                  </a:extLst>
                </p14:cNvPr>
                <p14:cNvContentPartPr/>
                <p14:nvPr/>
              </p14:nvContentPartPr>
              <p14:xfrm>
                <a:off x="8337176" y="4966334"/>
                <a:ext cx="196200" cy="90360"/>
              </p14:xfrm>
            </p:contentPart>
          </mc:Choice>
          <mc:Fallback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A4218C92-C076-1F4D-C8A0-9B01F41EE4B7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8332856" y="4962014"/>
                  <a:ext cx="20484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8" name="Group 517">
            <a:extLst>
              <a:ext uri="{FF2B5EF4-FFF2-40B4-BE49-F238E27FC236}">
                <a16:creationId xmlns:a16="http://schemas.microsoft.com/office/drawing/2014/main" id="{A33BFFB2-2012-0FAF-73A3-F6BB1B8B29FC}"/>
              </a:ext>
            </a:extLst>
          </p:cNvPr>
          <p:cNvGrpSpPr/>
          <p:nvPr/>
        </p:nvGrpSpPr>
        <p:grpSpPr>
          <a:xfrm>
            <a:off x="5145416" y="5907734"/>
            <a:ext cx="497880" cy="215640"/>
            <a:chOff x="5145416" y="5907734"/>
            <a:chExt cx="497880" cy="21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295B3DCB-6DE3-C829-3CE2-1B06278663A4}"/>
                    </a:ext>
                  </a:extLst>
                </p14:cNvPr>
                <p14:cNvContentPartPr/>
                <p14:nvPr/>
              </p14:nvContentPartPr>
              <p14:xfrm>
                <a:off x="5145416" y="5907734"/>
                <a:ext cx="10080" cy="212400"/>
              </p14:xfrm>
            </p:contentPart>
          </mc:Choice>
          <mc:Fallback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295B3DCB-6DE3-C829-3CE2-1B06278663A4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5141096" y="5903414"/>
                  <a:ext cx="187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06DABC40-B86E-920C-4EE6-8C5A6813EFFE}"/>
                    </a:ext>
                  </a:extLst>
                </p14:cNvPr>
                <p14:cNvContentPartPr/>
                <p14:nvPr/>
              </p14:nvContentPartPr>
              <p14:xfrm>
                <a:off x="5181416" y="5928974"/>
                <a:ext cx="146160" cy="68760"/>
              </p14:xfrm>
            </p:contentPart>
          </mc:Choice>
          <mc:Fallback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06DABC40-B86E-920C-4EE6-8C5A6813EFFE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5177096" y="5924654"/>
                  <a:ext cx="1548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E1C761B1-BDFD-7F51-9036-3277288F4922}"/>
                    </a:ext>
                  </a:extLst>
                </p14:cNvPr>
                <p14:cNvContentPartPr/>
                <p14:nvPr/>
              </p14:nvContentPartPr>
              <p14:xfrm>
                <a:off x="5181416" y="6069014"/>
                <a:ext cx="196200" cy="54360"/>
              </p14:xfrm>
            </p:contentPart>
          </mc:Choice>
          <mc:Fallback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E1C761B1-BDFD-7F51-9036-3277288F4922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5177096" y="6064694"/>
                  <a:ext cx="2048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EACB3DAA-826F-E73E-4D1C-B2EBE95D094D}"/>
                    </a:ext>
                  </a:extLst>
                </p14:cNvPr>
                <p14:cNvContentPartPr/>
                <p14:nvPr/>
              </p14:nvContentPartPr>
              <p14:xfrm>
                <a:off x="5477336" y="6013214"/>
                <a:ext cx="142560" cy="20520"/>
              </p14:xfrm>
            </p:contentPart>
          </mc:Choice>
          <mc:Fallback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EACB3DAA-826F-E73E-4D1C-B2EBE95D094D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5473016" y="6008894"/>
                  <a:ext cx="1512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EFD5165F-378E-072C-8926-FC75551A8E02}"/>
                    </a:ext>
                  </a:extLst>
                </p14:cNvPr>
                <p14:cNvContentPartPr/>
                <p14:nvPr/>
              </p14:nvContentPartPr>
              <p14:xfrm>
                <a:off x="5467976" y="6087014"/>
                <a:ext cx="175320" cy="10440"/>
              </p14:xfrm>
            </p:contentPart>
          </mc:Choice>
          <mc:Fallback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EFD5165F-378E-072C-8926-FC75551A8E02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5463656" y="6082694"/>
                  <a:ext cx="18396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FE485B8F-2764-094F-9B5F-4F5E15107EF4}"/>
              </a:ext>
            </a:extLst>
          </p:cNvPr>
          <p:cNvGrpSpPr/>
          <p:nvPr/>
        </p:nvGrpSpPr>
        <p:grpSpPr>
          <a:xfrm>
            <a:off x="5853896" y="5800094"/>
            <a:ext cx="636480" cy="315720"/>
            <a:chOff x="5853896" y="5800094"/>
            <a:chExt cx="636480" cy="31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C0FBE0F0-D4C4-F094-0128-3572A31AC585}"/>
                    </a:ext>
                  </a:extLst>
                </p14:cNvPr>
                <p14:cNvContentPartPr/>
                <p14:nvPr/>
              </p14:nvContentPartPr>
              <p14:xfrm>
                <a:off x="5853896" y="5961734"/>
                <a:ext cx="360" cy="124920"/>
              </p14:xfrm>
            </p:contentPart>
          </mc:Choice>
          <mc:Fallback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C0FBE0F0-D4C4-F094-0128-3572A31AC585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5849576" y="5957414"/>
                  <a:ext cx="90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EADC96C6-8CF1-344B-FF63-85F5E8BDA06E}"/>
                    </a:ext>
                  </a:extLst>
                </p14:cNvPr>
                <p14:cNvContentPartPr/>
                <p14:nvPr/>
              </p14:nvContentPartPr>
              <p14:xfrm>
                <a:off x="5853896" y="5901974"/>
                <a:ext cx="12960" cy="6120"/>
              </p14:xfrm>
            </p:contentPart>
          </mc:Choice>
          <mc:Fallback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EADC96C6-8CF1-344B-FF63-85F5E8BDA06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849576" y="5897654"/>
                  <a:ext cx="216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3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B1FB58CC-0A88-B302-B0CD-F93D624C85C8}"/>
                    </a:ext>
                  </a:extLst>
                </p14:cNvPr>
                <p14:cNvContentPartPr/>
                <p14:nvPr/>
              </p14:nvContentPartPr>
              <p14:xfrm>
                <a:off x="5934536" y="5970374"/>
                <a:ext cx="271440" cy="145440"/>
              </p14:xfrm>
            </p:contentPart>
          </mc:Choice>
          <mc:Fallback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B1FB58CC-0A88-B302-B0CD-F93D624C85C8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5930216" y="5966054"/>
                  <a:ext cx="2800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5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E33765F4-F8E4-A9C1-0BB2-F9C1653E5F1A}"/>
                    </a:ext>
                  </a:extLst>
                </p14:cNvPr>
                <p14:cNvContentPartPr/>
                <p14:nvPr/>
              </p14:nvContentPartPr>
              <p14:xfrm>
                <a:off x="6203456" y="5800094"/>
                <a:ext cx="175680" cy="297720"/>
              </p14:xfrm>
            </p:contentPart>
          </mc:Choice>
          <mc:Fallback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E33765F4-F8E4-A9C1-0BB2-F9C1653E5F1A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6199136" y="5795774"/>
                  <a:ext cx="1843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7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75120CA3-7660-D6DE-9EE1-3A1338A83025}"/>
                    </a:ext>
                  </a:extLst>
                </p14:cNvPr>
                <p14:cNvContentPartPr/>
                <p14:nvPr/>
              </p14:nvContentPartPr>
              <p14:xfrm>
                <a:off x="6391736" y="5961734"/>
                <a:ext cx="86400" cy="101520"/>
              </p14:xfrm>
            </p:contentPart>
          </mc:Choice>
          <mc:Fallback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75120CA3-7660-D6DE-9EE1-3A1338A83025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6387416" y="5957414"/>
                  <a:ext cx="950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9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397F4524-2665-DF1B-CF6C-8F07A5F08BFB}"/>
                    </a:ext>
                  </a:extLst>
                </p14:cNvPr>
                <p14:cNvContentPartPr/>
                <p14:nvPr/>
              </p14:nvContentPartPr>
              <p14:xfrm>
                <a:off x="6435656" y="6006014"/>
                <a:ext cx="54720" cy="88560"/>
              </p14:xfrm>
            </p:contentPart>
          </mc:Choice>
          <mc:Fallback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397F4524-2665-DF1B-CF6C-8F07A5F08BFB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6431336" y="6001694"/>
                  <a:ext cx="6336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2E8DA225-55B5-930B-CAE7-BB336B00DDDF}"/>
              </a:ext>
            </a:extLst>
          </p:cNvPr>
          <p:cNvGrpSpPr/>
          <p:nvPr/>
        </p:nvGrpSpPr>
        <p:grpSpPr>
          <a:xfrm>
            <a:off x="6684776" y="5835374"/>
            <a:ext cx="404640" cy="261360"/>
            <a:chOff x="6684776" y="5835374"/>
            <a:chExt cx="404640" cy="26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1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A8814F79-ABF8-CEA7-8EAB-0CEC6D0FFA15}"/>
                    </a:ext>
                  </a:extLst>
                </p14:cNvPr>
                <p14:cNvContentPartPr/>
                <p14:nvPr/>
              </p14:nvContentPartPr>
              <p14:xfrm>
                <a:off x="6684776" y="5961374"/>
                <a:ext cx="311760" cy="135360"/>
              </p14:xfrm>
            </p:contentPart>
          </mc:Choice>
          <mc:Fallback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A8814F79-ABF8-CEA7-8EAB-0CEC6D0FFA15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6680456" y="5957054"/>
                  <a:ext cx="3204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3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744527F8-B93F-8532-F623-58595FF27366}"/>
                    </a:ext>
                  </a:extLst>
                </p14:cNvPr>
                <p14:cNvContentPartPr/>
                <p14:nvPr/>
              </p14:nvContentPartPr>
              <p14:xfrm>
                <a:off x="6964136" y="6006014"/>
                <a:ext cx="40680" cy="73440"/>
              </p14:xfrm>
            </p:contentPart>
          </mc:Choice>
          <mc:Fallback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744527F8-B93F-8532-F623-58595FF27366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6959816" y="6001694"/>
                  <a:ext cx="493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5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A14E1BB4-BD14-40B9-C3D2-EDF236F584C5}"/>
                    </a:ext>
                  </a:extLst>
                </p14:cNvPr>
                <p14:cNvContentPartPr/>
                <p14:nvPr/>
              </p14:nvContentPartPr>
              <p14:xfrm>
                <a:off x="7027856" y="6042014"/>
                <a:ext cx="61560" cy="51120"/>
              </p14:xfrm>
            </p:contentPart>
          </mc:Choice>
          <mc:Fallback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A14E1BB4-BD14-40B9-C3D2-EDF236F584C5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7023536" y="6037694"/>
                  <a:ext cx="702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7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FFA0A0E4-C948-CA8C-579C-3E0F885D15C2}"/>
                    </a:ext>
                  </a:extLst>
                </p14:cNvPr>
                <p14:cNvContentPartPr/>
                <p14:nvPr/>
              </p14:nvContentPartPr>
              <p14:xfrm>
                <a:off x="6866576" y="5835374"/>
                <a:ext cx="180360" cy="105480"/>
              </p14:xfrm>
            </p:contentPart>
          </mc:Choice>
          <mc:Fallback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FFA0A0E4-C948-CA8C-579C-3E0F885D15C2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6862256" y="5831054"/>
                  <a:ext cx="18900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C75813A1-0154-5860-67A8-29BF58BC6163}"/>
              </a:ext>
            </a:extLst>
          </p:cNvPr>
          <p:cNvGrpSpPr/>
          <p:nvPr/>
        </p:nvGrpSpPr>
        <p:grpSpPr>
          <a:xfrm>
            <a:off x="5806376" y="5195654"/>
            <a:ext cx="1869840" cy="371520"/>
            <a:chOff x="5806376" y="5195654"/>
            <a:chExt cx="1869840" cy="37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9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601048AC-A1D9-D857-2D84-EF2164A6F3F7}"/>
                    </a:ext>
                  </a:extLst>
                </p14:cNvPr>
                <p14:cNvContentPartPr/>
                <p14:nvPr/>
              </p14:nvContentPartPr>
              <p14:xfrm>
                <a:off x="5806376" y="5268014"/>
                <a:ext cx="324000" cy="221040"/>
              </p14:xfrm>
            </p:contentPart>
          </mc:Choice>
          <mc:Fallback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601048AC-A1D9-D857-2D84-EF2164A6F3F7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5802056" y="5263694"/>
                  <a:ext cx="3326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1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D0EAEF24-11DD-8B40-4BED-995F397FEEAC}"/>
                    </a:ext>
                  </a:extLst>
                </p14:cNvPr>
                <p14:cNvContentPartPr/>
                <p14:nvPr/>
              </p14:nvContentPartPr>
              <p14:xfrm>
                <a:off x="6100496" y="5342894"/>
                <a:ext cx="150840" cy="97920"/>
              </p14:xfrm>
            </p:contentPart>
          </mc:Choice>
          <mc:Fallback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D0EAEF24-11DD-8B40-4BED-995F397FEEAC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6096176" y="5338574"/>
                  <a:ext cx="1594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3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E2D0CBD3-5642-D097-3308-E7D9DD657A6C}"/>
                    </a:ext>
                  </a:extLst>
                </p14:cNvPr>
                <p14:cNvContentPartPr/>
                <p14:nvPr/>
              </p14:nvContentPartPr>
              <p14:xfrm>
                <a:off x="6267896" y="5306894"/>
                <a:ext cx="16920" cy="153720"/>
              </p14:xfrm>
            </p:contentPart>
          </mc:Choice>
          <mc:Fallback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E2D0CBD3-5642-D097-3308-E7D9DD657A6C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6263576" y="5302574"/>
                  <a:ext cx="255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5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18EF4C9A-9C09-FBC4-2457-623613039A24}"/>
                    </a:ext>
                  </a:extLst>
                </p14:cNvPr>
                <p14:cNvContentPartPr/>
                <p14:nvPr/>
              </p14:nvContentPartPr>
              <p14:xfrm>
                <a:off x="6239456" y="5370254"/>
                <a:ext cx="660600" cy="81720"/>
              </p14:xfrm>
            </p:contentPart>
          </mc:Choice>
          <mc:Fallback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18EF4C9A-9C09-FBC4-2457-623613039A24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6235136" y="5365934"/>
                  <a:ext cx="6692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7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5541C018-74D7-66BB-03E7-62D72765B57D}"/>
                    </a:ext>
                  </a:extLst>
                </p14:cNvPr>
                <p14:cNvContentPartPr/>
                <p14:nvPr/>
              </p14:nvContentPartPr>
              <p14:xfrm>
                <a:off x="6866216" y="5252894"/>
                <a:ext cx="26280" cy="189360"/>
              </p14:xfrm>
            </p:contentPart>
          </mc:Choice>
          <mc:Fallback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5541C018-74D7-66BB-03E7-62D72765B57D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6861896" y="5248574"/>
                  <a:ext cx="349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9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0EA9AB9D-53E8-F5DA-961C-40BB09B0ED30}"/>
                    </a:ext>
                  </a:extLst>
                </p14:cNvPr>
                <p14:cNvContentPartPr/>
                <p14:nvPr/>
              </p14:nvContentPartPr>
              <p14:xfrm>
                <a:off x="6839936" y="5341814"/>
                <a:ext cx="168120" cy="134640"/>
              </p14:xfrm>
            </p:contentPart>
          </mc:Choice>
          <mc:Fallback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0EA9AB9D-53E8-F5DA-961C-40BB09B0ED30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6835616" y="5337494"/>
                  <a:ext cx="1767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1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B47BD868-A991-9CEB-4235-7FB89857BD02}"/>
                    </a:ext>
                  </a:extLst>
                </p14:cNvPr>
                <p14:cNvContentPartPr/>
                <p14:nvPr/>
              </p14:nvContentPartPr>
              <p14:xfrm>
                <a:off x="6963416" y="5513174"/>
                <a:ext cx="54720" cy="9000"/>
              </p14:xfrm>
            </p:contentPart>
          </mc:Choice>
          <mc:Fallback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B47BD868-A991-9CEB-4235-7FB89857BD02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6959096" y="5508854"/>
                  <a:ext cx="6336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3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FC92CF74-05EA-4553-5CD0-8FF64DEDF111}"/>
                    </a:ext>
                  </a:extLst>
                </p14:cNvPr>
                <p14:cNvContentPartPr/>
                <p14:nvPr/>
              </p14:nvContentPartPr>
              <p14:xfrm>
                <a:off x="7152416" y="5195654"/>
                <a:ext cx="349200" cy="230040"/>
              </p14:xfrm>
            </p:contentPart>
          </mc:Choice>
          <mc:Fallback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FC92CF74-05EA-4553-5CD0-8FF64DEDF111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7148096" y="5191334"/>
                  <a:ext cx="3578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5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944AC5AC-3E48-9955-45EF-07038B9A38D0}"/>
                    </a:ext>
                  </a:extLst>
                </p14:cNvPr>
                <p14:cNvContentPartPr/>
                <p14:nvPr/>
              </p14:nvContentPartPr>
              <p14:xfrm>
                <a:off x="7514216" y="5350454"/>
                <a:ext cx="162000" cy="175320"/>
              </p14:xfrm>
            </p:contentPart>
          </mc:Choice>
          <mc:Fallback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944AC5AC-3E48-9955-45EF-07038B9A38D0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7509896" y="5346134"/>
                  <a:ext cx="1706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7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3EDA5CCE-67CA-F923-58B3-8BA088EF4D05}"/>
                    </a:ext>
                  </a:extLst>
                </p14:cNvPr>
                <p14:cNvContentPartPr/>
                <p14:nvPr/>
              </p14:nvContentPartPr>
              <p14:xfrm>
                <a:off x="7523216" y="5558894"/>
                <a:ext cx="16560" cy="8280"/>
              </p14:xfrm>
            </p:contentPart>
          </mc:Choice>
          <mc:Fallback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3EDA5CCE-67CA-F923-58B3-8BA088EF4D05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7518896" y="5554574"/>
                  <a:ext cx="25200" cy="1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4" name="Group 533">
            <a:extLst>
              <a:ext uri="{FF2B5EF4-FFF2-40B4-BE49-F238E27FC236}">
                <a16:creationId xmlns:a16="http://schemas.microsoft.com/office/drawing/2014/main" id="{7CF9053D-649E-5156-5173-6BCFFCB00C63}"/>
              </a:ext>
            </a:extLst>
          </p:cNvPr>
          <p:cNvGrpSpPr/>
          <p:nvPr/>
        </p:nvGrpSpPr>
        <p:grpSpPr>
          <a:xfrm>
            <a:off x="7168976" y="5772014"/>
            <a:ext cx="756360" cy="325080"/>
            <a:chOff x="7168976" y="5772014"/>
            <a:chExt cx="756360" cy="32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9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A5DBD379-2050-E858-D041-ED8A6AB6A32C}"/>
                    </a:ext>
                  </a:extLst>
                </p14:cNvPr>
                <p14:cNvContentPartPr/>
                <p14:nvPr/>
              </p14:nvContentPartPr>
              <p14:xfrm>
                <a:off x="7168976" y="5772014"/>
                <a:ext cx="459000" cy="325080"/>
              </p14:xfrm>
            </p:contentPart>
          </mc:Choice>
          <mc:Fallback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A5DBD379-2050-E858-D041-ED8A6AB6A32C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7164656" y="5767694"/>
                  <a:ext cx="4676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1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8ACE7979-A4D9-6951-5364-A05E2F4F311A}"/>
                    </a:ext>
                  </a:extLst>
                </p14:cNvPr>
                <p14:cNvContentPartPr/>
                <p14:nvPr/>
              </p14:nvContentPartPr>
              <p14:xfrm>
                <a:off x="7584056" y="5954534"/>
                <a:ext cx="88920" cy="130680"/>
              </p14:xfrm>
            </p:contentPart>
          </mc:Choice>
          <mc:Fallback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8ACE7979-A4D9-6951-5364-A05E2F4F311A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7579736" y="5950214"/>
                  <a:ext cx="97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3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97EE9985-1F46-0C62-2114-A6AA30F155B5}"/>
                    </a:ext>
                  </a:extLst>
                </p14:cNvPr>
                <p14:cNvContentPartPr/>
                <p14:nvPr/>
              </p14:nvContentPartPr>
              <p14:xfrm>
                <a:off x="7709336" y="5889734"/>
                <a:ext cx="35280" cy="171000"/>
              </p14:xfrm>
            </p:contentPart>
          </mc:Choice>
          <mc:Fallback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97EE9985-1F46-0C62-2114-A6AA30F155B5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7705016" y="5885414"/>
                  <a:ext cx="439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5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9A531D6D-8CD1-346A-1DA7-845FBE4DE7AD}"/>
                    </a:ext>
                  </a:extLst>
                </p14:cNvPr>
                <p14:cNvContentPartPr/>
                <p14:nvPr/>
              </p14:nvContentPartPr>
              <p14:xfrm>
                <a:off x="7700696" y="5953454"/>
                <a:ext cx="224640" cy="89280"/>
              </p14:xfrm>
            </p:contentPart>
          </mc:Choice>
          <mc:Fallback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9A531D6D-8CD1-346A-1DA7-845FBE4DE7AD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7696376" y="5949134"/>
                  <a:ext cx="233280" cy="97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38101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HoangNam</dc:creator>
  <cp:lastModifiedBy>HoangNam</cp:lastModifiedBy>
  <cp:revision>9</cp:revision>
  <dcterms:created xsi:type="dcterms:W3CDTF">2026-07-31T08:38:48Z</dcterms:created>
  <dcterms:modified xsi:type="dcterms:W3CDTF">2026-08-03T04:07:10Z</dcterms:modified>
</cp:coreProperties>
</file>