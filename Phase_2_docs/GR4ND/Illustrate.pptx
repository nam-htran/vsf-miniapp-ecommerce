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notesSlides/notesSlide1.xml" ContentType="application/vnd.openxmlformats-officedocument.presentationml.notesSlide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7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3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2081 438 24575,'-105'-40'0,"88"34"0,-1 0 0,0 2 0,-1 0 0,1 1 0,-27-1 0,-97 6 0,57 0 0,-372-2 0,441 1 0,0 0 0,0 2 0,0-1 0,0 2 0,-19 6 0,-74 35 0,53-20 0,2 3 0,-52 36 0,-161 133 0,245-176-174,-30 35 0,-8 8-88,25-28 60,2 1 0,-30 45 0,33-44 134,8-6 249,-22 41 0,-3 6 47,41-69-165,1 0-1,0 0 1,0 1 0,1 0-1,1 0 1,0 0 0,0 0-1,1 0 1,-1 16 0,1 15-24,4 52-1,0-40-48,-1-41 10,1 1 0,0-1 0,1 0 0,1-1 0,0 1 0,1 0 0,0-1 0,1 0 0,0 0 0,1-1 0,0 0 0,11 13 0,3 1 0,1 0 0,0-2 0,50 39 0,-62-55 0,-1-1 0,1 0 0,1-1 0,-1 0 0,1 0 0,17 4 0,72 12 0,-36-9 0,-2-2-16,0-3 1,1-3-1,105-6 0,-50-1-1002,475 3 1018,-550-2-990,68-11 1,-66 5 726,62-1 0,-71 7 263,0-2 0,47-11 0,-55 9 0,-1 0 97,43-18 0,-50 16 417,0 1 1,1 1-1,38-6 1,-48 10-462,0-1 1,0 0-1,0 0 0,0-1 1,-1 0-1,0-1 1,1 0-1,-2-1 0,1 0 1,-1 0-1,0-1 0,0 0 1,0-1-1,-1 0 1,-1 0-1,1-1 0,-1 0 1,-1 0-1,0-1 0,0 0 1,-1 0-1,0 0 1,0-1-1,4-18 0,0 4-53,-2-1 0,-1 0 0,-1 0 0,3-52 0,-7 34 0,-4-162 0,-3 176 0,0 1 0,-2-1 0,-1 1 0,-1 1 0,-23-44 0,-6-19 0,27 62 0,-30-48 0,28 52 0,0-1 0,-15-37 0,-61-151 0,70 151 0,11 33 0,0 0 0,-26-51 0,25 65 0,-1 0 0,-13-14 0,-9-14 0,15 17 0,0 1 0,-36-37 0,47 56 0,0 0 0,0 1 0,-1 0 0,0 0 0,0 1 0,0 0 0,-1 0 0,0 1 0,0 0 0,0 1 0,0 0 0,-1 0 0,-9-1 0,6 3 0,-1-1 0,1 2 0,-1 0 0,0 1 0,1 0 0,-1 1 0,1 0 0,0 1 0,0 1 0,0 0 0,0 1 0,0 0 0,1 1 0,0 0 0,0 1 0,1 0 0,0 1 0,0 0 0,0 1 0,1 0 0,-9 12 0,-3 0 5,-30 21-1,-9 8-103,-112 122-351,154-154-825,1-4-5101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4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1087 0 24575,'-14'2'0,"1"-1"0,0 2 0,-1 0 0,1 0 0,0 1 0,1 1 0,-1 0 0,1 1 0,0 0 0,-20 14 0,-31 15 0,16-12-31,1 1 1,1 3-1,1 2 0,-40 34 0,52-38-379,-39 24 0,-13 8 460,-115 108 36,188-156-86,1 1 0,0 0 0,1 0 0,0 1 0,1 1 0,-12 19 0,2 4 0,-14 40 0,21-47 0,7-19 1,-43 117 227,41-105-151,2-1 1,0 1 0,1 0 0,-1 29-1,3-6 40,4 242-13,-1-269-104,1 0 0,1 0 0,0-1 0,1 0 0,0 0 0,2 0 0,0 0 0,0-1 0,2 0 0,14 20 0,-6-13 0,0-1 0,1-1 0,1 0 0,1-2 0,41 30 0,-47-40 0,0-1 0,0 0 0,1-1 0,30 9 0,29 12 0,-61-21 0,0-1 0,0 0 0,1-2 0,0 1 0,-1-1 0,22 1 0,84-3 0,-75-2 0,-25 0 0,0-1 0,-1-1 0,1-1 0,-1 0 0,0-1 0,0-1 0,0-1 0,-1 0 0,18-12 0,13-9 0,78-62 0,49-73-1004,-160 148 972,4-7 12,0-1 0,-1 0 0,27-49 0,34-82-65,-77 150 85,4-12-97,-1-1 0,0 1-1,-1-1 1,-1 1 0,0-1 0,0-25-1,-1 17-89,10-46 0,-4 29 349,-2-1 0,-1 0-1,-3 0 1,-1 0 0,-7-63 0,3 95-149,0 0 0,0 0 0,-1 1-1,-1 0 1,0-1 0,0 2 0,-1-1 0,0 1 0,-1 0 0,-12-14 0,-6-10 9,12 16 118,-1 0 0,-1 1 1,0 0-1,-1 1 0,0 1 0,-1 1 0,-23-13 0,2-2-140,31 22 0,0 0 0,-1 1 0,1-1 0,-1 2 0,0-1 0,-1 1 0,1 0 0,-1 1 0,0 0 0,-10-2 0,-106-25 0,96 21 0,-1 1 0,0 1 0,0 2 0,-34-2 0,44 7 0,-115 3 0,132-3-44,0 0 0,0 1 0,1-1 0,-1 1 0,0 0 0,0 0 0,0 0 0,1 0 0,-1 1 0,0-1 0,1 1 0,-1-1 0,1 1 0,0 0 0,-1 0 0,1 0 0,0 0-1,0 1 1,1-1 0,-1 0 0,0 1 0,1-1 0,-1 1 0,1 0 0,0 0 0,0-1 0,0 1 0,0 0 0,0 0 0,0 3 0,-2 17-6782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4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1028 0 24575,'-32'0'0,"1"2"0,-45 7 0,61-6 0,1 1 0,-1 0 0,1 1 0,0 0 0,1 1 0,0 1 0,-18 11 0,-208 168 0,207-151 0,26-28 0,0 1 0,-1-1 0,-12 11 0,-20 17 0,1 2 0,2 1 0,2 2 0,-35 52 0,66-88 0,-14 23 6,-25 47 0,28-46-79,-30 42 0,29-46-10,0 0-1,2 1 0,1 0 1,0 1-1,2 0 0,1 1 0,-10 53 1,13-25 369,2 1 1,6 93-1,1-40-342,-2-86 56,0 0 0,2 0 0,1-1 0,6 24 0,1 4 0,-10-40 0,0 0 0,1 0 0,1 0 0,-1 0 0,2 0 0,-1-1 0,1 1 0,1-1 0,0 0 0,0 0 0,1-1 0,8 10 0,39 51 0,-38-48 0,31 35 0,-13-22-45,-17-16-18,1 0 1,1 0-1,1-2 0,0-1 1,1 0-1,1-1 0,23 12 1,-19-14-36,28 19 1,-31-18-108,43 20-1,-53-28 185,1-1-1,0-1 1,0-1-1,0 1 0,23-1 1,69-4 383,-43-1-189,-44 3-168,0-1 1,-1 0-1,1-2 0,-1 0 1,18-5-1,-25 4 66,0 0 1,0-1-1,0 0 1,-1 0-1,0-1 1,0 0-1,0-1 0,-1 1 1,12-14-1,-4 1-197,0-1 1,23-40-1,-26 39-69,7-15 195,29-73 0,-32 68 0,-3-1 135,-2-1 0,-1 0 0,7-69 0,-17 108-103,7-73-32,-5-142 0,-4 125 0,-1 73 0,0 1 0,-1 0 0,-1 0 0,-1 0 0,-1 0 0,-1 1 0,-1 0 0,0 0 0,-1 1 0,-1 0 0,-1 1 0,0 0 0,-19-21 0,11 12 0,15 20 0,0 0 0,0 1 0,0-1 0,-1 1 0,0 0 0,-7-6 0,-7-4 0,0 2 0,0 0 0,-1 0 0,-1 2 0,0 1 0,-1 0 0,-35-9 0,5 7-341,0 3 0,-1 2-1,-102 0 1,128 7-6485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5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599 1043 24575,'0'-61'0,"2"20"0,-3-1 0,-1 0 0,-10-51 0,10 83 0,1-2 0,-2 0 0,1 0 0,-2 1 0,0-1 0,0 1 0,-1 0 0,0 0 0,0 0 0,-2 1 0,-7-11 0,-60-83 0,55 73 0,-1 2 0,-40-44 0,46 57 0,0-1 0,-14-22 0,16 20 0,-1 1 0,-18-19 0,23 29 0,-97-108 0,90 99-273,-1 0 0,-1 1 0,0 2 0,-34-24 0,36 28-6553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5.8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0 982 24575,'2'0'0,"0"-1"0,0 1 0,0-1 0,-1 1 0,1-1 0,0 0 0,0 1 0,-1-1 0,1 0 0,0 0 0,-1 0 0,1-1 0,-1 1 0,1 0 0,-1 0 0,2-4 0,21-27 0,-18 23 0,61-96 0,-21 31 0,65-77 0,-19 56 0,-28 32 0,75-72 0,-105 106 0,-22 19 0,1-1 0,13-14 0,-6 4 0,1 1 0,1 1 0,45-29 0,12-9 0,-61 43-682,41-22-1,-42 27-6143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6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1 24575,'1'61'0,"-3"0"0,-16 97 0,11-112 0,3 0 0,2 0 0,3 50 0,-3 72 0,-12-93 0,9-55 0,1-1 0,-2 24 0,5 38 0,2-57 0,-1-1 0,-1 1 0,-1-1 0,-8 37 0,4-37-1365,0-2-5461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2:26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24575,'3'2'0,"1"0"0,-1 0 0,0 0 0,0 0 0,0 1 0,-1-1 0,1 1 0,-1 0 0,1 0 0,-1-1 0,0 2 0,3 4 0,4 4 0,21 29 0,-1 1 0,37 74 0,-53-91 0,5 4 0,37 46 0,-21-29 0,-26-36 0,-1-1 0,1 0 0,1 0 0,-1-1 0,1 0 0,1 0 0,16 9 0,-23-15 0,0 0 0,0 0 0,0-1 0,0 1 0,0-1 0,1 0 0,-1 0 0,0 0 0,0-1 0,1 1 0,-1-1 0,1 1 0,-1-1 0,0 0 0,1-1 0,-1 1 0,0 0 0,1-1 0,-1 0 0,0 0 0,1 0 0,-1 0 0,0 0 0,0-1 0,0 0 0,0 1 0,0-1 0,-1 0 0,1 0 0,4-5 0,5-8 0,-1 0 0,0-1 0,-1-1 0,10-21 0,4-6 0,-10 17 0,16-45 0,-9 20 0,-13 25 0,-8 24 0,1-1 0,0 0 0,0 0 0,0 1 0,1-1 0,-1 0 0,1 1 0,-1 0 0,1-1 0,1 1 0,-1 0 0,0 0 0,3-3 0,3 6-1365,-2 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33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1214 407 24575,'3'0'0,"0"-1"0,-1 0 0,1 0 0,-1 0 0,1 0 0,-1 0 0,0-1 0,0 1 0,1-1 0,-1 1 0,0-1 0,0 0 0,0 0 0,0 0 0,-1 0 0,1 0 0,2-4 0,24-42 0,-28 48 0,5-10 0,-1 0 0,0 0 0,-1-1 0,0 1 0,0-1 0,-1 0 0,-1 0 0,0 0 0,-1-13 0,0 18 0,0 0 0,0 0 0,-1-1 0,0 1 0,0 0 0,-1 0 0,0 0 0,0 0 0,0 0 0,-1 1 0,0-1 0,0 1 0,0 0 0,-1-1 0,1 1 0,-1 1 0,-7-7 0,-5-1 0,0 1 0,-1 0 0,-1 1 0,0 1 0,0 1 0,-1 1 0,0 0 0,0 1 0,0 2 0,-39-6 0,-13 4 0,-126 6 0,91 2 0,78-2 0,-69 3 0,86-1 0,0-1 0,0 2 0,0 0 0,0 0 0,1 0 0,-18 10 0,-48 21 0,57-28 0,1 2 0,1 0 0,-1 1 0,-29 21 0,34-20 0,-16 13 0,0 1 0,2 1 0,-31 36 0,51-51 0,0 0 0,1 1 0,0-1 0,0 2 0,1-1 0,1 0 0,0 1 0,1 0 0,-3 16 0,4-20 0,-8 33 0,-6 55 0,15-79 0,0 1 0,0-1 0,2 1 0,0-1 0,7 34 0,-5-44 0,0 1 0,0 0 0,1 0 0,0-1 0,0 0 0,1 0 0,0 0 0,0 0 0,1-1 0,0 0 0,0 0 0,0-1 0,1 1 0,0-1 0,12 7 0,9 3 0,0-2 0,55 20 0,-47-23 0,60 10 0,-61-14 0,29 2 0,1-2 0,123-7 0,-70-1 0,-81 2-87,-14 1-232,-1-1-1,1-1 1,26-5-1,-22 0-6506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33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434 36 24575,'-7'-1'0,"0"0"0,0 0 0,1-1 0,-1 0 0,-9-4 0,-23-5 0,14 6 0,-1 2 0,1 1 0,-1 1 0,0 1 0,0 1 0,-36 7 0,56-6 0,0 1 0,0-1 0,0 2 0,0-1 0,0 1 0,1 0 0,0 0 0,-1 0 0,2 1 0,-1-1 0,0 1 0,1 1 0,0-1 0,0 1 0,1-1 0,0 1 0,-4 8 0,0 1 0,1 0 0,0 1 0,1 0 0,1-1 0,1 1 0,-3 19 0,6-28 0,0 1 0,0 0 0,1-1 0,0 1 0,0-1 0,1 0 0,-1 1 0,2-1 0,-1 0 0,1 0 0,0 0 0,0 0 0,1-1 0,0 1 0,0-1 0,1 0 0,0 0 0,0-1 0,0 1 0,1-1 0,-1 0 0,1-1 0,0 1 0,1-1 0,-1 0 0,1-1 0,0 1 0,0-2 0,0 1 0,0-1 0,0 0 0,1 0 0,10 1 0,-11-2 0,1 0 0,-1-1 0,1 0 0,0 0 0,-1-1 0,1 0 0,-1 0 0,0-1 0,1 0 0,-1 0 0,8-4 0,-11 4 0,0 0 0,0-1 0,-1 0 0,1 0 0,0 0 0,-1 0 0,0-1 0,0 1 0,0-1 0,0 0 0,-1 0 0,1 0 0,-1 0 0,0 0 0,0-1 0,-1 1 0,1 0 0,-1-1 0,1-5 0,1-4-124,-1-1 0,0 0 0,-1 1 0,-1-1 0,0 0 0,-1 0-1,-1 0 1,0 1 0,-1-1 0,-5-16 0,0 11-6702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34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24575,'591'0'0,"-574"1"-320,1 1 0,-1 1-1,34 9 1,-50-11 236,20 4-6742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34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2 24575,'-35'-1'0,"15"0"0,-1 1 0,0 1 0,0 0 0,-28 7 0,45-7 0,-1 0 0,1 0 0,0 1 0,0-1 0,0 1 0,0 0 0,0 0 0,0 1 0,0-1 0,1 1 0,-1 0 0,1 0 0,0 0 0,0 0 0,0 0 0,0 1 0,1-1 0,-1 1 0,1 0 0,0 0 0,0 0 0,0 0 0,0 0 0,1 0 0,-2 9 0,1-5 0,1 0 0,1 0 0,-1 0 0,1-1 0,0 1 0,1 0 0,0 0 0,0 0 0,4 13 0,-3-17 0,-1 0 0,1 0 0,0 0 0,1 0 0,-1 0 0,1 0 0,0 0 0,-1-1 0,2 0 0,-1 1 0,0-1 0,1 0 0,-1-1 0,1 1 0,0-1 0,0 1 0,0-1 0,4 1 0,12 5 0,0-1 0,0-1 0,36 6 0,-47-10 0,1-1 0,-1-1 0,1 0 0,-1 0 0,1-1 0,-1 0 0,0 0 0,1-1 0,-1 0 0,15-6 0,-21 5 0,1 1 0,-1 0 0,1-1 0,-1 0 0,0 0 0,0 0 0,0 0 0,-1 0 0,1-1 0,-1 1 0,0-1 0,0 0 0,0 0 0,0 1 0,0-1 0,-1 0 0,0 0 0,0-1 0,1-6 0,-1 4 0,0 0 0,0 0 0,-1-1 0,1 1 0,-2 0 0,1-1 0,-1 1 0,0 0 0,-1 0 0,-4-12 0,6 17 12,-2-1 0,1 1 0,0 0 0,0 0 0,-1 0 0,1 0 0,-1 0 0,1 1 0,-3-3 0,3 4-63,0-1 0,1 1-1,-1-1 1,0 1 0,0-1 0,1 1 0,-1 0-1,0-1 1,0 1 0,0 0 0,1 0 0,-1 0-1,0-1 1,0 1 0,0 0 0,0 0-1,1 0 1,-1 0 0,0 1 0,0-1 0,0 0-1,0 0 1,1 0 0,-1 1 0,0-1 0,0 0-1,0 1 1,0 0 0,-10 8-6775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34.9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192 27 24575,'-3'-1'0,"1"1"0,-1-1 0,1 0 0,-1 0 0,1 0 0,0 0 0,-1 0 0,-2-2 0,-14-6 0,13 7 0,-1 0 0,0 1 0,0 0 0,1 0 0,-1 1 0,0 0 0,0 0 0,0 0 0,0 1 0,-7 1 0,11-1 0,-1 0 0,1 0 0,0 0 0,0 1 0,0-1 0,0 1 0,1 0 0,-1 0 0,0 0 0,1 0 0,-1 0 0,1 0 0,-1 1 0,1-1 0,0 1 0,0-1 0,0 1 0,1 0 0,-1 0 0,1 0 0,-1 0 0,1 0 0,-1 4 0,0 1 0,0 0 0,0 0 0,1 0 0,0 1 0,1-1 0,0 0 0,0 1 0,1-1 0,0 0 0,0 1 0,1-1 0,0 0 0,0 0 0,1 0 0,0 0 0,0-1 0,1 1 0,0-1 0,8 11 0,-5-9 0,1 0 0,0-1 0,1 0 0,0 0 0,0-1 0,0 0 0,1-1 0,0 0 0,0 0 0,1-1 0,-1 0 0,1-1 0,19 4 0,-11-4-455,1 0 0,34 0 0,-27-3-6371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1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0 24575,'-1'30'0,"0"0"0,-2 0 0,-11 45 0,8-36 0,1 0 0,3 0 0,3 78 0,-2 43 0,0-154 0,0-1 0,0 1 0,0-1 0,-1 1 0,0-1 0,0 0 0,-1 0 0,1 0 0,-1 0 0,-7 8 0,10-12 0,-1 0 0,0 0 0,0 0 0,0 0 0,0 0 0,0 0 0,0 0 0,0-1 0,0 1 0,0 0 0,-1-1 0,1 1 0,0 0 0,0-1 0,-1 1 0,1-1 0,0 0 0,-1 0 0,1 1 0,0-1 0,-1 0 0,1 0 0,0 0 0,-1 0 0,1 0 0,-1-1 0,1 1 0,0 0 0,0-1 0,-1 1 0,1-1 0,0 1 0,-1-1 0,1 1 0,0-1 0,0 0 0,0 0 0,0 0 0,0 0 0,0 1 0,0-1 0,0-1 0,0 1 0,0 0 0,1 0 0,-1 0 0,0 0 0,0-2 0,-28-37-1365,14 20-5461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1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24575,'24'-1'0,"1"-2"0,-1 0 0,1-1 0,-1-2 0,0 0 0,35-15 0,-36 15-85,0 0-1,1 2 1,0 1 0,-1 0-1,1 2 1,37 3-1,-35-2-681,1 1-6059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2.0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24575,'0'3'0,"1"-1"0,-1 0 0,0 1 0,1-1 0,-1 0 0,1 0 0,0 1 0,-1-1 0,1 0 0,0 0 0,0 0 0,1 0 0,-1 0 0,0 0 0,1 0 0,-1 0 0,1-1 0,0 1 0,-1-1 0,1 1 0,0-1 0,0 1 0,0-1 0,0 0 0,4 2 0,5 1 0,0 0 0,1-1 0,0 0 0,12 1 0,11 3 0,68 14 0,-22-6 0,-36-8 0,0-1 0,0-3 0,86-5 0,-37-1 0,29 3-1365,-96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2.5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24575,'1'79'0,"-3"90"0,1-160 0,-1-1 0,0 1 0,0-1 0,-1 1 0,-5 12 0,7-18 0,-1-1 0,1 1 0,0 0 0,-1 0 0,1-1 0,-1 1 0,0-1 0,0 0 0,0 1 0,0-1 0,0 0 0,-1 0 0,1 0 0,-1-1 0,1 1 0,-1-1 0,1 1 0,-1-1 0,-4 2 0,6-3 0,0 0 0,0-1 0,0 1 0,0 0 0,0 0 0,0-1 0,0 1 0,-1 0 0,2-1 0,-1 1 0,0-1 0,0 0 0,0 1 0,0-1 0,0 0 0,0 1 0,1-1 0,-1 0 0,0 0 0,0 0 0,1 0 0,-1 1 0,1-1 0,-1 0 0,1 0 0,-1 0 0,1 0 0,0 0 0,-1-1 0,1 1 0,0 0 0,0-1 0,-6-40 0,6 39 0,-1-5 0,1 1 0,0-1 0,1 1 0,-1-1 0,2 1 0,-1 0 0,1-1 0,0 1 0,0 0 0,1 0 0,0 0 0,0 0 0,7-8 0,-7 10 0,1 1 0,-1-1 0,1 1 0,0 0 0,1 1 0,-1-1 0,1 1 0,0-1 0,0 1 0,0 1 0,0-1 0,0 1 0,0 0 0,1 0 0,-1 0 0,1 1 0,0 0 0,6-1 0,1 0 0,1 1 0,0 1 0,0 0 0,0 1 0,24 4 0,-33-4 0,-1 0 0,1 0 0,-1 1 0,0 0 0,0 0 0,0 0 0,0 0 0,0 1 0,0-1 0,0 1 0,-1 0 0,1 0 0,-1 0 0,0 1 0,0-1 0,0 1 0,0 0 0,-1 0 0,0 0 0,4 7 0,4 18-71,-8-21-59,0-1 1,1 0 0,0 0-1,0 0 1,1 0-1,0 0 1,0 0 0,0-1-1,7 7 1,4-1-6697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2.8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564 34 24575,'-24'-9'0,"6"0"0,-3 4 0,0 1 0,-1 1 0,1 1 0,0 1 0,-1 1 0,-22 2 0,39-1 0,0 0 0,0 0 0,0 0 0,0 0 0,0 1 0,1 0 0,-1 0 0,0 0 0,1 0 0,0 1 0,-1 0 0,1 0 0,0 0 0,1 0 0,-5 5 0,-2 4 0,1 0 0,0 0 0,-11 23 0,-2 3 0,2-4 0,2 2 0,-24 65 0,18-39 0,17-42 0,1 1 0,0 0 0,2 0 0,1 1 0,1-1 0,0 33 0,-1 7 0,0-40 0,-9 35 0,8-37 0,0 1 0,-2 21 0,4 171 0,3-115 0,1-79 0,0 0 0,1-1 0,1 1 0,0-1 0,12 30 0,-8-26 0,-1 1 0,8 44 0,-14-57 0,5 65 0,-5-66 0,-1-1 0,-1 1 0,1 0 0,-1-1 0,-1 1 0,0-1 0,-3 10 0,5-16 4,0 0 0,-1 1 0,0-1 0,1 0 0,-1 0-1,0 1 1,1-1 0,-1 0 0,0 0 0,0 0 0,0 0 0,0 0-1,0 0 1,0 0 0,-1 0 0,1 0 0,0-1 0,0 1 0,-1 0 0,1-1-1,0 1 1,-1-1 0,1 1 0,0-1 0,-1 0 0,1 1 0,-1-1-1,1 0 1,0 0 0,-3 0 0,-1-1-169,1-1 0,0 1 0,-1-1 0,1 1 0,0-1 0,0 0 0,0 0 0,-5-5 0,-7-4-6661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3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0 291 24575,'11'-9'0,"1"1"0,-1 0 0,1 0 0,1 2 0,-1-1 0,1 1 0,15-4 0,-1-1 0,-7 3 0,6-4 0,0 2 0,44-12 0,-41 14 0,0-1 0,-1-1 0,31-17 0,44-16 0,-80 35-341,-2-1 0,1 0-1,34-22 1,-40 19-6485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3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312 34 24575,'-25'-10'0,"7"2"0,5 4 0,0 0 0,0 2 0,-1-1 0,1 2 0,-1 0 0,1 0 0,-1 2 0,0-1 0,1 2 0,0 0 0,-1 0 0,-17 6 0,27-5 0,-1 0 0,0 0 0,0 0 0,1 1 0,0-1 0,0 1 0,0 0 0,0 0 0,1 0 0,-1 1 0,1 0 0,0-1 0,0 1 0,1 0 0,-1 0 0,1 0 0,0 1 0,1-1 0,-1 0 0,0 8 0,-2 11 0,2 1 0,0-1 0,2 31 0,0-45 0,0-5 0,0 0 0,0-1 0,1 1 0,-1 0 0,1-1 0,0 1 0,0-1 0,1 1 0,-1-1 0,1 0 0,0 1 0,0-1 0,0 0 0,5 5 0,-4-6 0,0 0 0,0-1 0,1 0 0,-1 1 0,1-1 0,0 0 0,-1 0 0,1-1 0,0 1 0,0-1 0,0 0 0,0 0 0,0 0 0,1-1 0,-1 1 0,6-1 0,-1 1 0,0-1 0,0 0 0,0 0 0,1-1 0,-1 0 0,16-5 0,-22 5 0,0 0 0,0-1 0,0 1 0,0-1 0,-1 1 0,1-1 0,0 0 0,-1 0 0,0 0 0,1 0 0,-1-1 0,0 1 0,0-1 0,-1 1 0,1-1 0,0 0 0,-1 0 0,1 1 0,-1-1 0,0 0 0,0 0 0,0 0 0,0-5 0,2-16-21,-1 0 0,-1-1 0,-4-43 0,0 22-1260,2 19-5545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3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1 24575,'0'466'0,"0"-466"0,-4 48 0,4-47 0,-1 1 0,1-1 0,0 1 0,0-1 0,-1 0 0,1 1 0,-1-1 0,1 1 0,-1-1 0,0 0 0,1 0 0,-1 1 0,0-1 0,0 0 0,0 0 0,0 0 0,0 0 0,0 0 0,0 0 0,0 0 0,-1 0 0,1 0 0,0-1 0,0 1 0,-1 0 0,1-1 0,-1 1 0,1-1 0,-2 1 0,2-1 0,0-1 0,0 1 0,0 0 0,0 0 0,0-1 0,0 1 0,0-1 0,0 1 0,0-1 0,0 1 0,0-1 0,0 0 0,0 1 0,0-1 0,1 0 0,-1 0 0,0 0 0,0 1 0,1-1 0,-1 0 0,1 0 0,-1 0 0,1 0 0,-1 0 0,1 0 0,0 0 0,-1 0 0,1 0 0,0-1 0,0 1 0,0 0 0,0 0 0,0 0 0,0 0 0,0-2 0,4-41 0,5 13 0,2 1 0,1 0 0,2 0 0,1 1 0,1 1 0,31-42 0,-36 59 0,0 0 0,0 0 0,1 2 0,1-1 0,0 1 0,20-10 0,-31 18 0,1-1 0,-1 1 0,1 0 0,0-1 0,-1 1 0,1 0 0,0 1 0,0-1 0,0 0 0,0 1 0,0 0 0,-1-1 0,1 1 0,0 0 0,0 1 0,0-1 0,0 0 0,0 1 0,0 0 0,0 0 0,-1 0 0,1 0 0,0 0 0,-1 0 0,1 0 0,-1 1 0,1 0 0,2 2 0,4 4 0,-1 1 0,0 0 0,0 1 0,0 0 0,8 15 0,3 5 0,38 63 0,-44-68 0,2 0 0,1-1 0,23 28 0,-38-50 0,1-1 0,-1 1 0,1 0 0,-1-1 0,1 0 0,0 1 0,0-1 0,0 0 0,0 0 0,-1 0 0,1 0 0,1 0 0,-1 0 0,2 0 0,-3-1 0,0 0 0,0-1 0,0 1 0,0 0 0,-1 0 0,1-1 0,0 1 0,0 0 0,0-1 0,0 1 0,-1-1 0,1 1 0,0-1 0,0 0 0,-1 1 0,1-1 0,0 0 0,-1 1 0,1-1 0,-1 0 0,1 0 0,-1 0 0,1 1 0,-1-1 0,0 0 0,1 0 0,-1 0 0,0 0 0,0 0 0,0 0 0,1 0 0,-1 0 0,0-1 0,3-20 0,-1 1 0,-1-1 0,-2-28 0,1 24 0,3-45 0,-2 62 0,1 0 0,0 0 0,0 0 0,1 1 0,0-1 0,1 1 0,0 0 0,9-14 0,-11 18-136,1 1-1,-1 0 1,1 0-1,0 1 1,0-1-1,0 1 1,0-1-1,0 1 0,4-2 1,11-4-6690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4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0 24575,'-5'0'0,"0"0"0,-1 1 0,1-1 0,0 1 0,0 0 0,0 0 0,0 1 0,0 0 0,0 0 0,0 0 0,-5 3 0,1 2 0,0 0 0,1 0 0,0 0 0,-10 13 0,12-12 0,1 1 0,0 0 0,0 0 0,1 1 0,0-1 0,0 1 0,1 0 0,1 0 0,-1 0 0,2 0 0,-2 19 0,-4 20 0,1-20 0,1 0 0,2 1 0,1-1 0,2 41 0,0-65 0,1-1 0,0 1 0,0-1 0,0 1 0,0-1 0,1 0 0,0 0 0,0 0 0,0 0 0,0 0 0,1 0 0,-1-1 0,1 1 0,5 5 0,-2-4 0,0 0 0,0-1 0,0 0 0,1 0 0,-1 0 0,1 0 0,15 4 0,-2-2 0,0-1 0,1-1 0,-1-1 0,1-1 0,29 0 0,-21-2 0,-5 0 0,45-4 0,-62 3 0,1-1 0,-1 0 0,1 0 0,-1-1 0,0 0 0,0 0 0,0 0 0,0-1 0,-1 0 0,7-5 0,-4 1-170,1 0-1,-2-1 0,1-1 1,-1 1-1,-1-1 0,0 0 1,9-16-1,-4 2-6655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4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24575,'0'5'0,"0"8"0,0 5 0,0 7 0,0 3 0,0 2 0,0 2 0,0 1 0,0-1 0,0 0 0,0 0 0,-6-6 0,0-12 0,-1-9-8191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4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24575,'0'-5'0,"5"-2"0,7 0 0,7 2 0,0-4 0,2-1 0,2 2 0,-2 8 0,-5 3-8191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4.8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24575,'14'2'0,"1"0"0,0 1 0,-1 0 0,1 2 0,20 8 0,10 2 0,4-1 0,0-2 0,1-2 0,0-3 0,97 3 0,-109-12-74,-22 1-184,1 0 0,-1 2 0,0-1-1,29 7 1,-25-1-6568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5.0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24575,'0'1'0,"0"0"0,0 0 0,1 0 0,-1 0 0,0 0 0,1 0 0,-1 0 0,1 0 0,-1-1 0,1 1 0,-1 0 0,1 0 0,-1 0 0,1-1 0,0 1 0,0 0 0,-1-1 0,1 1 0,0-1 0,0 1 0,0-1 0,0 1 0,-1-1 0,1 0 0,0 1 0,2-1 0,30 8 0,-22-6 0,-11-2 0,48 11 0,0-1 0,1-3 0,55 1 0,175-10-1365,-253 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5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24575,'5'0'0,"8"0"0,6 0 0,5 0 0,4 0 0,3 0 0,1 0 0,0 0 0,0 0 0,0 0 0,-5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5.4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24575,'0'5'0,"5"2"0,8 0 0,6-2 0,5-1 0,4-1 0,3-2 0,1-1 0,0 0 0,1 0 0,-1 0 0,-1 0 0,1-1 0,-6 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7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24575,'807'0'-1365,"-780"0"-5461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8.1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 24575,'-1'0'0,"0"0"0,0 1 0,0-1 0,0 0 0,0 1 0,0-1 0,0 1 0,0 0 0,0-1 0,0 1 0,0 0 0,1-1 0,-1 1 0,0 0 0,0 0 0,1 0 0,-1 0 0,0 0 0,1 0 0,-1 0 0,1 0 0,-1 0 0,1 0 0,0 0 0,-1 0 0,1 2 0,-7 33 0,7-32 0,-15 94 0,7-49 0,-4 84 0,13-61 0,1-44 0,-1 0 0,-2 0 0,0 0 0,-2 0 0,-7 28 0,2-18-59,2 1 0,1 0 0,3 0 0,3 68 0,0-49-1011,-1-31-5756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8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1 24575,'-9'0'0,"0"-1"0,0 1 0,0 1 0,0 0 0,0 0 0,-17 4 0,23-3 0,0-1 0,1 0 0,-1 1 0,0-1 0,1 1 0,0 0 0,-1 0 0,1 0 0,0 0 0,0 0 0,0 0 0,0 0 0,1 1 0,-1-1 0,1 1 0,-1 0 0,1-1 0,0 1 0,0 0 0,0 0 0,0-1 0,0 5 0,0 1 0,0 0 0,0 0 0,0 0 0,1-1 0,1 1 0,-1 0 0,1 0 0,1 0 0,-1 0 0,1-1 0,1 1 0,-1-1 0,1 1 0,1-1 0,-1 0 0,1 0 0,1-1 0,-1 1 0,1-1 0,0 0 0,0 0 0,1 0 0,0-1 0,0 0 0,0 0 0,0 0 0,1-1 0,0 0 0,0-1 0,0 1 0,0-1 0,1 0 0,-1-1 0,1 0 0,0 0 0,-1-1 0,1 0 0,0 0 0,13-1 0,-19 0 0,1 0 0,-1 0 0,1-1 0,-1 1 0,1-1 0,0 1 0,-1-1 0,0 0 0,1 0 0,-1 0 0,0 0 0,1-1 0,-1 1 0,0-1 0,0 1 0,0-1 0,0 0 0,0 0 0,0 0 0,-1 0 0,1 0 0,-1 0 0,1 0 0,-1 0 0,0-1 0,0 1 0,0 0 0,0-1 0,0 1 0,0-5 0,2-8 0,-1 1 0,-1-1 0,0 0 0,-2-21 0,0-1 0,2 33 11,-1 1 0,0-1 0,1 0 0,0 1 0,0-1 0,0 1-1,0-1 1,1 1 0,-1 0 0,4-5 0,-4 6-76,0 1 1,0-1-1,0 1 1,1 0-1,-1-1 1,0 1-1,1 0 0,-1 0 1,1 0-1,-1 0 1,1 0-1,0 1 1,-1-1-1,1 0 0,0 1 1,-1-1-1,1 1 1,0-1-1,0 1 1,0 0-1,-1 0 1,4 0-1,11 3-6761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49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378 0 24575,'-1'1'0,"0"-1"0,0 0 0,0 1 0,0-1 0,0 1 0,0-1 0,0 1 0,0-1 0,0 1 0,0-1 0,0 1 0,0 0 0,0 0 0,1 0 0,-1-1 0,0 1 0,0 0 0,1 0 0,-1 0 0,1 0 0,-1 0 0,1 0 0,-1 0 0,1 0 0,0 0 0,-1 3 0,-5 32 0,5-33 0,-3 56 0,4 62 0,1-95 0,0-38 0,1-1 0,0 1 0,7-20 0,-6 23 0,-1 1 0,2-1 0,-1 1 0,1 0 0,0 1 0,1-1 0,10-13 0,-14 20 0,0 0 0,-1 0 0,1 1 0,0-1 0,0 1 0,-1-1 0,1 0 0,0 1 0,0 0 0,0-1 0,0 1 0,0-1 0,0 1 0,0 0 0,-1 0 0,1-1 0,0 1 0,0 0 0,0 0 0,0 0 0,0 0 0,0 0 0,0 0 0,0 1 0,2-1 0,-2 1 0,1 0 0,0 0 0,-1 0 0,1 0 0,-1 0 0,1 1 0,-1-1 0,1 0 0,-1 1 0,0-1 0,0 1 0,2 2 0,0 2 0,1 1 0,-1 0 0,0 0 0,0 0 0,2 12 0,1 14 0,35 155 0,-35-160 0,-1 0 0,-1 0 0,-1 54 0,0-2 0,11 7 0,-8-60 0,2 40 0,-4-1 0,-8 90 0,3-151 0,0-1 0,0 1 0,-1-1 0,1 0 0,-1 0 0,0 0 0,0 0 0,-1 0 0,1 0 0,-1 0 0,0-1 0,0 1 0,0-1 0,0 0 0,-1 0 0,1 0 0,-1 0 0,0-1 0,0 0 0,-8 4 0,-6 3 0,-1-1 0,0-2 0,-26 7 0,13-7 0,1-2 0,-1-1 0,1-2 0,-49-3 0,16 0 0,59 2 0,0 0 0,1 0 0,-1 0 0,0-1 0,1 1 0,-1-1 0,0 0 0,1-1 0,-1 1 0,1-1 0,0 0 0,-1 0 0,1 0 0,0-1 0,0 1 0,1-1 0,-1 0 0,0 0 0,1-1 0,0 1 0,0-1 0,0 1 0,0-1 0,0 0 0,1 0 0,0 0 0,0 0 0,0-1 0,0 1 0,0-1 0,1 1 0,-1-7 0,-3-17 0,1 0 0,2 0 0,0-1 0,5-50 0,-1 18 0,-1 55 0,-1-1 0,1 0 0,0 0 0,1 1 0,-1-1 0,1 1 0,0-1 0,1 1 0,0 0 0,0 0 0,0 0 0,1 0 0,0 0 0,0 1 0,0 0 0,1 0 0,-1 0 0,1 0 0,0 1 0,9-6 0,27-24 0,3-3 0,94-60 0,-119 85 0,-1 0 0,0-1 0,-1-1 0,0-1 0,-1 0 0,-1-2 0,0 1 0,23-37 0,-12 17-1365,-13 23-5461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50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24575,'1116'0'-1365,"-1088"0"-5461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51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24575,'2'5'0,"0"0"0,0 0 0,0-1 0,1 1 0,0-1 0,0 0 0,0 0 0,0 0 0,0 0 0,1 0 0,0 0 0,4 2 0,2 4 0,42 38 0,-35-33 0,29 30 0,-34-33 0,1 0 0,1-1 0,0-1 0,0 0 0,1-1 0,0 0 0,26 10 0,-16-7 0,42 27 0,34 22 0,-47-30 0,-35-21 0,1-1 0,1 0 0,35 8 0,7 4 0,-48-16 0,1-1 0,0-1 0,-1 0 0,21 0 0,-19-2 0,-1 1 0,1 1 0,20 6 0,-25-3 0,-12-1 0,-1-5 0,-1 1 0,1-1 0,0 0 0,0 0 0,-1 1 0,1-1 0,0 0 0,-1 0 0,1 0 0,0 0 0,-1 0 0,1-1 0,0 1 0,-2-1 0,-63-18 0,36 10 0,0 0 0,0 2 0,-1 2 0,-40-3 0,39 7 0,-184 4 0,213-3 0,0 1 0,0-1 0,0 1 0,1-1 0,-1 1 0,0 0 0,0 0 0,0 0 0,0 0 0,1 0 0,-1 1 0,1-1 0,-1 1 0,1 0 0,-1 0 0,1 0 0,-3 3 0,4-3 0,0 0 0,-1 0 0,1 1 0,0-1 0,0 0 0,0 1 0,1-1 0,-1 1 0,1-1 0,-1 1 0,1 0 0,0-1 0,0 1 0,0-1 0,0 1 0,1 2 0,1 3 0,0 0 0,0 0 0,1 0 0,0-1 0,0 1 0,1-1 0,0 0 0,0 0 0,1 0 0,0-1 0,7 8 0,4 2 0,69 66 0,-74-72 0,1-1 0,1-1 0,0 1 0,0-2 0,24 11 0,-15-10-116,-1 1-92,0-2 0,1 0-1,-1-1 1,1-1 0,34 4 0,-30-9-6618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53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250 0 24575,'-9'0'0,"1"1"0,-1 0 0,1 0 0,-1 0 0,1 1 0,0 0 0,-1 1 0,1 0 0,1 0 0,-1 1 0,0 0 0,-11 8 0,10-5 0,1 1 0,-1 0 0,1 0 0,1 0 0,-1 1 0,2 0 0,-1 1 0,-8 16 0,5-5 0,1 2 0,1-1 0,1 2 0,1-1 0,1 0 0,1 1 0,1 0 0,0 35 0,5 313 0,0-349 0,0 0 0,2 0 0,9 31 0,-5-20 0,-4-17 0,2-1 0,0 0 0,0 0 0,16 26 0,42 54 0,-25-36-92,30 39 302,-59-87-457,1 0 0,0 0 0,1-1-1,0-1 1,18 13 0,-13-13-6579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54.6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280 1 24575,'0'23'0,"-1"-13"0,1 1 0,-1-1 0,2 1 0,0-1 0,0 1 0,1-1 0,0 1 0,1-1 0,0 0 0,0 0 0,8 12 0,22 42 0,-24-44 0,1-1 0,15 23 0,-11-20 0,-1 1 0,18 42 0,-2-2 0,40 87 0,-60-132 0,-1 1 0,0 0 0,-1 1 0,-1-1 0,-1 1 0,-1 1 0,0-1 0,-2 0 0,0 1 0,-2 24 0,0 19 0,-3 88 0,1-144 0,0 1 0,0-1 0,0 0 0,-1 0 0,0-1 0,0 1 0,-1-1 0,-9 14 0,-44 53 0,38-51 0,-28 28 0,-1-2 0,-77 60 0,47-43 0,70-58-77,-13 11-180,-2 0-1,0-1 0,0-1 1,-41 21-1,45-30-6568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3:58.5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37 24575,'25'-10'0,"-7"1"0,10 3 0,1 1 0,0 2 0,1 1 0,-1 1 0,0 1 0,33 5 0,-60-5 0,1 0 0,0 1 0,0-1 0,-1 0 0,1 1 0,0 0 0,-1 0 0,1 0 0,-1 0 0,1 0 0,-1 0 0,0 1 0,1-1 0,-1 1 0,0 0 0,0-1 0,0 1 0,0 0 0,0 0 0,-1 0 0,1 1 0,0-1 0,-1 0 0,0 1 0,1-1 0,-1 1 0,0-1 0,0 1 0,-1-1 0,1 1 0,0 0 0,-1 3 0,0-2 0,0 1 0,0-1 0,0 0 0,-1 0 0,0 1 0,0-1 0,0 0 0,0 0 0,-1 0 0,0 0 0,1 0 0,-2 0 0,1-1 0,0 1 0,-1-1 0,1 1 0,-1-1 0,0 0 0,0 0 0,-4 3 0,-23 14 0,-57 31 0,4-3 0,69-39 0,0 1 0,0 0 0,0 1 0,1 0 0,-16 20 0,24-25 0,1 0 0,0 1 0,0-1 0,1 1 0,0-1 0,0 1 0,1 0 0,-1 0 0,1 1 0,1-1 0,0 0 0,0 0 0,0 1 0,1-1 0,0 10 0,1-11 0,0 0 0,0-1 0,1 0 0,-1 1 0,1-1 0,0 0 0,1 0 0,-1 0 0,1 0 0,0 0 0,0-1 0,1 1 0,-1-1 0,1 0 0,6 6 0,2 0 0,1 0 0,0-1 0,0 0 0,17 8 0,-24-14 0,6 4 0,1 0 0,-1-1 0,1-1 0,1 0 0,-1 0 0,1-2 0,15 3 0,58 9 0,-50-9 0,48 4 0,203-9 0,-180-2 0,-278 1-1365,141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3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24575,'9'2'0,"0"-1"0,0 2 0,-1-1 0,1 1 0,-1 0 0,14 8 0,-12-6 0,14 4 0,0 0 0,1-2 0,0-1 0,28 4 0,53 13 0,-68-11 0,-4 0 0,0-1 0,1-3 0,0 0 0,69 4 0,-77-10 0,-1 1 0,0 2 0,0 0 0,28 10 0,42 9 0,-25-17 0,-51-6 0,0 1 0,34 8 0,-41-7 0,-3-1 0,-1 0 0,1 1 0,-1 0 0,0 1 0,9 5 0,-17-8 0,0-1 0,0 1 0,0 0 0,0 0 0,0-1 0,0 1 0,0 0 0,0 0 0,0 0 0,-1 0 0,1 0 0,0 1 0,-1-1 0,1 0 0,-1 0 0,1 0 0,-1 0 0,1 3 0,-1-3 0,0 1 0,-1 0 0,1 0 0,0-1 0,-1 1 0,1-1 0,-1 1 0,0 0 0,1-1 0,-1 1 0,0-1 0,0 1 0,0-1 0,0 0 0,0 1 0,0-1 0,-1 0 0,0 1 0,-5 4 0,1-1 0,-1 0 0,0 0 0,-1-1 0,1 0 0,-1-1 0,-15 6 0,2-3 0,1 0 0,-22 2 0,6-5 0,-44 0 0,50-3 0,-1 1 0,-45 8 0,-140 30 0,49-7 0,142-28 0,-44 3 0,55-7 0,0 1 0,1 0 0,-1 0 0,0 2 0,1 0 0,-1 0 0,1 2 0,0-1 0,0 2 0,-15 7 0,26-12 0,1 1 0,-1-1 0,0 0 0,1 0 0,-1 1 0,0-1 0,1 1 0,0-1 0,-1 1 0,1 0 0,0-1 0,0 1 0,0 0 0,0 0 0,0 0 0,-1 3 0,2-4 0,0 0 0,0 0 0,0 0 0,0 1 0,0-1 0,0 0 0,1 0 0,-1 0 0,0 1 0,1-1 0,-1 0 0,1 0 0,-1 0 0,1 0 0,0 0 0,-1 0 0,1 0 0,0 0 0,0 0 0,1 1 0,2 2 0,0-1 0,0 0 0,1-1 0,-1 1 0,1-1 0,0 0 0,-1 0 0,1 0 0,0-1 0,0 1 0,8 0 0,179 31 0,-128-19 0,-43-9 0,0 0 0,29 1 0,141-5 0,-104-2 0,-79 1 0,-4 1 0,0-1 0,0 0 0,0 0 0,0 0 0,-1 0 0,1-1 0,0 1 0,0-1 0,0 0 0,-1-1 0,1 1 0,0 0 0,6-5 0,-10 6-25,0-1 0,1 1-1,-1-1 1,0 1 0,0-1 0,0 0-1,0 1 1,0-1 0,0 1 0,0-1-1,0 1 1,0-1 0,0 0 0,0 1-1,0-1 1,0 1 0,-1-1 0,1 1-1,0-1 1,0 1 0,-1-1 0,1 1-1,0-1 1,-1 1 0,1-1 0,0 1-1,-1-1 1,1 1 0,-1-1 0,0 0-583,-8-10-6218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3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24575,'18'-1'0,"-1"0"0,0 2 0,0 0 0,0 1 0,0 1 0,-1 0 0,1 1 0,-1 1 0,18 8 0,-17-6 0,0-1 0,0-1 0,0 0 0,1-2 0,-1 0 0,1 0 0,0-2 0,0 0 0,22-3 0,41 4 0,-12 12 0,-9-2 0,-8-3-1365,-33-1-5461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4.2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24575,'0'30'0,"2"0"0,1 0 0,11 45 0,-7-31-32,-2 1 0,-2 0 0,-5 76-1,1-44-1203,1-51-5590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4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5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24575,'437'0'0,"-427"0"0,0 1 0,1 0 0,-1 0 0,0 1 0,0 0 0,0 1 0,0 0 0,0 1 0,15 8 0,-23-11 0,1 1 0,-1-1 0,1 1 0,-1 0 0,0 0 0,0 0 0,0 0 0,0 1 0,0-1 0,-1 0 0,1 1 0,-1-1 0,1 1 0,-1 0 0,2 4 0,-3-3 0,1-1 0,-1 0 0,0 1 0,0-1 0,0 0 0,-1 0 0,1 1 0,-1-1 0,0 0 0,0 0 0,0 0 0,0 1 0,0-1 0,-1 0 0,1-1 0,-1 1 0,-2 3 0,-1 1 0,0-1 0,0 0 0,-1 0 0,0-1 0,0 1 0,0-1 0,0 0 0,-9 4 0,-62 29 0,59-31 0,0 1 0,0 1 0,-27 20 0,19-11 0,-54 29 0,51-32 0,-48 35 0,70-45 0,0 1 0,1-1 0,0 2 0,0-1 0,1 0 0,-1 1 0,1 0 0,1 0 0,-5 9 0,9-14 0,0-1 0,1 0 0,-1 1 0,0-1 0,0 0 0,1 0 0,-1 1 0,1-1 0,-1 0 0,1 0 0,0 0 0,0 0 0,-1 1 0,1-1 0,0 0 0,0-1 0,0 1 0,0 0 0,0 0 0,0 0 0,0 0 0,0-1 0,0 1 0,1-1 0,-1 1 0,0-1 0,0 1 0,1-1 0,1 1 0,39 13 0,0-8 0,0-1 0,1-3 0,77-4 0,-29-1 0,-20 4 0,74-3 0,-120-3-1365,-5-1-5461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5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0 24575,'3'0'0,"-1"1"0,1-1 0,0 0 0,-1 1 0,1-1 0,-1 1 0,1 0 0,-1 0 0,0 0 0,1 0 0,-1 1 0,0-1 0,0 0 0,1 1 0,-1 0 0,0-1 0,2 5 0,1-1 0,-2 0 0,1 0 0,-1 1 0,1-1 0,-2 1 0,1 0 0,2 7 0,0 4 0,-1 1 0,0 0 0,-1 0 0,1 25 0,-4 156 0,-2-87 0,2-106 0,0 0 0,0-1 0,-1 1 0,1 0 0,-1-1 0,-1 1 0,1-1 0,-1 0 0,0 1 0,0-1 0,-1 0 0,0 0 0,1 0 0,-2 0 0,-3 4 0,3-5 0,1-1 0,-1 0 0,0 0 0,-1 0 0,1 0 0,0-1 0,-1 1 0,0-1 0,1 0 0,-1-1 0,0 1 0,0-1 0,0 0 0,0 0 0,0-1 0,0 1 0,-7-1 0,9 0 4,-1 0 1,0 0-1,0-1 0,1 1 0,-1-1 0,0 0 0,1 0 0,-1 0 1,1 0-1,-1-1 0,1 1 0,-1-1 0,1 0 0,0 0 0,0 0 1,0 0-1,0-1 0,0 1 0,1-1 0,-1 0 0,1 0 1,-3-3-1,-1-5-148,0-1 0,1 0 0,0 0 0,1 0 1,-4-14-1,4 10-454,-3-6-6228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6.0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 24575,'5'0'0,"7"0"0,2-5 0,4-2 0,3 0 0,4 2 0,3 1 0,2 2 0,1 1 0,1 0 0,0 1 0,-1 0 0,1 1 0,-1-1 0,0 0 0,1 0 0,-6 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6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 24575,'0'5'0,"0"7"0,0 7 0,0 6 0,0 3 0,0 3 0,0 0 0,0 2 0,0-1 0,0 0 0,0 0 0,0-1 0,0 1 0,0-1 0,0 0 0,-6-6 0,0-6-8191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7.2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33 24575,'405'0'0,"-385"-2"0,-1 0 0,0 0 0,23-8 0,-19 5 0,40-5 0,169 9 55,-124 2-1475,-82-1-5406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17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 3 24575,'-5'-1'0,"0"2"0,0-1 0,0 0 0,0 1 0,0 0 0,0 0 0,0 1 0,0-1 0,0 1 0,0 0 0,1 0 0,-1 1 0,1-1 0,0 1 0,-1 0 0,1 0 0,1 1 0,-1-1 0,0 1 0,1 0 0,0 0 0,-1 0 0,2 0 0,-1 1 0,-3 7 0,-2 3 0,1 0 0,1 0 0,1 1 0,0-1 0,1 1 0,0 0 0,2 1 0,0-1 0,0 0 0,2 1 0,1 18 0,-1-24 0,0 1 0,0-1 0,2 1 0,-1-1 0,1 0 0,1 0 0,0 0 0,1 0 0,0 0 0,0 0 0,12 18 0,-5-13 0,0-1 0,28 28 0,-1 0 0,-29-34 0,-1 0 0,2 0 0,-1-1 0,1-1 0,0 1 0,1-2 0,0 1 0,13 5 0,98 33 0,-79-30 0,-14-7 0,-1 0 0,1-2 0,0-1 0,43 1 0,121-7 0,-75-2 0,-9 5 0,122-5 0,-202 0 0,0-1 0,41-11 0,-58 11 0,1 0 0,-1 0 0,0-2 0,0 1 0,-1-1 0,0-1 0,20-15 0,-25 16 0,0-1 0,0 0 0,0-1 0,0 0 0,-1 0 0,-1 0 0,0 0 0,0-1 0,0 1 0,-1-1 0,0 0 0,-1 0 0,3-18 0,-1-9 0,-2 1 0,-3-48 0,0 46 0,1 24 0,0-1 0,-2 1 0,1-1 0,-8-24 0,6 29 0,0 1 0,-1 1 0,0-1 0,0 1 0,-1-1 0,0 1 0,0 0 0,-12-10 0,12 11 0,-1 2 0,0-1 0,0 1 0,0-1 0,0 2 0,-1-1 0,0 1 0,-9-4 0,-60-13 0,0 0 0,56 14 0,-1 0 0,1 2 0,-1 0 0,-40-1 0,18 1 0,-41-10 0,56 8 0,-42-3 0,-332 7 63,210 4-1491,165-2-5398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00.5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59 24575,'10'-1'0,"0"0"0,0-1 0,0 0 0,18-6 0,28-6 0,245 9 0,-166 7 0,906-2-5265,-815 16 4511,-18-1-429,15-16-205,-76-1 945,149 17 1,411 6 278,-474-24 180,1238 3 3315,-1434-2-2470,0-2 0,0-2 0,65-19 0,-5 2 683,-72 16-846,-25 7-718,1 0-1,-1 0 1,1-1-1,0 1 1,-1 0-1,1 0 1,-1 0-1,1 0 1,0-1-1,-1 1 1,1 0-1,-1 0 1,1-1-1,-1 1 1,1-1-1,-1 1 1,0 0-1,1-1 0,-1 1 1,1-1-1,-1 1 1,0-1-1,1 1 1,-1-1-1,0 1 1,0-1-1,1 1 1,-1-1-1,0 0 1,0 1-1,0-1 1,0 1-1,0-1 1,0 1-1,1-1 0,-2 0 1,-5-5-6806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01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66 24575,'50'0'0,"0"-3"0,67-12 0,-42 5 0,1 4 0,136 7 0,-79 2 0,-100-3 0,1-1 0,-1-2 0,0 0 0,35-10 0,-33 7-59,0 1 1,1 2-1,-1 1 0,41 4 0,-29-1-1012,-20-1-5755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02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299 0 24575,'0'3'0,"-1"0"0,0 0 0,0 0 0,0 0 0,-1 0 0,1-1 0,-1 1 0,1-1 0,-1 1 0,0-1 0,0 1 0,-2 2 0,-28 25 0,-49 21 0,63-41 0,0 1 0,1 0 0,0 1 0,0 1 0,1 1 0,1 0 0,-20 24 0,33-36 0,1-1 0,0 1 0,0-1 0,0 0 0,0 1 0,0 0 0,1-1 0,-1 1 0,0 0 0,1-1 0,-1 1 0,1 0 0,-1 0 0,1-1 0,0 1 0,0 0 0,0 0 0,0 0 0,0-1 0,0 1 0,1 0 0,-1 0 0,1 2 0,0-2 0,1 0 0,-1-1 0,1 1 0,-1 0 0,1-1 0,0 0 0,0 1 0,-1-1 0,1 0 0,0 0 0,0 0 0,0 0 0,0 0 0,0 0 0,1-1 0,1 1 0,13 3 0,-1-2 0,1 0 0,32-2 0,-44 0 0,929-3 0,-906 8 0,-23 0 0,-16 3 0,-3-4 0,0 0 0,0-1 0,0-1 0,-19 1 0,-40 7 0,-110 28 0,154-33 0,-1-1 0,0-1 0,-51-2 0,49-2 0,0 2 0,1 1 0,-33 6 0,-134 31 0,139-33 0,48-5 0,1-1 0,-1 1 0,1 1 0,-1 0 0,-12 4 0,22-5 0,-1-1 0,1 0 0,0 1 0,0-1 0,0 1 0,0-1 0,0 1 0,0-1 0,0 1 0,0 0 0,0 0 0,0-1 0,0 1 0,0 0 0,0 0 0,1 0 0,-1 0 0,0 0 0,1 0 0,-1 0 0,0 0 0,1 0 0,0 1 0,-1-1 0,1 0 0,0 0 0,-1 0 0,1 2 0,1 0 0,-1-1 0,1 0 0,0 0 0,-1 0 0,1 1 0,0-1 0,1 0 0,-1 0 0,0 0 0,1 0 0,-1-1 0,1 1 0,2 3 0,4 2 0,1 0 0,-1-1 0,1 0 0,0 0 0,18 8 0,8-1 0,0-2 0,43 9 0,-55-14 0,0 0 0,23 11 0,-30-10 0,0-1 0,1-1 0,0 0 0,0-1 0,24 2 0,-2-4 0,-9-1 0,55 8 0,62 11 0,-14-3 0,-80-10-161,1-2 1,79-4-1,-95-2-722,-11 1-5943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02.8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24575,'90'-1'0,"99"3"0,-187-2 0,1 0 0,-1 0 0,0 0 0,0 1 0,0-1 0,0 0 0,1 1 0,-1 0 0,0-1 0,0 1 0,0 0 0,0 0 0,0 0 0,-1 1 0,1-1 0,0 0 0,0 1 0,-1-1 0,1 1 0,-1-1 0,1 1 0,0 2 0,-1-2 0,-1 0 0,0 0 0,1 0 0,-1 0 0,0 0 0,0 0 0,0 0 0,-1 0 0,1 0 0,0 0 0,-1 0 0,0 0 0,1 0 0,-1-1 0,0 1 0,0 0 0,0 0 0,0 0 0,0-1 0,0 1 0,0-1 0,-1 1 0,-2 2 0,-19 20 0,-1-1 0,-36 26 0,-28 26 0,53-48 0,-9 6 0,42-31 0,0 0 0,1-1 0,-1 1 0,0 0 0,1 0 0,-1 0 0,1 0 0,0 1 0,0-1 0,-1 0 0,2 1 0,-1-1 0,0 0 0,0 1 0,0 4 0,1-5 0,1-1 0,-1 1 0,1-1 0,-1 1 0,1-1 0,0 1 0,-1-1 0,1 0 0,0 1 0,0-1 0,0 0 0,0 0 0,0 0 0,0 1 0,1-1 0,-1 0 0,0 0 0,1-1 0,-1 1 0,0 0 0,1 0 0,-1-1 0,1 1 0,-1-1 0,1 1 0,-1-1 0,1 0 0,-1 1 0,1-1 0,2 0 0,55 4 0,-52-4 0,249-3-1365,-229 3-5461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03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499 1 24575,'-6'1'0,"0"0"0,1 1 0,-1-1 0,1 2 0,0-1 0,-1 0 0,1 1 0,0 0 0,1 0 0,-1 1 0,0-1 0,1 1 0,0 0 0,0 0 0,-5 6 0,-16 13 0,17-15 0,-1 0 0,1 1 0,-10 14 0,12-14 0,-1-1 0,0 0 0,0 0 0,-15 11 0,-43 40 0,53-46 0,0-1 0,0 1 0,1 1 0,1 0 0,0 1 0,1 0 0,-10 22 0,-16 24 0,24-45 0,2 0 0,0 0 0,0 0 0,2 1 0,0 1 0,0-1 0,-5 30 0,1 7 0,2 1 0,-2 84 0,10-68 0,5 106 0,-3-169 0,0 0 0,1 0 0,1 0 0,-1 0 0,1-1 0,1 1 0,-1-1 0,1 0 0,0 0 0,1 0 0,0 0 0,8 8 0,9 8 0,46 37 0,-60-54 0,1 1 0,1 0 0,0-1 0,1-1 0,-1 0 0,1 0 0,0-1 0,0 0 0,0-1 0,1 0 0,-1 0 0,15 0 0,16-1 0,77-4 0,-44 0 0,7 3-70,-42 0-254,0-1 0,-1-1 1,70-13-1,-82 8-6502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03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1 24575,'1'4'0,"0"0"0,0 0 0,1 0 0,0 0 0,-1-1 0,1 1 0,1 0 0,-1-1 0,4 5 0,9 15 0,-8-6 0,1 0 0,1-1 0,1 0 0,0 0 0,15 16 0,-8-10 0,0 0 0,-2 1 0,15 31 0,16 25 0,-31-57 0,-1 2 0,-1 0 0,-1 0 0,-1 1 0,-1 1 0,-1 0 0,-1 0 0,-2 1 0,-1-1 0,-1 2 0,-1-1 0,0 33 0,-3 7 0,-3 83 0,2-142 0,-1-1 0,0 1 0,0-1 0,0 0 0,-1 1 0,0-1 0,0-1 0,-1 1 0,0 0 0,0-1 0,0 0 0,-1 0 0,0 0 0,0 0 0,-1-1 0,0 0 0,-12 8 0,-3 1 0,-1-1 0,0-1 0,-1-1 0,-26 8 0,25-12-195,0-1 0,-1-1 0,0-1 0,0-1 0,0-2 0,-45-2 0,43 0-6631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21.0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2 24575,'111'-2'0,"120"5"0,-229-3 0,1 1 0,-1-1 0,1 0 0,-1 1 0,1 0 0,-1-1 0,0 1 0,0 0 0,1 0 0,-1 0 0,0 1 0,0-1 0,0 0 0,0 1 0,0-1 0,0 1 0,-1 0 0,1 0 0,0 0 0,-1 0 0,0 0 0,2 2 0,-2-3 0,-1 1 0,0 0 0,1-1 0,-1 1 0,0-1 0,0 1 0,0 0 0,0-1 0,0 1 0,-1-1 0,1 1 0,0 0 0,-1-1 0,1 1 0,-1-1 0,1 1 0,-1-1 0,0 1 0,0-1 0,0 0 0,1 1 0,-1-1 0,0 0 0,-1 0 0,1 0 0,0 0 0,0 0 0,0 0 0,-1 0 0,1 0 0,-1 0 0,1 0 0,0-1 0,-3 2 0,-25 12 0,-2-1 0,-41 12 0,-29 11 0,47-22 0,-3 2 0,54-15 0,0 0 0,0 0 0,0 1 0,1-1 0,-1 1 0,0 0 0,1 0 0,0 0 0,-1 0 0,1 0 0,0 1 0,0-1 0,0 1 0,0-1 0,-1 4 0,2-5 0,1 1 0,-1 0 0,1 0 0,-1-1 0,1 1 0,0 0 0,0 0 0,0-1 0,0 1 0,0 0 0,0 0 0,1-1 0,-1 1 0,0 0 0,1 0 0,-1-1 0,1 1 0,0 0 0,0-1 0,-1 1 0,1-1 0,0 1 0,0-1 0,1 0 0,-1 1 0,0-1 0,0 0 0,1 0 0,-1 0 0,0 1 0,1-2 0,-1 1 0,3 1 0,2 2 0,1 0 0,-1-1 0,1 0 0,0 0 0,0 0 0,12 2 0,4-2 0,1-1 0,40-1 0,-44-2 0,1 2 0,-1 0 0,1 1 0,24 5 0,-26-1-124,0-2 0,1 0 0,0-1 0,0-1 0,0-1 0,-1 0-1,1-2 1,0 0 0,0-2 0,29-6 0,-29 2-6702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21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 24575,'0'5'0,"0"8"0,0 6 0,0 5 0,0 4 0,0 3 0,0 1 0,0 0 0,0 0 0,0 1 0,0-2 0,0 1 0,0-1 0,-6-5 0,-6-8 0,-1-11 0,1-8-8191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21.4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24575,'0'5'0,"0"2"-8191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21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24575,'3'3'0,"1"0"0,0 0 0,0-1 0,1 1 0,-1-1 0,1 0 0,-1 0 0,1 0 0,-1-1 0,1 0 0,9 2 0,59 1 0,-56-3 0,-1-1 0,0 1 0,0 1 0,0 0 0,0 1 0,-1 1 0,0 0 0,1 1 0,15 9 0,-30-14 0,1 1 0,-1 0 0,1 0 0,-1 0 0,0 0 0,0 0 0,0 1 0,0-1 0,0 0 0,0 1 0,0-1 0,0 0 0,0 1 0,0-1 0,-1 1 0,1-1 0,-1 1 0,1 0 0,-1-1 0,1 1 0,-1-1 0,0 1 0,0 0 0,0-1 0,0 1 0,0 0 0,-1 2 0,-1 4 0,0 0 0,-1-1 0,0 1 0,-6 12 0,-6 11 0,12-20 0,0 0 0,1 0 0,0 0 0,0 0 0,1 0 0,1 1 0,1 15 0,-1-23 0,1-1 0,-1 1 0,1-1 0,0 1 0,0-1 0,0 1 0,0-1 0,1 0 0,-1 0 0,1 0 0,0 0 0,0 0 0,0 0 0,0 0 0,1-1 0,-1 1 0,1-1 0,-1 1 0,1-1 0,0 0 0,0 0 0,0 0 0,0-1 0,0 1 0,1-1 0,-1 1 0,5 0 0,16 2 0,1-1 0,0-1 0,0-1 0,0-1 0,27-4 0,19 0 0,-62 4-170,1 0-1,0-1 0,0-1 1,0 1-1,0-2 0,-1 1 1,15-7-1,3-4-6655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22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0 24575,'0'529'0,"1"-522"20,-2 0 0,1 0 0,-1 0 0,0 0 0,-2 7 0,2-11-103,0-1 1,0 1-1,0-1 1,0 0-1,0 0 1,-1 0-1,1 1 1,-1-1-1,1-1 1,-1 1-1,0 0 1,0 0-1,0-1 1,0 1-1,0-1 1,0 1-1,-3 1 1,-15 4-6744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22.6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128 0 24575,'0'0'0,"1"0"0,-1 0 0,1 0 0,0 1 0,-1-1 0,1 0 0,-1 0 0,1 0 0,-1 1 0,1-1 0,-1 0 0,1 1 0,-1-1 0,0 0 0,1 1 0,-1-1 0,1 0 0,-1 1 0,0-1 0,1 1 0,-1-1 0,0 1 0,0-1 0,1 1 0,-1-1 0,0 1 0,0-1 0,0 1 0,1-1 0,-1 1 0,0 0 0,0-1 0,0 1 0,0-1 0,0 1 0,0-1 0,0 1 0,-1 0 0,1-1 0,0 1 0,0-1 0,0 1 0,0-1 0,-1 1 0,1-1 0,0 1 0,0-1 0,-1 1 0,0 0 0,-16 34 0,13-27 0,-3 2 0,0 1 0,0-1 0,-1 0 0,-11 11 0,12-15 0,1 1 0,0 0 0,0 0 0,1 0 0,0 0 0,0 1 0,1 0 0,0 0 0,0 0 0,-4 15 0,6-13 0,1-1 0,-1 1 0,1 0 0,1 0 0,0-1 0,0 1 0,1 0 0,1 0 0,-1-1 0,5 15 0,-4-19 0,0 0 0,1 0 0,-1 0 0,1 0 0,0-1 0,0 1 0,1-1 0,-1 0 0,1 0 0,0 0 0,0 0 0,0 0 0,1-1 0,-1 0 0,1 0 0,0 0 0,0-1 0,0 0 0,10 4 0,10-1 0,1 0 0,0-2 0,0 0 0,0-2 0,0-1 0,30-4 0,15 1 0,114 2-1365,-159 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3.1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63 24575,'-2'19'0,"0"0"0,0 0 0,-8 23 0,5-19 0,-5 41 0,9-48 0,0-1 0,-7 25 0,7-36 0,0-1 0,0 1 0,0 0 0,-1-1 0,1 1 0,-1-1 0,0 1 0,0-1 0,0 0 0,0 0 0,-1 0 0,1 0 0,-1 0 0,0 0 0,0-1 0,-3 3 0,6-5 0,-1 0 0,1 0 0,-1 1 0,1-1 0,0 0 0,-1 0 0,1 0 0,-1 0 0,1-1 0,0 1 0,-1 0 0,1 0 0,-1 0 0,1 0 0,0 0 0,-1 0 0,1-1 0,0 1 0,-1 0 0,1 0 0,0 0 0,-1-1 0,1 1 0,0 0 0,-1-1 0,1 1 0,0 0 0,0-1 0,-1 1 0,1 0 0,0-1 0,0 1 0,0 0 0,0-1 0,-1 1 0,1-1 0,0 1 0,0 0 0,0-1 0,0 1 0,0-1 0,0 0 0,-3-20 0,3 20 0,-1-12 0,0 1 0,1 0 0,1 0 0,0-1 0,1 1 0,0 0 0,1 0 0,0 0 0,1 0 0,1 1 0,-1 0 0,2-1 0,0 2 0,14-21 0,-3 7 0,-14 20 0,0-1 0,-1 1 0,1 0 0,1 0 0,-1 0 0,1 0 0,-1 1 0,1 0 0,0-1 0,0 1 0,1 1 0,-1-1 0,0 1 0,1-1 0,0 1 0,-1 0 0,1 1 0,0-1 0,6 0 0,-8 1 0,0 1 0,0-1 0,1 1 0,-1 0 0,0 0 0,0 0 0,1 0 0,-1 1 0,0-1 0,0 1 0,0 0 0,0 0 0,1 0 0,-1 0 0,-1 0 0,1 1 0,0-1 0,0 1 0,0 0 0,4 4 0,-4-2 0,0 0 0,0 0 0,-1 0 0,1 1 0,-1-1 0,0 1 0,-1-1 0,1 1 0,-1-1 0,0 1 0,0 0 0,0 0 0,0 8 0,1 14 0,-2-10 0,2 0 0,5 24 0,-6-34 0,1-1 0,1 1 0,-1-1 0,1 0 0,0 0 0,1 0 0,0 0 0,-1-1 0,9 9 0,-7-8 0,1-1 0,0 0 0,1 0 0,-1-1 0,1 1 0,0-1 0,0-1 0,0 1 0,1-1 0,-1-1 0,1 1 0,-1-1 0,1-1 0,0 1 0,0-1 0,0-1 0,10 1 0,-5-2 0,0 0 0,0-1 0,0 0 0,-1 0 0,1-2 0,-1 1 0,1-2 0,-1 0 0,21-11 0,-20 6 0,1-1 0,-1 0 0,-1 0 0,0-1 0,-1-1 0,14-18 0,26-29 0,-40 49 0,-1 0 0,0 0 0,-1-1 0,10-16 0,-17 26 0,-1-1 0,1 1 0,-1-1 0,0 1 0,0-1 0,0 0 0,0 0 0,0 1 0,-1-1 0,1 0 0,-1 0 0,1 0 0,-1 0 0,0 1 0,0-1 0,-1 0 0,1 0 0,0 0 0,-1 0 0,0 1 0,0-1 0,0 0 0,0 0 0,0 1 0,0-1 0,-1 1 0,1-1 0,-1 1 0,-3-5 0,2 5 0,1 0 0,-1 0 0,1 0 0,-1 1 0,0-1 0,0 0 0,1 1 0,-1 0 0,0 0 0,0 0 0,-1 0 0,1 0 0,0 1 0,0-1 0,0 1 0,0 0 0,-1 0 0,1 0 0,0 0 0,0 0 0,-1 1 0,1 0 0,0-1 0,-3 3 0,2-2 0,0 1 0,1-1 0,-1 1 0,1 0 0,-1 0 0,1 1 0,0-1 0,0 1 0,0-1 0,0 1 0,0 0 0,1 0 0,-1 0 0,1 0 0,0 1 0,0-1 0,0 1 0,1-1 0,-3 6 0,0 10 0,1 1 0,0-1 0,2 1 0,0 0 0,1-1 0,1 1 0,1 0 0,7 35 0,-6-48 0,-1 0 0,1 0 0,0 0 0,1 0 0,0 0 0,0-1 0,0 0 0,7 8 0,47 42 0,-26-27 0,-24-22 0,-1-1 0,1 0 0,0 0 0,0-1 0,1 0 0,0-1 0,17 7 0,-6-4 0,0-2 0,34 4 0,11 4 0,-42-8 0,0 0 0,24 0 0,-33-4 0,12 1 0,0-2 0,0 0 0,34-5 0,-52 3 0,0 0 0,0 0 0,-1 0 0,1-1 0,-1 0 0,0 0 0,0-1 0,0 0 0,0 0 0,0-1 0,-1 1 0,0-2 0,0 1 0,0-1 0,5-7 0,49-71 0,-54 75 0,-1 0 0,0 0 0,-1-1 0,0 0 0,0 0 0,-1 0 0,3-17 0,-6 23 0,1 0 0,-1-1 0,0 1 0,-1 0 0,1 0 0,-1 0 0,0-1 0,0 1 0,0 0 0,0 0 0,-1 0 0,0 0 0,0 0 0,0 1 0,0-1 0,0 1 0,-1-1 0,0 1 0,1 0 0,-1 0 0,0 0 0,-1 0 0,-6-4 0,3 2 0,-1 1 0,0 0 0,0 0 0,0 1 0,0 0 0,-1 0 0,1 1 0,-1 0 0,0 0 0,-12 1 0,12 0 0,0 1 0,0 0 0,0 0 0,0 1 0,0 0 0,0 1 0,1 0 0,-1 0 0,-10 5 0,15-5 0,0 1 0,0-1 0,0 1 0,1 0 0,-1 0 0,1 0 0,0 0 0,0 0 0,0 1 0,0 0 0,0-1 0,1 1 0,0 0 0,0 0 0,0 1 0,0-1 0,1 0 0,-1 1 0,-1 8 0,0 2 0,1 0 0,0 0 0,1 0 0,0 1 0,3 23 0,-1-35 0,0 1 0,0 0 0,0-1 0,0 1 0,1-1 0,0 1 0,0-1 0,0 0 0,4 7 0,-4-9 0,0 0 0,0 0 0,0 0 0,0 0 0,0-1 0,0 1 0,1-1 0,-1 1 0,0-1 0,1 0 0,-1 1 0,1-1 0,0-1 0,-1 1 0,1 0 0,0-1 0,4 1 0,-5 0 0,0-1 0,0 0 0,0 0 0,0 0 0,0 0 0,0 0 0,0-1 0,-1 1 0,1-1 0,0 1 0,0-1 0,0 1 0,0-1 0,-1 0 0,1 0 0,0 0 0,0 0 0,-1 0 0,1-1 0,-1 1 0,2-2 0,0-2 0,0 1 0,0-1 0,-1 1 0,1-1 0,-1 0 0,1-6 0,-1 6 0,-1 1 0,1-1 0,0 1 0,0 0 0,0-1 0,1 1 0,4-6 0,-7 10 0,0 0 0,1 0 0,-1 0 0,0 0 0,0-1 0,0 1 0,1 0 0,-1 0 0,0 0 0,0 0 0,1 0 0,-1 0 0,0 0 0,0 0 0,1 0 0,-1 0 0,0 0 0,0 0 0,1 0 0,-1 0 0,0 0 0,0 0 0,0 0 0,1 0 0,-1 0 0,0 0 0,0 0 0,1 0 0,-1 0 0,0 0 0,0 1 0,1-1 0,-1 0 0,0 0 0,0 0 0,0 0 0,0 1 0,1-1 0,-1 0 0,0 0 0,0 0 0,0 1 0,0-1 0,0 0 0,0 0 0,1 0 0,-1 1 0,0-1 0,0 0 0,0 0 0,0 1 0,0-1 0,0 0 0,0 0 0,0 1 0,4 18 0,-3-16 0,26 83 0,-19-66 0,-2-1 0,0 1 0,-1 0 0,4 37 0,-5-15 0,2 0 0,2 0 0,16 50 0,-20-80 0,-1 0 0,0 0 0,-1 1 0,0-1 0,0 20 0,-2-29 0,-1-1 0,1 1 0,0 0 0,-1-1 0,1 1 0,-1 0 0,0-1 0,0 1 0,0-1 0,0 1 0,-1-1 0,1 0 0,0 0 0,-1 1 0,0-1 0,0 0 0,1 0 0,-1 0 0,0-1 0,0 1 0,-1 0 0,1-1 0,0 0 0,0 1 0,-1-1 0,1 0 0,-1 0 0,1 0 0,-1 0 0,0-1 0,-4 2 0,4-2 0,-1 1 0,1 0 0,0-1 0,0 0 0,0 0 0,0 0 0,0 0 0,-1 0 0,1-1 0,0 1 0,0-1 0,0 0 0,0 0 0,0 0 0,0 0 0,0 0 0,0-1 0,1 1 0,-1-1 0,0 0 0,1 0 0,0 0 0,-1 0 0,-3-5 0,4 3 0,0 1 0,0-1 0,0 0 0,0-1 0,1 1 0,0 0 0,0 0 0,0-1 0,0 1 0,1 0 0,0-1 0,0 1 0,0 0 0,0-1 0,1 1 0,-1-1 0,3-7 0,-1 5 0,0 0 0,1 0 0,-1 1 0,1-1 0,1 1 0,-1-1 0,1 1 0,0 0 0,0 0 0,1 1 0,0-1 0,0 1 0,9-7 0,3 0 0,0 2 0,0 0 0,29-12 0,8-4 0,-22 7 0,0-2 0,31-27 0,28-19 0,-82 61-273,0-1 0,0 0 0,0 0 0,7-10 0,0 0-6553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3.5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27 24575,'-1'-2'0,"1"1"0,-1-1 0,1 1 0,-1 0 0,0 0 0,1-1 0,-1 1 0,0 0 0,0 0 0,0 0 0,0 0 0,0 0 0,0 0 0,0 0 0,0 0 0,-1 0 0,1 0 0,0 1 0,0-1 0,-1 1 0,1-1 0,-1 1 0,1-1 0,0 1 0,-1 0 0,1-1 0,-1 1 0,1 0 0,-3 0 0,-3-1 0,-1 1 0,1-1 0,0 1 0,-12 2 0,15-1 0,0 0 0,0 0 0,0 1 0,1-1 0,-1 1 0,1 0 0,-1 0 0,1 0 0,0 0 0,-1 0 0,1 1 0,0 0 0,1 0 0,-1 0 0,0 0 0,1 0 0,0 0 0,0 0 0,0 1 0,0-1 0,0 1 0,1 0 0,-1-1 0,1 1 0,0 0 0,-1 8 0,1-3 0,0 1 0,0-1 0,1 1 0,0 0 0,1-1 0,0 1 0,0-1 0,1 1 0,1-1 0,3 11 0,-6-19 0,1 1 0,-1-1 0,0 0 0,1 0 0,-1 0 0,1 0 0,-1 0 0,1 0 0,0-1 0,-1 1 0,1 0 0,0 0 0,0 0 0,0 0 0,-1-1 0,1 1 0,0 0 0,0-1 0,0 1 0,0-1 0,0 1 0,0-1 0,0 0 0,0 1 0,2-1 0,25-7 0,-26 6 0,1 0 0,-1 0 0,0 0 0,0 0 0,1 1 0,-1-1 0,0 0 0,1 1 0,-1 0 0,1 0 0,-1 0 0,1 0 0,-1 0 0,0 0 0,1 0 0,-1 1 0,1-1 0,2 2 0,-2 0 0,0 0 0,0 1 0,0 0 0,0-1 0,-1 1 0,1 0 0,-1 0 0,1 0 0,-1 1 0,3 6 0,-4-7 0,1 0 0,0 0 0,-1 0 0,1-1 0,0 1 0,0 0 0,1-1 0,-1 0 0,0 1 0,1-1 0,4 3 0,-7-5-34,1 0 0,-1 0 0,1 0 0,-1 0 0,1 0-1,0 0 1,-1 0 0,1 0 0,-1 0 0,1 0 0,-1 0 0,1 0 0,-1-1-1,1 1 1,-1 0 0,0 0 0,1 0 0,-1-1 0,1 1 0,-1 0-1,1-1 1,-1 1 0,0 0 0,1-1 0,-1 1 0,0-1 0,1 1 0,-1 0-1,0-1 1,0 1 0,1-1 0,-1 1 0,0-1 0,0 1 0,0-1 0,0 1-1,1-1 1,-1 1 0,0-2 0,4-12-6792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3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0 24575,'-2'90'0,"5"101"0,11-95 0,-8-63 0,3 46 0,-8-67 0,-2 0 0,1 0 0,-2 0 0,1 0 0,-2 0 0,1-1 0,-8 20 0,9-28-32,-1-1-1,1 1 1,0 0-1,-1-1 1,0 1-1,0-1 1,1 0-1,-1 1 1,-1-1-1,1 0 1,0 0-1,0 0 1,-1 0-1,1-1 1,-1 1-1,0-1 1,1 1-1,-1-1 1,0 0-1,0 0 1,0 0-1,0-1 1,0 1-1,0-1 1,0 1-1,0-1 1,0 0-1,0 0 1,0-1-1,0 1 1,0 0-1,0-1 1,1 0-1,-1 0 1,0 0-1,0 0 1,0 0-1,1 0 0,-1-1 1,0 1-1,-3-4 1,-9-8-6794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4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24575,'68'-1'0,"79"3"0,-143-1 0,0-1 0,-1 1 0,1 0 0,0 0 0,-1 0 0,0 1 0,1-1 0,-1 1 0,0 0 0,1 0 0,-1 0 0,0 0 0,-1 1 0,1-1 0,0 1 0,-1-1 0,5 6 0,1 5 0,-1-1 0,0 1 0,7 18 0,9 14 0,-17-33 0,0 1 0,-1-1 0,-1 1 0,5 19 0,-6-20 0,1 1 0,0-1 0,0-1 0,1 1 0,8 13 0,-7-14 12,0 0 0,-1 1 0,-1 0 0,0 0 0,0 0 0,3 25 0,7 21-1461,-7-38-5377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4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24575,'0'-5'0,"0"4"0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4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24575,'6'1'0,"-1"1"0,0 0 0,0 0 0,0 1 0,0-1 0,-1 1 0,1 0 0,6 6 0,2 0 0,106 76 0,-80-58 0,-15-10 0,2-1 0,-1-1 0,39 16 0,-47-27-1365,-4-4-5461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5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24575,'0'36'0,"2"0"0,1 1 0,11 51 0,-11-71 0,1 0 0,1-1 0,1 0 0,0 1 0,15 26 0,-18-39 0,-1-1 0,1 1 0,-1-1 0,1 1 0,0-1 0,1 0 0,-1 0 0,0 0 0,1-1 0,0 1 0,-1-1 0,1 0 0,0 0 0,0 0 0,0-1 0,1 1 0,-1-1 0,0 0 0,0 0 0,1-1 0,-1 1 0,1-1 0,-1 0 0,0 0 0,1 0 0,-1-1 0,1 1 0,4-3 0,-4 2 0,-1-1 0,1 0 0,-1 0 0,0 0 0,0 0 0,0-1 0,0 1 0,-1-1 0,1 0 0,-1 0 0,1-1 0,-1 1 0,0-1 0,0 0 0,-1 1 0,1-1 0,-1 0 0,0-1 0,0 1 0,0 0 0,2-8 0,2-10 0,0 0 0,-1-1 0,1-23 0,-6 46 0,1-6 0,-1 1 0,0-1 0,0 1 0,0 0 0,-1-1 0,0 1 0,0 0 0,-3-9 0,4 12 0,-1 1 0,1-1 0,-1 1 0,0-1 0,1 1 0,-1 0 0,0-1 0,0 1 0,0 0 0,0 0 0,0 0 0,0-1 0,-1 1 0,1 0 0,0 0 0,0 1 0,-1-1 0,1 0 0,-1 0 0,1 1 0,-1-1 0,1 1 0,-1-1 0,1 1 0,-1 0 0,1-1 0,-1 1 0,1 0 0,-1 0 0,0 0 0,1 0 0,-1 0 0,-2 1 0,1 0 0,1 0 0,0 0 0,0 0 0,0 0 0,0 1 0,0-1 0,0 1 0,1-1 0,-1 1 0,0-1 0,1 1 0,-1 0 0,1 0 0,0 0 0,-1 0 0,1 0 0,0 0 0,0 0 0,0 0 0,0 0 0,1 1 0,-1-1 0,0 4 0,-1 7 0,0 1 0,-1 23 0,3-33 0,0 2 0,0 1 0,1-1 0,-1 1 0,1 0 0,1-1 0,-1 0 0,1 1 0,0-1 0,1 0 0,-1 0 0,1 0 0,1 0 0,-1 0 0,7 7 0,1 0 0,1 0 0,1-1 0,0-1 0,20 14 0,-25-19 0,0 0 0,0-1 0,1 0 0,-1 0 0,1-1 0,0 0 0,1-1 0,-1 0 0,0-1 0,1 1 0,0-2 0,19 2 0,4 0 0,37 8 0,-39-5 0,52 4 0,-69-10-118,-9 1 35,1-1 0,0 1 0,-1-1 0,1 0 0,0-1-1,-1 1 1,1-1 0,0 0 0,-1-1 0,1 1 0,-1-1-1,0 0 1,1-1 0,7-4 0,0-7-6743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6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60 24575,'0'746'0,"1"-721"0,2 0 0,8 38 0,-5-34 0,3 39 0,-9-14 0,-1-39 0,1 0 0,1 0 0,0 1 0,5 24 0,-6-40 0,0 1 0,0-1 0,0 1 0,0-1 0,0 1 0,0-1 0,0 1 0,0-1 0,0 1 0,0-1 0,1 1 0,-1-1 0,0 1 0,0-1 0,0 1 0,1-1 0,-1 0 0,0 1 0,1-1 0,-1 1 0,0-1 0,1 0 0,-1 1 0,0-1 0,1 0 0,-1 1 0,1-1 0,-1 0 0,1 0 0,-1 0 0,1 1 0,-1-1 0,1 0 0,7-16 0,-1-29 0,-4-338 0,-6 197 0,3-216 0,1 392 0,0 0 0,0 0 0,1 0 0,0 1 0,1-1 0,0 1 0,0-1 0,1 1 0,5-10 0,-7 16 0,-1 0 0,1 0 0,-1 1 0,1-1 0,0 0 0,0 1 0,0-1 0,0 1 0,1 0 0,-1 0 0,1 0 0,-1 0 0,1 0 0,0 0 0,0 1 0,0-1 0,0 1 0,0 0 0,0 0 0,0 0 0,0 0 0,0 0 0,1 1 0,-1 0 0,0-1 0,0 1 0,1 0 0,-1 1 0,0-1 0,0 0 0,5 2 0,-2 2 0,1 0 0,0 0 0,-1 0 0,0 1 0,0 0 0,0 0 0,-1 1 0,1-1 0,-1 1 0,-1 0 0,6 9 0,9 10 0,-15-21 0,-1-1 0,-1 1 0,1 0 0,0 0 0,-1 0 0,0 0 0,0 0 0,0 1 0,-1-1 0,1 1 0,-1-1 0,0 1 0,0-1 0,0 7 0,-1-8 0,-1 0 0,1 0 0,-1 0 0,1 0 0,-1 0 0,0 0 0,0 0 0,-1 0 0,1 0 0,-1 0 0,1-1 0,-1 1 0,0-1 0,0 1 0,0-1 0,0 0 0,0 0 0,0 0 0,-1 0 0,1 0 0,-1 0 0,-4 2 0,-7 4 0,-1-1 0,-1 0 0,1-1 0,-1-1 0,0-1 0,-30 5 0,11-5 0,1-1 0,-42-3 0,69-1-1365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6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34 135 24575,'-1'1'0,"0"-1"0,0 0 0,0 0 0,0 1 0,0-1 0,0 1 0,0-1 0,0 1 0,0 0 0,0-1 0,0 1 0,0 0 0,0 0 0,1-1 0,-1 1 0,0 0 0,1 0 0,-1 0 0,0 0 0,1 0 0,-1 0 0,1 0 0,0 0 0,-1 0 0,1 0 0,0 0 0,-1 1 0,-5 34 0,5-32 0,1-3 0,-2 15 0,0 1 0,1 0 0,1 0 0,0 0 0,4 23 0,-3-36 0,-1-1 0,1 0 0,0 0 0,1 1 0,-1-1 0,0 0 0,1 0 0,-1 0 0,1 0 0,0-1 0,0 1 0,0 0 0,1-1 0,-1 0 0,1 1 0,-1-1 0,1 0 0,0 0 0,-1 0 0,1-1 0,0 1 0,0-1 0,0 1 0,1-1 0,-1 0 0,0 0 0,0-1 0,1 1 0,-1-1 0,0 1 0,1-1 0,-1 0 0,6-1 0,-4 1 0,1 0 0,-1 0 0,1 0 0,-1-1 0,0 0 0,1 0 0,-1 0 0,0-1 0,0 0 0,0 0 0,0 0 0,0 0 0,-1-1 0,1 0 0,-1 0 0,0 0 0,1-1 0,-1 1 0,-1-1 0,1 0 0,0 0 0,-1 0 0,0-1 0,0 1 0,0-1 0,-1 0 0,0 1 0,1-1 0,-2 0 0,1-1 0,-1 1 0,1 0 0,-1 0 0,-1-1 0,1 1 0,-1-6 0,0 9 0,2-35 0,-4-53 0,1 80 0,0 0 0,0 1 0,-1-1 0,-1 1 0,1 0 0,-2 0 0,1 0 0,-1 0 0,-1 0 0,-9-15 0,3 14-1365,3 5-5461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6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 24575,'0'5'0,"0"8"0,-6 1 0,-1 3 0,1 5 0,0 3 0,3 3 0,0 2 0,2 1 0,0 0 0,1 1 0,1-5-8191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7.1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24575,'5'0'0,"2"5"0,0 8 0,-2 6 0,-1 5 0,-1 5 0,-2 1 0,-1 2 0,0 0 0,-5-5 0,-8-7 0,0-7-8191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7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24575,'0'5'0,"0"7"0,0 2-8191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8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378 67 24575,'0'-3'0,"0"0"0,-1 1 0,1-1 0,-1 0 0,0 1 0,1-1 0,-1 0 0,-1 1 0,1-1 0,0 1 0,0 0 0,-1-1 0,0 1 0,1 0 0,-1 0 0,0 0 0,0 0 0,0 0 0,0 0 0,0 1 0,-1-1 0,1 1 0,0 0 0,-1-1 0,1 1 0,-1 0 0,0 0 0,1 1 0,-1-1 0,0 0 0,-4 0 0,-11-1 0,-1 0 0,1 0 0,-32 3 0,31-1 0,5 0 0,1 1 0,0-1 0,0 2 0,0 0 0,-23 7 0,31-7 0,0 0 0,0 0 0,1 1 0,-1 0 0,1 0 0,-1 0 0,1 1 0,0-1 0,0 1 0,1 0 0,-1 0 0,1 0 0,0 1 0,0-1 0,0 1 0,-4 9 0,2-1 0,1-1 0,1 1 0,0 0 0,0 0 0,2 0 0,-2 24 0,4 0 0,4 42 0,-3-69 0,0 0 0,1 0 0,0-1 0,0 1 0,1-1 0,0 1 0,1-1 0,0-1 0,0 1 0,1-1 0,0 1 0,0-2 0,1 1 0,10 8 0,63 58 0,-76-71 0,1 0 0,0 1 0,0 0 0,-1 0 0,8 9 0,-12-13 0,1 1 0,-1-1 0,1 1 0,-1 0 0,0-1 0,1 1 0,-1 0 0,0-1 0,1 1 0,-1 0 0,0-1 0,0 1 0,0 0 0,0-1 0,0 1 0,0 0 0,0 0 0,0-1 0,0 1 0,0 0 0,0-1 0,0 1 0,0 0 0,-1 0 0,1-1 0,0 1 0,0 0 0,-1-1 0,1 1 0,0-1 0,-1 1 0,1 0 0,-1-1 0,1 1 0,-1-1 0,1 1 0,-1-1 0,0 0 0,1 1 0,-1-1 0,1 1 0,-1-1 0,0 0 0,1 0 0,-1 1 0,0-1 0,1 0 0,-1 0 0,0 0 0,0 0 0,-1 1 0,-1-1 0,-1 1 0,0 0 0,0-1 0,1 0 0,-1 0 0,0 0 0,0 0 0,1-1 0,-7-1 0,10 2 0,-1 0 0,0 0 0,1 0 0,-1-1 0,0 1 0,1 0 0,-1-1 0,0 1 0,1 0 0,-1-1 0,0 1 0,1-1 0,-1 1 0,1-1 0,-1 1 0,1-1 0,-1 0 0,1 1 0,-1-1 0,1 1 0,-1-2 0,1 1 0,0 0 0,0 0 0,1 0 0,-1 0 0,0 0 0,0 0 0,0 0 0,1 0 0,-1 0 0,1 0 0,-1 0 0,1 0 0,-1 0 0,1 1 0,-1-1 0,1 0 0,0 0 0,-1 1 0,1-1 0,0 0 0,0 0 0,11-8 0,-1 0 0,1 1 0,0 0 0,1 1 0,15-7 0,38-22 0,1-16-1365,-47 36-5461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8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24575,'0'5'0,"0"7"0,0 7 0,0 5 0,0 4 0,0 3 0,0 1 0,0 0 0,0 0 0,0-5-8191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8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9.1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0 24575,'1'0'0,"0"1"0,0-1 0,0 0 0,0 1 0,0-1 0,0 1 0,0-1 0,0 1 0,0 0 0,0-1 0,0 1 0,0 0 0,-1-1 0,1 1 0,0 0 0,0 0 0,-1 0 0,1 0 0,-1 0 0,1 0 0,-1 0 0,1 0 0,-1 0 0,1 0 0,-1 0 0,1 2 0,5 33 0,-5-33 0,4 82 0,-5 111 0,-2-72 0,1-94 0,0-1 0,-2 0 0,-11 50 0,10-55-5,-3 47 0,5-46 46,-7 45 0,7-63-172,0 1 0,-1-1 1,1 1-1,-2-1 1,1 0-1,-1 0 0,0-1 1,0 1-1,0-1 1,-7 7-1,-4 1-6695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9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95 24575,'0'-3'0,"0"1"0,0-1 0,0 1 0,1-1 0,-1 1 0,1-1 0,0 1 0,0 0 0,0-1 0,0 1 0,0 0 0,1 0 0,-1 0 0,0 0 0,1 0 0,0 0 0,-1 0 0,1 0 0,0 1 0,0-1 0,0 1 0,0-1 0,0 1 0,0 0 0,1 0 0,-1 0 0,0 0 0,1 0 0,-1 0 0,5 0 0,9-2 0,0 0 0,0 2 0,31 0 0,-9 1 0,40-14 0,-57 9 0,40-4 0,-51 8 0,-1 0 0,1 1 0,-1 1 0,1 0 0,-1 0 0,0 1 0,12 3 0,-17-4 0,0 1 0,-1 0 0,1 0 0,-1 0 0,1 0 0,-1 0 0,0 1 0,0-1 0,0 1 0,0 0 0,0 0 0,-1 0 0,1 1 0,-1-1 0,0 0 0,0 1 0,0 0 0,-1-1 0,3 8 0,16 52 0,40 105 0,-51-147-1365,-2-1-5461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9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49.8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24575,'5'2'0,"0"-1"0,1 1 0,-1 1 0,0-1 0,-1 1 0,1 0 0,0 0 0,7 6 0,1 1 0,39 23 0,-3 3 0,72 67 0,-108-93 35,-1 1-1,22 12 1,-22-16-402,0 1-1,-1 0 1,19 19 0,-17-13-6459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4:50.4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24575,'-1'73'0,"-1"-28"0,2-1 0,2 1 0,11 59 0,-12-101 0,1 11 0,1 0 0,1 0 0,0-1 0,1 0 0,7 13 0,-10-22 0,1 0 0,0 0 0,0 0 0,0 0 0,0-1 0,1 1 0,0-1 0,-1 0 0,1 0 0,0-1 0,1 1 0,-1-1 0,0 0 0,1 0 0,-1 0 0,1-1 0,-1 1 0,8 0 0,-1 0 0,0-1 0,1-1 0,-1 1 0,0-2 0,1 0 0,-1 0 0,0-1 0,0 0 0,0-1 0,0 0 0,0-1 0,-1 0 0,1-1 0,-1 0 0,0-1 0,-1 0 0,1 0 0,-1-1 0,0 0 0,-1-1 0,0 0 0,0 0 0,-1-1 0,9-12 0,-12 14 0,0-1 0,0 1 0,-1 0 0,-1-1 0,1 1 0,-1-1 0,0 0 0,-1 0 0,0 0 0,0 0 0,0 0 0,-2-14 0,1 19 0,0-1 0,-1 0 0,1 1 0,-1-1 0,0 1 0,0-1 0,0 1 0,0-1 0,-1 1 0,1 0 0,-1 0 0,0-1 0,0 1 0,0 0 0,0 1 0,-1-1 0,1 0 0,-1 1 0,0-1 0,0 1 0,1 0 0,-1 0 0,-1 0 0,1 0 0,0 0 0,0 1 0,-1 0 0,1-1 0,-5 0 0,-1 1 0,0-1 0,0 1 0,0 0 0,0 1 0,0 0 0,-1 1 0,1 0 0,0 0 0,0 1 0,-17 5 0,21-5 0,1 0 0,0 0 0,0 1 0,0 0 0,0-1 0,0 1 0,0 0 0,1 1 0,-1-1 0,1 1 0,0 0 0,0-1 0,0 1 0,1 1 0,-1-1 0,1 0 0,0 0 0,0 1 0,1-1 0,-1 1 0,1 0 0,-1 7 0,1-6 0,0 1 0,0-1 0,1 1 0,0-1 0,1 1 0,-1-1 0,1 0 0,0 1 0,1-1 0,-1 0 0,1 1 0,1-1 0,-1 0 0,1-1 0,0 1 0,0 0 0,1-1 0,0 0 0,0 0 0,0 0 0,9 8 0,-2-3 0,1-2 0,0 1 0,1-1 0,0-1 0,0 0 0,0-1 0,1-1 0,20 6 0,35 11 0,-40-11 0,0-2 0,1-1 0,0-2 0,0-1 0,34 2 0,247-9 0,-301 3-341,-1-2 0,1 0-1,17-3 1,-7-3-6485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5:18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1896 0 24575,'-8'20'4,"0"1"-1,1 0 1,-6 37-1,-2 5-243,-26 121-450,34-151 540,-2 1 0,-21 52 0,15-48-760,-13 55 0,16-48 751,-29 73 0,21-67-204,-14 65 390,-1 5-1880,-130 367 865,41-114 465,4-66 174,41-70-98,70-213 447,0 0 0,-18 31 0,14-28 0,-14 36 0,-14 62 0,-68 140 0,89-222 0,-13 48 0,-7 16 0,4-8 678,-6 14 138,21-63-559,-17 65 0,4-11 252,-6 26 124,26-79-200,-39 96-1,38-113-432,2 2 0,-9 38 0,-5 17 0,-37 62 0,38-94 0,-19 70 767,8-21-639,-8 27-158,9-24 364,30-91 312,0-1-1,-3 39 1,-2 5 203,-57 186-849,60-179 15,8-61-140,0 0-1,-1 0 1,0 0-1,-1 0 1,0 0-1,0-1 1,-1 1-1,0-1 1,-1 1-1,-7 12 1,-1-7-6701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59:33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947 178 24575,'-629'0'0,"611"0"0,0 1 0,1 1 0,-1 0 0,1 2 0,-1 0 0,1 1 0,0 1 0,1 0 0,-26 14 0,33-16 0,1 1 0,0 0 0,1 1 0,-1 0 0,1 0 0,0 1 0,1 0 0,0 0 0,0 0 0,0 1 0,1 0 0,0 0 0,0 0 0,1 0 0,0 1 0,1 0 0,0 0 0,0 0 0,-2 15 0,3-4 0,0 0 0,1 1 0,2-1 0,0 0 0,1 0 0,6 27 0,-5-34 0,1 0 0,0 0 0,1 0 0,1 0 0,0-1 0,1 0 0,0 0 0,1-1 0,0 1 0,12 11 0,9 11 0,-20-22 0,0-2 0,19 18 0,-15-15 0,0 0 0,15 20 0,-19-22 0,0 0 0,1 0 0,0-1 0,1 0 0,14 9 0,128 71 0,-105-63 0,-6-5 0,1-2 0,1-2 0,0-2 0,64 14 0,-75-24 47,37 2 0,28 5-1218,132 28 395,-180-33 358,0-2 1,0-3-1,100-5 1,-45 0 123,382 1-628,-458 0 922,0-2 0,39-9 0,27-3 0,-49 9 476,-1-2-1,57-17 0,-29 6-151,-34 10-170,-27 8 5,0-2-1,0 1 1,0-2 0,-1 1 0,0-2 0,0 1 0,14-9 0,53-33-32,-53 33 123,-1-1 1,0-1-1,26-22 0,-44 32-221,0-1 0,0-1 0,0 1 0,-1-1 0,1 0 1,-2 0-1,1-1 0,-1 1 0,0-1 0,-1 0 0,1 0 0,-2 0 0,1-1 0,1-13 0,0-20-29,-2 1 0,-5-53 0,0 24 0,3 55 0,-2 0 0,0 0 0,0-1 0,-2 1 0,0 1 0,0-1 0,-2 1 0,1-1 0,-2 1 0,0 1 0,-11-17 0,2 8 0,-1 1 0,-2 0 0,0 1 0,0 1 0,-32-23 0,27 23 0,-1 1 0,0 1 0,-51-24 0,17 10 0,41 21 0,1 1 0,-2 0 0,1 2 0,-21-6 0,-62-19 0,64 20 0,1 1 0,-48-8 0,-4 12 0,-159 6 0,107 3 0,29-4 0,-124 5 0,219-1 0,0 0 0,1 1 0,-1 0 0,1 2 0,0-1 0,0 2 0,1 0 0,-1 1 0,1 0 0,1 1 0,0 1 0,0 0 0,-16 15 0,6-4 0,-31 21 0,36-29 0,2 0 0,-1 2 0,2 0 0,-25 27 0,-39 78 124,28-41-1613,40-61-5337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59:45.0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1143 24575,'18'-2'0,"-1"0"0,1-1 0,-1-1 0,0 0 0,0-1 0,0-1 0,16-8 0,27-9 0,-30 11 0,-2-1 0,0 0 0,48-33 0,21-7 0,-70 40 0,-1-1 0,0-1 0,-1-1 0,35-31 0,26-23 0,-56 48 0,41-40 0,-69 60 0,50-50 0,88-117 0,-95 109 0,-27 39 0,-1-2 0,22-40 0,-31 48 0,-1-1 0,0 0 0,-1-1 0,-1 1 0,-1-1 0,0 0 0,-2 0 0,0 0 0,0-30 0,-2-21-1365,-1 38-5461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59:45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69 24575,'9'-1'0,"0"0"0,0-1 0,-1 0 0,1 0 0,11-5 0,24-5 0,28-7 0,-58 14 0,0 0 0,0 2 0,0-1 0,1 2 0,-1 0 0,22 0 0,-30 6 0,-13 2 0,-12 4 0,-28 10 0,2 2 0,1 2 0,-51 37 0,89-57 0,0 1 0,1 1 0,0-1 0,0 1 0,0 0 0,1 0 0,0 0 0,0 0 0,0 1 0,-3 9 0,-2 10 0,-11 41 0,5-11 0,8-28-173,1 0-1,2 0 1,1 1-1,1-1 0,3 43 1,-1-62-151,0 21-6502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6:57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24575,'1'0'0,"1"0"0,-1 1 0,0-1 0,0 1 0,0-1 0,1 1 0,-1-1 0,0 1 0,0 0 0,0-1 0,0 1 0,0 0 0,0 0 0,0 0 0,0 0 0,-1 0 0,1 0 0,0 0 0,-1 0 0,1 0 0,0 0 0,-1 0 0,1 0 0,-1 0 0,0 1 0,1 1 0,7 37 0,-8-37 0,18 86 0,-11-59 0,-2-1 0,3 32 0,-6 16 0,-3-42 0,3 0 0,9 58 0,-2-40 0,-2 1 0,1 56 0,-10 112 0,0-77 0,2 1911-3069,2-2021 2927,1 0 0,9 39-1,-5-36 186,4 58-1,-11 237 2397,-1-151-1467,3-153-972,1 1 0,9 41 0,-5-36 0,2 40 0,-6-12 0,-3-30 0,2 1 0,8 42 0,25 88 0,1 0 0,-30-136 0,-1 0 0,-1 0 0,-2 0 0,-1 49 0,2 22 0,15 14 0,-6-57 0,1 13 0,-4-28 0,-3 1 0,3 51 0,-10 11 0,-1-61 0,2 1 0,2-1 0,11 66 0,-4-60 0,-2 1 0,1 57 0,-9 103 0,-1-77 0,2 616-1365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10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5 129 24575,'-2'64'0,"0"-35"0,2-1 0,0 0 0,10 56 0,-9-77 0,2 0 0,-1 1 0,1-1 0,0 0 0,0 0 0,1 0 0,0-1 0,0 0 0,0 1 0,1-1 0,0-1 0,0 1 0,8 6 0,-4-6 0,0 0 0,0 0 0,1 0 0,0-1 0,0-1 0,0 0 0,0 0 0,16 3 0,11 2 0,-15-2 0,0-2 0,0-1 0,0 0 0,1-2 0,38 0 0,-57-2 0,1-1 0,-1 1 0,0-1 0,1 0 0,-1 0 0,0-1 0,0 1 0,0-1 0,0 0 0,-1 0 0,1-1 0,0 1 0,-1-1 0,0 1 0,1-1 0,3-4 0,-3 2 0,-1-1 0,1 1 0,-1-1 0,0 0 0,0 1 0,0-1 0,-1-1 0,0 1 0,2-12 0,-2 2 0,0 1 0,-1-1 0,-1 1 0,-1 0 0,0-1 0,-1 1 0,0 0 0,-7-21 0,5 23 0,3 4 0,-2 0 0,0 0 0,0 0 0,0 1 0,-1-1 0,0 1 0,-1 0 0,0 0 0,0 0 0,-1 1 0,-12-13 0,-32-34 0,35 36 0,-26-24 0,36 37 0,-1 1 0,0-1 0,0 2 0,0-1 0,0 0 0,0 1 0,-1 0 0,1 1 0,-11-3 0,16 5 0,-1-1 0,0 1 0,1 0 0,-1-1 0,0 1 0,1 0 0,-1 0 0,0 0 0,0 1 0,1-1 0,-1 0 0,0 1 0,1-1 0,-1 1 0,1-1 0,-1 1 0,0 0 0,1-1 0,-1 1 0,1 0 0,0 0 0,-3 3 0,2-2 0,0 0 0,0 1 0,1 0 0,-1-1 0,1 1 0,0 0 0,0 0 0,0-1 0,0 1 0,0 0 0,0 0 0,1 4 0,-1-1 0,0 0 0,1 1 0,0-1 0,1 0 0,-1 0 0,1 0 0,0 1 0,1-1 0,-1 0 0,1 0 0,0-1 0,5 9 0,26 23 0,-28-32 0,0 0 0,0 0 0,-1 0 0,1 1 0,-1-1 0,-1 1 0,1 0 0,-1 0 0,5 11 0,-4-3 0,16 38 0,-26-56 0,1 0 0,0 0 0,-1 1 0,0 0 0,0 0 0,-6-1 0,-9-6 0,28-1 0,10-10 0,-17 20 0,1 1 0,-1-1 0,1 0 0,-1 1 0,0-1 0,0 0 0,1 0 0,-1 0 0,0 1 0,0-1 0,0 0 0,0 0 0,0 0 0,0 0 0,0 1 0,0-1 0,0 0 0,0 0 0,0 0 0,-1 1 0,1-1 0,0 0 0,-1 0 0,1 1 0,0-1 0,-1 0 0,1 0 0,-1 1 0,0-1 0,-2-2 0,1 2 0,-1-1 0,-1 0 0,1 1 0,0-1 0,0 1 0,0 0 0,-1 0 0,1 0 0,0 0 0,-1 1 0,1 0 0,-1-1 0,1 1 0,-1 0 0,1 1 0,-6 0 0,7-1 0,-1 0 0,0 0 0,0 1 0,1-1 0,-1 1 0,0 0 0,1 0 0,-1 0 0,1 0 0,-1 0 0,1 0 0,0 1 0,-1-1 0,1 1 0,0 0 0,0 0 0,0-1 0,0 1 0,0 0 0,1 1 0,-1-1 0,-1 3 0,3-5 0,-1 1 0,1-1 0,0 0 0,0 1 0,-1-1 0,1 0 0,0 0 0,0 1 0,0-1 0,0 0 0,0 1 0,0-1 0,0 0 0,-1 1 0,1-1 0,0 0 0,0 1 0,0-1 0,0 1 0,0-1 0,1 0 0,-1 1 0,0-1 0,0 0 0,0 1 0,0-1 0,0 0 0,0 0 0,0 1 0,1-1 0,-1 0 0,0 1 0,0-1 0,0 0 0,1 0 0,-1 1 0,0-1 0,0 0 0,1 0 0,-1 1 0,0-1 0,1 0 0,-1 0 0,1 0 0,16-4 0,-5 1 0,-12 3 0,0 0 0,0 0 0,0 0 0,0 0 0,1 0 0,-1 0 0,0 0 0,0 0 0,0 0 0,0 0 0,0 0 0,1 0 0,-1 0 0,0 0 0,0 0 0,0 1 0,0-1 0,0 0 0,0 0 0,1 0 0,-1 0 0,0 0 0,0 0 0,0 0 0,0 0 0,0 1 0,0-1 0,0 0 0,0 0 0,0 0 0,0 0 0,0 0 0,1 0 0,-1 1 0,0-1 0,0 0 0,0 0 0,0 0 0,0 0 0,0 0 0,0 1 0,0-1 0,0 0 0,0 0 0,0 0 0,0 0 0,-1 0 0,1 1 0,0-1 0,0 0 0,0 0 0,0 0 0,0 0 0,0 1 0,-10 29-1365,5-10-5461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14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24575,'-7'0'0,"-6"0"0,-3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49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312 0 24575,'1'2738'-7978,"-2"-1372"6586,-16-1079 448,0-27 834,15 749 1408,4-482-607,-4-479-421,-13 75 1,7-73 2,-2 68 1,10 705 731,1-342 3755,-4-420-4884,-11 68-1,-4 60-118,19 220-807,-2-387 1247,-1 0-1,-1-1 0,-8 25 0,5-21 116,-4 46 1,7 298 970,5-189-852,-2-162-431,0 1 0,2 0 0,0 0 0,8 29 0,-8-35 0,-1-1 0,0 0 0,0 0 0,-1 1 0,-1-1 0,0 0 0,0 0 0,-4 14 0,-4 35 0,9 133 0,-3 23 0,0-192 0,-10 33 0,8-36 0,0-1 0,-1 27 0,4 10 0,2-36 0,0 0 0,-2-1 0,-1 1 0,-6 24 0,2-15 0,0 2 0,3-1 0,-2 44 0,7 101 0,1-66 0,-2 267 0,0-369 0,0 1 0,-1 0 0,-1-1 0,-3 16 0,5-23 0,-1-1 0,0 1 0,1 0 0,-1 0 0,0-1 0,0 1 0,0-1 0,0 1 0,0-1 0,-1 1 0,1-1 0,0 1 0,-3 1 0,3-3 0,0 1 0,0-1 0,0 0 0,0 1 0,0-1 0,-1 0 0,1 0 0,0 0 0,0 0 0,0 0 0,0 0 0,0 0 0,0 0 0,-1 0 0,1 0 0,0-1 0,0 1 0,0 0 0,0-1 0,0 1 0,0-1 0,0 1 0,0-1 0,0 0 0,-1 0 0,-2-3 0,0 1 0,1-1 0,-1 0 0,0 0 0,1 0 0,0-1 0,0 1 0,1-1 0,-1 0 0,1 1 0,0-1 0,0 0 0,1 0 0,-1-1 0,0-9 0,-2-9 0,2 0 0,0-26 0,2 46 0,1-117-1365,0 83-5461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1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489 1 24575,'0'758'0,"-1"-736"0,-2-1 0,0 0 0,-7 25 0,4-21 0,-4 46 0,8-32-7,1-18-19,0 1 0,-1-1 0,-8 32-1,2-17-85,2 0 1,1 1-1,2-1 0,3 58 0,2-121 356,1-1 1,9-33-1,-4 21-275,5-66 0,-14-238 31,1 334 0,0 1 0,-1 0 0,0 0 0,0 0 0,-1-1 0,-6-16 0,6 23 0,1-1 0,-1 1 0,0 0 0,0 0 0,0 0 0,0 0 0,0 0 0,-1 0 0,0 1 0,1-1 0,-1 1 0,0 0 0,0-1 0,0 1 0,0 1 0,-1-1 0,1 0 0,0 1 0,-1 0 0,-4-2 0,-15 0 0,0 0 0,0 1 0,0 1 0,-40 4 0,16 0 0,36-3 0,1 1 0,0 0 0,-1 0 0,1 2 0,0-1 0,0 1 0,0 0 0,-14 8 0,19-8 0,1-1 0,-1 1 0,1 0 0,0 1 0,0-1 0,0 1 0,0 0 0,0 0 0,1 0 0,0 0 0,0 0 0,0 1 0,1 0 0,-1-1 0,1 1 0,0 0 0,0 0 0,-1 8 0,0 3 0,0 1 0,1-1 0,1 1 0,1 0 0,2 21 0,-2-31 0,1-1 0,0 1 0,0-1 0,1 0 0,0 1 0,0-1 0,1 0 0,-1 0 0,1 0 0,1-1 0,-1 1 0,1-1 0,0 0 0,0 0 0,0 0 0,7 5 0,4 1 0,1-1 0,0-1 0,0-1 0,1-1 0,-1 0 0,2-1 0,-1 0 0,1-2 0,26 4 0,-8-3 0,1-3 0,0 0 0,62-7 0,-89 4 0,0-1 0,0-1 0,0 1 0,-1-2 0,1 1 0,-1-1 0,0-1 0,0 1 0,-1-1 0,1-1 0,-1 0 0,0 0 0,-1-1 0,1 0 0,-1 0 0,0 0 0,-1-1 0,0 0 0,0-1 0,-1 1 0,0-1 0,-1 0 0,0 0 0,0 0 0,3-14 0,26-130 0,-22 76 0,-13 250 0,4-83 0,1-34 0,-3-52 0,1 1 0,0-1 0,0 1 0,0-1 0,1 0 0,-1 1 0,1-1 0,0 0 0,4 6 0,-5-10 0,-1 1 0,0-1 0,0 0 0,0 0 0,0 0 0,0 0 0,0 0 0,0 0 0,0 0 0,0 0 0,0 1 0,1-1 0,-1 0 0,0 0 0,0 0 0,0 0 0,0 0 0,0 0 0,0 0 0,0 0 0,1 0 0,-1 0 0,0 0 0,0 0 0,0 0 0,0 0 0,0 0 0,0 0 0,1 0 0,-1 0 0,0 0 0,0 0 0,0 0 0,0 0 0,0 0 0,1 0 0,-1 0 0,0 0 0,0 0 0,0 0 0,0 0 0,0-1 0,0 1 0,0 0 0,0 0 0,1 0 0,-1 0 0,0 0 0,0 0 0,0-1 0,4-9 0,-1-12 0,-1-16 0,-2 18 0,2 0 0,0 0 0,0 0 0,9-28 0,-10 44 0,1 0 0,0-1 0,-1 1 0,1 0 0,0 0 0,1 0 0,-1 1 0,1-1 0,0 1 0,-1-1 0,2 1 0,-1 0 0,0 0 0,1 0 0,-1 0 0,1 1 0,0 0 0,0-1 0,0 1 0,0 1 0,0-1 0,0 0 0,0 1 0,1 0 0,6-1 0,-7 2 0,1-1 0,-1 1 0,0 0 0,0 1 0,1-1 0,-1 1 0,0 0 0,0 0 0,0 0 0,0 0 0,0 1 0,0-1 0,0 1 0,0 0 0,-1 0 0,1 1 0,-1-1 0,1 1 0,-1 0 0,0 0 0,0 0 0,0 0 0,-1 0 0,1 0 0,4 8 0,2 7 0,0 0 0,-2 0 0,0 1 0,7 26 0,0 1 0,-5-22 0,1 0 0,26 43 0,-36-67 0,0 1 0,1 0 0,-1-1 0,0 1 0,1 0 0,-1-1 0,1 1 0,-1 0 0,1-1 0,-1 1 0,1-1 0,0 1 0,-1-1 0,1 1 0,-1-1 0,1 1 0,0-1 0,0 0 0,-1 1 0,1-1 0,0 0 0,1 1 0,-1-2 0,-1 1 0,1 0 0,-1-1 0,1 1 0,-1-1 0,1 1 0,-1-1 0,0 1 0,1-1 0,-1 1 0,1-1 0,-1 1 0,0-1 0,0 0 0,1 1 0,-1-1 0,0 1 0,0-1 0,0 0 0,0 1 0,1-2 0,2-43 0,-3 41 0,0-20 0,3-43 0,-3 62 0,1 0 0,0 0 0,1-1 0,-1 1 0,1 0 0,0 0 0,0 0 0,1 1 0,5-10 0,-7 13 0,-1 1 0,1-1 0,0 0 0,-1 0 0,1 1 0,0-1 0,0 0 0,-1 1 0,1-1 0,0 1 0,0-1 0,0 1 0,0 0 0,0-1 0,0 1 0,0 0 0,0 0 0,0-1 0,0 1 0,0 0 0,0 0 0,0 0 0,0 0 0,0 0 0,0 0 0,0 1 0,0-1 0,0 0 0,0 0 0,0 1 0,0-1 0,-1 1 0,1-1 0,0 0 0,0 1 0,0 0 0,0-1 0,-1 1 0,1 0 0,0-1 0,0 1 0,-1 0 0,1 0 0,-1-1 0,1 1 0,-1 0 0,1 1 0,6 7 0,-1 0 0,0 1 0,6 14 0,-7-14 0,15 31 0,-13-25 0,0-1 0,1-1 0,1 1 0,13 16 0,-18-27 0,0 1 0,0-1 0,1-1 0,-1 1 0,1 0 0,0-1 0,0 0 0,0-1 0,1 1 0,-1-1 0,0 0 0,1 0 0,0 0 0,-1-1 0,1 0 0,8 1 0,-8-2 0,0 1 0,0-1 0,-1 0 0,1-1 0,0 1 0,0-1 0,0-1 0,-1 1 0,1-1 0,-1 0 0,1 0 0,-1 0 0,0-1 0,8-4 0,-7 2 0,0 0 0,0-1 0,-1 0 0,1 0 0,-1 0 0,-1 0 0,1-1 0,-1 1 0,6-15 0,10-15 0,-11 21 0,-1-1 0,7-20 0,-13 32 0,-1-1 0,1 1 0,-1 0 0,-1-1 0,1 1 0,0-1 0,-1 1 0,0-1 0,0 1 0,-1-1 0,1 1 0,-1-1 0,-2-6 0,3 9 0,-1 0 0,1 1 0,-1-1 0,0 0 0,1 1 0,-1-1 0,0 0 0,0 1 0,0-1 0,0 1 0,0-1 0,0 1 0,-1 0 0,1-1 0,0 1 0,-1 0 0,1 0 0,-1 0 0,0 0 0,1 0 0,-1 0 0,1 1 0,-1-1 0,0 0 0,0 1 0,1 0 0,-1-1 0,0 1 0,0 0 0,0 0 0,0 0 0,1 0 0,-1 0 0,0 0 0,0 0 0,0 1 0,1-1 0,-1 1 0,-3 0 0,1 1 0,0 0 0,-1 1 0,1-1 0,0 1 0,1 0 0,-1 0 0,0 0 0,1 0 0,0 0 0,0 1 0,0 0 0,0 0 0,0-1 0,-3 8 0,1 4 0,0 0 0,1 0 0,1 1 0,0-1 0,2 1 0,-1 0 0,2-1 0,0 1 0,3 20 0,-3-31 0,1 0 0,0 0 0,0-1 0,0 1 0,1-1 0,0 1 0,0-1 0,0 1 0,0-1 0,1 0 0,-1 0 0,1 0 0,0 0 0,0 0 0,1-1 0,-1 0 0,1 1 0,0-1 0,0-1 0,0 1 0,0 0 0,0-1 0,0 0 0,1 0 0,-1 0 0,1-1 0,0 1 0,6 0 0,12 2 0,1-1 0,0-1 0,0-1 0,36-3 0,-30 1 0,16 1 0,42-2 0,-79 1 0,-1-1 0,0 1 0,0-1 0,0-1 0,0 1 0,0-2 0,0 1 0,9-6 0,-1-2 0,2 1 0,0-2 0,-1 0 0,0-2 0,18-17 0,-31 26 0,1-1 0,-1 1 0,0-1 0,-1 0 0,1 0 0,-1 0 0,0-1 0,-1 1 0,1-1 0,-1 0 0,-1 1 0,1-1 0,-1 0 0,0 0 0,-1 0 0,0-13 0,0 17 0,0 1 0,0-1 0,-1 0 0,1 1 0,-1-1 0,1 0 0,-1 1 0,0-1 0,0 1 0,0-1 0,0 1 0,0 0 0,-1-1 0,1 1 0,-1 0 0,-3-4 0,4 5 0,-1 0 0,1 0 0,-1 0 0,0 0 0,1 1 0,-1-1 0,0 0 0,1 1 0,-1 0 0,0-1 0,0 1 0,1 0 0,-1 0 0,0-1 0,0 2 0,0-1 0,1 0 0,-1 0 0,-2 1 0,-1 0 0,1 1 0,0-1 0,-1 1 0,1 0 0,0 1 0,0-1 0,0 1 0,0-1 0,1 1 0,-1 1 0,1-1 0,0 0 0,-1 1 0,2-1 0,-1 1 0,0 0 0,1 0 0,-3 5 0,1 0 0,1 1 0,0 0 0,0-1 0,1 1 0,0 0 0,1 1 0,0-1 0,0 0 0,2 19 0,-1-25 0,1-1 0,-1 1 0,1 0 0,0 0 0,0-1 0,0 1 0,1-1 0,-1 1 0,1-1 0,0 1 0,0-1 0,0 0 0,0 0 0,0 0 0,1 0 0,0 0 0,-1-1 0,1 1 0,0-1 0,0 0 0,0 0 0,0 0 0,1 0 0,-1 0 0,1-1 0,-1 1 0,1-1 0,6 2 0,38 2 0,-34-4 0,-1 0 0,22 5 0,-31-4 0,0-1 0,0 1 0,1 0 0,-1 0 0,0 0 0,0 0 0,-1 1 0,1-1 0,0 1 0,-1 0 0,6 6 0,18 29 0,-24-31 0,1-1 0,0 0 0,1 0 0,-1 0 0,1 0 0,0-1 0,1 1 0,-1-1 0,1-1 0,0 1 0,9 4 0,-14-8 0,0-1 0,1 1 0,-1-1 0,1 0 0,-1 1 0,0-1 0,1 0 0,-1 0 0,1 0 0,-1 0 0,1 0 0,-1 0 0,1 0 0,-1 0 0,0-1 0,1 1 0,-1-1 0,1 1 0,-1-1 0,0 1 0,0-1 0,1 0 0,-1 1 0,0-1 0,0 0 0,0 0 0,0 0 0,0 0 0,0 0 0,0 0 0,0 0 0,0-1 0,0 1 0,0 0 0,-1 0 0,1-1 0,-1 1 0,1 0 0,-1-1 0,1 1 0,-1-3 0,3-7 0,0-1 0,-1 0 0,-1 0 0,1-13 0,-1 9 0,10-31 0,-11 46 0,-1 0 0,1 0 0,0 0 0,-1 0 0,1 0 0,-1 0 0,0 0 0,1 0 0,-1 0 0,0 0 0,0 0 0,1 1 0,-1-1 0,0 0 0,0 1 0,0-1 0,0 0 0,0 1 0,0-1 0,0 1 0,0-1 0,0 1 0,0 0 0,0-1 0,-2 1 0,-11-8 0,9 4 0,1-1 0,0 0 0,0 0 0,0 0 0,1 0 0,-1-1 0,1 0 0,0 1 0,1-1 0,0 0 0,-3-8 0,4 11 0,0-1 0,0 0 0,1 1 0,-1-1 0,0 0 0,1 1 0,0-1 0,0 0 0,0 0 0,1 1 0,-1-1 0,1 0 0,0 1 0,0-1 0,0 1 0,0-1 0,1 1 0,-1-1 0,1 1 0,2-3 0,-3 5 0,-1 0 0,1 1 0,0-1 0,-1 0 0,1 1 0,-1-1 0,1 1 0,0-1 0,-1 1 0,1 0 0,0-1 0,0 1 0,-1 0 0,1-1 0,0 1 0,0 0 0,0 0 0,-1 0 0,1-1 0,0 1 0,0 0 0,0 0 0,0 0 0,-1 1 0,1-1 0,1 0 0,0 1 0,0 0 0,-1 0 0,1 0 0,-1 0 0,1 0 0,-1 0 0,1 0 0,-1 1 0,1-1 0,-1 0 0,1 3 0,4 4 0,-1 1 0,0 0 0,5 12 0,32 105 0,-14-34 0,-18-63 0,-7-17 0,0-1 0,2 0 0,-1 0 0,1-1 0,9 14 0,-12-21 0,1 1 0,0-1 0,0 0 0,0 0 0,0-1 0,1 1 0,-1-1 0,1 1 0,0-1 0,0 0 0,-1 0 0,1-1 0,0 1 0,1-1 0,-1 0 0,0 0 0,0 0 0,8 0 0,-7-1 0,0 0 0,0 0 0,1-1 0,-1 1 0,0-1 0,0-1 0,0 1 0,1 0 0,-1-1 0,-1 0 0,1-1 0,7-3 0,3-4 0,0-1 0,17-16 0,10-7 0,-13 11 0,27-27 0,-30 26 0,38-27 0,-35 31-273,-1-2 0,-1 0 0,0-2 0,37-43 0,-52 50-6553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2.9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24575,'2'0'0,"1"0"0,-1 0 0,1 1 0,-1-1 0,0 0 0,1 1 0,-1 0 0,0-1 0,1 1 0,-1 0 0,0 0 0,0 0 0,0 1 0,0-1 0,0 0 0,0 1 0,0-1 0,0 1 0,-1 0 0,1 0 0,1 2 0,2 3 0,-1 1 0,-1 0 0,1 0 0,3 15 0,-5-18 0,-1 1 0,1 0 0,0-1 0,0 0 0,0 1 0,1-1 0,0 0 0,0 0 0,0 0 0,1-1 0,0 1 0,-1-1 0,10 8 0,-11-11 0,-1 1 0,1-1 0,0 0 0,0 0 0,-1 0 0,1 0 0,0 0 0,0 0 0,0-1 0,0 1 0,0-1 0,0 1 0,0-1 0,0 0 0,0 0 0,1 0 0,-1 0 0,0 0 0,0 0 0,0 0 0,0-1 0,0 1 0,0-1 0,0 0 0,0 1 0,0-1 0,0 0 0,0 0 0,-1 0 0,1 0 0,0-1 0,-1 1 0,1 0 0,-1-1 0,1 1 0,-1-1 0,1 0 0,-1 1 0,0-1 0,0 0 0,0 0 0,0 1 0,0-1 0,-1 0 0,1 0 0,0 0 0,0-3 0,1-3 0,0 1 0,-1 0 0,0-1 0,0 1 0,0-1 0,-1 1 0,-1-1 0,1 1 0,-1 0 0,0-1 0,0 1 0,-5-12 0,4 15 0,0 0 0,-1 0 0,1 1 0,-1-1 0,0 1 0,0 0 0,0 0 0,0 0 0,0 0 0,-1 0 0,0 1 0,1-1 0,-1 1 0,0 0 0,0 0 0,-8-2 0,9 3 0,0 0 0,0 0 0,0 0 0,0 1 0,0-1 0,-1 1 0,1 0 0,0 0 0,0 0 0,0 0 0,-1 1 0,1-1 0,0 1 0,0-1 0,0 1 0,0 0 0,0 1 0,0-1 0,0 0 0,0 1 0,0 0 0,-4 3 0,6-4 0,0-1 0,1 1 0,-1-1 0,0 1 0,1 0 0,-1-1 0,1 1 0,-1 0 0,1-1 0,-1 1 0,1 0 0,-1 0 0,1 0 0,0-1 0,-1 1 0,1 0 0,0 0 0,0 0 0,0 0 0,-1 0 0,1 0 0,0-1 0,0 1 0,0 0 0,1 0 0,-1 0 0,0 0 0,0 0 0,0 0 0,1-1 0,-1 1 0,0 0 0,1 0 0,-1 0 0,1 0 0,-1-1 0,1 1 0,-1 0 0,1-1 0,-1 1 0,1 0 0,0-1 0,-1 1 0,1-1 0,0 1 0,0-1 0,-1 1 0,1-1 0,0 0 0,0 1 0,0-1 0,0 0 0,1 1 0,7 2 0,0 1 0,0-1 0,18 2 0,-21-3 0,22 5-1365,-4 2-5461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3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442 0 24575,'-4'1'0,"0"-1"0,-1 1 0,1 0 0,0 0 0,0 1 0,0-1 0,0 1 0,0 0 0,0 0 0,1 1 0,-1-1 0,0 1 0,1-1 0,0 1 0,0 0 0,0 0 0,0 1 0,0-1 0,1 0 0,-1 1 0,1 0 0,0 0 0,0-1 0,0 1 0,-1 7 0,-1-1 0,0 0 0,1 0 0,1 1 0,0-1 0,0 1 0,1 0 0,0-1 0,1 1 0,1 14 0,5-11 0,2-18 0,5-24 0,-11 20 0,0 1 0,-1-1 0,0 1 0,-1-1 0,1 0 0,-2 1 0,1-1 0,-1 0 0,-2-7 0,2 11 0,0 1 0,0 0 0,0 0 0,-1 0 0,1 1 0,-1-1 0,0 0 0,0 0 0,0 1 0,0-1 0,0 1 0,-1 0 0,1 0 0,-1 0 0,1 0 0,-1 0 0,0 0 0,0 1 0,0-1 0,0 1 0,0 0 0,0 0 0,-6-1 0,-8-1 0,0 2 0,0 0 0,0 1 0,0 0 0,0 2 0,0 0 0,0 0 0,1 2 0,-25 8 0,-14 1 0,24-4-1365,3 0-5461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4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42 24575,'2'1'0,"1"0"0,0 1 0,-1 0 0,0-1 0,1 1 0,-1 0 0,0 0 0,0 0 0,0 1 0,0-1 0,0 0 0,0 1 0,-1-1 0,1 1 0,-1 0 0,2 3 0,6 8 0,3-2 0,0 0 0,1-1 0,0-1 0,1 0 0,0-1 0,1 0 0,0-1 0,0-1 0,1 0 0,19 5 0,-32-11 0,-1 0 0,1 0 0,0 0 0,-1-1 0,1 1 0,0-1 0,0 0 0,0 1 0,-1-1 0,1-1 0,0 1 0,0 0 0,0-1 0,-1 1 0,1-1 0,0 0 0,-1 0 0,1 0 0,0 0 0,-1 0 0,1-1 0,-1 1 0,0-1 0,1 1 0,-1-1 0,0 0 0,0 0 0,0 0 0,0 0 0,-1 0 0,1-1 0,0 1 0,-1-1 0,0 1 0,1-1 0,-1 1 0,0-1 0,0 1 0,-1-1 0,1 0 0,-1 0 0,1 0 0,-1 1 0,0-1 0,0 0 0,0 0 0,0 0 0,0 1 0,-1-1 0,1 0 0,-2-3 0,1 1 0,0-1 0,-1 1 0,1-1 0,-1 1 0,0 0 0,-1 0 0,1 0 0,-1 0 0,0 0 0,0 1 0,-1-1 0,1 1 0,-1 0 0,-6-5 0,4 4 0,-1 1 0,1 0 0,-1 0 0,0 0 0,-1 1 0,1 0 0,0 0 0,-1 1 0,-8-2 0,-9 0 0,-1 2 0,1 0 0,-1 2 0,1 1 0,-32 5 0,41-3-195,1 0 0,-1 1 0,1 1 0,0 0 0,0 2 0,-22 11 0,18-8-6631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5.1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967 38 24575,'0'-1'0,"0"0"0,-1 0 0,1 0 0,-1 0 0,1-1 0,-1 1 0,1 0 0,-1 0 0,0 0 0,1 0 0,-1 0 0,0 0 0,0 0 0,0 1 0,0-1 0,0 0 0,0 0 0,0 1 0,0-1 0,0 0 0,0 1 0,0-1 0,0 1 0,0 0 0,-1-1 0,-1 1 0,-37-8 0,37 8 0,-50-5 0,0 3 0,-83 6 0,119-2 0,1 1 0,0 0 0,0 1 0,0 1 0,0 1 0,1 0 0,-22 13 0,-1 4 0,-53 42 0,70-45-118,1 0 1,0 1-1,2 0 0,-24 39 0,14-21 46,-44 75 72,59-93 0,0 1 0,2 0 0,-10 27 0,10-23 0,-1-1 0,-17 29 0,22-43 23,1 1 0,0 0 0,1 1 0,0-1 0,1 1 0,0 0-1,1 0 1,1 1 0,-2 16 0,2 18 156,5 62 0,0-30-105,-3-60-74,-1-5 0,1 1 0,1 0 0,0-1 0,1 1 0,0-1 0,1 1 0,1-1 0,11 26 0,68 110 0,-82-149 0,14 22 0,0 0 0,36 40 0,-46-58 0,1 0 0,0-1 0,1 1 0,0-1 0,0 0 0,0-1 0,0 0 0,0 0 0,1-1 0,0 1 0,0-2 0,0 1 0,0-1 0,11 2 0,16-1 0,0-1 0,1-1 0,-1-2 0,64-10 0,-68 2 0,-1-1 0,1-2 0,30-16 0,-44 20 0,27-14 0,-1-3 0,-1-2 0,-1-2 0,-1-1 0,38-39 0,-1-17 0,-66 75 0,-1-1 0,0 0 0,-1 0 0,0-1 0,11-22 0,21-31 0,-31 50 0,-1 0 0,-1-1 0,-1 0 0,0 0 0,-1-1 0,-1 0 0,4-26 0,-6 30 0,8-33 0,0 6 0,-2-1 0,-2 0 0,1-49 0,-7 55 0,-7-64 0,4 87 0,-1 0 0,0 0 0,-1 0 0,0 1 0,-1-1 0,0 1 0,-1 0 0,-9-14 0,6 12 0,-4-6 0,-1 0 0,-1 1 0,-23-23 0,8 11 0,13 13 0,-27-24 0,40 39 0,-1 0 0,1 0 0,-1 0 0,1 0 0,-1 1 0,0-1 0,0 1 0,0 0 0,0 1 0,0-1 0,0 1 0,-8-1 0,11 2 3,1 0 0,0 0 0,-1 0 0,1 0 0,-1 0 0,1 0 0,0 0 0,-1 1 0,1-1-1,0 0 1,-1 1 0,1-1 0,0 1 0,0 0 0,-1-1 0,1 1 0,0 0 0,0 0 0,0 0 0,0 0 0,0 0-1,0 0 1,0 0 0,0 0 0,0 0 0,1 0 0,-1 0 0,0 1 0,1-1 0,-1 0 0,1 1 0,-1-1 0,1 0 0,0 1-1,0-1 1,-1 0 0,1 1 0,0-1 0,0 1 0,0 0 0,1 4-168,-1 0 0,1 0 0,0-1 0,0 1 0,1-1 0,0 1 0,0-1 0,3 7 0,9 13-6661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5.7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517 0 24575,'0'3'0,"-1"0"0,0 1 0,-1-1 0,1 0 0,0-1 0,-1 1 0,1 0 0,-1 0 0,0-1 0,0 1 0,0-1 0,-1 1 0,-2 2 0,-11 13 0,-33 57 0,-41 65 0,-35 67 0,64-83 0,1-11 0,38-68 0,10-20 0,1 1 0,2 0 0,1 0 0,1 1 0,1-1 0,-4 43 0,5 165 0,6-150 0,-1-72 0,1 0 0,1-1 0,0 1 0,0-1 0,2 1 0,-1-1 0,1 0 0,1-1 0,6 13 0,0-3 0,1-1 0,1-1 0,29 32 0,-31-41 0,-1 1 0,2-1 0,-1-1 0,1 0 0,1 0 0,-1-2 0,1 1 0,0-1 0,19 5 0,-6-4 0,-1 0 0,1-2 0,0-1 0,32 1 0,-33-4 0,18 1 0,46-3 0,-78 0 0,0 0 0,1-1 0,-1-1 0,0 1 0,0-2 0,0 1 0,-1-1 0,1-1 0,11-7 0,-13 5 0,-1 0 0,1 0 0,-1-1 0,7-9 0,18-17 0,-16 17 0,-1-1 0,0 0 0,-1-1 0,16-28 0,-15 16 0,-2 1 0,-1-2 0,9-34 0,-14 44 0,-2-1 0,-1-1 0,-1 1 0,2-29 0,-4 24 0,12-48 0,-8 51 0,-1 0 0,-1-1 0,1-40 0,-4 52 0,-2 1 0,0 0 0,0-1 0,-2 1 0,1 0 0,-2 0 0,1 0 0,-10-20 0,-75-152 0,-100-114-1027,185 296 1042,-13-24 264,16 26-350,-1 0 1,1 0-1,-1 0 0,1-1 0,0 1 0,0 0 0,-1 0 0,1-1 0,0 1 1,0 0-1,0-1 0,0 1 0,1 0 0,-1 0 0,0-1 0,0 1 0,1 0 1,-1 0-1,1-1 0,0-1 0,9-7-5899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6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861 2 24575,'-88'-1'0,"-97"3"0,173 0 0,1 1 0,-1 0 0,1 1 0,0 0 0,0 1 0,0 0 0,1 1 0,-1 0 0,-13 11 0,-28 14 0,-54 36 0,91-57 0,1 1 0,0 1 0,1 1 0,0 0 0,0 0 0,-14 21 0,-22 24 0,47-56 0,-6 6 0,0 0 0,1 0 0,0 0 0,0 1 0,0 0 0,1 1 0,1 0 0,-9 19 0,-1 13 0,2-10 0,2 0 0,1 1 0,2 0 0,1 1 0,-5 63 0,14 351 0,-2-437 0,1 1 0,-1-1 0,2 1 0,0-1 0,0 1 0,1-1 0,0 0 0,1 0 0,0 0 0,7 10 0,-7-14 0,1 0 0,0 0 0,0-1 0,0 0 0,1 0 0,0 0 0,0-1 0,1 0 0,0 0 0,0 0 0,0-1 0,0 0 0,0-1 0,15 6 0,-2-3 0,-1-2 0,1 1 0,0-2 0,32 1 0,83-6 0,-56 0 0,-63 1 0,-1 0 0,1-1 0,-1-1 0,0 0 0,0-1 0,0 0 0,-1-2 0,1 0 0,-1 0 0,0-1 0,-1-1 0,0 0 0,0-1 0,-1 0 0,0-1 0,0 0 0,-1-1 0,15-19 0,19-24-315,19-24-218,-59 68 533,0 1 0,-1-1 0,0 0 0,0 0 0,-1 0 0,-1-1 0,0 1 0,2-18 0,5-26 0,0 7 141,-2 0 1,-2 0-1,-3-1 0,-1 1 1,-7-56-1,5 90-141,-1 0 0,0 1 0,0-1 0,-1 0 0,-1 1 0,0 0 0,-1-1 0,0 2 0,-1-1 0,0 0 0,-15-19 0,-5-3-368,-23-39-1,32 44 22,-2 1 0,-42-47-1,45 58 381,-1 2-1,0 0 0,-2 1 1,1 0-1,-2 2 0,0 0 1,0 2-1,-1 0 1,0 1-1,-1 1 0,1 1 1,-2 1-1,1 1 0,-1 1 1,0 1-1,-40 0 0,-6 3-1116,39 1-4794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6.8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218 0 24575,'-8'1'0,"2"0"0,-1 0 0,0 0 0,0 1 0,0 0 0,1 1 0,-1-1 0,-10 7 0,4-1 0,0 0 0,1 0 0,-13 12 0,-25 28 0,47-44 0,-1 0 0,1 0 0,0 0 0,0 0 0,0 1 0,0-1 0,1 1 0,0 0 0,0 0 0,-2 8 0,3-12 0,1 0 0,0 0 0,0 0 0,0 0 0,0 0 0,0 0 0,0 0 0,1 0 0,-1 0 0,0 0 0,0 0 0,1 0 0,-1 0 0,0 0 0,1 0 0,-1 0 0,1 0 0,0 0 0,-1 0 0,1-1 0,0 1 0,-1 0 0,1 0 0,0-1 0,0 1 0,0 0 0,0-1 0,-1 1 0,1-1 0,0 1 0,0-1 0,0 1 0,0-1 0,0 0 0,0 0 0,0 1 0,0-1 0,0 0 0,1 0 0,-1 0 0,0 0 0,0 0 0,0 0 0,1-1 0,2 1 0,0 0 0,0-1 0,-1 0 0,1 0 0,0 0 0,-1 0 0,1 0 0,-1-1 0,1 1 0,-1-1 0,5-3 0,-4 0 0,0 1 0,-1-1 0,1 0 0,-1 0 0,0 0 0,0 0 0,0-1 0,-1 1 0,0-1 0,0 0 0,-1 1 0,1-1 0,-1 0 0,0-11 0,0 14 0,-1-1 0,1 1 0,-1 0 0,0-1 0,-1 1 0,1 0 0,0-1 0,-1 1 0,0 0 0,0-1 0,0 1 0,0 0 0,0 0 0,-1 0 0,1 0 0,-1 0 0,0 0 0,0 0 0,0 1 0,0-1 0,0 1 0,-1-1 0,1 1 0,-1 0 0,0 0 0,-5-3 0,7 4 4,-1 1 0,1-1 0,-1 1 0,1-1 0,-1 1 0,1 0 0,0 0 0,-1-1-1,1 1 1,-1 0 0,1 1 0,-1-1 0,1 0 0,-1 0 0,1 1 0,-1-1 0,1 0 0,-1 1 0,1 0-1,0-1 1,-1 1 0,1 0 0,0-1 0,0 1 0,-1 0 0,1 0 0,0 0 0,0 0 0,-1 2 0,-1 1-169,1-1 0,-1 1 0,1 0 1,0 0-1,0 1 0,0-1 0,1 0 1,-2 6-1,-2 17-6661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7:57.4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2733 24575,'3'0'0,"-1"-1"0,0 1 0,0-1 0,0 1 0,0-1 0,0 0 0,0 0 0,-1 0 0,1 0 0,0 0 0,0 0 0,-1 0 0,1-1 0,0 1 0,-1-1 0,3-2 0,22-32 0,-20 25 0,154-244 0,-94 157 0,-49 74 0,0 0 0,2 2 0,0 0 0,24-20 0,15-18 0,-17 15-771,1 2-1,2 1 1,58-40-1,-78 63 772,32-31 0,-36 31 0,0 1 0,32-21 0,29-13 0,-3-4 0,87-79 0,-39 33 0,-35 31 0,-6 8-241,-55 42 97,-1-1-1,36-34 0,-36 29 183,1 2-1,44-29 0,24-19 101,3-5 267,-66 52-405,54-30 0,-51 33 0,46-35 0,93-73-651,-66 47 1159,1-2 195,-96 75-666,-1-1 0,-1-1-1,13-14 1,-12 12-51,33-27-1,23-24 15,94-84 2245,-133 119-2062,54-53-1548,-70 71-5461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13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1031 208 24575,'1'-1'0,"0"1"0,0 0 0,0-1 0,1 1 0,-1 0 0,0-1 0,0 0 0,0 1 0,0-1 0,0 0 0,0 1 0,0-1 0,0 0 0,-1 0 0,1 0 0,0 0 0,0 0 0,-1 0 0,1 0 0,0 0 0,-1 0 0,1 0 0,-1 0 0,1 0 0,-1 0 0,0 0 0,1-1 0,-1 1 0,0 0 0,0-2 0,1-1 0,-1-1 0,1 1 0,-1-1 0,0 0 0,0 1 0,-2-9 0,1 8 0,0 0 0,-1 0 0,1 0 0,-1 0 0,-1 1 0,1-1 0,-1 0 0,1 1 0,-1 0 0,-1 0 0,1-1 0,-1 2 0,1-1 0,-1 0 0,0 1 0,0 0 0,-9-5 0,2 2 0,0 2 0,-1-1 0,0 2 0,0-1 0,0 2 0,-17-3 0,-41-7 0,34 6 0,-68-5 0,-206 12 0,299-1 0,0 1 0,0 1 0,0-1 0,0 2 0,0 0 0,1 0 0,-20 9 0,-2 4 0,-32 23 0,27-16 0,26-17 0,1 1 0,0 1 0,1-1 0,0 1 0,0 1 0,1 0 0,0 0 0,1 1 0,0 0 0,0 0 0,1 0 0,0 1 0,1 0 0,0 0 0,1 1 0,0-1 0,-3 20 0,5-21 0,1 0 0,0 0 0,1 1 0,0-1 0,1 0 0,0 0 0,0 0 0,1 0 0,1 0 0,-1-1 0,2 1 0,-1 0 0,1-1 0,1 0 0,0 0 0,0 0 0,0-1 0,1 0 0,1 0 0,-1 0 0,14 11 0,58 41 0,5 3 0,-70-53-85,1 0 0,0 0 0,28 13 1,24 16-147,251 176 326,-308-210-42,0 0-1,0 1 1,-1 0 0,0 0 0,0 1 0,0 0 0,-1 1-1,11 13 1,-18-21-53,0 1 0,0-1 0,1 0 0,-1 1 0,0-1 0,0 0 0,0 1 0,0-1 0,0 1 0,0-1 0,0 0 0,0 1 0,0-1 0,0 1 0,0-1 0,0 1 0,0-1 0,0 0 0,0 1 0,0-1 0,0 0 0,0 1 0,-1-1 0,1 1 0,0-1 0,0 0 0,-1 1 0,1-1 0,0 0 0,0 1 0,-1-1 0,1 0 0,-17 7 0,-24-4 0,38-3 0,-210-4 0,208 3 0,0 0 0,0 0 0,0 0 0,0 0 0,-8-4 0,12 4 0,0 1 0,1 0 0,-1 0 0,0-1 0,1 1 0,-1 0 0,0-1 0,1 1 0,-1-1 0,1 1 0,-1-1 0,1 1 0,-1-1 0,1 1 0,-1-1 0,1 1 0,-1-1 0,1 0 0,0 1 0,-1-1 0,1 0 0,0 1 0,0-1 0,0 0 0,-1 0 0,1 1 0,0-1 0,0 0 0,0 1 0,0-1 0,0 0 0,0 0 0,0 1 0,0-1 0,1 0 0,-1 1 0,0-1 0,0 0 0,1 1 0,-1-1 0,0 0 0,1 1 0,-1-1 0,0 0 0,1 1 0,-1-1 0,1 1 0,-1-1 0,1 0 0,11-10 0,0 1 0,0 0 0,1 1 0,17-10 0,17-12 0,-35 22 0,128-89 0,-5 11 0,-83 49 0,-37 26 0,1 0 0,20-11 0,117-46 0,-148 67 0,-4 1 0,0 1 0,0-1 0,0 0 0,0 1 0,0-1 0,0 1 0,0 0 0,1-1 0,-1 1 0,0 0 0,0 0 0,0 0 0,1-1 0,-1 1 0,0 0 0,0 1 0,1-1 0,-1 0 0,0 0 0,0 1 0,1-1 0,-1 0 0,0 1 0,0-1 0,0 1 0,0-1 0,0 1 0,0 0 0,0 0 0,0-1 0,0 1 0,0 0 0,0 0 0,0 0 0,-1 0 0,3 2 0,-1 3 0,-1-1 0,1 1 0,-1 0 0,0 0 0,0 0 0,0 10 0,2 13 0,7 29 0,-2 1 0,-3-1 0,-2 1 0,-8 99 0,5-155 0,0 0 0,-1 0 0,1 0 0,-1 0 0,0 0 0,1 0 0,-1-1 0,0 1 0,-1 0 0,1 0 0,0-1 0,-1 1 0,0-1 0,1 1 0,-1-1 0,0 0 0,0 0 0,0 0 0,-1 0 0,1 0 0,0 0 0,-1-1 0,0 1 0,1-1 0,-1 1 0,0-1 0,1 0 0,-1 0 0,0 0 0,0-1 0,0 1 0,-5 0 0,3-1 0,0 0 0,0 0 0,1-1 0,-1 0 0,0 0 0,0 0 0,1 0 0,-1-1 0,1 1 0,-1-1 0,1-1 0,0 1 0,-1 0 0,1-1 0,0 0 0,1 0 0,-1 0 0,1-1 0,-6-5 0,-4-8-273,0 0 0,1-1 0,1 0 0,-10-21 0,13 17-6553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13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24575,'110'-2'0,"124"5"0,-215 0 0,36 10 0,13 1 0,-40-10 0,0 2 0,-1 0 0,0 2 0,0 1 0,0 2 0,44 23 0,-65-31 0,-1 1 0,1-1 0,-1 1 0,0 0 0,-1 0 0,1 1 0,-1-1 0,1 1 0,4 8 0,-7-11 0,-1 0 0,0 0 0,0 1 0,0-1 0,0 0 0,0 1 0,0-1 0,-1 1 0,1-1 0,-1 1 0,0-1 0,1 1 0,-1-1 0,0 1 0,-1-1 0,1 1 0,0-1 0,-1 1 0,1-1 0,-1 1 0,0-1 0,0 0 0,0 1 0,0-1 0,0 0 0,-2 3 0,-2 1 0,0 0 0,0 0 0,0 0 0,-1-1 0,0 1 0,0-2 0,-1 1 0,-12 7 0,-2-2 0,-37 13 0,-4 2 0,34-12-1365,3-2-5461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13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1 247 24575,'448'0'0,"-438"0"0,1 0 0,-1-1 0,0-1 0,1 0 0,-1 0 0,0-1 0,0 0 0,-1-1 0,1 0 0,14-9 0,-12 5 0,0 0 0,-1-1 0,0-1 0,0 0 0,-1 0 0,-1-1 0,10-13 0,47-80-1365,-56 85-5461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14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24575,'0'8'0,"0"15"0,0 0 0,2 0 0,0 0 0,8 32 0,33 148 0,-36-157 0,-2 0 0,-1 1 0,-6 87 0,0-56 0,1-148 0,3-123 0,-1 184 0,1 0 0,0 1 0,0-1 0,1 0 0,0 1 0,1 0 0,0 0 0,0 0 0,1 0 0,0 0 0,0 1 0,1 0 0,0 0 0,0 1 0,1-1 0,12-9 0,-8 8 0,0 1 0,0 0 0,1 0 0,-1 1 0,1 1 0,1 0 0,-1 0 0,1 1 0,0 1 0,0 0 0,13-1 0,199 3 0,-108 3 0,-107-2 0,0 0 0,0 1 0,0-1 0,0 2 0,-1 0 0,1 0 0,0 0 0,-1 1 0,0 1 0,1 0 0,-1 0 0,-1 0 0,1 1 0,-1 1 0,0-1 0,0 2 0,0-1 0,-1 1 0,0 0 0,0 0 0,6 10 0,-3-4 0,-1 0 0,-1 0 0,0 1 0,-1 0 0,0 1 0,-1-1 0,-1 1 0,7 27 0,-11-34 0,0 0 0,0 0 0,0 1 0,-1-1 0,0 0 0,-1 0 0,1 0 0,-2 0 0,1 0 0,-1 0 0,0 0 0,-1-1 0,0 1 0,0-1 0,-1 1 0,0-1 0,0 0 0,-9 11 0,6-10 0,-1 0 0,0-1 0,-1 0 0,0 0 0,0-1 0,-18 11 0,-65 21 0,37-16 0,36-16 0,1 0 0,-1-2 0,0 0 0,0-1 0,-22 0 0,-41 8 0,5 1 0,45-8 0,-53 14 0,79-17 0,0 1 0,0-2 0,-1 1 0,1-1 0,0 0 0,-7 0 0,12 0 0,1 0 0,-1 0 0,0 0 0,0 0 0,1 0 0,-1 0 0,0 0 0,0 0 0,1 0 0,-1-1 0,0 1 0,0 0 0,1 0 0,-1-1 0,0 1 0,1-1 0,-1 1 0,0 0 0,1-1 0,-1 1 0,1-1 0,-1 1 0,1-1 0,-1 0 0,1 1 0,-1-1 0,1 1 0,-1-1 0,1 0 0,0 0 0,0 1 0,-1-1 0,1 0 0,0 1 0,0-1 0,0 0 0,-1 0 0,1 1 0,0-1 0,0 0 0,0 0 0,1 1 0,-1-1 0,0 0 0,0 0 0,0 1 0,0-1 0,1 0 0,-1 0 0,0 1 0,1-1 0,-1 0 0,0 1 0,1-1 0,-1 1 0,1-1 0,-1 0 0,1 1 0,0-1 0,0 0 0,4-5 2,0 1 0,0-1 0,1 1 0,0 1 0,0-1 0,0 1 0,0 0 0,1 0 0,7-3 0,70-25-62,-27 11-1265,-34 12-5501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29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693 2 24575,'-99'-2'0,"-113"5"0,194 0 0,-1 1 0,1 0 0,0 2 0,1 0 0,0 1 0,0 1 0,0 1 0,1 0 0,0 1 0,0 1 0,-22 20 0,27-20 0,1 1 0,1 0 0,0 1 0,0-1 0,2 1 0,-1 1 0,-8 23 0,4-11 0,6-9 0,0-1 0,1 2 0,1-1 0,0 0 0,2 1 0,-1 21 0,-7 40 0,-2 3 0,5 0 0,2 1 0,8 85 0,-1-32 0,-1-124-97,0 0-1,1 0 1,0-1-1,0 1 1,2 0-1,-1-1 1,1 0-1,1 0 1,0 0-1,0 0 1,1-1-1,1 0 0,14 17 1,-8-11-6729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0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33 24575,'-5'-1'0,"0"0"0,0 0 0,0 0 0,0 0 0,0-1 0,-6-3 0,-16-4 0,14 6 0,0 0 0,-1 1 0,0 0 0,1 1 0,-24 1 0,34 0 0,-1 1 0,1-1 0,0 1 0,0 0 0,0 0 0,0 0 0,0 0 0,0 1 0,0-1 0,0 1 0,0-1 0,0 1 0,1 0 0,-1 0 0,1 1 0,0-1 0,-1 0 0,1 1 0,0-1 0,0 1 0,1 0 0,-1 0 0,0-1 0,1 1 0,0 0 0,0 0 0,0 1 0,0-1 0,-1 5 0,0 9 0,0 0 0,1 0 0,1 1 0,1-1 0,0 1 0,1-1 0,1 0 0,1 0 0,0 0 0,1 0 0,1-1 0,1 0 0,0 0 0,1-1 0,0 0 0,19 25 0,-23-34 0,44 55 0,57 58 0,-93-105 0,0 0 0,12 20 0,19 23 0,42 18 0,-84-74 0,0-1 0,0 1 0,-1 0 0,1-1 0,0 1 0,-1 0 0,1-1 0,0 1 0,-1 0 0,1 0 0,-1 0 0,1-1 0,-1 1 0,0 0 0,1 0 0,-1 0 0,0 0 0,0 0 0,1 0 0,-1 0 0,0 0 0,0 0 0,0 1 0,-1-1 0,1-1 0,-1 1 0,1 0 0,-1 0 0,0-1 0,1 1 0,-1 0 0,0-1 0,1 1 0,-1-1 0,0 1 0,0-1 0,1 1 0,-1-1 0,0 1 0,0-1 0,0 0 0,-1 1 0,-7 1 0,0-1 0,0 1 0,-15-1 0,22-1 0,-213-3 0,186-3-1365,6-1-5461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0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0 322 24575,'1'0'0,"0"0"0,1-1 0,-1 1 0,0 0 0,0-1 0,0 1 0,0-1 0,0 0 0,0 1 0,0-1 0,0 0 0,0 0 0,0 0 0,0 0 0,0 1 0,-1-1 0,1 0 0,0 0 0,0-1 0,-1 1 0,1 0 0,-1 0 0,1 0 0,-1 0 0,0 0 0,1-3 0,6-36 0,-6 37 0,2-109 0,-1 18 0,-2 91 0,1-1 0,-1 1 0,1 0 0,0 0 0,0 0 0,0-1 0,0 1 0,1 0 0,-1 0 0,1 1 0,0-1 0,2-3 0,-3 5 0,-1 1 0,1-1 0,-1 1 0,1-1 0,-1 1 0,1 0 0,-1-1 0,1 1 0,0 0 0,-1-1 0,1 1 0,-1 0 0,1 0 0,0 0 0,-1-1 0,1 1 0,0 0 0,-1 0 0,1 0 0,-1 0 0,1 0 0,0 0 0,-1 0 0,2 1 0,0 0 0,-1-1 0,0 1 0,1 0 0,-1 0 0,0 0 0,0 1 0,0-1 0,0 0 0,0 0 0,0 0 0,0 1 0,0-1 0,0 1 0,0-1 0,0 2 0,4 11 0,-1 0 0,0 1 0,-1-1 0,0 1 0,-1 0 0,-1 0 0,0-1 0,-2 1 0,-2 25 0,2-20 0,0 1 0,1 0 0,1 0 0,5 22 0,23 134 0,-29-171 0,1 1 0,0 0 0,0-1 0,1 1 0,0 0 0,0-1 0,1 0 0,5 10 0,-3-14-1365,-1-6-5461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0.7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341 0 24575,'5'1'0,"-1"0"0,1 0 0,0 0 0,0 1 0,-1 0 0,1 0 0,-1 0 0,0 0 0,1 1 0,-1 0 0,0 0 0,0 0 0,-1 0 0,1 0 0,4 6 0,0 0 0,-1 0 0,0 0 0,0 0 0,-1 0 0,9 21 0,-14-28 0,0 1 0,0 0 0,0-1 0,0 1 0,0 0 0,-1 0 0,1-1 0,-1 1 0,0 0 0,0 0 0,0 0 0,0 0 0,0 0 0,-1-1 0,1 1 0,-1 0 0,0 0 0,0-1 0,-1 5 0,0-5 0,0 1 0,0-1 0,0 0 0,-1 0 0,1 1 0,0-1 0,-1 0 0,1-1 0,-1 1 0,0 0 0,0-1 0,1 0 0,-1 0 0,0 1 0,0-2 0,0 1 0,-6 1 0,-26 2 0,0-1 0,0-2 0,-57-5 0,9 1 0,-20 2-1365,74 1-5461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1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560 76 24575,'-11'-8'0,"0"1"0,0 0 0,-1 0 0,0 1 0,0 1 0,0 0 0,-19-5 0,0 3 0,1 2 0,-1 1 0,0 1 0,0 2 0,-51 4 0,16-1 0,56-2 0,1 0 0,-1 1 0,1 0 0,-1 1 0,1 0 0,-16 5 0,22-5 0,-1-1 0,1 1 0,0 0 0,0 0 0,-1 0 0,2 0 0,-1 1 0,0-1 0,0 1 0,1-1 0,-1 1 0,1 0 0,0 0 0,0 0 0,0 1 0,0-1 0,1 0 0,-1 1 0,1-1 0,-1 6 0,-2 8 0,1 2 0,1-1 0,0 0 0,2 1 0,0-1 0,1 0 0,1 1 0,0-1 0,2 0 0,0 0 0,1-1 0,13 32 0,-7-31 0,1 0 0,1-1 0,0 0 0,28 26 0,-5-5 0,70 63 0,-27-30 0,-79-70 0,1-1 0,-1 0 0,1 1 0,-1-1 0,0 1 0,1-1 0,-1 1 0,1-1 0,-1 1 0,0-1 0,1 1 0,-1-1 0,0 1 0,1-1 0,-1 1 0,0-1 0,0 1 0,0-1 0,0 1 0,1 0 0,-1-1 0,0 1 0,0 0 0,0-1 0,0 1 0,0-1 0,0 1 0,-1 0 0,1-1 0,0 2 0,-1-1 0,0 0 0,0-1 0,0 1 0,0 0 0,0 0 0,0-1 0,-1 1 0,1-1 0,0 1 0,0-1 0,0 1 0,-1-1 0,1 0 0,-2 0 0,-57 3 0,45-3 0,-14 6 0,25-4 0,0-1 0,0 0 0,0 0 0,0 0 0,0 0 0,-1-1 0,1 0 0,0 0 0,0 0 0,0 0 0,-1-1 0,1 1 0,-4-2 0,9-1-1365,8-1-5461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2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1 24575,'6'-1'0,"0"2"0,0-1 0,0 1 0,0-1 0,0 2 0,0-1 0,0 1 0,0 0 0,8 4 0,-13-5 0,0 0 0,1 0 0,-1 0 0,0 0 0,1 0 0,-1 0 0,0 1 0,0-1 0,0 0 0,0 1 0,0-1 0,0 1 0,-1-1 0,1 1 0,0-1 0,-1 1 0,0 0 0,1-1 0,-1 1 0,0 0 0,1-1 0,-1 1 0,0 0 0,0-1 0,-1 1 0,1 0 0,0 0 0,0-1 0,-1 1 0,1-1 0,-1 1 0,1 0 0,-1-1 0,0 1 0,0-1 0,0 1 0,-2 2 0,-1 3 0,-1 0 0,0 1 0,0-1 0,-1-1 0,0 1 0,0-1 0,-12 10 0,-55 30 0,53-35 0,1 1 0,-28 22 0,45-32 0,0-1 0,0 1 0,0 0 0,0-1 0,0 1 0,1 0 0,-1 0 0,1 0 0,-1 0 0,1 0 0,0 1 0,0-1 0,0 0 0,0 1 0,0-1 0,0 1 0,1-1 0,-1 1 0,1-1 0,-1 1 0,1-1 0,0 1 0,0-1 0,0 1 0,1 3 0,1-3 0,0 1 0,0-1 0,0 1 0,0-1 0,1 0 0,-1 0 0,1 0 0,0 0 0,0 0 0,0-1 0,0 1 0,0-1 0,0 0 0,1 0 0,4 2 0,5 2 0,-1-1 0,1 0 0,0-1 0,1 0 0,-1-1 0,0-1 0,21 2 0,101-5 0,-72-1 0,-50 2 0,1 0 0,0-1 0,0 0 0,0-2 0,13-3 0,-23 5 0,0-1 0,0 0 0,0 0 0,0 0 0,0 0 0,0 0 0,-1-1 0,1 0 0,-1 0 0,0 0 0,0 0 0,0 0 0,0-1 0,-1 1 0,1-1 0,-1 0 0,0 1 0,0-1 0,0 0 0,1-6 0,4-17-1365,-3 1-5461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2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359 0 24575,'2'1'0,"-1"-1"0,0 0 0,0 1 0,0-1 0,0 1 0,0-1 0,0 1 0,0-1 0,0 1 0,0 0 0,0-1 0,0 1 0,0 0 0,0 0 0,-1 0 0,1 0 0,0 0 0,-1 0 0,1 0 0,-1 0 0,1 0 0,-1 0 0,1 1 0,11 34 0,-8-23 0,-1-6 0,2 7 0,-1 0 0,0 0 0,0 0 0,0 15 0,-3-25 0,-1-1 0,0 1 0,0-1 0,0 0 0,0 1 0,-1-1 0,1 0 0,-1 1 0,0-1 0,0 0 0,0 0 0,-1 1 0,1-1 0,-1 0 0,1-1 0,-1 1 0,0 0 0,0 0 0,-1-1 0,1 1 0,0-1 0,-6 5 0,-3-1 0,0 0 0,-1-1 0,1 0 0,-1-1 0,0 0 0,0 0 0,-1-2 0,1 1 0,-25 0 0,-42 10 0,12-2 94,50-9-581,-1 1 1,-25 7 0,21-2-6340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2.9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330 2 24575,'-27'-1'0,"15"0"0,0 1 0,0 0 0,0 1 0,0 1 0,-17 3 0,26-4 0,0 0 0,-1 0 0,1 1 0,0-1 0,0 1 0,0 0 0,1 0 0,-1 0 0,0 0 0,1 1 0,-1-1 0,1 1 0,0-1 0,0 1 0,0 0 0,0 0 0,0 0 0,1 0 0,-1 0 0,1 0 0,0 0 0,0 0 0,-1 7 0,-3 19 0,2 1 0,2 0 0,0 0 0,6 45 0,-1 7 0,-3-67 0,0-1 0,1 0 0,1 0 0,0 0 0,1 0 0,7 19 0,43 75 0,-16-34 0,-37-72 0,0 0 0,0 0 0,0 0 0,0 0 0,0 0 0,0 1 0,-1-1 0,1 0 0,-1 1 0,0-1 0,0 0 0,0 1 0,0-1 0,0 1 0,0-1 0,-1 0 0,1 1 0,-1-1 0,1 0 0,-1 0 0,-1 3 0,0-3 0,1 0 0,-1 0 0,0 0 0,0 0 0,-1 0 0,1-1 0,0 1 0,-1-1 0,1 1 0,-1-1 0,1 0 0,-1 0 0,1 0 0,-1 0 0,0-1 0,1 1 0,-7 0 0,-31 3 0,0-2 0,-63-6 0,56 2 0,125-11 134,-5-1-1633,-41 9-5327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3.3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24575,'2'99'0,"-5"111"0,-6-175 0,1-26 0,8-9 0,-1 0 0,0-1 0,1 1 0,-1-1 0,1 1 0,-1-1 0,1 1 0,-1-1 0,1 1 0,-1-1 0,1 1 0,0-1 0,-1 0 0,1 1 0,0-1 0,0 0 0,-1 1 0,1-1 0,0 0 0,0 1 0,0-1 0,0-1 0,-4-13 0,1-1 0,1 0 0,-1-29 0,3 40 0,0-1 0,0 0 0,0 0 0,1 0 0,0 1 0,0-1 0,1 0 0,-1 1 0,1-1 0,0 1 0,1 0 0,-1-1 0,7-7 0,-5 9 0,1 1 0,0-1 0,-1 1 0,1 0 0,1 1 0,-1-1 0,0 1 0,1 0 0,-1 1 0,1-1 0,-1 1 0,1 0 0,0 0 0,6 0 0,-3 1 0,0-1 0,0 1 0,0 1 0,0 0 0,0 0 0,0 1 0,0 0 0,11 3 0,-15-2 0,0-1 0,0 1 0,-1 0 0,1 0 0,-1 1 0,1-1 0,-1 1 0,0 0 0,0 0 0,-1 0 0,6 9 0,-1 0 0,-1 1 0,10 26 0,-14-29 0,1-1 0,1 0 0,-1-1 0,1 1 0,1-1 0,0 0 0,0 0 0,8 8 0,-12-15 0,-1-1 0,1 1 0,-1-1 0,1 0 0,-1 0 0,1 0 0,0 0 0,-1 0 0,1 0 0,0 0 0,0-1 0,0 1 0,0 0 0,0-1 0,0 0 0,0 1 0,0-1 0,0 0 0,0 0 0,0 0 0,-1 0 0,5-1 0,-3-1 0,1 1 0,-1-1 0,1 1 0,-1-1 0,0 0 0,0 0 0,0-1 0,0 1 0,-1-1 0,1 1 0,3-5 0,3-5 0,-1 0 0,0-1 0,-1 1 0,0-1 0,5-17 0,11-25-1365,-14 32-5461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3.6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1 24575,'4'1'0,"1"1"0,0-1 0,-1 1 0,0 0 0,1 1 0,-1-1 0,0 1 0,0 0 0,-1 0 0,1 0 0,-1 0 0,1 1 0,4 6 0,3 1 0,20 23 0,-1 1 0,43 68 0,-47-57 0,-22-37 0,0 0 0,1 0 0,0-1 0,0 0 0,1 0 0,13 13 0,-3-6 0,-1 0 0,-1 1 0,0 1 0,0 0 0,-2 1 0,0 0 0,10 24 0,-8-15 0,1 0 0,37 47 0,-12-17 0,98 171 0,-129-212 0,0 1 0,-1 0 0,0 1 0,-2 0 0,0 0 0,-1 0 0,-1 1 0,0 0 0,-2-1 0,1 24 0,-4-35 0,0 0 0,0 0 0,-1-1 0,0 1 0,0-1 0,-1 1 0,1-1 0,-1 0 0,-1 1 0,1-2 0,-1 1 0,0 0 0,0-1 0,-1 0 0,0 0 0,-7 6 0,-8 5 0,0 0 0,-2-2 0,-23 12 0,16-11 0,-47 15 0,12-4 0,35-15 11,-1-1-1,0-1 0,0-1 0,-1-2 1,-47 3-1,-158-5-404,139-6-639,68 2-5793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4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3856 24575,'4'-1'0,"0"1"0,0-1 0,-1 0 0,1 0 0,0 0 0,-1 0 0,1 0 0,-1-1 0,1 0 0,-1 0 0,0 0 0,1 0 0,-1 0 0,5-5 0,4-6 0,0 0 0,11-15 0,2-3 0,-17 21 0,-1-1 0,0 0 0,0 0 0,-2 0 0,1-1 0,-1 0 0,3-14 0,17-35 0,-12 33 0,15-51 0,-6 14 0,-9 24 7,-2 0-1,8-60 1,-10 50-118,16-56-1,18-84-827,-34 139 862,7-89-783,-13 95 335,13-70 0,70-162-771,-74 242 1301,3 0 0,1 1 1,1 0-1,42-59 0,-41 65 51,30-61 0,-22 40-39,40-57 2267,-27 47-1330,-4 13-978,-25 34 245,-1 0 0,0 0 0,12-23 0,-4 2-168,2 2-1,31-43 0,-36 56-37,101-159-15,-97 148 0,2 1 0,32-35 0,-29 36 0,0 0 0,22-40 0,-24 35 0,35-44 0,-33 49 0,-2-1 0,21-39 0,-36 56 0,6-11 0,0 1 0,1 0 0,1 1 0,22-26 0,-13 19 0,38-62 0,-42 61 0,34-56 0,51-107 0,-87 147 0,-13 33 0,0 0 0,1 0 0,0 1 0,11-17 0,-3 8-1365,-1 2-5461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4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1 118 24575,'7'0'0,"16"0"0,1 0 0,-1-2 0,0 0 0,31-8 0,29-6 0,-62 13 0,-1 0 0,0-2 0,0 0 0,0-1 0,21-10 0,49-30 0,-86 45 0,0 0 0,0 1 0,0-1 0,0 1 0,0-1 0,-1 1 0,1 0 0,0 1 0,0-1 0,0 1 0,0-1 0,0 1 0,0 1 0,0-1 0,-1 0 0,1 1 0,-1 0 0,1 0 0,-1 0 0,1 0 0,-1 0 0,0 1 0,4 3 0,7 7 0,0 1 0,0 1 0,13 18 0,-27-32 0,45 66 0,-33-46 0,1-1 0,21 24 0,-20-25 0,-1 0 0,0 1 0,-1 1 0,-2 0 0,15 39 0,-10-25 0,-10-20 0,0 0 0,-1 0 0,0 0 0,-2 1 0,3 29 0,-7 84 0,0-59 0,2-36-1365,-1-4-5461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6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2507 5144 24575,'0'-7'0,"-1"0"0,0-1 0,0 1 0,-1 0 0,0 0 0,0 0 0,-1 0 0,0 0 0,-6-10 0,-5-7 0,-23-26 0,11 15 0,14 17 0,0-1 0,1 0 0,0 0 0,-11-33 0,-53-143 0,15 81-775,7 16 665,41 72 110,-1-6 0,-2 1 0,-2 1 0,-29-41 0,29 47-149,2-1 0,-15-29 0,19 32 7,-1 0 0,-1 2 0,-27-34 1,11 19 141,2 0 0,2-2 0,1-1 0,2-1 0,-23-54 0,8 20 0,-11-28 0,12 18 0,-76-128 0,93 170 173,15 31-68,0 1 0,0 0 1,-1 0-1,-9-13 0,-88-127-1218,59 81 717,-3-6 165,21 32-21,-32-41-1,41 61 253,1-1 0,-15-32 0,-19-30 0,-34-55 931,61 102-662,1-1 0,1 0 1,-24-78-1,-20-41 351,51 131-589,1-1 0,2 0 0,1-1 0,-8-42 0,10 47-31,0 0 0,-16-36 0,-2-5 0,13 32 0,-31-57 0,15 34 0,-28-86 662,42 111-662,-9-33 0,12 33 0,-17-36 0,-43-100 0,49 109 0,-48-89 0,43 94 0,-24-64 0,8 16 0,-23-52 0,2 0 0,22 47 0,38 94-273,0 0 0,1 0 0,0 0 0,-3-20 0,4 5-6553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7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0 344 24575,'3'-1'0,"-1"1"0,1-1 0,-1 1 0,0-1 0,1 0 0,-1 0 0,0 0 0,1-1 0,-1 1 0,0 0 0,0-1 0,3-2 0,26-27 0,-20 20 0,9-11 0,-1-1 0,-1-1 0,24-41 0,-22 32 0,36-44 0,-53 73 0,1 1 0,-1-1 0,1 1 0,0 0 0,0 0 0,1 0 0,-1 0 0,0 1 0,1-1 0,-1 1 0,1 1 0,0-1 0,0 0 0,0 1 0,0 0 0,0 0 0,0 1 0,0-1 0,0 1 0,0 0 0,0 1 0,9 1 0,-7-1 0,0 1 0,-1 0 0,1 1 0,-1-1 0,1 1 0,-1 0 0,0 1 0,0 0 0,-1 0 0,1 0 0,-1 0 0,0 1 0,0 0 0,0 0 0,7 11 0,31 49-15,60 83-488,-41-63 400,-14-17 257,10 13 210,-40-59-1626,-4-3-5564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7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4768 24575,'0'-891'48,"0"510"-2818,-3 326 2770,-3 0 0,-16-72 0,16 99 0,-6-36 0,2-1 0,-1-94 0,9 121 0,-12-67 0,-1-16 0,12-278-49,5 206 1149,0 165-1104,1 1-1,1 0 0,2-1 1,13-38-1,-10 34 570,0 0 0,5-49-1,-11-37-564,-3 81 0,1 1 0,11-70 0,-5 60 0,-1 0 0,-1-47 0,-1 5 0,11-9 0,-8 63 0,2-42 0,-6-363 0,-5 227 0,2-96-1365,0 278-5461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8:38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0 104 24575,'5'-1'0,"-1"0"0,0-1 0,1 0 0,-1 1 0,0-1 0,0-1 0,0 1 0,0-1 0,5-4 0,16-9 0,-13 11 0,8-5 0,0 0 0,0 2 0,1 1 0,-1 0 0,2 2 0,-1 0 0,27-2 0,172 7 0,-96 2 0,-116-2 0,-1-1 0,1 2 0,-1-1 0,1 1 0,0 0 0,-1 1 0,0 0 0,1 0 0,-1 1 0,0 0 0,0 0 0,0 0 0,-1 1 0,1 0 0,-1 0 0,0 1 0,0 0 0,0 0 0,-1 0 0,1 1 0,-1-1 0,-1 1 0,1 1 0,-1-1 0,0 1 0,4 10 0,11 29 0,21 83 0,-22-66 0,-6-11 0,9 69 0,-10-52 0,6 24 0,-6-38 0,-2 1 0,2 63 0,-11-50-280,-1-35-50,1 0 0,2 0 1,9 49-1,6 21-1408,-14-73-3116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2:49:10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1842 150 24575,'-5'-4'0,"1"1"0,-1-1 0,0 1 0,-1 0 0,1 0 0,0 1 0,-1 0 0,0 0 0,1 0 0,-1 0 0,-11-1 0,-9 0 0,-36 0 0,44 3 0,-294-1 0,139 3 0,149-1 0,1 2 0,-1 1 0,-37 10 0,6-1 0,25-5 0,1 1 0,0 1 0,1 1 0,-29 16 0,-103 67 0,134-76 0,2 1 0,0 1 0,-38 43 0,13-13 0,24-23 0,1 1 0,-34 55 0,5-9 0,41-56 0,1 1 0,-12 23 0,17-27 0,-1-1 0,-1 0 0,-1-1 0,0 0 0,-17 20 0,19-26 0,1 2 0,0-1 0,0 1 0,1-1 0,0 2 0,1-1 0,0 0 0,0 1 0,1 0 0,0 0 0,1 0 0,-2 16 0,-7 24 0,4-20 0,1 1 0,2 0 0,-1 36 0,6 97 0,1-64 0,-2-78 0,0 5 0,5 41 0,-4-59 0,1 1 0,1 0 0,0-1 0,0 0 0,1 1 0,0-1 0,9 14 0,20 24 0,2-1 0,2-3 0,52 48 0,-80-83 0,1 0 0,0-1 0,15 9 0,-13-9 0,-1 1 0,18 14 0,-6-3-162,0-2 0,2 0-1,30 16 1,42 28-257,-73-46 409,1 0-1,0-2 0,1 0 1,32 10-1,22 10-8,0-1-385,-50-21 144,35 17 1,-38-15 259,50 15 0,-48-19 0,44 22 0,-46-20 93,1 0 0,1-2 0,54 11 0,-43-11 143,46 16 1,-77-21-190,38 13 131,83 21 0,47 13 794,-121-32-1581,83 17-1,-100-32 610,78 1 0,-81-6 0,-1 2 0,65 10 0,-42 0 383,0-4 1,60 1-1,119-9-534,-82-2 214,-119 3-49,-11 1-201,1-1 1,0-1 0,-1-1 0,43-10 0,59-31 186,17-4 0,-113 36 0,0-1 0,0-1 0,-1-2 0,31-20 0,-47 25 63,0 0 0,0-1-1,19-21 1,10-7 603,-24 20-666,0-1 0,-1 0 0,0-1 0,-2-1 0,22-40 0,21-27 0,-24 38 0,38-73 0,-58 90 0,-1 0 0,17-71 0,-13 41 0,31-100 0,-34 85 0,-11 52 0,14-49 0,29-93 0,-32 107 0,-8 37 0,-1-1 0,4-48 0,-6-19 0,-9-107 0,1 180 0,0 0 0,-1 0 0,-1 1 0,-1 0 0,-1 0 0,0 0 0,-1 1 0,-2 0 0,-13-18 0,17 27 0,0 1 0,-1 1 0,0-1 0,-1 1 0,-13-9 0,-1 0 0,-15-10 0,-65-34 0,9 6 0,12 6 0,-121-50 0,187 92-146,0 1-1,-1 0 0,0 1 0,-21-1 1,-36-9 143,43 5-249,-198-51-271,181 50 505,-1 2-1,-90-1 1,-1114 11-2597,1187-5 2615,-72-13 0,-50-3 0,-496 18 3038,327 3-1895,321-2-1143,14-1 0,-1 0 0,0 2 0,1 1 0,-1 1 0,0 0 0,-40 13 0,56-12 9,0 0-1,1 0 1,-1 1-1,1 0 1,-1 0 0,1 1-1,1-1 1,-1 1-1,1 0 1,0 1-1,1-1 1,-1 1-1,-4 10 1,1-1-306,0 1 0,1 0 0,1 0 0,-7 33 0,8-23-6529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4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0 24575,'-2'32'0,"-10"60"0,6-60 0,-2 58 0,10 10 0,-4 74 0,-11-108 0,9-49 0,0 0 0,-1 21 0,4 30 0,1-62 59,0-11-1483,0-4-5402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4.9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24575,'3'-1'0,"1"0"0,0 1 0,-1-1 0,0-1 0,1 1 0,5-4 0,18-5 0,-10 7 0,0 2 0,1 0 0,-1 0 0,0 2 0,0 0 0,0 1 0,0 1 0,19 5 0,-24-5 0,-1-1 0,1 1 0,-1 0 0,0 1 0,0 0 0,19 11 0,-28-13 0,1-1 0,-1 1 0,0 0 0,0-1 0,0 1 0,0 0 0,-1 1 0,1-1 0,0 0 0,-1 0 0,1 1 0,-1-1 0,0 1 0,0-1 0,0 1 0,0-1 0,0 1 0,-1 0 0,1-1 0,-1 1 0,0 0 0,0 0 0,0-1 0,0 1 0,0 0 0,0 0 0,-1-1 0,0 1 0,1 0 0,-1-1 0,-1 4 0,-1 0 0,1 1 0,-1-1 0,0 0 0,-1 0 0,0-1 0,0 1 0,0-1 0,0 0 0,-8 7 0,-51 38 0,45-38 0,-29 26 0,39-29 0,-2-1 0,1 0 0,-1 0 0,0-1 0,-1 0 0,1-1 0,-19 7 0,25-11 0,0 0 0,0 0 0,0 0 0,0 0 0,1 1 0,-1-1 0,1 1 0,0 0 0,-6 6 0,8-8 0,1 0 0,-1 1 0,0-1 0,1 0 0,-1 0 0,1 1 0,0-1 0,-1 0 0,1 1 0,0-1 0,0 1 0,0-1 0,0 0 0,0 1 0,0-1 0,0 1 0,0-1 0,1 0 0,-1 1 0,0-1 0,1 0 0,-1 1 0,1-1 0,0 0 0,-1 0 0,1 0 0,0 1 0,0-1 0,0 0 0,0 0 0,-1 0 0,2 0 0,-1 0 0,1 1 0,9 7 0,0 0 0,0-1 0,1 0 0,1 0 0,20 8 0,69 23 0,-79-33 0,0-1 0,1-1 0,23 1 0,41 7 0,-43-5-1365,-24-5-5461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5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1 24575,'-23'0'0,"6"-1"0,0 1 0,0 1 0,0 1 0,-30 6 0,42-7 0,1 1 0,-1-1 0,0 1 0,1 1 0,0-1 0,-1 1 0,1-1 0,0 1 0,1 0 0,-1 1 0,0-1 0,1 1 0,0 0 0,-1-1 0,2 1 0,-1 1 0,0-1 0,1 0 0,0 1 0,-4 8 0,-2 15 0,1 0 0,2 0 0,0 1 0,2 0 0,1 0 0,3 44 0,-1-7 0,2 59 0,-1-119 0,1 0 0,-1-1 0,1 1 0,0-1 0,0 0 0,1 0 0,0 0 0,-1 0 0,2 0 0,-1 0 0,1-1 0,-1 1 0,1-1 0,0 0 0,1 0 0,-1-1 0,1 1 0,0-1 0,8 4 0,-2 0 0,1-1 0,0-1 0,0 0 0,0-1 0,1 0 0,0-1 0,19 3 0,-10-4 0,0 0 0,0-2 0,0 0 0,43-8 0,-54 6 0,-1-1 0,1 0 0,-1 0 0,0-2 0,0 1 0,0-1 0,-1-1 0,1 1 0,-1-2 0,-1 1 0,16-15 0,-13 8 0,0 0 0,-1 0 0,0-2 0,-1 1 0,0-1 0,-2 0 0,10-26 0,-13 32 0,-1 1 0,0-2 0,-1 1 0,0 0 0,-1 0 0,0-1 0,0 1 0,-1-1 0,0 1 0,0 0 0,-1-1 0,-1 1 0,0-1 0,0 1 0,-4-10 0,5 15 0,-1 1 0,1-1 0,-1 1 0,0-1 0,0 1 0,-1 0 0,1 0 0,-1 0 0,1 0 0,-1 0 0,0 0 0,0 1 0,0-1 0,-1 1 0,1 0 0,-1 0 0,1 0 0,-1 1 0,1-1 0,-1 1 0,0 0 0,0 0 0,0 0 0,1 0 0,-1 1 0,0 0 0,0-1 0,0 2 0,-6-1 0,1 2 0,0 0 0,1 1 0,-1 0 0,1 0 0,-1 0 0,1 1 0,0 1 0,1-1 0,-1 1 0,1 0 0,0 1 0,-7 7 0,-3 3-1365,1-3-5461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5.5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24575,'0'2'0,"1"1"0,-1-1 0,1 0 0,0 1 0,0-1 0,1 0 0,-1 0 0,0 0 0,1 0 0,-1 0 0,1 0 0,-1 0 0,1 0 0,0 0 0,0-1 0,0 1 0,3 1 0,38 23 0,-20-16 0,35 11 0,-38-15 0,1 2 0,29 15 0,-33-16 0,1 0 0,-1 0 0,1-2 0,0 0 0,1-1 0,35 3 0,8 1 0,-8 0-1365,-30-6-5461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5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24575,'0'-1'0,"0"0"0,1 0 0,-1 0 0,1 0 0,-1 0 0,1 0 0,-1 0 0,1 0 0,-1 0 0,1 0 0,0 1 0,-1-1 0,1 0 0,0 0 0,0 1 0,0-1 0,0 1 0,-1-1 0,1 1 0,0-1 0,0 1 0,0-1 0,0 1 0,0 0 0,1-1 0,35-8 0,-19 5 0,6-3 6,0 1 1,1 1-1,-1 1 0,35 0 0,103 5-139,-62 2-1130,-76-4-5563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6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0 24575,'0'4'0,"1"-1"0,0 1 0,0-1 0,0 1 0,1-1 0,2 7 0,7 17 0,-5 24 0,-2 1 0,-6 97 0,0-47 0,3-33 0,-3 79 0,1-141-124,0 0 0,-1-1 0,0 1 0,0-1 0,0 1 0,-1-1-1,0 0 1,0 0 0,0 0 0,-6 7 0,-1 1-6702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6.3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1 183 24575,'3'-1'0,"-1"0"0,1-1 0,-1 0 0,0 0 0,1 0 0,-1 0 0,0 0 0,0 0 0,0 0 0,0-1 0,-1 1 0,1-1 0,-1 1 0,2-4 0,14-17 0,3 8 0,2 0 0,0 1 0,1 2 0,41-17 0,-54 24 0,15-3 4,-21 7-128,0 0-1,0 0 1,0 0-1,0 0 1,-1-1-1,1 0 1,-1 0-1,1 0 1,-1 0-1,5-4 1,-3-1-6702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6.5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24575,'0'9'0,"0"0"0,0 0 0,1 1 0,0-1 0,1 0 0,0 0 0,0 0 0,1-1 0,0 1 0,1 0 0,-1-1 0,2 0 0,-1 0 0,1 0 0,0-1 0,1 1 0,0-1 0,10 9 0,-5-6 0,1-1 0,-1-1 0,1 0 0,1-1 0,-1 0 0,1-1 0,1 0 0,16 4 0,13 7 0,-30-13-195,0 0 0,1-1 0,-1 0 0,1-1 0,-1-1 0,23 0 0,-13-1-6631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7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20 24575,'0'48'0,"-1"68"0,0-104 0,-1 0 0,0 0 0,0 0 0,-1-1 0,-1 0 0,0 1 0,-7 13 0,11-25 0,0 1 0,0-1 0,0 1 0,0-1 0,0 0 0,-1 1 0,1-1 0,0 1 0,0-1 0,-1 1 0,1-1 0,0 0 0,0 1 0,-1-1 0,1 0 0,0 1 0,-1-1 0,1 0 0,-1 1 0,1-1 0,-1 0 0,1 0 0,0 1 0,-1-1 0,1 0 0,-1 0 0,1 0 0,-1 0 0,1 0 0,-1 0 0,1 0 0,-1 0 0,0 0 0,-6-14 0,1-26 0,6 33 0,-1 1 0,1 0 0,1 0 0,-1 0 0,1 0 0,0-1 0,1 1 0,-1 0 0,1 1 0,0-1 0,4-6 0,-4 9 0,0 0 0,0 0 0,0 0 0,1 1 0,-1-1 0,1 1 0,0-1 0,-1 1 0,1 0 0,0 0 0,1 0 0,-1 1 0,0-1 0,0 1 0,1-1 0,-1 1 0,1 0 0,-1 0 0,1 1 0,4-1 0,2-1 0,1 1 0,0 1 0,-1 0 0,1 0 0,-1 1 0,20 4 0,-26-4 0,0 0 0,-1 1 0,1-1 0,0 1 0,-1 0 0,1 0 0,-1 0 0,0 0 0,0 0 0,1 1 0,-2 0 0,1-1 0,0 1 0,0 0 0,-1 0 0,0 1 0,0-1 0,0 0 0,0 1 0,0-1 0,2 7 0,2 12 0,-5-15 0,1 0 0,0-1 0,1 1 0,-1-1 0,7 11 0,-5-16 0,-2-9 0,0-8 0,-1 7 0,-1 0 0,1 0 0,1 0 0,-1 0 0,1 1 0,1-1 0,0 1 0,0-1 0,1 1 0,0 0 0,0 0 0,1 0 0,0 1 0,0 0 0,1 0 0,0 0 0,0 1 0,0-1 0,1 2 0,0-1 0,0 1 0,1 0 0,13-7 0,-9 6 0,0 0 0,0 1 0,0 0 0,1 1 0,17-4 0,-27 7 0,0 1 0,0-1 0,1 1 0,-1 0 0,0 0 0,0 0 0,0 0 0,0 0 0,0 1 0,1-1 0,-1 1 0,0 0 0,0 0 0,0 0 0,0 0 0,-1 1 0,1-1 0,0 1 0,-1-1 0,1 1 0,-1 0 0,1 0 0,-1 1 0,0-1 0,0 0 0,0 1 0,0-1 0,2 4 0,14 33 0,24 77 0,-40-110 0,0-1 0,0-1 0,1 0 0,-1 1 0,1-1 0,0 0 0,0 0 0,1-1 0,-1 1 0,1-1 0,-1 1 0,1-1 0,0 0 0,1-1 0,-1 1 0,0-1 0,1 1 0,-1-1 0,1-1 0,0 1 0,5 0 0,3 2 0,0-1 0,0-1 0,1 0 0,-1-1 0,0-1 0,19-1 0,-28 1 0,0 0 0,-1-1 0,1 0 0,-1 0 0,1 0 0,-1 0 0,1 0 0,-1-1 0,0 0 0,1 0 0,-1 1 0,0-2 0,0 1 0,-1 0 0,1-1 0,4-4 0,-4 2 0,1 1 0,-2-1 0,1 0 0,-1 0 0,1 0 0,-1 0 0,-1-1 0,1 1 0,-1 0 0,1-8 0,-1 1 0,0 0 0,-1-1 0,0 1 0,-1 0 0,0 0 0,-1-1 0,-1 1 0,0 0 0,-6-16 0,6 23 0,-1 1 0,1-1 0,-1 1 0,0-1 0,0 1 0,0 1 0,0-1 0,-1 0 0,1 1 0,-1 0 0,0 0 0,0 1 0,0-1 0,-1 1 0,1 0 0,0 0 0,-1 1 0,1 0 0,-1 0 0,0 0 0,1 0 0,-12 1 0,15 1 0,0 0 0,0 0 0,0 1 0,1-1 0,-1 0 0,0 0 0,0 1 0,1-1 0,-1 1 0,1 0 0,0-1 0,-1 1 0,1 0 0,0 0 0,0 0 0,0 0 0,0 0 0,0 0 0,0 0 0,1 0 0,-1 0 0,1 0 0,-1 1 0,1 2 0,-2 9 0,2 0 0,0 24 0,0-25 0,1-5 0,-1 1 0,1-1 0,0 0 0,0 1 0,1-1 0,0 0 0,1 0 0,0 0 0,0 0 0,1 0 0,0-1 0,0 0 0,0 0 0,1 0 0,1 0 0,-1-1 0,1 1 0,0-1 0,0-1 0,0 1 0,1-1 0,0-1 0,0 1 0,1-1 0,-1 0 0,1 0 0,-1-1 0,1 0 0,0-1 0,1 0 0,12 2 0,57 9 0,-57-8 0,0-1 0,0-1 0,0-1 0,34-1 0,-52-2 0,1 1 0,-1-1 0,0 1 0,1-1 0,-1 0 0,0-1 0,0 1 0,0-1 0,1 1 0,-2-1 0,1 0 0,0 0 0,0 0 0,0 0 0,-1 0 0,0-1 0,1 1 0,2-6 0,-1 2 0,-1 0 0,1 0 0,-2 0 0,1 0 0,-1-1 0,0 1 0,3-14 0,-5 19-21,0 1 0,-1 0-1,1 0 1,0 0 0,0 0-1,0-1 1,0 1 0,0 0-1,0 0 1,0 0 0,0 0-1,0-1 1,0 1 0,0 0-1,0 0 1,0 0 0,0 0-1,0-1 1,0 1 0,0 0-1,1 0 1,-1 0 0,0 0-1,0 0 1,0-1 0,0 1-1,0 0 1,0 0 0,0 0-1,0 0 1,1 0 0,-1 0-1,0-1 1,0 1 0,0 0-1,0 0 1,0 0 0,1 0-1,-1 0 1,0 0 0,0 0-1,0 0 1,0 0 0,0 0-1,1 0 1,-1 0 0,0 0-1,0 0 1,0 0 0,1 0-1,-1 0 1,0 0 0,0 0-1,0 0 1,0 0 0,1 0-1,-1 0 1,0 0 0,0 0-1,0 0 1,0 0 0,0 0-1,1 1 1,4 2-6805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8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22 24575,'-3'-1'0,"0"0"0,0 1 0,0-1 0,0 0 0,0 0 0,0 0 0,-5-3 0,-20-7 0,24 11 0,0 0 0,0 0 0,0 0 0,0 0 0,1 0 0,-1 1 0,0 0 0,0 0 0,0 0 0,0 0 0,1 1 0,-1-1 0,0 1 0,1 0 0,-1 0 0,1 0 0,0 1 0,0-1 0,0 1 0,0 0 0,0 0 0,1 0 0,-1 0 0,1 0 0,0 0 0,0 1 0,0-1 0,0 1 0,0-1 0,1 1 0,0 0 0,-2 5 0,0 6 0,0 0 0,0 0 0,2 0 0,0 1 0,0-1 0,2 0 0,2 17 0,-3-27 0,1 0 0,-1 0 0,1 0 0,1 0 0,-1-1 0,1 1 0,0 0 0,0-1 0,0 1 0,0-1 0,1 0 0,0 0 0,0 0 0,0 0 0,0 0 0,1-1 0,-1 1 0,1-1 0,0 0 0,7 4 0,-3-3 0,1 0 0,0-1 0,-1 0 0,1-1 0,1 0 0,-1 0 0,0-1 0,0 0 0,1 0 0,9-2 0,-16 1 0,11 0 0,0 0 0,27-6 0,-37 5 0,0 0 0,0 0 0,0 0 0,0-1 0,0 0 0,0 0 0,-1 0 0,1 0 0,-1-1 0,1 1 0,-1-1 0,0 0 0,0 0 0,4-4 0,5-12 0,-9 14 0,0 0 0,0 0 0,0 1 0,1-1 0,-1 1 0,1-1 0,0 1 0,1 0 0,-1 1 0,10-7 0,-13 10 0,0 0 0,1 0 0,-1 0 0,1 1 0,-1-1 0,0 0 0,1 0 0,-1 1 0,0-1 0,1 1 0,-1 0 0,0-1 0,1 1 0,-1 0 0,0-1 0,0 1 0,0 0 0,0 0 0,0 0 0,0 0 0,0 0 0,1 3 0,23 32 0,-17-23 0,-4-8-91,-1 1 0,1-1 0,0 1 0,0-1 0,1 0 0,0 0 0,0-1 0,0 1 0,0-1 0,0-1 0,1 1 0,0-1 0,0 1 0,6 1 0,8 0-6735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8.4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58 24575,'2'31'0,"-2"32"0,0-60 0,0 1 0,-1 0 0,1-1 0,-1 1 0,0 0 0,0-1 0,0 1 0,-1-1 0,1 1 0,-1-1 0,0 0 0,-3 5 0,4-7 0,1-1 0,0 1 0,-1-1 0,1 1 0,-1-1 0,1 1 0,-1-1 0,1 1 0,-1-1 0,1 0 0,-1 1 0,1-1 0,-1 0 0,1 1 0,-1-1 0,0 0 0,1 0 0,-1 0 0,1 0 0,-1 1 0,0-1 0,1 0 0,-1 0 0,0 0 0,1 0 0,-1 0 0,0 0 0,1-1 0,-1 1 0,0 0 0,0-1 0,0 0 0,0 0 0,0 0 0,0 0 0,0 0 0,0 0 0,0 0 0,1 0 0,-1 0 0,0 0 0,1 0 0,-1-1 0,0-1 0,-1-3 0,0-1 0,1 0 0,-1 1 0,1-12 0,1 13 0,0 0 0,0 0 0,1 0 0,0 0 0,0 0 0,0 0 0,0 0 0,1 1 0,0-1 0,0 0 0,0 1 0,0-1 0,1 1 0,0 0 0,0 0 0,5-5 0,-2 3 0,0 1 0,0 1 0,1-1 0,-1 1 0,1 0 0,0 0 0,1 1 0,-1 0 0,12-3 0,11 0 0,-1 1 0,1 1 0,0 1 0,40 3 0,-37 0 0,-18-1 0,1 0 0,-1 1 0,0 1 0,0 1 0,0 0 0,-1 1 0,1 0 0,0 1 0,26 11 0,-29-7 0,0-1 0,-1 2 0,0-1 0,0 2 0,-1-1 0,0 1 0,-1 1 0,0 0 0,0 0 0,-1 1 0,12 23 0,-17-25-227,0-1-1,0 1 1,-1 0-1,0 0 1,1 18-1,-2-5-6598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9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24575,'2'31'0,"10"61"0,-6-59 0,2 56 0,-7-61 0,0 0 0,2-1 0,8 39 0,-5-26 0,-1 0 0,-2 0 0,-5 77 0,0-37 0,3-72-341,-2 1 0,1-1-1,-4 16 1,-2-6-6485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9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 24575,'711'0'0,"-702"0"-273,-1 0 0,0-1 0,0 0 0,8-2 0,2-3-6553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09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24575,'2'22'0,"0"0"0,8 37 0,-4-33 0,2 35 0,-6-23 0,1 12 0,9 56 0,-7-72 0,-2 1 0,-2 43 0,2 20 0,10-30 17,-10-59-155,0 1 0,-1 0 0,0 0-1,-1 0 1,0 0 0,0 0 0,-1 0-1,-1 0 1,-2 18 0,-3-11-6688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0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24575,'0'646'-1365,"0"-634"-5461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1.3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24575,'16'0'0,"-1"0"0,0 0 0,0 2 0,0 0 0,21 6 0,-32-6 0,1-1 0,-1 1 0,1 1 0,-1-1 0,0 1 0,0-1 0,0 1 0,-1 0 0,1 0 0,-1 1 0,1-1 0,-1 1 0,0 0 0,0 0 0,-1 0 0,1 0 0,-1 0 0,0 1 0,0-1 0,-1 1 0,2 5 0,-1-5 0,-1 0 0,1 0 0,-1 0 0,-1 0 0,1 0 0,-1 0 0,0 0 0,0 0 0,0 0 0,-1 0 0,0 0 0,0 0 0,0 0 0,0 0 0,-1 0 0,0-1 0,0 1 0,0 0 0,-1-1 0,1 0 0,-1 1 0,-6 6 0,1-4 0,0 0 0,0 0 0,0-1 0,-1 0 0,0-1 0,0 0 0,0 0 0,-1-1 0,1 0 0,-14 3 0,-27 15 0,27-9 0,22-13 0,1 0 0,-1 1 0,0-1 0,1 1 0,-1-1 0,0 0 0,0 0 0,1 1 0,-1-1 0,0 0 0,0 0 0,1 0 0,-1 0 0,0 0 0,0 0 0,0 0 0,1 0 0,-1 0 0,0 0 0,0 0 0,0-1 0,1 1 0,-1 0 0,0-1 0,1 1 0,-1 0 0,0-1 0,1 1 0,-1-1 0,0 1 0,1-1 0,-1 1 0,1-1 0,-1 1 0,1-1 0,-1 0 0,1 1 0,-1-1 0,0-1 0,1 1 0,0-1 0,-1 1 0,1 0 0,0 0 0,0 0 0,0-1 0,0 1 0,0 0 0,0 0 0,0-1 0,0 1 0,0 0 0,1 0 0,-1-1 0,1 1 0,-1 0 0,1 0 0,-1 0 0,1 0 0,-1 0 0,1 0 0,0 0 0,0 0 0,-1 0 0,3-1 0,1-1 0,1 0 0,0 0 0,0 0 0,0 1 0,0 0 0,1 0 0,-1 0 0,0 1 0,1-1 0,0 1 0,-1 1 0,1-1 0,-1 1 0,1 0 0,0 0 0,7 2 0,-6-1 0,0 0 0,0 0 0,0 1 0,0-1 0,-1 2 0,1-1 0,-1 1 0,1 0 0,-1 0 0,0 1 0,0 0 0,10 9 0,18 19 0,-22-21 0,-1 0 0,0 0 0,15 22 0,2 11 0,-16-23 0,2-1 0,25 31 0,-16-23 0,12 13 0,6 1 0,-33-32 0,0-1 0,1 0 0,0 0 0,11 7 0,-5-4-119,-9-7 161,1 0 0,-1-1-1,1 1 1,0-1 0,8 3 0,-14-7-82,0 1 1,0-1 0,1 0-1,-1 1 1,0-1-1,0 0 1,0 0 0,1 0-1,-1 0 1,0 0-1,1 0 1,-1 0 0,0 0-1,0 0 1,0-1 0,1 1-1,-1 0 1,0-1-1,0 1 1,0-1 0,0 1-1,1-1 1,-1 0-1,0 0 1,0 1 0,0-1-1,-1 0 1,1 0-1,0 0 1,0 0 0,0 0-1,-1 0 1,1 0 0,0 0-1,-1 0 1,1 0-1,0-2 1,5-14-6787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8.5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24575,'0'493'0,"2"-468"0,2 1 0,0-1 0,2 0 0,1-1 0,1 1 0,11 23 0,9 31 0,-26-72-227,0 0-1,1 0 1,-1-1-1,2 1 1,5 9-1,-4-10-6598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8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0 138 24575,'4'-1'0,"-1"0"0,1 0 0,-1-1 0,0 1 0,1-1 0,-1 0 0,0 0 0,0 0 0,4-4 0,14-7 0,-3 7 0,0 0 0,0 1 0,1 0 0,0 2 0,19-1 0,32-7 0,94-16 0,-138 22 0,-19 5 0,-1-1 0,0 0 0,1 0 0,-1-1 0,0 0 0,0 0 0,0 0 0,0-1 0,9-5 0,-15 8-21,0-1 1,0 1-1,0 0 0,0 0 0,0 0 0,0-1 0,0 1 1,1 0-1,-1 0 0,0-1 0,0 1 0,0 0 0,0 0 1,0 0-1,0-1 0,0 1 0,0 0 0,-1 0 0,1-1 1,0 1-1,0 0 0,0 0 0,0 0 0,0-1 0,0 1 1,0 0-1,0 0 0,-1 0 0,1-1 0,0 1 0,0 0 1,0 0-1,0 0 0,-1 0 0,1-1 0,0 1 0,0 0 1,0 0-1,-1 0 0,1 0 0,0 0 0,0 0 1,-1 0-1,1 0 0,0 0 0,0 0 0,0 0 0,-1 0 1,1 0-1,0 0 0,0 0 0,-1 0 0,1 0 0,0 0 1,0 0-1,-1 0 0,1 0-157,-12-2-6648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8.9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24575,'0'12'0,"0"0"0,0 0 0,2 0 0,3 19 0,-4-27 0,1-1 0,-1 1 0,1-1 0,-1 0 0,1 0 0,0 1 0,0-1 0,1 0 0,-1-1 0,0 1 0,1 0 0,0-1 0,0 1 0,0-1 0,0 0 0,0 0 0,0 0 0,6 2 0,52 28 0,-47-24 0,-1-1 0,1 0 0,0 0 0,1-1 0,-1-1 0,1-1 0,0 0 0,27 3 0,94-7-1365,-112-1-5461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9.4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24575,'0'546'0,"0"-545"0,0 0 0,0-1 0,0 1 0,0 0 0,0 0 0,0 0 0,0 0 0,0-1 0,0 1 0,0 0 0,0 0 0,1-1 0,-1 1 0,0 0 0,0 0 0,1-1 0,-1 1 0,1 0 0,-1 0 0,1-1 0,-1 1 0,1-1 0,-1 1 0,1 0 0,-1-1 0,1 1 0,0-1 0,-1 1 0,1-1 0,0 0 0,-1 1 0,2 0 0,26-6 0,-14 0 0,7 0 0,1 1 0,-1 0 0,0 2 0,1 1 0,0 0 0,-1 2 0,1 0 0,22 5 0,-39-5 0,1 1 0,-1 0 0,0 1 0,0-1 0,0 1 0,-1 0 0,1 0 0,-1 1 0,1-1 0,-1 1 0,0 0 0,-1 0 0,1 0 0,-1 1 0,4 5 0,8 9 0,-12-16-97,0 0-1,0-1 1,0 1-1,0-1 1,0 0-1,0 0 1,1 0-1,-1 0 1,1-1-1,0 1 1,-1-1-1,1 0 0,6 1 1,10 2-6729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9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10 24575,'-18'-5'0,"17"4"0,0 1 0,1-1 0,-1 1 0,0 0 0,1-1 0,-1 1 0,0 0 0,1-1 0,-1 1 0,0 0 0,0 0 0,1 0 0,-1 0 0,0 0 0,0-1 0,1 1 0,-1 1 0,0-1 0,0 0 0,1 0 0,-1 0 0,0 0 0,0 0 0,1 1 0,-1-1 0,0 0 0,1 1 0,-1-1 0,0 0 0,1 1 0,-1-1 0,1 1 0,-1-1 0,0 1 0,1-1 0,-1 1 0,1 0 0,0-1 0,-1 1 0,1 0 0,-1-1 0,1 1 0,0 0 0,-1-1 0,1 1 0,0 0 0,0 0 0,0-1 0,0 1 0,0 0 0,0 0 0,-4 11 0,2 1 0,0-1 0,0 0 0,1 1 0,0-1 0,1 1 0,1-1 0,0 1 0,5 23 0,-6-36 0,0 1 0,0 0 0,1-1 0,-1 1 0,0 0 0,0-1 0,0 1 0,0 0 0,1-1 0,-1 1 0,0-1 0,1 1 0,-1 0 0,0-1 0,1 1 0,-1-1 0,1 1 0,-1-1 0,0 1 0,1-1 0,0 0 0,-1 1 0,1-1 0,-1 0 0,2 1 0,5-13 0,-1-28 0,-7 30-51,-1-1 0,1 0 0,-5-12-1,2 9-1108,-1-7-5666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19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0 218 24575,'17'-14'0,"1"1"0,0 0 0,1 1 0,1 1 0,-1 1 0,28-10 0,42-23 0,-75 36 0,1 0 0,0 1 0,1 1 0,-1 1 0,18-3 0,-12 2 0,38-12 0,3-3-1365,-42 16-5461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1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57 24575,'-23'0'0,"14"-1"0,-1 1 0,1 0 0,-1 1 0,0 0 0,-12 3 0,19-3 0,1 0 0,-1 0 0,1 0 0,-1 0 0,1 1 0,0-1 0,0 1 0,0-1 0,-1 1 0,1 0 0,1 0 0,-1 0 0,0 0 0,0 0 0,1 0 0,-1 0 0,1 1 0,0-1 0,0 0 0,0 1 0,0 0 0,0-1 0,-1 6 0,-1 13 0,0 0 0,2 1 0,0 0 0,2-1 0,0 1 0,9 41 0,-9-57 0,1 0 0,-1 0 0,2-1 0,-1 1 0,0-1 0,1 0 0,0 1 0,0-1 0,1-1 0,-1 1 0,1 0 0,0-1 0,8 7 0,-4-5 0,0-1 0,0 0 0,0 0 0,1-1 0,0 0 0,0 0 0,16 4 0,7-2 0,-1-1 0,1-2 0,0 0 0,34-3 0,-63 0 0,28-1 0,0 0 0,44-8 0,-68 8 0,1-1 0,0 0 0,0 0 0,-1-1 0,1 0 0,-1 0 0,0-1 0,0 0 0,0 0 0,-1-1 0,1 1 0,-1-1 0,0-1 0,10-11 0,-13 12 0,0 0 0,0 0 0,-1 0 0,0-1 0,0 1 0,0-1 0,-1 1 0,1-1 0,-1 1 0,-1-1 0,1 0 0,-1 1 0,0-1 0,0 0 0,-2-9 0,2 12 0,-1-1 0,0 1 0,0-1 0,0 1 0,0-1 0,0 1 0,-1-1 0,0 1 0,1 0 0,-1 0 0,0 0 0,-1 0 0,1 0 0,0 0 0,-1 1 0,0-1 0,0 1 0,1-1 0,-1 1 0,0 0 0,-1 0 0,1 1 0,0-1 0,-7-2 0,-11 1 0,-1 0 0,0 1 0,0 1 0,1 1 0,-28 4 0,-12-1 0,57-3 0,0 0 0,-1 0 0,1 0 0,0 1 0,0 0 0,0 0 0,-1 0 0,1 0 0,0 1 0,0-1 0,0 1 0,1 0 0,-6 4 0,7-4 0,-1 0 0,1 1 0,1-1 0,-1 0 0,0 1 0,1 0 0,-1-1 0,1 1 0,0 0 0,0 0 0,0 0 0,0 0 0,0 0 0,1 0 0,-1 0 0,1 0 0,0 0 0,0 0 0,0 5 0,0-5 0,1 0 0,-1 0 0,1-1 0,0 1 0,-1 0 0,1 0 0,1-1 0,-1 1 0,0-1 0,0 1 0,1-1 0,0 1 0,-1-1 0,1 0 0,0 0 0,0 0 0,0 0 0,0 0 0,1 0 0,-1-1 0,0 1 0,1-1 0,-1 0 0,1 1 0,0-1 0,-1 0 0,1 0 0,0-1 0,-1 1 0,1-1 0,4 1 0,12 1 0,-1 0 0,1-1 0,33-4 0,-28 2 0,-14 0 0,2 1 0,-1 0 0,1-1 0,-1-1 0,18-4 0,-25 5 0,-1-1 0,0 1 0,0-1 0,1 1 0,-1-1 0,0 0 0,-1 0 0,1-1 0,0 1 0,-1 0 0,1-1 0,-1 0 0,1 0 0,-1 1 0,0-1 0,-1 0 0,1-1 0,2-5 0,-3 6 0,0 1 0,0 0 0,0 0 0,0 0 0,0 0 0,0 0 0,0 0 0,1 0 0,-1 0 0,1 0 0,-1 0 0,1 1 0,0-1 0,0 1 0,0-1 0,0 1 0,0 0 0,0 0 0,0-1 0,3 1 0,-3 0 0,0 1 0,1 0 0,-1 0 0,0 1 0,1-1 0,-1 0 0,1 1 0,-1-1 0,0 1 0,0 0 0,1 0 0,-1 0 0,0 0 0,0 0 0,0 0 0,0 1 0,0-1 0,0 1 0,3 3 0,3 3 0,0 1 0,0 0 0,0 1 0,-1 0 0,0 0 0,-1 0 0,-1 1 0,1 0 0,-2 0 0,1 1 0,-2-1 0,1 1 0,1 13 0,4 15 0,-4-15 0,0 0 0,3 48 0,-8 25 0,-2-157 0,1 29 0,0-1 0,2 1 0,1 0 0,9-44 0,2 9 0,-11 49 0,1 0 0,0 1 0,2-1 0,0 1 0,7-16 0,17-38 0,-23 54 0,-1 1 0,2-1 0,0 1 0,0 0 0,2 1 0,-1 0 0,17-18 0,-20 26 0,1 0 0,0 0 0,0 1 0,0 0 0,1 0 0,-1 0 0,1 1 0,0 0 0,0 1 0,0-1 0,0 1 0,1 1 0,-1-1 0,1 1 0,-1 0 0,0 1 0,1 0 0,-1 0 0,15 3 0,-17-2 0,0 0 0,0 0 0,0 0 0,0 1 0,0 0 0,0 0 0,-1 0 0,1 1 0,-1 0 0,1 0 0,-1 0 0,0 0 0,0 0 0,-1 1 0,1 0 0,-1 0 0,1 0 0,-1 0 0,0 0 0,-1 1 0,1-1 0,-1 1 0,0 0 0,0 0 0,0-1 0,-1 1 0,0 1 0,0-1 0,1 6 0,-2-6 0,0-1 0,0 0 0,0 0 0,0 0 0,0 1 0,-1-1 0,0 0 0,0 0 0,0 0 0,-1 0 0,1 0 0,-1 0 0,0 0 0,0-1 0,0 1 0,0-1 0,-1 1 0,1-1 0,-1 0 0,0 0 0,0 0 0,0 0 0,-1 0 0,-3 2 0,-9 4 0,0-1 0,-1 0 0,0-1 0,-27 7 0,25-8 0,0 1 0,-27 13 0,5 4-1365,21-15-5461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1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1 24575,'0'493'0,"0"-483"-136,0 0-1,-1 0 1,-1-1-1,1 1 1,-1 0-1,-1-1 1,0 0-1,0 1 0,-8 13 1,2-9-6690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2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24575,'79'-2'0,"88"4"0,-158-1 0,1 1 0,-1 0 0,-1 0 0,1 0 0,0 1 0,-1 1 0,1-1 0,-1 1 0,0 1 0,0 0 0,0 0 0,-1 0 0,0 1 0,0 0 0,0 0 0,-1 1 0,0 0 0,0 0 0,-1 0 0,7 13 0,0-1 0,-4-7 0,0 1 0,-1 1 0,7 15 0,-10-15 0,17 38 0,-21-51 0,1 1 0,0 0 0,0-1 0,0 1 0,0 0 0,0-1 0,0 1 0,0-1 0,0 0 0,1 1 0,-1-1 0,0 0 0,1 0 0,-1 0 0,1 0 0,0 0 0,-1 0 0,1 0 0,0-1 0,-1 1 0,1 0 0,0-1 0,2 1 0,-3-2 0,1 1 0,-1-1 0,1 0 0,-1 1 0,0-1 0,1 0 0,-1 0 0,0 0 0,0 0 0,0 0 0,0 0 0,0 0 0,0 0 0,0-1 0,0 1 0,0 0 0,-1-1 0,1 1 0,0 0 0,-1-1 0,1-2 0,13-40 0,-11 32 0,-1 6 0,0 0 0,0 0 0,0 0 0,1 0 0,6-9 0,-8 14 0,-1 0 0,1 1 0,-1-1 0,1 1 0,-1-1 0,1 0 0,0 1 0,-1-1 0,1 1 0,0-1 0,0 1 0,-1 0 0,1-1 0,0 1 0,0 0 0,0-1 0,-1 1 0,1 0 0,0 0 0,1 0 0,0 0 0,-1 1 0,0-1 0,1 1 0,-1-1 0,0 1 0,0-1 0,1 1 0,-1 0 0,0 0 0,0 0 0,0-1 0,0 1 0,0 0 0,0 1 0,0-1 0,-1 0 0,2 2 0,22 42 0,-22-40 0,0 1 0,0 0 0,1-1 0,0 0 0,0 1 0,0-1 0,1-1 0,-1 1 0,1 0 0,0-1 0,1 0 0,-1 0 0,8 5 0,-11-8 0,0-1 0,0 0 0,0 1 0,0-1 0,0 0 0,0 0 0,1 1 0,-1-1 0,0 0 0,0 0 0,0 0 0,0-1 0,0 1 0,1 0 0,-1 0 0,0-1 0,0 1 0,0 0 0,0-1 0,0 1 0,0-1 0,0 0 0,0 1 0,0-1 0,0 0 0,0 1 0,0-1 0,-1 0 0,1 0 0,0 0 0,-1 0 0,1 0 0,0 0 0,-1 0 0,1 0 0,-1 0 0,1-1 0,3-7 0,0 0 0,-1 0 0,3-15 0,-2 11 0,-4 11 0,8-26 0,2-1 0,16-35 0,-26 64 0,0-1 0,0 1 0,0-1 0,0 1 0,1 0 0,-1-1 0,0 1 0,0-1 0,1 1 0,-1-1 0,0 1 0,0 0 0,1-1 0,-1 1 0,0 0 0,1-1 0,-1 1 0,1 0 0,-1-1 0,0 1 0,1 0 0,-1 0 0,1-1 0,-1 1 0,1 0 0,-1 0 0,1 0 0,-1 0 0,1 0 0,-1 0 0,1 0 0,0 0 0,6 14 0,-2 25 0,-5 93 0,0-135 0,1 0 0,-1 0 0,1 0 0,0 0 0,-1 0 0,1 0 0,1 0 0,-1 0 0,0 0 0,1 0 0,0 1 0,-1-1 0,1 0 0,0 1 0,0 0 0,1-1 0,-1 1 0,0 0 0,4-3 0,4 1 0,0 1 0,0 0 0,0 0 0,0 1 0,0 0 0,0 1 0,0 0 0,1 0 0,13 2 0,-12 0 0,-1-1 0,1-1 0,-1 0 0,0 0 0,1-1 0,-1-1 0,20-6 0,-25 5 0,0 0 0,1 0 0,-2 0 0,1 0 0,0-1 0,-1 0 0,0-1 0,6-7 0,-10 12 0,0 0 0,0 0 0,0-1 0,0 1 0,0 0 0,0 0 0,-1 0 0,1-1 0,0 1 0,-1 0 0,1 0 0,-1-1 0,0 1 0,1-1 0,-1 1 0,0 0 0,0-1 0,0 1 0,0-1 0,0 1 0,0-1 0,0 1 0,0 0 0,-1-1 0,1 1 0,0 0 0,-1-1 0,0 1 0,1 0 0,-1-1 0,0 1 0,1 0 0,-1 0 0,0 0 0,0 0 0,0-1 0,0 1 0,0 1 0,0-1 0,0 0 0,0 0 0,-1 0 0,1 0 0,0 1 0,0-1 0,-1 1 0,1-1 0,0 1 0,-2-1 0,1 0 0,0 1 0,-1-1 0,1 1 0,0-1 0,0 1 0,0 0 0,0 0 0,0 0 0,0 0 0,0 0 0,0 0 0,0 0 0,-1 1 0,1-1 0,0 1 0,0 0 0,0-1 0,1 1 0,-4 2 0,1-1 0,1 1 0,0 0 0,0 0 0,0 0 0,0 0 0,0 0 0,1 0 0,-1 1 0,-2 4 0,-1 4 0,1-1 0,0 1 0,1-1 0,1 2 0,-5 21 0,6-24 0,1-1 0,0 1 0,1 0 0,0 0 0,0 0 0,3 10 0,-2-15 0,0 0 0,1 0 0,0-1 0,0 1 0,0 0 0,0-1 0,1 0 0,-1 0 0,1 0 0,0 0 0,1 0 0,-1 0 0,8 5 0,-4-3 0,1-1 0,-1 0 0,1-1 0,0 0 0,1 0 0,-1 0 0,1-1 0,-1-1 0,1 0 0,0 0 0,0 0 0,0-1 0,0 0 0,9-1 0,-5 1 0,49 10-61,-41-6 116,-1-1-1,26 1 0,-41-5-159,0 0 1,1 0-1,-1-1 0,0 1 0,0-1 0,0 0 1,0 0-1,0-1 0,-1 1 0,1-1 0,0 0 1,-1-1-1,9-5 0,0-3-6721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4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1 24575,'-11'0'0,"-1"-1"0,-1 1 0,1 1 0,0 0 0,-22 5 0,29-5 0,1 1 0,0 0 0,0 0 0,0 0 0,0 0 0,0 1 0,1 0 0,-1-1 0,1 1 0,-1 1 0,1-1 0,0 0 0,0 1 0,1-1 0,-1 1 0,-3 7 0,-4 10 0,0 1 0,2 0 0,0 0 0,1 1 0,2 0 0,0 1 0,-2 31 0,4 171 0,5-123 0,-1-93 0,0 0 0,0 0 0,1-1 0,0 1 0,1 0 0,0-1 0,9 18 0,38 61 0,-48-85 0,6 10-136,1 1-1,1-1 1,0-1-1,1 1 1,0-2-1,0 0 1,2 0-1,-1-1 0,19 11 1,-15-14-6690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4.8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24575,'1'0'0,"0"0"0,1 1 0,-1 0 0,0-1 0,0 1 0,0-1 0,0 1 0,0 0 0,0 0 0,0 0 0,0 0 0,0 0 0,0 0 0,-1 0 0,1 0 0,0 0 0,0 0 0,-1 0 0,1 0 0,-1 0 0,1 1 0,-1-1 0,0 0 0,1 0 0,-1 1 0,0-1 0,0 2 0,5 42 0,-5-40 0,1 113 0,0 14 0,11-65 0,-7-50 0,-2 0 0,3 20 0,-5-6 0,0-8 0,7 40 0,-7-55 0,1 0 0,1 0 0,0-1 0,0 1 0,0-1 0,1 0 0,0 0 0,0 0 0,6 5 0,14 20 0,-15-19 0,1 0 0,22 21 0,-27-30 0,0 0 0,0 0 0,1-1 0,-1 0 0,1 0 0,0 0 0,0 0 0,0-1 0,0 0 0,12 2 0,3-1 0,-1 0 0,1-1 0,0-2 0,0 0 0,0-1 0,37-7 0,-54 6 0,1 1 0,0-1 0,-1 0 0,0 0 0,0-1 0,1 1 0,-1-1 0,-1 0 0,1 0 0,0 0 0,-1-1 0,0 1 0,1-1 0,-1 0 0,-1 1 0,1-1 0,0-1 0,-1 1 0,0 0 0,0-1 0,-1 1 0,1-1 0,-1 0 0,1-5 0,2-12 0,-1-1 0,-1 1 0,-2-44 0,-1 47 0,1 9 0,-1 1 0,0 0 0,0 0 0,-1-1 0,-1 1 0,-3-10 0,5 15 0,-1 1 0,1-1 0,-1 1 0,0 0 0,0 0 0,0 0 0,-1 0 0,1 0 0,0 0 0,-1 0 0,0 1 0,0-1 0,0 1 0,0 0 0,0 0 0,0 0 0,-1 0 0,-3-1 0,5 3 0,0-1 0,0 1 0,0 0 0,0 0 0,0 0 0,0 0 0,0 0 0,0 0 0,0 0 0,1 1 0,-1-1 0,0 1 0,0-1 0,0 1 0,0 0 0,0 0 0,1 0 0,-1 0 0,0 0 0,1 0 0,-1 0 0,1 1 0,-1-1 0,1 0 0,0 1 0,0 0 0,-1-1 0,1 1 0,0-1 0,0 1 0,0 0 0,-1 3 0,-1 3 0,-1 1 0,1-1 0,1 0 0,0 1 0,0-1 0,-1 11 0,2-7 0,0 0 0,1 0 0,0 0 0,1 1 0,0-1 0,4 17 0,-3-24 0,-1 0 0,1 0 0,0 0 0,1-1 0,-1 1 0,1-1 0,0 0 0,0 1 0,0-1 0,1 0 0,0-1 0,-1 1 0,1-1 0,0 0 0,1 1 0,-1-2 0,8 5 0,0-1 15,1 0 0,0-1 0,0 0 0,0-1 0,0-1 0,1 0 0,22 2 0,-26-5-139,0 0 0,-1 0 1,1-1-1,0-1 0,0 1 0,0-2 1,-1 1-1,1-1 0,-1-1 0,0 0 1,10-6-1,-3 2-6702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5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24575,'3'1'0,"-1"-1"0,1 0 0,-1 1 0,0-1 0,1 1 0,-1 0 0,0 0 0,0 0 0,0 0 0,1 0 0,-1 0 0,0 1 0,0-1 0,-1 1 0,1-1 0,0 1 0,2 3 0,26 39 0,-16-20 0,28 30 0,-30-42 0,-1 2 0,-1-1 0,16 29 0,-19-29 0,2-1 0,0 1 0,0-1 0,1-1 0,1 0 0,0 0 0,0-1 0,15 9 0,20 21 0,-44-38 0,0 0 0,0-1 0,0 1 0,-1-1 0,2 1 0,-1-1 0,0 1 0,0-1 0,0 0 0,1 0 0,-1 0 0,0-1 0,1 1 0,-1 0 0,1-1 0,-1 0 0,1 1 0,-1-1 0,1 0 0,-1 0 0,1-1 0,2 0 0,-2 0 0,-1 0 0,1 0 0,-1 0 0,0-1 0,1 0 0,-1 1 0,0-1 0,0 0 0,0 0 0,0 0 0,0 0 0,0-1 0,-1 1 0,1 0 0,-1-1 0,0 1 0,1-1 0,-1 1 0,0-1 0,0-3 0,8-18-227,-2 0-1,0-1 1,-2 0-1,-1-1 1,1-35-1,-4 38-6598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5.7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0 168 24575,'88'2'0,"98"-4"0,-182 1 0,0 1 0,0-1 0,0 1 0,0-1 0,0 0 0,-1-1 0,1 1 0,0-1 0,-1 1 0,1-1 0,-1 0 0,0-1 0,1 1 0,-1 0 0,0-1 0,0 0 0,-1 0 0,1 0 0,-1 0 0,1 0 0,-1 0 0,0-1 0,0 1 0,0-1 0,-1 1 0,1-1 0,-1 0 0,0 1 0,0-1 0,0 0 0,-1 0 0,1 0 0,-1 0 0,0 0 0,0 0 0,0 0 0,-1 0 0,1 0 0,-1 0 0,0 1 0,0-1 0,-2-6 0,1 8 0,1-1 0,-1 0 0,0 1 0,1 0 0,-1-1 0,0 1 0,-1 0 0,1 0 0,0 0 0,-1 0 0,1 0 0,-1 1 0,1-1 0,-1 1 0,0-1 0,1 1 0,-1 0 0,0 0 0,0 0 0,0 1 0,0-1 0,0 1 0,-5-1 0,5 1 0,1 0 0,-1 0 0,0 0 0,0 0 0,0 0 0,1 1 0,-1-1 0,0 1 0,1 0 0,-1 0 0,0 0 0,1 0 0,-1 0 0,1 1 0,-1-1 0,1 1 0,0-1 0,0 1 0,0 0 0,-1 0 0,2 0 0,-1 0 0,0 0 0,0 1 0,-1 2 0,0 3 0,0 1 0,1-1 0,0 1 0,0-1 0,1 1 0,0 0 0,0 10 0,7 63 0,-5-78 5,0 1-1,0-1 0,1 1 0,0-1 1,0 0-1,0 0 0,0 0 0,0 0 1,1 0-1,0 0 0,0-1 1,0 1-1,0-1 0,1 0 0,-1 0 1,1 0-1,0 0 0,0-1 1,0 1-1,0-1 0,0 0 0,0 0 1,1-1-1,-1 1 0,1-1 0,-1 0 1,6 1-1,-3-1-91,1 0-1,-1 0 1,1 0 0,-1-1-1,0 0 1,1 0 0,-1-1-1,1 0 1,-1 0-1,0-1 1,1 0 0,-1 0-1,0-1 1,0 0 0,-1 0-1,10-6 1,-3-2-6739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5.9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24575,'0'575'0,"0"-569"-72,0 1 1,0-1-1,1 0 0,0 1 0,0-1 0,0 0 0,1 1 0,0-1 1,0 0-1,0 0 0,1 0 0,0-1 0,0 1 0,1-1 0,-1 1 1,1-1-1,1 0 0,4 5 0,4 0-6754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6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0 142 24575,'0'-6'0,"0"1"0,0-1 0,1 1 0,0 0 0,0 0 0,0-1 0,0 1 0,1 0 0,0 0 0,0 0 0,0 0 0,1 0 0,0 1 0,6-9 0,-5 8 0,1 1 0,1 0 0,-1 0 0,0 0 0,1 0 0,0 1 0,0 0 0,0 0 0,0 0 0,0 1 0,12-3 0,10 0 0,0 1 0,1 2 0,-1 0 0,50 5 0,-19-2 0,-53-1 0,1 1 0,-1-1 0,1 1 0,-1 0 0,0 0 0,1 1 0,-1 0 0,0 0 0,0 0 0,0 1 0,0 0 0,0 0 0,-1 0 0,11 9 0,-13-8 0,1 0 0,-1 0 0,0 0 0,0 1 0,0-1 0,0 1 0,-1 0 0,0-1 0,0 1 0,0 0 0,-1 0 0,1 1 0,-1-1 0,0 0 0,-1 0 0,1 1 0,-1-1 0,-1 10 0,1-9 0,-1 1 0,0 0 0,-1-1 0,1 1 0,-1-1 0,0 0 0,-1 1 0,0-1 0,0 0 0,0 0 0,0-1 0,-9 11 0,-1-2 0,0-1 0,-1-1 0,-19 14 0,-26 23 0,26-22 0,27-23 0,1 0 0,-1 0 0,1 0 0,0 1 0,0 0 0,0 0 0,1 0 0,-1 1 0,1 0 0,1-1 0,-1 1 0,1 1 0,-3 6 0,6-12 0,-1 1 0,1-1 0,0 0 0,0 0 0,-1 0 0,1 1 0,0-1 0,0 0 0,0 0 0,1 1 0,-1-1 0,0 0 0,0 0 0,1 1 0,-1-1 0,1 0 0,-1 0 0,1 0 0,-1 0 0,1 0 0,0 0 0,-1 0 0,1 0 0,0 0 0,2 2 0,-1-1 0,1-1 0,0 1 0,0-1 0,0 1 0,0-1 0,0 0 0,0 0 0,0 0 0,0-1 0,4 1 0,4 0 0,1 0 0,-1-1 0,1 0 0,21-4 0,-25 2-136,1 0-1,-1 0 1,0-1-1,0 0 1,0-1-1,0 0 1,-1 0-1,1 0 0,12-12 1,-6 3-6690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26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0 24575,'3'1'0,"-1"-1"0,0 1 0,1-1 0,-1 1 0,0 0 0,1 0 0,-1 0 0,0 0 0,0 0 0,0 1 0,0-1 0,4 4 0,24 25 0,-19-19 0,25 27 0,-1 1 0,-2 2 0,37 59 0,-57-77 0,-2 1 0,0 1 0,-1 0 0,-2 0 0,0 1 0,6 48 0,-13-69 0,0 0 0,-1 0 0,0 0 0,0 0 0,0 0 0,-1 0 0,0 0 0,0 0 0,0 0 0,0 0 0,-1-1 0,1 1 0,-1-1 0,-1 1 0,1-1 0,-1 1 0,1-1 0,-1 0 0,0 0 0,-1-1 0,1 1 0,-1-1 0,1 1 0,-1-1 0,0 0 0,0 0 0,-1-1 0,1 1 0,-1-1 0,-8 3 0,-13 5 0,5-1 0,-1 0 0,0-2 0,0-1 0,-1 0 0,0-2 0,-36 3 0,5-7-1365,30 0-5461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34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24575,'-2'124'0,"5"136"0,22-107-1365,-23-141-5461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34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24575,'0'5'0,"5"1"0,1 5 0,0 5 0,4-1 0,-1 3 0,4-3 0,-1-3-8191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35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24575,'1'8'0,"0"0"0,0 0 0,1 0 0,0 0 0,1 0 0,-1-1 0,2 1 0,6 11 0,-5-8 0,0 0 0,-1-1 0,5 16 0,-2-1 0,14 35 0,1 0 0,-11-1 0,-12-178 0,1 58 0,1 53 0,0-1 0,0 0 0,1 1 0,0-1 0,0 1 0,1 0 0,0 0 0,0 0 0,1 0 0,0 0 0,1 1 0,-1 0 0,2 0 0,-1 0 0,1 0 0,-1 1 0,2 0 0,-1 0 0,1 1 0,0 0 0,0 0 0,0 0 0,1 1 0,0 0 0,0 0 0,0 1 0,0 0 0,0 1 0,15-3 0,7 1 0,0 1 0,0 2 0,0 1 0,37 4 0,-60-3 0,-1 1 0,1-1 0,0 1 0,-1 0 0,1 1 0,-1 0 0,1 0 0,-1 0 0,0 0 0,0 1 0,-1 0 0,1 1 0,-1-1 0,0 1 0,0 0 0,-1 0 0,1 0 0,-1 1 0,0 0 0,0 0 0,-1 0 0,0 0 0,0 0 0,0 1 0,-1-1 0,0 1 0,0 0 0,0 7 0,50 205 0,-49-207 0,1 1 0,0-1 0,1 0 0,0 0 0,1-1 0,0 0 0,1 0 0,1 0 0,13 15 0,-14-17 0,1-1 0,0 0 0,1 0 0,-1-1 0,1-1 0,1 1 0,-1-1 0,1-1 0,0 0 0,1 0 0,12 4 0,-11-7 0,0 0 0,-1-1 0,1 0 0,0-1 0,0 0 0,0-1 0,0 0 0,0-1 0,0 0 0,0-1 0,-1 0 0,1-1 0,-1 0 0,0-1 0,0 0 0,-1-1 0,0 0 0,0-1 0,0 0 0,0-1 0,-1 0 0,11-13 0,4-5 0,-12 16 0,-2-1 0,0-1 0,0 0 0,-1 0 0,0-1 0,-1 0 0,-1 0 0,10-25 0,-12 25 0,-1-1 0,1 0 0,-2 0 0,5-30 0,-8 39 0,0 0 0,-1 0 0,1-1 0,-1 1 0,0 0 0,0 0 0,0 0 0,-1 0 0,0 0 0,0 0 0,0 0 0,-1 1 0,1-1 0,-7-7 0,3 5 0,-1-1 0,0 1 0,0 1 0,0-1 0,-1 1 0,0 0 0,0 1 0,-1 0 0,0 1 0,1-1 0,-1 1 0,-1 1 0,1 0 0,-14-3 0,1 3 0,0 0 0,1 1 0,-1 1 0,0 1 0,-31 5 0,48-5 0,0 1 0,-1 0 0,1 0 0,0 1 0,0 0 0,0 0 0,0 0 0,1 0 0,-1 1 0,0-1 0,1 1 0,0 1 0,0-1 0,0 0 0,0 1 0,0 0 0,1 0 0,-1 0 0,1 0 0,0 1 0,1-1 0,-1 1 0,1 0 0,0 0 0,0 0 0,0 0 0,1 0 0,0 0 0,0 0 0,-1 7 0,1-1 0,0 1 0,1-1 0,0 1 0,0-1 0,2 1 0,-1-1 0,2 0 0,-1 0 0,1 0 0,1 0 0,0 0 0,1 0 0,6 10 0,4 1 0,2 0 0,0-2 0,1 0 0,23 18 0,-10-8 0,-28-27 0,0-1 0,0 1 0,0 0 0,0-1 0,0 0 0,0 0 0,1 0 0,-1 0 0,1 0 0,0-1 0,-1 1 0,1-1 0,0 0 0,0 0 0,0-1 0,0 1 0,0-1 0,0 0 0,0 0 0,-1 0 0,6-1 0,-5 0 0,0 0 0,0-1 0,0 0 0,0 0 0,0 0 0,0 0 0,0 0 0,-1-1 0,1 0 0,-1 0 0,0 0 0,0 0 0,0 0 0,0-1 0,0 1 0,-1-1 0,0 0 0,3-5 0,5-9-1365,0 3-5461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35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24575,'2'0'0,"0"1"0,0 0 0,1 0 0,-1-1 0,0 1 0,0 1 0,0-1 0,0 0 0,0 0 0,0 1 0,0-1 0,0 1 0,-1 0 0,1-1 0,-1 1 0,1 0 0,1 3 0,23 36 0,-26-41 0,4 11 0,0-1 0,0 1 0,-1 0 0,0 0 0,-1 0 0,-1 0 0,1 15 0,8 40 0,20 92 0,-7-31 0,-16-104 0,0 0 0,14 29 0,-11-30 0,-1 1 0,7 26 0,-13-34 0,1-1 0,1 1 0,0-1 0,10 17 0,-13-27 0,0 0 0,1-1 0,0 1 0,-1-1 0,1 1 0,0-1 0,1 0 0,4 4 0,-6-6 0,0 0 0,0 0 0,0 0 0,0 0 0,0 0 0,0-1 0,0 1 0,0-1 0,0 1 0,0-1 0,0 0 0,0 0 0,0 0 0,0 0 0,0 0 0,0 0 0,0 0 0,4-2 0,-4 1 0,1 0 0,-1 0 0,0-1 0,0 1 0,0-1 0,0 1 0,0-1 0,0 0 0,0 0 0,-1 0 0,1 0 0,-1 0 0,1 0 0,-1 0 0,2-4 0,16-43 0,-11 29 0,-2 3 0,1 0 0,-2-1 0,0 1 0,-1-1 0,-1 0 0,-1 0 0,-1-1 0,0 1 0,-1 0 0,-1-1 0,-6-32 0,7 49 0,-1-1 0,0 1 0,1-1 0,-1 1 0,0 0 0,0-1 0,-1 1 0,1 0 0,0 0 0,-1 0 0,1 0 0,-1 0 0,0 0 0,0 1 0,0-1 0,1 0 0,-4-1 0,5 3 0,-1 0 0,1 0 0,-1 0 0,1 0 0,-1 0 0,1 0 0,-1 0 0,1 0 0,-1 0 0,1 0 0,-1 0 0,1 0 0,-1 0 0,1 0 0,-1 0 0,1 0 0,-1 1 0,1-1 0,-1 0 0,1 0 0,-1 1 0,1-1 0,-1 0 0,1 1 0,0-1 0,-1 0 0,1 1 0,-1 0 0,0 1 0,0 0 0,-1 0 0,1 0 0,0 0 0,0 0 0,1 1 0,-1-1 0,0 0 0,1 1 0,-1 2 0,-2 30 0,0 0 0,3 1 0,5 53 0,-5-85 9,1-1-1,-1 0 1,1 0-1,0 0 1,0 0 0,0-1-1,1 1 1,-1 0-1,1 0 1,-1-1-1,1 1 1,0-1-1,3 4 1,-4-5-51,0 0-1,0 0 1,0 0-1,0 0 1,0-1-1,0 1 1,1 0 0,-1-1-1,0 1 1,0-1-1,0 0 1,1 1-1,-1-1 1,0 0 0,0 0-1,1 1 1,-1-1-1,0 0 1,1 0-1,-1-1 1,0 1 0,0 0-1,1 0 1,-1 0-1,0-1 1,0 1-1,1-1 1,-1 1 0,0-1-1,0 0 1,0 1-1,0-1 1,0 0-1,1-1 1,9-9-6784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36.1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24575,'6'2'0,"-1"-1"0,0 1 0,1 1 0,-1-1 0,0 1 0,0 0 0,0 0 0,-1 0 0,1 1 0,-1-1 0,7 9 0,4 4 0,1 0 0,0-1 0,1 0 0,0-1 0,1-1 0,1-1 0,22 11 0,40 21 101,-52-26-834,36 14 0,-49-25-6093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36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331 2 24575,'-7'-1'0,"0"1"0,0 0 0,0 0 0,0 1 0,0 0 0,0 0 0,1 0 0,-1 1 0,0 0 0,1 1 0,0-1 0,-1 1 0,1 1 0,-7 4 0,1 0 0,1 1 0,-1 0 0,2 1 0,-1 0 0,1 1 0,1 0 0,-12 19 0,-28 25 0,38-45 0,1 1 0,1 0 0,0 0 0,-13 21 0,19-25-273,0-1 0,1 1 0,0 0 0,-2 12 0,1 2-6553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3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24575,'1'31'0,"2"0"0,2-1 0,0 1 0,19 54 0,-20-69 0,0 0 0,0 1 0,-2 0 0,1 21 0,-1-17 0,0-1 0,6 26 0,-3-25-455,-1 0 0,2 30 0,-5-28-6371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3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85 24575,'0'-5'0,"5"-1"0,1-4 0,5-1 0,4 2 0,5 2 0,4-2 0,2 0 0,1 1 0,1 3 0,0 2 0,1 1 0,-6 2-8191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3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24575,'0'5'0,"0"6"0,5 1 0,6-1 0,5-3 0,6-2 0,3 1 0,2 1 0,1-2 0,0-1 0,1-2 0,-1-2 0,0 0 0,0-5 0,0-3 0,-6-4 0,-5 0-8191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4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24575,'1'19'0,"1"1"0,1-1 0,0 0 0,2-1 0,8 24 0,3 13 0,-9-16 0,-2 0 0,-2 0 0,-1 1 0,-5 63 0,0-7 0,4-26 0,-3 77 0,1-133 0,-1 0 0,-1-1 0,0 0 0,-1 0 0,0 0 0,-7 14 0,11-27 0,0 1 0,-1-1 0,1 1 0,0-1 0,0 0 0,0 1 0,0-1 0,-1 1 0,1-1 0,0 1 0,0-1 0,-1 0 0,1 1 0,0-1 0,-1 0 0,1 1 0,-1-1 0,1 0 0,0 0 0,-1 1 0,1-1 0,-1 0 0,1 0 0,0 1 0,-1-1 0,1 0 0,-1 0 0,1 0 0,-1 0 0,1 0 0,-1 0 0,1 0 0,-1 0 0,-7-14 0,3-26 0,5 37 0,0-1 0,0 0 0,1 1 0,-1-1 0,1 0 0,0 1 0,0-1 0,0 1 0,0-1 0,1 1 0,-1-1 0,1 1 0,0 0 0,0 0 0,0 0 0,1 0 0,-1 0 0,1 0 0,-1 1 0,1-1 0,0 1 0,6-4 0,-2 2 0,1 1 0,0 1 0,0 0 0,-1 0 0,1 0 0,1 1 0,-1 0 0,0 0 0,12 2 0,15-2 0,-11 0 0,1 1 0,35 6 0,-55-6 0,1 1 0,-1 0 0,1 1 0,-1 0 0,1 0 0,-1 0 0,0 0 0,0 1 0,0 0 0,0 0 0,0 0 0,-1 0 0,1 1 0,-1 0 0,7 8 0,-7-5 9,-1 0-1,0-1 0,0 1 0,-1 0 1,0 0-1,0 0 0,-1 1 1,0-1-1,0 0 0,0 9 0,7 39-124,-7-51 13,0 0 0,1-1 0,-1 1 0,1-1 0,-1 1-1,1-1 1,0 0 0,1 0 0,-1 0 0,0 0 0,1 0 0,3 2 0,7 5-6723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4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158 131 24575,'-7'-1'0,"1"0"0,-1 0 0,1 0 0,-12-5 0,12 4 0,0 0 0,-1 0 0,1 0 0,-1 1 0,-10-1 0,15 2 0,1 0 0,-1 0 0,0 1 0,1-1 0,-1 1 0,0-1 0,1 1 0,-1-1 0,0 1 0,1 0 0,-1 0 0,1-1 0,-1 1 0,1 0 0,0 1 0,-1-1 0,1 0 0,0 0 0,0 0 0,0 1 0,0-1 0,0 1 0,0-1 0,0 1 0,-1 2 0,-1 3 0,1-1 0,0 1 0,1-1 0,-1 1 0,1 0 0,0 0 0,1 0 0,0 12 0,0-16 0,1 1 0,-1-1 0,0 1 0,1-1 0,0 1 0,0-1 0,0 0 0,0 1 0,0-1 0,1 0 0,0 0 0,-1 0 0,1 0 0,0 0 0,0 0 0,1 0 0,-1-1 0,5 5 0,-6-7 0,0 1 0,0 0 0,1-1 0,-1 1 0,0-1 0,0 1 0,0-1 0,0 1 0,1-1 0,-1 0 0,0 0 0,0 1 0,1-1 0,-1 0 0,0 0 0,0 0 0,1-1 0,-1 1 0,0 0 0,0 0 0,0-1 0,1 1 0,-1-1 0,0 1 0,0-1 0,0 1 0,0-1 0,0 0 0,0 1 0,0-1 0,0 0 0,0 0 0,0 0 0,0 0 0,0 0 0,-1 0 0,1 0 0,0 0 0,-1 0 0,1 0 0,-1 0 0,1 0 0,-1 0 0,1-1 0,-1-1 0,3-6 0,0 1 0,-1-1 0,0 0 0,1-18 0,-1 12 0,-2 0 0,0-1 0,0 1 0,-5-23 0,4 34 0,0-1 0,0 1 0,-1 0 0,1-1 0,-1 1 0,0 0 0,-1 0 0,1 0 0,-1 1 0,1-1 0,-1 0 0,0 1 0,-1 0 0,1 0 0,0 0 0,-1 0 0,0 0 0,0 1 0,-5-4 0,-14-4-1365,2 3-5461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4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1 298 24575,'5'-2'0,"1"-1"0,-1 0 0,0 1 0,0-2 0,0 1 0,-1 0 0,1-1 0,-1 0 0,8-8 0,-4 4 0,21-20 0,-13 12 0,35-27 0,107-53 0,-148 89 0,0 1 0,1 0 0,-1 1 0,1 0 0,0 1 0,19-6 0,33-8-1365,-45 13-5461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5.5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0 24575,'2'40'0,"11"59"0,-7-58 0,2 54 0,-9 397 0,1-485 0,0-4 0,0 1 0,1-1 0,-1 1 0,-1-1 0,1 0 0,0 1 0,-1-1 0,0 1 0,0-1 0,0 0 0,0 1 0,0-1 0,-1 0 0,-1 3 0,3-6 0,-1 0 0,1 0 0,0 0 0,-1 0 0,1 0 0,0 0 0,-1 0 0,1 0 0,0 0 0,-1 0 0,1 0 0,-1 0 0,1 0 0,0 0 0,0 0 0,-1-1 0,1 1 0,0 0 0,-1 0 0,1 0 0,0 0 0,0-1 0,-1 1 0,1 0 0,0 0 0,0-1 0,-1 1 0,1 0 0,0-1 0,0 1 0,0 0 0,0 0 0,-1-1 0,1 1 0,0 0 0,0-1 0,0 1 0,0 0 0,0-1 0,0 1 0,0 0 0,0-1 0,0 1 0,0 0 0,0-1 0,0 0 0,-4-18 0,-1-29 0,-10-56 0,11 79 0,2-1 0,0-43 0,2 46 0,-1 1 0,0 0 0,-2 0 0,-5-22 0,2 18 0,1 0 0,-4-45 0,8 58 0,1 0 0,0 0 0,1 0 0,1 0 0,0 0 0,0 0 0,7-19 0,-6 27 0,-1 0 0,1 1 0,0 0 0,0-1 0,0 1 0,0 0 0,1 0 0,0 1 0,-1-1 0,2 1 0,-1 0 0,0 0 0,1 0 0,-1 1 0,1-1 0,0 1 0,-1 0 0,1 0 0,0 1 0,0-1 0,1 1 0,-1 1 0,0-1 0,0 1 0,0-1 0,1 1 0,4 1 0,-3 0 0,0-1 0,0 1 0,0 0 0,0 0 0,0 1 0,0 0 0,0 1 0,-1-1 0,1 1 0,-1 0 0,0 1 0,0-1 0,0 1 0,-1 1 0,1-1 0,-1 1 0,0 0 0,0 0 0,7 10 0,-6-5 0,0 0 0,-1 1 0,-1-1 0,0 1 0,4 16 0,-7-24 0,0-1 0,-1 0 0,1 1 0,-1-1 0,0 1 0,1-1 0,-1 1 0,0-1 0,-1 0 0,1 1 0,0-1 0,-1 1 0,1-1 0,-1 0 0,0 1 0,0-1 0,0 0 0,0 0 0,0 1 0,0-1 0,-1 0 0,1 0 0,-1-1 0,0 1 0,1 0 0,-1 0 0,0-1 0,0 1 0,0-1 0,0 1 0,0-1 0,-2 1 0,-12 5 17,0-2 0,0 1 1,0-2-1,0 0 0,-1-1 0,-27 1 0,39-3-76,-1-1-1,1 0 1,0 0-1,-1-1 1,1 0 0,0 0-1,-1 0 1,1 0-1,0-1 1,0 0 0,0 0-1,0 0 1,0-1-1,1 1 1,-1-1 0,1 0-1,0-1 1,-1 1-1,1-1 1,1 0 0,-1 1-1,1-2 1,-1 1-1,-3-7 1,-1-6-6767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6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24575,'1'17'0,"1"-1"0,0 1 0,6 20 0,-3-18 0,4 38 0,-7 270 0,-4-172 0,11-161 0,0 0 0,1 1 0,0 0 0,-1 1 0,2-1 0,10-2 0,10 2 0,-1 1 0,1 2 0,0 1 0,0 1 0,38 5 0,-66-5 0,1 0 0,0 1 0,-1-1 0,1 1 0,-1 0 0,1 0 0,-1 0 0,0 1 0,1-1 0,-1 1 0,0 0 0,0-1 0,0 1 0,0 1 0,0-1 0,0 0 0,-1 1 0,1-1 0,2 5 0,-2 0 0,1-1 0,-2 1 0,1 0 0,-1 0 0,0 0 0,-1 0 0,1 1 0,-1 8 0,0-13 7,-1 0 0,0 0-1,1-1 1,0 1 0,0-1-1,-1 1 1,2 0-1,-1-1 1,0 0 0,0 1-1,1-1 1,-1 0 0,1 1-1,0-1 1,0 0 0,0 0-1,2 2 1,0-2-142,0 0 0,-1 0 0,1 0 0,0-1 0,0 1 0,0-1 0,0 0 0,0 0 0,0 0 0,7 0 0,11 0-6691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6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31 24575,'-4'-1'0,"1"0"0,-1 0 0,1 0 0,0 0 0,-1 0 0,1-1 0,-4-1 0,-20-8 0,14 8 0,-1 0 0,0 2 0,0-1 0,-27 3 0,38-1 0,0 0 0,0 0 0,0 1 0,0 0 0,0-1 0,0 1 0,1 0 0,-1 0 0,0 1 0,0-1 0,1 0 0,-1 1 0,1 0 0,-1-1 0,1 1 0,0 0 0,0 0 0,0 1 0,0-1 0,0 0 0,0 1 0,1-1 0,-1 1 0,1-1 0,0 1 0,-1 0 0,1 0 0,1-1 0,-2 5 0,-1 14 0,1 0 0,0 0 0,2-1 0,1 1 0,0 0 0,2 0 0,5 22 0,-8-40 0,1-1 0,0 1 0,0 0 0,0 0 0,0 0 0,0-1 0,1 1 0,-1-1 0,1 1 0,0-1 0,0 1 0,0-1 0,0 0 0,0 0 0,0 0 0,1 0 0,-1 0 0,1-1 0,-1 1 0,1-1 0,-1 0 0,1 1 0,0-1 0,0 0 0,0-1 0,-1 1 0,1 0 0,0-1 0,0 0 0,0 0 0,0 1 0,0-2 0,0 1 0,0 0 0,3-1 0,1-1 0,-1 1 0,1-1 0,-1 0 0,0-1 0,0 1 0,0-1 0,-1 0 0,1-1 0,0 0 0,-1 1 0,0-2 0,0 1 0,0 0 0,-1-1 0,6-8 0,4-9 0,-10 15 0,-1 1 0,1 0 0,0 0 0,1 0 0,0 0 0,10-9 0,-14 14 0,0 1 0,0-1 0,0 1 0,0-1 1,0 1-1,0 0 0,0-1 0,-1 1 0,1 0 0,0 0 0,0 0 0,0 0 0,0 0 0,0 0 0,0 0 0,0 0 0,0 0 0,0 0 0,0 0 0,0 1 0,0-1 0,0 0 0,0 1 0,0-1 1,0 1-1,0-1 0,0 1 0,-1-1 0,1 1 0,0 0 0,0-1 0,0 2 0,25 31 31,-8-10-1429,-10-18-5428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6.8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24575,'3'0'0,"-1"1"0,0-1 0,0 1 0,0 0 0,0-1 0,0 1 0,0 0 0,0 0 0,0 0 0,0 1 0,0-1 0,-1 0 0,1 1 0,0-1 0,-1 1 0,1 0 0,-1-1 0,0 1 0,0 0 0,1 0 0,-1 0 0,0 0 0,-1 0 0,1 0 0,0 0 0,0 0 0,-1 3 0,4 6 0,-2 0 0,1 0 0,0 20 0,-3-29 0,1 2 0,-1-1 0,1 1 0,-1 0 0,0 0 0,0 0 0,-1-1 0,1 1 0,-1 0 0,0 0 0,0-1 0,0 1 0,0 0 0,0-1 0,-3 5 0,3-8 0,1 0 0,-1 1 0,1-1 0,-1 0 0,0 0 0,1 0 0,-1 1 0,1-1 0,-1 0 0,0 0 0,1 0 0,-1 0 0,1 0 0,-1 0 0,0 0 0,1-1 0,-1 1 0,1 0 0,-1 0 0,0 0 0,1 0 0,-1-1 0,1 1 0,-1 0 0,1-1 0,-1 1 0,1 0 0,-1-1 0,1 1 0,-1-1 0,1 1 0,0-1 0,-1 1 0,1-1 0,0 1 0,-1-1 0,1 1 0,0-1 0,0 1 0,-1-1 0,1 0 0,-13-24 0,10 17 0,1-1 0,0 1 0,0-1 0,1 0 0,0 1 0,0-1 0,1 0 0,2-15 0,-2 21 0,1 0 0,-1-1 0,1 1 0,0 0 0,0 0 0,0 0 0,1 0 0,-1 0 0,1 0 0,-1 0 0,1 0 0,0 1 0,0-1 0,0 1 0,0-1 0,1 1 0,-1 0 0,1 0 0,-1 0 0,1 0 0,0 0 0,0 1 0,0-1 0,0 1 0,0-1 0,3 0 0,13-1 0,1 1 0,-1 0 0,0 1 0,1 1 0,24 3 0,5 0 0,-40-3 0,0 1 0,0 0 0,-1 1 0,1 0 0,-1 0 0,1 1 0,-1 0 0,0 0 0,0 1 0,12 8 0,3-1 0,-16-8 0,0 1 0,-1-1 0,1 1 0,-1 1 0,10 8 0,-14-12 0,-1 1 0,1-1 0,-1 1 0,0 0 0,0 0 0,0 0 0,0 0 0,0 0 0,0 0 0,0 0 0,-1 0 0,1 0 0,-1 0 0,0 0 0,1 0 0,-1 1 0,0-1 0,0 0 0,0 0 0,-1 0 0,1 0 0,0 1 0,-1-1 0,1 0 0,-2 2 0,1-2 5,0 0 1,0 0-1,-1 1 0,1-2 0,0 1 1,-1 0-1,1 0 0,-1 0 0,0-1 1,0 1-1,1-1 0,-1 1 0,0-1 0,0 0 1,-1 0-1,1 0 0,0 0 0,0 0 1,0 0-1,-1 0 0,-2 0 0,-6 1-336,0 0-1,-1-1 0,-11 0 0,21-1 179,-23 0-6673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7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24575,'9'0'0,"0"-1"0,0-1 0,-1 0 0,17-5 0,24-5 0,-27 9 0,0 1 0,0 2 0,43 3 0,-57-2 0,0 1 0,0 0 0,-1 0 0,1 1 0,0 0 0,-1 0 0,1 1 0,-1 0 0,0 0 0,0 1 0,-1-1 0,1 2 0,9 9 0,5 7-273,-1 1 0,-2 1 0,0 0 0,25 47 0,-33-51-6553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7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24575,'0'412'0,"-1"-391"0,-2 1 0,0 0 0,-7 22 0,-1 10 0,6-33 0,-1-1 0,-1 0 0,-1 0 0,-14 27 0,-14 36 0,35-81 0,1-1 0,-1 0 0,1 0 0,0 0 0,0 0 0,0 0 0,-1 0 0,1 1 0,0-1 0,0 0 0,1 0 0,-1 0 0,0 0 0,0 0 0,0 1 0,1-1 0,-1 0 0,1 0 0,-1 0 0,1 0 0,-1 0 0,1 0 0,0 0 0,-1 0 0,1 0 0,0-1 0,0 1 0,0 0 0,-1 0 0,1-1 0,0 1 0,0 0 0,0-1 0,0 1 0,0-1 0,0 1 0,0-1 0,1 0 0,-1 1 0,0-1 0,0 0 0,0 0 0,0 0 0,2 0 0,9 2 0,-1-2 0,1 1 0,19-3 0,-15 1 0,9 0 0,0 1 0,32 5 0,-49-4 0,-1 0 0,0 0 0,0 1 0,0 0 0,0 0 0,0 1 0,-1 0 0,1 0 0,-1 1 0,0 0 0,0 0 0,8 7 0,-13-11 0,-1 1 0,1-1 0,-1 1 0,1-1 0,-1 1 0,1-1 0,-1 1 0,1-1 0,-1 1 0,0-1 0,1 1 0,-1 0 0,0-1 0,0 1 0,1-1 0,-1 1 0,0 0 0,0-1 0,0 1 0,0 0 0,0-1 0,0 1 0,0 0 0,0-1 0,0 1 0,0 0 0,0-1 0,-1 2 0,1-1 0,-1 0 0,0 0 0,0-1 0,0 1 0,0 0 0,1 0 0,-1-1 0,0 1 0,0 0 0,-1-1 0,1 1 0,0-1 0,0 1 0,-2-1 0,-40 7 0,36-7 0,-22 3 0,0-2 0,-1-1 0,1-1 0,-43-8 0,69 8-54,0 1-1,0-1 0,0 0 1,1 0-1,-1 0 1,0-1-1,0 1 0,1-1 1,-1 1-1,1-1 1,-1 0-1,1 0 0,0 0 1,-1 0-1,1-1 0,0 1 1,1 0-1,-1-1 1,0 0-1,1 1 0,-1-1 1,1 0-1,0 0 1,-1-4-1,-3-13-6771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7.9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24575,'0'5'0,"0"5"0,0 7 0,0 5 0,0 3 0,0 2 0,5-4 0,1-1 0,0 1 0,-2 0 0,4 2 0,0 1 0,-1-4-8191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8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 24575,'0'-4'0,"0"2"0,0 7 0,0 7 0,0 2-8191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8.5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0 168 24575,'4'1'0,"-1"0"0,1 0 0,-1 0 0,0 0 0,1 0 0,-1 1 0,3 1 0,21 8 0,0-8 0,-1 0 0,0-1 0,1-2 0,27-2 0,-51 2 0,0-1 0,-1 1 0,1-1 0,0 0 0,-1 0 0,1 0 0,-1 0 0,1 0 0,-1 0 0,1 0 0,-1-1 0,0 0 0,0 1 0,1-1 0,-1 0 0,-1 0 0,1 0 0,0 0 0,3-5 0,-3 3 0,0 0 0,0 0 0,-1 0 0,1-1 0,-1 1 0,0-1 0,0 1 0,-1-1 0,1 1 0,-1-1 0,0-6 0,0 6 0,0 0 0,-1 1 0,1-1 0,-1 1 0,0-1 0,0 1 0,-1 0 0,1-1 0,-1 1 0,0 0 0,0 0 0,0 0 0,0 0 0,-1 0 0,0 1 0,0-1 0,0 1 0,0 0 0,0 0 0,-1 0 0,1 0 0,-1 0 0,0 1 0,0-1 0,-6-1 0,6 2 0,0 1 0,0 0 0,0 0 0,0 1 0,0-1 0,0 1 0,0 0 0,-1 0 0,1 0 0,0 1 0,0-1 0,0 1 0,0 0 0,0 0 0,0 1 0,0-1 0,-4 3 0,5-1 0,0-1 0,0 1 0,0-1 0,1 1 0,0 0 0,-1 0 0,1 0 0,0 0 0,1 1 0,-1-1 0,0 0 0,1 1 0,0-1 0,0 1 0,0 0 0,0-1 0,0 1 0,1 0 0,0 5 0,-1-3 0,0 1 0,1-1 0,-1 1 0,2-1 0,-1 1 0,1-1 0,0 1 0,0-1 0,1 1 0,0-1 0,0 0 0,0 0 0,1 0 0,0 0 0,0 0 0,0-1 0,1 1 0,0-1 0,0 0 0,0 0 0,1-1 0,0 1 0,-1-1 0,2 0 0,8 6 0,-4-3 0,1-1 0,0-1 0,0 1 0,0-2 0,1 0 0,0 0 0,0-1 0,-1 0 0,2-1 0,-1-1 0,0 0 0,0 0 0,0-1 0,1-1 0,-1 0 0,0 0 0,18-6 0,-24 5 9,0 0-1,0-1 1,-1 0-1,1 0 1,0 0 0,-1-1-1,0 0 1,0 0-1,0 0 1,0 0-1,-1-1 1,0 0-1,6-8 1,1-4-380,-1 0-1,0 0 1,7-21 0,-10 21-6455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24575,'-1'88'0,"3"97"0,1-162 0,11 36 0,-7-28 0,4 5-106,-6-22 164,0 0-1,-2-1 1,4 29 0,-6-39-114,-1-1 1,0 1 0,0-1 0,0 1 0,0 0 0,-1-1-1,1 1 1,-1-1 0,1 1 0,-1-1 0,0 1 0,0-1-1,0 1 1,0-1 0,0 0 0,-1 0 0,1 0-1,-1 1 1,0-1 0,1-1 0,-1 1 0,0 0 0,0 0-1,0-1 1,0 1 0,-5 2 0,-10 2-6771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8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24575,'5'-1'0,"0"0"0,0-1 0,0 1 0,0-1 0,7-4 0,8-3 0,3 1 0,1 1 0,1 1 0,-1 2 0,1 0 0,43-1 0,-13 7-43,-36 0-221,0-1-1,1-1 1,-1-1-1,36-6 1,-37 1-6562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9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56 24575,'8'-1'0,"0"-1"0,0 1 0,-1-2 0,1 1 0,-1-1 0,1 0 0,8-5 0,9-4 0,-15 8 0,0 0 0,0 1 0,0 1 0,1-1 0,-1 2 0,1-1 0,-1 1 0,1 1 0,18 1 0,-25 0 0,0-1 0,0 1 0,0 0 0,0 0 0,0 1 0,-1-1 0,1 1 0,0 0 0,-1 0 0,1 0 0,-1 0 0,0 1 0,0-1 0,0 1 0,0 0 0,0 0 0,0 0 0,-1 0 0,0 1 0,1-1 0,-1 1 0,0-1 0,-1 1 0,1 0 0,-1-1 0,1 1 0,0 8 0,3 19 0,-2 0 0,-2 0 0,-1 1 0,-4 35 0,1 19 0,4 7 0,-3 87 0,-11-95 0,8-56 0,-4 48 0,9-50-1365,0-4-5461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49.4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57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24575,'1'8'0,"0"1"0,0 0 0,1-1 0,6 17 0,4 24 0,-7 235 0,-8-156 0,2-86 0,-1-29 0,1 0 0,1 0 0,0 0 0,1 0 0,0-1 0,1 1 0,4 13 0,-5-23 0,1-1 0,-1 1 0,1-1 0,0 0 0,0 0 0,0 0 0,0 0 0,0 0 0,0 0 0,0 0 0,1 0 0,-1-1 0,1 0 0,-1 1 0,1-1 0,-1 0 0,1 0 0,0 0 0,0 0 0,0-1 0,-1 1 0,6-1 0,8 2 0,0-2 0,31-2 0,-26 1 0,-8 0 0,-1-1 0,1-1 0,0 0 0,-1 0 0,1-2 0,16-7 0,17-6 0,-12 8 0,-24 8 0,-1-1 0,0 0 0,0 0 0,-1-1 0,1 0 0,-1 0 0,0-1 0,0 0 0,13-11 0,19-29-1365,-27 29-5461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58.4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24575,'1'0'0,"0"1"0,0-1 0,0 0 0,0 1 0,0-1 0,0 1 0,0-1 0,0 1 0,0-1 0,0 1 0,-1 0 0,1 0 0,0-1 0,0 1 0,-1 0 0,1 0 0,0 0 0,-1 0 0,1 0 0,-1 0 0,1 0 0,-1 0 0,0 0 0,1 0 0,-1 1 0,10 35 0,-6-19 0,12 29 0,-3 1 0,9 56 0,-17-80 0,1 0 0,1 0 0,14 29 0,-12-34 0,-2 0 0,0 0 0,-2 0 0,0 1 0,4 31 0,-8-34 0,-2-22 0,-4-26 0,-36-180 0,36 178 0,0 0 0,3 0 0,0-1 0,2 1 0,5-35 0,-4 63 0,0 0 0,0 0 0,1 0 0,0 0 0,-1 0 0,2 1 0,-1-1 0,0 0 0,1 1 0,0 0 0,0-1 0,0 1 0,1 1 0,0-1 0,-1 0 0,1 1 0,0 0 0,1 0 0,-1 0 0,0 0 0,1 1 0,0-1 0,-1 1 0,1 0 0,0 1 0,8-3 0,4 0 0,0 1 0,0 1 0,0 0 0,0 1 0,0 0 0,30 4 0,-38-1 0,-1-1 0,0 1 0,0 0 0,0 1 0,0 0 0,0 0 0,-1 0 0,1 1 0,-1 1 0,0-1 0,0 1 0,-1 0 0,1 1 0,-1-1 0,0 1 0,-1 0 0,0 1 0,0-1 0,0 1 0,0 0 0,-1 1 0,0-1 0,-1 1 0,0-1 0,0 1 0,-1 0 0,1 0 0,-2 1 0,1-1 0,-1 0 0,-1 0 0,1 1 0,-1-1 0,-1 1 0,0-1 0,0 0 0,0 0 0,-1 0 0,0 1 0,-5 10 0,-15 27 0,14-30 0,0 0 0,2 1 0,-1 0 0,2 0 0,-7 34 0,12-47 0,0 0 0,1-1 0,-1 1 0,1-1 0,0 1 0,0-1 0,0 1 0,0-1 0,0 1 0,1-1 0,0 0 0,-1 0 0,1 0 0,1 0 0,-1 0 0,0 0 0,1-1 0,-1 1 0,1-1 0,3 3 0,3 2 0,-1-1 0,1 0 0,0-1 0,1 0 0,16 6 0,53 23 0,11 5 0,-29-15 0,-39-15 0,0-1 0,33 8 0,24 7 0,-58-16 0,0 0 0,1-2 0,24 3 0,-20-9 120,-25 1-148,-1 0 1,1 0-1,-1 0 1,0 0-1,1-1 1,-1 1-1,0 0 1,1 0-1,-1 0 1,1-1-1,-1 1 1,0 0-1,0-1 1,1 1-1,-1 0 1,0 0-1,0-1 1,1 1-1,-1-1 1,0 1-1,0 0 1,0-1-1,1 1 1,-1 0-1,0-1 1,0 1-1,0-1 1,0 1-1,0-1 1,0 1-1,0 0 1,0-1-1,0 1 1,0-1-1,0 1 1,0 0-1,0-1 1,-1 1-1,1-1 1,0 1-1,0 0 1,0-1-1,0 1 1,-1 0-1,1-1 1,0 1-1,0 0 1,-1-1-1,1 1 1,0 0-1,-1-1 1,1 1-1,-1 0 1,-7-10-6799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8:59.0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2 24575,'-70'-1'0,"-78"3"0,145-1 0,-1-1 0,1 1 0,-1 1 0,1-1 0,0 0 0,0 1 0,0-1 0,-1 1 0,2 0 0,-1 0 0,0 1 0,0-1 0,1 0 0,-1 1 0,1 0 0,0-1 0,-1 1 0,1 0 0,1 0 0,-1 0 0,0 1 0,1-1 0,0 0 0,-1 0 0,0 6 0,-2 8 0,0 0 0,0 0 0,-1 33 0,4 135 0,2-97 0,0-77 0,0-1 0,0 1 0,1 0 0,0-1 0,1 0 0,0 0 0,0 1 0,1-2 0,1 1 0,0 0 0,0-1 0,13 17 0,-10-14 0,1 1 0,0-1 0,1 0 0,1-1 0,0 0 0,0-1 0,1 0 0,0-1 0,1 0 0,0-1 0,0 0 0,1-1 0,15 5 0,-13-5 0,0-1 0,0-1 0,0 0 0,1-1 0,-1-1 0,1 0 0,24 0 0,-15-3-1365,-2 0-5461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0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24575,'-1'87'0,"3"99"0,11-101 0,-8-55 0,4 47 0,-10-25 0,-1-39 0,2 0 0,-1 0 0,2-1 0,0 1 0,0 0 0,1 0 0,1-1 0,4 14 0,-5-23 0,-1 0 0,1-1 0,0 1 0,0 0 0,0-1 0,1 1 0,-1-1 0,1 0 0,-1 0 0,1 0 0,0 0 0,-1 0 0,1-1 0,0 1 0,0-1 0,1 0 0,-1 0 0,0 0 0,0 0 0,0 0 0,7 0 0,8 1 0,0-2 0,35-2 0,-28 1 0,-14 0 0,0 0 0,0 0 0,-1-1 0,1 0 0,-1-1 0,1 0 0,-1-1 0,0 0 0,0 0 0,-1-1 0,10-6 0,-7 2 0,0-1 0,-1 0 0,0 0 0,-1-1 0,0 0 0,0-1 0,10-17 0,-14 19 0,0 0 0,-1 0 0,0 0 0,0-1 0,-1 1 0,4-19 0,-7 27 0,-1 0 0,1 0 0,-1-1 0,0 1 0,1 0 0,-1-1 0,-1 1 0,1 0 0,0 0 0,0-1 0,-1 1 0,1 0 0,-1 0 0,0 0 0,0-1 0,0 1 0,0 0 0,0 0 0,0 0 0,0 1 0,-1-1 0,1 0 0,-1 0 0,1 1 0,-1-1 0,0 1 0,0-1 0,1 1 0,-1 0 0,0-1 0,0 1 0,0 0 0,0 1 0,-1-1 0,1 0 0,0 0 0,0 1 0,0 0 0,-1-1 0,-2 1 0,3-1 0,0 1 0,-1 0 0,1 0 0,0 0 0,0 0 0,-1 0 0,1 0 0,0 1 0,-1-1 0,1 1 0,0-1 0,0 1 0,0 0 0,-1 0 0,1 0 0,0 0 0,0 0 0,0 1 0,-2 1 0,1 0 0,0 0 0,1 1 0,-1-1 0,0 1 0,1-1 0,0 1 0,0 0 0,0 0 0,-2 7 0,1 1 0,0-1 0,0 1 0,2-1 0,-1 1 0,2 0 0,0 20 0,0-27 0,1 0 0,0 0 0,0 0 0,0 0 0,0 0 0,1 0 0,0 0 0,0 0 0,0-1 0,0 1 0,1-1 0,0 0 0,0 1 0,0-1 0,1-1 0,-1 1 0,1 0 0,0-1 0,0 0 0,5 4 0,-2-3 0,0-1 0,0 0 0,0-1 0,0 1 0,0-1 0,1 0 0,-1-1 0,1 0 0,0 0 0,-1-1 0,1 0 0,13-1 0,-18 0 0,0 1 0,0 0 0,-1-1 0,1 0 0,-1 1 0,1-1 0,0 0 0,-1 0 0,0-1 0,1 1 0,-1 0 0,0-1 0,1 0 0,-1 1 0,0-1 0,0 0 0,-1 0 0,1 0 0,0 0 0,-1 0 0,1-1 0,-1 1 0,1 0 0,-1-1 0,0 1 0,0-1 0,0 1 0,0-6 0,2-6 0,-2 0 0,0 0 0,0 0 0,-3-24 0,1 26 0,0 1 0,1-1 0,4-23 0,-5 34 0,2 0 0,-1 1 0,0-1 0,0 0 0,0 0 0,0 1 0,0-1 0,1 0 0,-1 0 0,0 1 0,1-1 0,-1 0 0,0 1 0,1-1 0,-1 0 0,1 1 0,-1-1 0,1 1 0,-1-1 0,1 1 0,0-1 0,-1 1 0,1-1 0,0 1 0,-1-1 0,1 1 0,0 0 0,-1-1 0,1 1 0,1 0 0,0 0 0,-1 1 0,0-1 0,1 1 0,-1-1 0,0 1 0,0 0 0,1-1 0,-1 1 0,0 0 0,0 0 0,0 0 0,0 0 0,0 0 0,2 2 0,2 4 0,0 0 0,0 0 0,-1 0 0,5 13 0,0 5 0,1 1 0,14 23 0,-18-39 0,0 0 0,1 0 0,0-1 0,0 0 0,1 0 0,1-1 0,10 9 0,-15-14 0,2 2 0,-1-1 0,1 0 0,0 0 0,0-1 0,9 5 0,-14-8 0,1 1 0,-1-1 0,0 0 0,0 1 0,0-1 0,0 0 0,1 0 0,-1 0 0,0 0 0,0 0 0,1 0 0,-1 0 0,0 0 0,0-1 0,0 1 0,1 0 0,-1-1 0,0 1 0,0-1 0,0 1 0,0-1 0,0 0 0,0 1 0,0-1 0,0 0 0,0 0 0,0 0 0,0 0 0,-1 1 0,1-1 0,0 0 0,-1-1 0,1 1 0,0 0 0,-1 0 0,1 0 0,-1 0 0,1-2 0,2-8 0,0 1 0,-1-1 0,0 0 0,-1 0 0,0-18 0,5-36 0,-2 47 0,-3 12 0,0 0 0,0 1 0,0-1 0,1 1 0,4-10 0,-5 13 0,0 1 0,0 0 0,0 0 0,0-1 0,0 1 0,0 0 0,0 0 0,0 0 0,0 0 0,1 0 0,-1 0 0,0 1 0,1-1 0,-1 0 0,1 1 0,-1-1 0,1 1 0,-1-1 0,1 1 0,-1 0 0,1 0 0,-1-1 0,1 1 0,-1 0 0,1 0 0,1 1 0,16 1 0,-8 0 0,-1-1 0,0-1 0,1 1 0,14-3 0,-23 2 0,-1 0 0,1 0 0,-1 0 0,1-1 0,-1 1 0,1-1 0,-1 1 0,1-1 0,-1 0 0,1 1 0,-1-1 0,0 0 0,1 0 0,-1 0 0,0 0 0,0 0 0,0 0 0,0 0 0,1 0 0,-2-1 0,1 1 0,0 0 0,0-1 0,0 1 0,-1-1 0,1 1 0,0-1 0,-1 1 0,0-1 0,1 1 0,-1-1 0,0 1 0,0-1 0,0 1 0,0-3 0,-3-6 0,-2 16 0,-3 17 0,3 9 0,2 0 0,1 0 0,6 64 0,-4-91 0,0 0 0,1 0 0,0 0 0,0 0 0,1 0 0,-1-1 0,1 1 0,0 0 0,0-1 0,1 1 0,-1-1 0,1 0 0,0 0 0,0 0 0,0 0 0,1 0 0,6 4 0,-5-4 0,1-1 0,0 1 0,0-1 0,1-1 0,-1 1 0,1-1 0,-1 0 0,1-1 0,0 0 0,-1 0 0,1 0 0,9-1 0,-8 1 0,0-1 0,1 0 0,-1-1 0,1 0 0,-1 0 0,10-3 0,-15 3 0,1-1 0,-1 0 0,0 0 0,1 0 0,-1 0 0,0 0 0,0-1 0,0 1 0,0-1 0,-1 0 0,1 0 0,-1 0 0,0 0 0,0 0 0,3-6 0,62-134 0,-48 97 0,-10 25 0,-2-1 0,0 0 0,-1 0 0,5-43 0,-6-93 0,-5 152 0,0 2 0,-1 1 0,1-1 0,0 0 0,0 1 0,0-1 0,1 1 0,0-1 0,-1 1 0,1-1 0,0 1 0,0 0 0,1-1 0,2-4 0,-3 8 0,0 0 0,0 1 0,0-1 0,-1 0 0,1 1 0,0-1 0,0 1 0,-1-1 0,1 1 0,0-1 0,-1 1 0,1 0 0,-1-1 0,1 1 0,-1 0 0,1 0 0,-1-1 0,1 1 0,-1 0 0,1 0 0,-1 0 0,0-1 0,1 3 0,11 23 0,-7-9 0,-1 0 0,-1 1 0,0-1 0,-1 1 0,-1-1 0,-2 30 0,0-27 0,1 0 0,1 0 0,1 0 0,7 32 0,-5-38 0,26 105 0,-27-103 0,0 1 0,-1-1 0,-1 1 0,-1-1 0,-2 20 0,2-35 0,-1 0 0,1 0 0,0 0 0,0 0 0,0 0 0,0 0 0,-1 1 0,1-1 0,1 0 0,-1 0 0,0 0 0,0 0 0,0 0 0,1 0 0,-1 0 0,0 1 0,1-1 0,-1 0 0,1 0 0,-1 0 0,1 0 0,0-1 0,-1 1 0,1 0 0,0 0 0,0 0 0,-1 0 0,1-1 0,0 1 0,0 0 0,0-1 0,0 1 0,0-1 0,0 1 0,0-1 0,0 1 0,0-1 0,1 0 0,-1 1 0,0-1 0,0 0 0,0 0 0,0 0 0,0 0 0,2 0 0,6-1 0,1-1 0,-1 1 0,0-2 0,16-5 0,0 1 0,3 3 0,0 1 0,1 1 0,32 3 0,37-3 0,-48-9-104,-35 7-1157,4-1-5565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1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503 0 24575,'1'7'0,"0"0"0,0-1 0,1 1 0,0-1 0,0 1 0,1-1 0,0 0 0,0 0 0,7 11 0,10 22 0,15 37 0,-26-61 0,-1 2 0,0-1 0,-2 1 0,0 0 0,-1 0 0,0 1 0,3 32 0,6 69 0,-9-85 0,-1 0 0,-1-1 0,-3 48 0,-1-75 0,0 1 0,0-1 0,0 0 0,-1 0 0,0 0 0,-1 0 0,1 0 0,-1 0 0,0 0 0,-1-1 0,1 0 0,-1 1 0,0-1 0,-1-1 0,1 1 0,-7 5 0,0-2 0,0 0 0,0-1 0,-1 0 0,0-1 0,0 0 0,-22 7 0,14-6 0,1 2 0,-32 19 0,32-16 0,0-2 0,-30 12 0,-252 66-2674,270-80-2843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3.3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24575,'0'20'0,"-1"19"0,2-1 0,2 1 0,10 55 0,-7-60 0,-2-1 0,-2 1 0,0 0 0,-5 36 0,4 70 0,-1-135 0,0 0 0,1-1 0,0 1 0,0 0 0,0 0 0,1-1 0,-1 1 0,1 0 0,4 7 0,-1-12 0,-2-8 0,0-10 0,-3-169 0,1-12 0,1 184 0,2 1 0,-1-1 0,2 1 0,0 0 0,0 0 0,2 1 0,-1-1 0,2 2 0,11-18 0,-15 26 0,0 1 0,0-1 0,0 1 0,0-1 0,0 1 0,1 0 0,-1 1 0,1-1 0,0 1 0,0 0 0,-1 0 0,2 1 0,-1-1 0,0 1 0,0 0 0,0 0 0,1 1 0,8 0 0,1 0 0,0 0 0,-1 2 0,1-1 0,-1 2 0,24 6 0,-22-3 0,-1 1 0,1 1 0,-1 0 0,-1 0 0,1 2 0,-1 0 0,-1 0 0,22 23 0,-10-6 0,-1 0 0,-2 2 0,21 34 0,-34-49 0,-1 0 0,-1 0 0,0 0 0,-1 1 0,-1 0 0,5 21 0,-8-31 0,-1 0 0,-1 1 0,1-1 0,-1 0 0,0 0 0,0 1 0,-1-1 0,1 0 0,-1 0 0,0 0 0,0 0 0,-1 0 0,0 0 0,0 0 0,0 0 0,0 0 0,-1-1 0,0 1 0,0-1 0,0 0 0,0 0 0,-1 0 0,-4 4 0,-1-3 0,-1 1 0,1-1 0,-1-1 0,-1 0 0,1-1 0,0 0 0,-1 0 0,-20 2 0,14-2 0,-17 2 0,-1-2 0,-63-3 0,94 0 0,459-1 0,-445 1 0,-1-1 0,0-1 0,0 0 0,0 0 0,0-1 0,-1 0 0,1 0 0,-1-1 0,0 0 0,0 0 0,0-1 0,0 0 0,-1-1 0,0 0 0,0 0 0,11-12 0,-14 13 0,0 1 0,0-1 0,0 0 0,-1-1 0,1 1 0,-1-1 0,0 1 0,-1-1 0,0 0 0,0 0 0,0 0 0,0 0 0,-1-1 0,0 1 0,0 0 0,-1 0 0,0-1 0,0 1 0,-1 0 0,1-1 0,-1 1 0,0 0 0,-1 0 0,0 0 0,-2-7 0,3 11 0,0 0 0,1 1 0,-1-1 0,0 0 0,0 1 0,0-1 0,0 0 0,0 1 0,0-1 0,0 1 0,0 0 0,-1-1 0,1 1 0,0 0 0,-1 0 0,1 0 0,-1 0 0,0 0 0,1 0 0,-1 0 0,0 0 0,0 1 0,1-1 0,-1 1 0,0-1 0,0 1 0,0 0 0,0 0 0,1 0 0,-1 0 0,0 0 0,0 0 0,0 0 0,0 1 0,0-1 0,1 0 0,-1 1 0,0 0 0,0-1 0,1 1 0,-4 2 0,1 0 0,-1 0 0,1 0 0,0 1 0,0 0 0,0-1 0,0 2 0,1-1 0,-1 0 0,1 1 0,0-1 0,0 1 0,1 0 0,-3 7 0,1 0 0,1-1 0,1 1 0,0 0 0,0 0 0,1 0 0,0 0 0,1 0 0,3 16 0,-3-23 0,1 1 0,0 0 0,0 0 0,1-1 0,0 1 0,0-1 0,0 0 0,1 1 0,0-1 0,-1 0 0,2 0 0,-1-1 0,1 1 0,-1-1 0,1 0 0,1 0 0,-1 0 0,0 0 0,7 3 0,7 4 60,38 14 0,-49-22-225,0-1 0,0 0 0,0 0 0,0-1 0,1 0 0,-1 0 0,0-1 0,15 0 0,-4-4-6661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3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24575,'32'0'0,"0"-2"0,-1 0 0,47-11 0,-41 7 0,0 2 0,0 1 0,61 4 0,-42 0 0,-52-1 0,1 0 0,-1 0 0,0 0 0,0 0 0,0 1 0,1 0 0,-1 0 0,0 0 0,0 0 0,0 0 0,0 1 0,0 0 0,-1 0 0,1 0 0,0 0 0,-1 1 0,0-1 0,1 1 0,-1 0 0,0 0 0,0 0 0,-1 0 0,1 1 0,-1-1 0,0 1 0,1-1 0,-1 1 0,-1 0 0,1 0 0,-1 0 0,1 0 0,-1 0 0,1 7 0,1 39-1365,-3-27-5461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4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29 207 24575,'-1'-4'0,"1"1"0,-1 0 0,0 0 0,0-1 0,-1 1 0,1 0 0,-1 0 0,1 0 0,-4-4 0,3 5 0,1 0 0,-1 0 0,1-1 0,-1 1 0,1-1 0,0 1 0,0-1 0,0 0 0,0-5 0,1 8 0,0-1 0,0 1 0,0-1 0,0 0 0,0 1 0,1-1 0,-1 1 0,0-1 0,0 1 0,1-1 0,-1 1 0,0-1 0,1 1 0,-1-1 0,0 1 0,1 0 0,-1-1 0,1 1 0,-1-1 0,0 1 0,2-1 0,20-5 0,4 4 0,-11 1 0,0-1 0,0 0 0,0-1 0,16-6 0,-27 8 0,0-1 0,0 0 0,0 0 0,0 0 0,0-1 0,0 1 0,-1-1 0,1 0 0,-1 0 0,0 0 0,0 0 0,0-1 0,0 0 0,-1 1 0,1-1 0,-1 0 0,0 0 0,3-6 0,8-33-1365,-14 52-5461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5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3 24575,'-33'-1'0,"18"0"0,0 1 0,0 0 0,0 1 0,-16 4 0,26-4 0,1 0 0,0 0 0,0 1 0,0 0 0,0 0 0,0 0 0,0 0 0,0 0 0,1 1 0,-1 0 0,1 0 0,-1 0 0,1 0 0,0 0 0,1 1 0,-1-1 0,0 1 0,-2 5 0,0 2 0,1 0 0,0 0 0,0 0 0,1 0 0,1 0 0,0 1 0,1-1 0,0 1 0,0 17 0,2-22 0,-1 1 0,1-1 0,0 0 0,0 0 0,1 0 0,-1 0 0,2-1 0,-1 1 0,1 0 0,0-1 0,0 0 0,1 1 0,0-1 0,0-1 0,1 1 0,8 9 0,-8-12 0,0 0 0,0 0 0,0-1 0,0 1 0,0-1 0,0 0 0,1 0 0,-1-1 0,1 0 0,0 0 0,10 1 0,10-2 0,35-2 0,-24 0 0,0 2 0,-27 1 0,1 0 0,-1-1 0,1-1 0,-1 0 0,0 0 0,1-1 0,-1 0 0,0 0 0,0-1 0,0-1 0,11-5 0,-11 3 0,1-1 0,0 0 0,-1 0 0,0-1 0,16-16 0,-23 20 0,0 1 0,0-1 0,-1-1 0,0 1 0,1 0 0,-2-1 0,1 1 0,0-1 0,-1 1 0,0-1 0,0 0 0,0 1 0,-1-1 0,1 0 0,-1 0 0,-1-6 0,1 9 0,0 0 0,0 0 0,0 0 0,0-1 0,-1 1 0,1 0 0,-1 0 0,1 0 0,-1 0 0,0 0 0,0 0 0,0 0 0,0 0 0,0 0 0,-1 0 0,1 0 0,0 1 0,-1-1 0,1 1 0,-1-1 0,0 1 0,0-1 0,1 1 0,-1 0 0,0 0 0,0 0 0,0 0 0,0 0 0,0 0 0,0 1 0,0-1 0,-1 1 0,1-1 0,-4 1 0,2 0 0,0 0 0,1 0 0,-1 1 0,1-1 0,-1 1 0,1 0 0,-1 0 0,1 0 0,0 1 0,-1-1 0,1 1 0,0 0 0,0 0 0,0 0 0,0 0 0,0 0 0,1 1 0,-1-1 0,1 1 0,0 0 0,-3 3 0,1 1 0,1 1 0,0 0 0,0 0 0,0 0 0,1 0 0,0 0 0,1 0 0,-1 11 0,1-15 0,0 1 0,1-1 0,0 1 0,0-1 0,0 1 0,1-1 0,0 1 0,-1-1 0,2 0 0,-1 1 0,0-1 0,1 0 0,0 0 0,0 0 0,0 0 0,5 6 0,-6-9 0,0 0 0,0 0 0,0 0 0,0 0 0,1-1 0,-1 1 0,0 0 0,1-1 0,-1 1 0,0-1 0,1 1 0,-1-1 0,1 0 0,-1 0 0,1 0 0,-1 1 0,1-1 0,-1-1 0,1 1 0,-1 0 0,1 0 0,-1 0 0,0-1 0,1 1 0,-1-1 0,1 1 0,-1-1 0,0 0 0,0 1 0,1-1 0,1-2 0,5-3 0,0 0 0,-1-1 0,13-14 0,-1 1 0,-19 19 0,1 0 0,0 0 0,0 1 0,0-1 0,0 0 0,0 0 0,0 1 0,0-1 0,0 0 0,0 1 0,1-1 0,-1 1 0,0-1 0,0 1 0,0 0 0,1-1 0,-1 1 0,0 0 0,0 0 0,1 0 0,-1 0 0,0 0 0,0 0 0,1 0 0,-1 1 0,0-1 0,0 0 0,1 1 0,-1-1 0,0 1 0,0-1 0,0 1 0,0-1 0,0 1 0,0 0 0,2 1 0,0 2 0,0 1 0,0 0 0,0 0 0,0 0 0,-1 0 0,4 11 0,-5-12 0,0 0 0,1 0 0,0 0 0,-1 0 0,2 0 0,-1 0 0,4 4 0,-6-8 0,1 0 0,-1 1 0,1-1 0,-1 0 0,1 0 0,0 0 0,-1 0 0,1 1 0,-1-1 0,1 0 0,-1 0 0,1 0 0,0 0 0,-1-1 0,1 1 0,-1 0 0,1 0 0,0 0 0,-1 0 0,1 0 0,-1-1 0,1 1 0,-1 0 0,1-1 0,-1 1 0,1 0 0,-1-1 0,1 1 0,-1-1 0,1 1 0,-1 0 0,0-1 0,1 1 0,-1-1 0,0 1 0,1-1 0,-1 1 0,0-1 0,1-1 0,10-21 0,-5-31 0,1-7 0,-6 59 0,-1 0 0,1-1 0,0 1 0,0 0 0,0 0 0,0 0 0,0-1 0,0 1 0,0 0 0,1 0 0,-1 1 0,1-1 0,-1 0 0,1 0 0,0 1 0,0-1 0,0 1 0,0 0 0,3-3 0,-3 4 0,0 0 0,0-1 0,0 1 0,0 0 0,0 0 0,0 0 0,0 1 0,0-1 0,0 0 0,0 1 0,0-1 0,0 1 0,0 0 0,0-1 0,0 1 0,0 0 0,-1 0 0,1 0 0,0 1 0,-1-1 0,1 0 0,0 1 0,-1-1 0,0 1 0,1-1 0,-1 1 0,1 2 0,5 4 0,-1 1 0,0 0 0,8 18 0,-6-4 0,0 0 0,-2 0 0,6 41 0,-6-33 0,12 42 0,-13-53 0,-1 0 0,-1 0 0,0 0 0,-2 0 0,-2 38 0,1-37 0,0 1 0,1 0 0,1 0 0,7 33 0,-3-27 0,-1 0 0,-1 0 0,-1 0 0,-2 0 0,0 1 0,-5 30 0,4-58 0,0 1 0,0-1 0,0 1 0,0-1 0,0 0 0,0 1 0,-1-1 0,1 0 0,-1 1 0,1-1 0,-1 0 0,1 0 0,-1 1 0,0-1 0,1 0 0,-1 0 0,0 0 0,0 0 0,0 0 0,0 0 0,0 0 0,0 0 0,0 0 0,0-1 0,0 1 0,-1 0 0,0 0 0,0-1 0,1 0 0,0-1 0,0 1 0,-1 0 0,1-1 0,0 1 0,0-1 0,0 1 0,0-1 0,-1 0 0,1 1 0,0-1 0,0 0 0,1 0 0,-1 0 0,0 0 0,0 0 0,0 0 0,0 0 0,1 0 0,-1 0 0,1 0 0,-1 0 0,1 0 0,-1-1 0,1 1 0,-1 0 0,1 0 0,0-3 0,-4-12 0,0 0 0,-1-22 0,-4-21 0,-23-74 0,26 96 0,2 0 0,1 0 0,1 0 0,5-49 0,0 2 0,-3 63 0,-1-8 0,2-1 0,6-38 0,-5 60 0,-1-1 0,2 1 0,-1 0 0,1 0 0,0 0 0,1 1 0,0-1 0,0 1 0,0 0 0,1 0 0,0 0 0,11-11 0,1 2 0,-3 3 0,0 0 0,20-13 0,-28 22 0,0 0 0,1 1 0,-1 0 0,1 0 0,0 1 0,0 0 0,0 0 0,0 0 0,10 0 0,-10 1 0,0 1 0,0-1 0,0 1 0,-1 1 0,1 0 0,0 0 0,0 0 0,-1 0 0,1 1 0,12 5 0,-16-5 0,1 1 0,-1-1 0,0 0 0,0 1 0,0 0 0,0 0 0,0 0 0,0 0 0,-1 0 0,0 0 0,1 1 0,-1-1 0,0 1 0,-1-1 0,1 1 0,-1 0 0,0 0 0,1 0 0,-2 0 0,2 4 0,-1-3 0,-1 1 0,1 0 0,-1 0 0,0 0 0,0-1 0,-1 1 0,0 0 0,0 0 0,0-1 0,0 1 0,-1-1 0,0 1 0,0-1 0,-1 0 0,0 1 0,0-1 0,0 0 0,0-1 0,-1 1 0,1-1 0,-1 1 0,0-1 0,-1 0 0,1-1 0,-1 1 0,0-1 0,0 0 0,0 0 0,0 0 0,0-1 0,-9 3 0,-6 3-110,-29 10 347,47-18-316,0 1 1,-1-1-1,1 1 1,0-1-1,0 0 1,0 0-1,-1 0 1,1 0-1,0 0 1,0-1-1,0 1 1,-1 0-1,1-1 1,0 0-1,0 0 0,0 1 1,0-1-1,-3-2 1,-4-7-6748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5.5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24575,'0'26'0,"2"1"0,0-1 0,10 40 0,-6-27 0,-1 0 0,-2 0 0,-5 69 0,1-40 0,1-61 11,0-1 0,0 0 0,-1 0 0,0 0 0,0 0 0,0 0-1,-1 0 1,0 0 0,0 0 0,-4 8 0,4-12-85,0 1-1,-1 0 1,1-1 0,0 1 0,-1-1-1,0 1 1,1-1 0,-1 0 0,0 0-1,0-1 1,0 1 0,0-1 0,-1 1-1,1-1 1,0 0 0,-1 0 0,1 0-1,0-1 1,-7 1 0,-11 1-6752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5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24575,'4'0'0,"7"0"0,5 0 0,6 0 0,-2-4 0,1-2 0,1 0 0,2 1 0,1 2 0,1 1 0,1 1 0,1 0 0,-1 1 0,1 0 0,-5 1-8191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6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 24575,'0'13'0,"0"24"0,6 51 0,-4-77 0,0-1 0,0 1 0,1 0 0,1 0 0,0-1 0,0 0 0,1 0 0,0 0 0,8 10 0,-1-1 0,-9-14 0,0 0 0,1 0 0,0-1 0,0 1 0,0-1 0,7 7 0,-9-10 0,0 0 0,0 0 0,0 0 0,0 0 0,1 0 0,-1-1 0,0 1 0,0-1 0,1 1 0,-1-1 0,0 0 0,1 0 0,-1 0 0,1 0 0,-1 0 0,0-1 0,1 1 0,-1-1 0,0 1 0,4-3 0,-2 2 0,-1-1 0,1 1 0,-1-1 0,0 0 0,0 0 0,0-1 0,0 1 0,0-1 0,0 1 0,-1-1 0,1 0 0,-1 0 0,0 0 0,0 0 0,0 0 0,0-1 0,0 1 0,1-6 0,2-5 0,-1-1 0,-1 0 0,3-19 0,0 1 0,-7 33 0,1 0 0,0-1 0,0 1 0,0 0 0,0-1 0,0 1 0,0 0 0,0-1 0,0 1 0,0 0 0,0-1 0,0 1 0,0 0 0,0-1 0,1 1 0,-1 0 0,0-1 0,0 1 0,0 0 0,0-1 0,1 1 0,-1 0 0,0 0 0,0-1 0,0 1 0,1 0 0,-1 0 0,0-1 0,1 1 0,-1 0 0,0 0 0,0 0 0,1-1 0,-1 1 0,0 0 0,1 0 0,-1 0 0,0 0 0,1 0 0,-1 0 0,0 0 0,1 0 0,-1 0 0,0 0 0,1 0 0,-1 0 0,0 0 0,1 0 0,-1 0 0,0 0 0,1 0 0,-1 0 0,0 1 0,1-1 0,-1 0 0,0 0 0,1 0 0,-1 0 0,0 1 0,0-1 0,1 0 0,-1 0 0,0 1 0,0-1 0,1 0 0,-1 1 0,19 27 0,-11-15 0,-6-12 0,-1-1 0,1 1 0,0-1 0,0 0 0,-1 0 0,1 0 0,0 0 0,0 0 0,-1 0 0,1-1 0,0 1 0,-1 0 0,1-1 0,0 0 0,-1 1 0,1-1 0,2-1 0,7-2 0,-9 4 0,0 0 0,0 0 0,0 0 0,0 1 0,0-1 0,-1 0 0,1 1 0,0-1 0,0 1 0,0 0 0,-1-1 0,1 1 0,0 0 0,-1 0 0,1 0 0,-1 0 0,1 1 0,-1-1 0,0 0 0,1 1 0,-1-1 0,0 0 0,0 1 0,0 0 0,0-1 0,0 1 0,1 3 0,3 6 0,0 1 0,-1-1 0,3 17 0,0-1 0,-2-94 0,-6 44 0,3-56 0,-2 73 0,1-1 0,0 1 0,1 0 0,0 0 0,0-1 0,0 1 0,0 1 0,1-1 0,7-11 0,-7 15 0,-1-1 0,1 0 0,0 1 0,0 0 0,0-1 0,0 1 0,1 0 0,-1 1 0,0-1 0,1 1 0,0-1 0,-1 1 0,1 0 0,0 0 0,-1 1 0,7-1 0,8 0 0,0 0 0,23 3 0,-17-1 0,48-2 0,-65 1 0,-1-1 0,0 0 0,0 0 0,0-1 0,0 0 0,0 0 0,-1 0 0,1-1 0,7-4 0,-13 6 0,1 1 0,-1 0 0,1 0 0,-1 0 0,0 0 0,1-1 0,-1 1 0,1 0 0,-1 0 0,0-1 0,1 1 0,-1 0 0,0 0 0,1-1 0,-1 1 0,0 0 0,0-1 0,1 1 0,-1-1 0,0 1 0,0 0 0,0-1 0,0 1 0,1-1 0,-1 1 0,0-1 0,0 1 0,0 0 0,0-1 0,0 1 0,0-1 0,0 1 0,0-1 0,0 1 0,0 0 0,-1-1 0,1 1 0,0-1 0,0 1 0,0-1 0,0 1 0,-1 0 0,1-1 0,0 1 0,0 0 0,-1-1 0,1 1 0,0 0 0,0-1 0,-1 1 0,0-1 0,0 1 0,0-1 0,0 0 0,0 1 0,-1 0 0,1-1 0,0 1 0,0 0 0,0 0 0,0-1 0,-1 1 0,1 0 0,0 0 0,0 0 0,0 0 0,-1 1 0,-1-1 0,-1 2 0,0 0 0,0 1 0,0-1 0,0 1 0,0 0 0,0 0 0,1 0 0,0 0 0,0 0 0,-1 1 0,2 0 0,-1-1 0,0 1 0,1 0 0,0 0 0,0 1 0,0-1 0,0 0 0,1 1 0,0-1 0,0 1 0,0-1 0,0 6 0,-2 8 0,2 1 0,0-1 0,1 1 0,3 26 0,-2-39 0,0 0 0,1 0 0,0 0 0,-1 0 0,2 0 0,-1-1 0,1 1 0,0-1 0,0 1 0,0-1 0,1 0 0,0-1 0,0 1 0,0 0 0,0-1 0,1 0 0,0 0 0,0-1 0,0 1 0,0-1 0,0 0 0,1 0 0,-1-1 0,1 1 0,9 1 0,6 2 0,1-1 0,0-1 0,0-1 0,0-1 0,38-1 0,32-2 0,-51 0 0,-32 1 0,-12 0 0,-39 0-455,0 2 0,-67 12 0,84-9-6371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7.9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24575,'0'384'0,"0"-373"0,2 1 0,0-1 0,6 23 0,-5-22 0,0-1 0,-1 1 0,1 13 0,-3-25 2,1 0-1,-1 1 0,0-1 0,0 0 1,0 0-1,0 0 0,0 0 0,0 1 1,0-1-1,0 0 0,1 0 0,-1 0 1,0 0-1,0 1 0,0-1 0,0 0 1,0 0-1,0 0 0,0 1 0,0-1 1,0 0-1,0 0 0,0 0 0,-1 1 1,1-1-1,0 0 0,0 0 0,0 0 1,0 0-1,0 1 0,0-1 0,0 0 1,0 0-1,-1 0 0,1 0 0,0 0 1,0 1-1,0-1 0,0 0 0,0 0 1,-1 0-1,1 0 0,0 0 0,0 0 1,0 0-1,0 0 0,-1 0 0,1 0 1,0 1-1,0-1 0,0 0 0,-1 0 1,1 0-1,0 0 0,0 0 0,0 0 1,-1 0-1,1-1 0,0 1 0,-7-9-1441,2-4-5386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8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 24575,'0'-4'0,"4"-2"0,2 4 0,5 4 0,0 5 0,-2 6 0,2 2 0,4 2 0,0 3 0,-4 3 0,3-3 0,-3 0 0,-2 2 0,2-4 0,-2-4-8191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9.1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1 115 24575,'1'0'0,"0"0"0,0 1 0,0-1 0,0 0 0,0 1 0,0-1 0,0 1 0,0-1 0,-1 1 0,1 0 0,0-1 0,0 1 0,0 0 0,-1 0 0,1-1 0,0 1 0,-1 0 0,1 0 0,-1 0 0,1 0 0,-1 0 0,1 0 0,-1 0 0,0 0 0,1 1 0,8 35 0,-5-20 0,3 3 0,-2 0 0,-1 0 0,0 1 0,0 32 0,-5-79 0,1 0 0,0 1 0,2-1 0,1 1 0,10-42 0,-11 61 0,0-1 0,0 0 0,1 1 0,0 0 0,0-1 0,0 1 0,0 0 0,1 1 0,0-1 0,1 1 0,-1-1 0,1 1 0,0 1 0,0-1 0,1 1 0,-1 0 0,1 0 0,0 0 0,0 1 0,0 0 0,0 0 0,1 0 0,-1 1 0,1 0 0,0 1 0,0-1 0,12 0 0,97 0 0,-100 3 0,0 0 0,0 1 0,0 1 0,-1 1 0,19 6 0,-29-7 0,-1-1 0,1 1 0,-1 0 0,0 0 0,1 0 0,-1 1 0,-1 0 0,1 0 0,3 4 0,30 43 0,-29-38 0,11 21 0,-15-26 0,0 1 0,1-1 0,0-1 0,9 11 0,-4-5 0,0 0 0,-1 0 0,7 15 0,23 31 0,-13-26 0,-15-18 0,0-2 0,0 1 0,18 13 0,-24-22 0,0-1 0,1-1 0,-1 1 0,1-1 0,0 0 0,0 0 0,1-1 0,-1 0 0,0 0 0,1 0 0,-1-1 0,10 1 0,-4-1 0,0 0 0,-1-1 0,1 0 0,0-1 0,0 0 0,0-1 0,13-4 0,-20 4 0,0 0 0,-1 1 0,0-2 0,0 1 0,1 0 0,-1-1 0,-1 0 0,1 0 0,0 0 0,-1 0 0,1-1 0,-1 1 0,0-1 0,0 0 0,-1 0 0,1 0 0,-1 0 0,0-1 0,0 1 0,2-8 0,0-3 0,0 0 0,-1 0 0,-1 0 0,0-1 0,-2-30 0,0 37 0,-1 0 0,0 0 0,0 0 0,-1 0 0,0 0 0,-1 0 0,0 0 0,0 0 0,-1 1 0,0 0 0,-6-9 0,6 13 0,1 0 0,-1 1 0,1 0 0,-1 0 0,0 0 0,0 0 0,0 0 0,-1 1 0,1 0 0,-1 0 0,1 0 0,-1 0 0,1 1 0,-1 0 0,-8-1 0,-1 0 0,0 1 0,0 1 0,1 0 0,-19 3 0,28-3 0,0 1 0,0 0 0,0 0 0,1 0 0,-1 0 0,0 1 0,1-1 0,-1 1 0,1 0 0,0 0 0,-1 0 0,1 1 0,0-1 0,0 1 0,1 0 0,-1 0 0,1-1 0,-1 2 0,1-1 0,0 0 0,0 0 0,0 1 0,0-1 0,1 1 0,0 0 0,-1-1 0,0 6 0,-1 7 0,0 1 0,2 0 0,-1 0 0,3 29 0,-1-40 0,0-5 0,0 0 0,0 1 0,0-1 0,-1 0 0,1 0 0,1 0 0,-1 0 0,0 0 0,0 1 0,0-1 0,0 0 0,1 0 0,-1 0 0,1 0 0,-1 0 0,1 0 0,-1 0 0,1 0 0,-1 0 0,1 0 0,0 0 0,0 0 0,1 1 0,-1-2 0,0-1 0,0 0 0,0 1 0,0-1 0,0 0 0,0 0 0,0 0 0,0 1 0,0-1 0,-1 0 0,1 0 0,0 0 0,-1 0 0,1-1 0,-1 1 0,1 0 0,-1 0 0,1 0 0,-1 0 0,0 0 0,1-2 0,31-83-1365,-22 65-5461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09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24575,'2'1'0,"0"-1"0,1 0 0,-1 1 0,0-1 0,1 1 0,-1 0 0,0 0 0,0 0 0,0 0 0,1 0 0,-1 0 0,0 1 0,0-1 0,-1 0 0,1 1 0,0 0 0,0-1 0,-1 1 0,1 0 0,-1 0 0,0 0 0,1 0 0,-1 0 0,0 0 0,0 1 0,0-1 0,-1 0 0,1 0 0,0 1 0,-1-1 0,1 5 0,1 9 0,0 0 0,-1 1 0,-2 26 0,1-26 0,1 16 0,11 62 0,-7-60 0,3 51 0,-8-58 0,2-1 0,0 1 0,9 37 0,17 87 0,-25-136 0,0 0 0,1-1 0,0 1 0,1-1 0,1 0 0,13 25 0,-6-13 0,-11-23 0,-1 0 0,1 0 0,0 0 0,0 0 0,1-1 0,-1 1 0,1-1 0,-1 1 0,1-1 0,0 0 0,0 0 0,0 0 0,1-1 0,3 3 0,1 0 0,0-1 0,1 0 0,-1 0 0,1-1 0,0 0 0,0 0 0,15 2 0,-20-5 0,0 0 0,0 0 0,0 0 0,0 0 0,0-1 0,0 1 0,0-1 0,0 0 0,0 0 0,0-1 0,0 1 0,0-1 0,-1 0 0,1 0 0,-1 0 0,1 0 0,-1-1 0,0 1 0,4-5 0,2-3 0,-1 0 0,-1 0 0,0-1 0,0 0 0,-1 0 0,0-1 0,-1 0 0,5-15 0,-7 18 0,0-1 0,-1 1 0,0-1 0,-1 0 0,1 0 0,-2 1 0,0-1 0,0 0 0,-1 0 0,0 0 0,-3-12 0,3 19 0,0 0 0,0 0 0,-1 0 0,1 0 0,-1 0 0,0 0 0,0 0 0,0 1 0,0-1 0,0 1 0,-1-1 0,1 1 0,-1 0 0,1 0 0,-1 0 0,0 0 0,0 1 0,0-1 0,0 1 0,0-1 0,0 1 0,0 0 0,-1 0 0,1 1 0,-5-1 0,5 0 0,1 1 0,-1 0 0,1 1 0,-1-1 0,1 0 0,-1 1 0,1-1 0,-1 1 0,1 0 0,-1 0 0,1 0 0,-1 0 0,1 0 0,0 0 0,0 1 0,0-1 0,0 1 0,0 0 0,0-1 0,0 1 0,0 0 0,1 0 0,-1 0 0,1 0 0,-1 0 0,1 1 0,0-1 0,0 0 0,0 1 0,0-1 0,0 1 0,0 4 0,-3 21 0,1 1 0,2-1 0,1 1 0,7 53 0,-7-78 0,1-1 0,-1 1 0,1 0 0,0 0 0,0-1 0,0 1 0,1 0 0,-1-1 0,1 1 0,0-1 0,0 0 0,0 1 0,0-1 0,1 0 0,-1 0 0,1 0 0,-1-1 0,1 1 0,0-1 0,0 1 0,5 1 0,-2-1 0,0-1 0,0 0 0,1 0 0,-1 0 0,1-1 0,-1 0 0,1 0 0,0-1 0,-1 0 0,1 0 0,10-2 0,-13 1 5,-1 1 0,1-1 0,0-1-1,-1 1 1,1 0 0,-1-1 0,1 0 0,-1 0-1,0 0 1,0 0 0,0 0 0,0-1 0,0 1-1,0-1 1,-1 0 0,1 0 0,-1 0-1,0 0 1,0 0 0,0-1 0,0 1 0,0 0-1,-1-1 1,2-6 0,1-4-253,0 1 1,-1-1-1,-1 0 1,0 0-1,-1-19 1,0 10-6579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0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24575,'4'0'0,"0"1"0,-1-1 0,1 1 0,-1 0 0,1 0 0,-1 0 0,1 1 0,-1-1 0,0 1 0,1 0 0,-1 0 0,0 0 0,0 0 0,5 6 0,36 43 0,-26-28 0,46 54 0,63 69 0,-125-144 0,1 1 0,-1-1 0,1 0 0,-1 0 0,1 0 0,0 0 0,0 0 0,0-1 0,0 0 0,0 1 0,0-1 0,1 0 0,-1 0 0,0-1 0,1 1 0,-1-1 0,0 1 0,4-1 0,-5-1 0,0 1 0,1-1 0,-1 1 0,0-1 0,0 0 0,-1 0 0,1 0 0,0 0 0,0 0 0,0-1 0,-1 1 0,1 0 0,0-1 0,-1 0 0,1 1 0,-1-1 0,0 0 0,0 1 0,0-1 0,1 0 0,-2 0 0,1 0 0,0 0 0,0 0 0,-1 0 0,1 0 0,-1 0 0,1-4 0,1-3 0,-1 0 0,1 0 0,-2 0 0,1-1 0,-2 1 0,1 0 0,-1 0 0,0 0 0,-4-14 0,3 19 0,1 0 0,-1 1 0,1-1 0,-1 1 0,0-1 0,-1 1 0,1 0 0,0 0 0,-1 0 0,0 0 0,0 0 0,0 0 0,0 1 0,0 0 0,0-1 0,-1 1 0,1 0 0,-1 1 0,1-1 0,-1 1 0,0-1 0,0 1 0,1 0 0,-6 0 0,-10-2 0,1 1 0,-1 1 0,0 1 0,-31 3 0,38-1 0,0 0 0,0 0 0,1 1 0,0 1 0,-1 0 0,1 0 0,1 1 0,-16 10 0,20-10 0,0 0 0,1 0 0,-1 0 0,1 1 0,1 0 0,-1 0 0,1 1 0,-5 10 0,1-1 0,1 1 0,-9 26 0,15-41-65,1 0 0,-1 1 0,0-1 0,1 1 0,-1-1 0,1 1 0,0-1 0,0 1 0,0-1 0,0 1 0,0-1 0,1 1 0,-1-1 0,1 1 0,-1-1 0,1 1 0,0-1 0,0 0 0,0 1 0,3 3 0,7 5-6761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0.5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2 24575,'-23'0'0,"7"-1"0,0 1 0,0 1 0,0 0 0,0 1 0,-18 5 0,29-6 0,1 1 0,0 0 0,-1 0 0,1 0 0,0 0 0,0 1 0,0 0 0,0 0 0,1 0 0,-1 0 0,1 0 0,0 1 0,0-1 0,0 1 0,0 0 0,1 0 0,-1 0 0,1 1 0,0-1 0,0 0 0,1 1 0,-2 5 0,-1 12 0,0 0 0,2 1 0,1-1 0,0 1 0,2-1 0,3 26 0,-4-44 0,1 0 0,-1 0 0,1 0 0,0-1 0,0 1 0,0 0 0,1-1 0,-1 1 0,1-1 0,0 1 0,0-1 0,0 0 0,0 0 0,0 0 0,1 0 0,-1 0 0,1 0 0,0-1 0,0 1 0,0-1 0,5 3 0,-2-2 0,1-1 0,-1 0 0,1 0 0,-1 0 0,1-1 0,-1 0 0,1 0 0,0-1 0,0 0 0,-1 0 0,11-2 0,-13 2 0,0-1 0,0 1 0,0-1 0,-1 0 0,1 0 0,0 0 0,0-1 0,-1 1 0,1-1 0,-1 0 0,1 0 0,-1 0 0,5-4 0,-3 0 0,0 0 0,0-1 0,-1 1 0,1-1 0,3-9 0,-3 6 0,7-9-1365,0 2-5461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1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24575,'-2'107'0,"5"114"0,1-191 0,2-1 0,9 32 0,8 37 0,-20-76 0,1 0 0,0 0 0,2 0 0,0-1 0,13 27 0,-6-15 0,-11-26 0,0-1 0,0 0 0,0 0 0,1-1 0,0 1 0,0-1 0,1 1 0,0-1 0,0 0 0,0 0 0,7 6 0,15 11 0,-22-17 0,-1-1 0,2-1 0,-1 1 0,0-1 0,1 0 0,0 0 0,0 0 0,-1 0 0,2-1 0,-1 0 0,0 0 0,0 0 0,9 1 0,-7-2 0,0 0 0,0 0 0,0-1 0,0 0 0,-1 0 0,1-1 0,0 0 0,0 0 0,0-1 0,-1 1 0,9-4 0,-12 3 0,0 0 0,0 0 0,0 0 0,0 0 0,0 0 0,-1-1 0,1 1 0,0-1 0,-1 0 0,0 0 0,0 0 0,0 0 0,0 0 0,0 0 0,-1 0 0,1-1 0,-1 1 0,0-1 0,0 1 0,0-1 0,-1 1 0,1-7 0,4-68 0,-5 73 0,0 0 0,0 0 0,-1 1 0,1-1 0,-1 1 0,0-1 0,-1 0 0,1 1 0,-1 0 0,0-1 0,0 1 0,0 0 0,-5-8 0,6 11 0,0 1 0,1-1 0,-1 1 0,1-1 0,-1 1 0,0-1 0,1 1 0,-1-1 0,0 1 0,1 0 0,-1-1 0,0 1 0,0 0 0,0 0 0,1-1 0,-1 1 0,0 0 0,0 0 0,0 0 0,1 0 0,-1 0 0,0 0 0,0 0 0,0 0 0,1 1 0,-1-1 0,-2 1 0,2 0 0,-1 0 0,0 0 0,0 0 0,1 1 0,-1-1 0,0 1 0,1 0 0,0-1 0,-1 1 0,-1 3 0,-1 1 0,1 1 0,-1 0 0,1 0 0,1 0 0,-3 9 0,3-7 0,1 0 0,0 0 0,0 0 0,1 0 0,0 0 0,1 0 0,0 0 0,0 0 0,4 14 0,-4-20 0,1 1 0,-1 0 0,1-1 0,0 1 0,0-1 0,0 0 0,0 1 0,0-1 0,1 0 0,-1 0 0,1-1 0,0 1 0,0 0 0,0-1 0,0 0 0,1 0 0,-1 0 0,1 0 0,-1 0 0,1-1 0,-1 1 0,1-1 0,0 0 0,4 1 0,0-1 14,1 1-1,-1-2 0,1 1 0,0-1 1,-1 0-1,1-1 0,0 0 1,9-2-1,-14 2-91,0-1 0,0 1 0,0-1-1,0 0 1,0 0 0,-1 0 0,1-1 0,-1 1 0,0-1-1,1 0 1,-1 0 0,0 0 0,-1 0 0,1 0 0,0-1-1,-1 1 1,0-1 0,2-4 0,6-13-6748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1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1 143 24575,'0'-4'0,"1"0"0,-1 0 0,1 0 0,0-1 0,1 1 0,-1 0 0,1 0 0,0 1 0,0-1 0,0 0 0,0 1 0,0-1 0,1 1 0,0 0 0,0-1 0,5-3 0,5-4 0,0 0 0,27-15 0,-32 22 0,0 0 0,0 0 0,0 1 0,1 1 0,-1-1 0,1 1 0,-1 0 0,1 1 0,0 0 0,-1 1 0,1 0 0,0 0 0,16 3 0,-18-2 0,0 0 0,1 1 0,-1 0 0,0 0 0,0 1 0,0 0 0,-1 0 0,1 1 0,-1 0 0,1 0 0,-1 0 0,-1 1 0,1 0 0,-1 0 0,1 0 0,5 10 0,-3-5-105,-1 1 0,0 0 0,-1 1 0,0-1 0,-1 1 0,-1 1 0,0-1 0,0 0 0,-1 1 0,-1 0 0,0 0 0,0 24 0,-2-14-6721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1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1 188 24575,'3'1'0,"0"0"0,0 0 0,0 0 0,0 1 0,0-1 0,0 1 0,0-1 0,0 1 0,-1 0 0,1 0 0,3 4 0,20 13 0,-21-17 0,1 0 0,-1 0 0,1 0 0,-1-1 0,1 0 0,-1 0 0,1 0 0,0-1 0,-1 0 0,1 0 0,0 0 0,-1-1 0,8-1 0,-8 0 0,-1 0 0,0 1 0,0-1 0,0-1 0,0 1 0,-1 0 0,1-1 0,-1 0 0,1 0 0,-1 0 0,0 0 0,0 0 0,0-1 0,-1 0 0,1 1 0,-1-1 0,3-5 0,1-4-136,0 0-1,-1-1 1,-1 1-1,0-1 1,0 0-1,-2 0 1,1 0-1,-2 0 0,0-21 1,-1 12-6690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4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0 193 24575,'1'5'0,"1"-1"0,-1 1 0,1-1 0,0 1 0,1-1 0,-1 0 0,6 7 0,-2-1 0,2 6 0,-2-1 0,0 1 0,0 0 0,4 24 0,10 30 0,43 133 0,-51-167 0,-1 0 0,-2 1 0,-2 0 0,3 45 0,2-13 0,-8-46 0,0 0 0,1 26 0,-4-6 0,-2-523 0,-1 459 0,0 0 0,-8-36 0,5 34 0,1 0 0,-1-25 0,4 33 0,3-133 0,-2 144 0,1 0 0,0 0 0,0 1 0,0-1 0,0 0 0,1 1 0,-1-1 0,1 1 0,0 0 0,0-1 0,0 1 0,1 0 0,-1 0 0,1 0 0,-1 1 0,1-1 0,0 1 0,0-1 0,0 1 0,1 0 0,-1 0 0,0 0 0,1 1 0,-1-1 0,1 1 0,0 0 0,6-2 0,4 0 0,0 1 0,-1 1 0,1 0 0,1 0 0,-1 1 0,17 3 0,-24-1 0,0-1 0,-1 1 0,1 0 0,-1 1 0,0 0 0,0 0 0,0 0 0,0 1 0,0 0 0,-1 0 0,7 7 0,0-1 0,-1 1 0,-1 0 0,17 26 0,-22-30 0,-1 1 0,-1-1 0,0 1 0,0 0 0,0 0 0,-1 0 0,0 1 0,1 12 0,-2-18 0,-1 0 0,1 0 0,-1 0 0,0 0 0,0 0 0,0 0 0,-1 0 0,1 0 0,-1-1 0,1 1 0,-1 0 0,0 0 0,0 0 0,-1-1 0,1 1 0,0 0 0,-1-1 0,0 0 0,1 1 0,-1-1 0,0 0 0,0 0 0,0 0 0,0 0 0,-1 0 0,1 0 0,-4 2 0,-24 6 0,-1 0 0,0-2 0,-39 5 0,16-3 0,14-4 0,-1-2 0,0-2 0,-45-4 0,105 1 0,0-1 0,26-7 0,-15 2 0,38-2 0,-23 7 0,-25 2 0,1-1 0,0 0 0,0-2 0,-1-1 0,1 0 0,29-11 0,-18 1 0,76-28 0,-86 35 0,0-2 0,0-1 0,20-12 0,-32 16 0,1-1 0,-1 0 0,0-1 0,-1 0 0,0-1 0,0 0 0,11-15 0,-15 15 0,-1 1 0,-1-1 0,0 0 0,0 0 0,-1-1 0,0 1 0,0 0 0,-1-1 0,0 1 0,-1-1 0,0 1 0,-1-1 0,0 1 0,0-1 0,-1 1 0,0 0 0,0-1 0,-6-9 0,7 16 0,0 0 0,0 1 0,-1-1 0,0 1 0,1 0 0,-1-1 0,0 1 0,0 0 0,0 0 0,0 0 0,0 1 0,-1-1 0,1 0 0,-1 1 0,1 0 0,-1-1 0,1 1 0,-1 0 0,0 0 0,1 0 0,-1 1 0,0-1 0,0 1 0,0-1 0,0 1 0,1 0 0,-1 0 0,0 1 0,0-1 0,-5 1 0,4 0 0,0 1 0,0-1 0,0 1 0,0-1 0,1 1 0,-1 0 0,0 0 0,1 1 0,0-1 0,-1 1 0,1 0 0,0 0 0,0 0 0,0 0 0,1 0 0,-1 1 0,1-1 0,0 1 0,0-1 0,-2 7 0,-1 10 0,1 1 0,1-1 0,1 1 0,1-1 0,1 1 0,4 35 0,-1 7 0,-5-1 0,1-35 0,1 1 0,4 36 0,-4-63 0,1 0 0,-1 0 0,0 0 0,1 0 0,-1 0 0,1 0 0,0-1 0,-1 1 0,1 0 0,0 0 0,-1 0 0,1-1 0,0 1 0,0 0 0,0-1 0,0 1 0,0 0 0,-1-1 0,1 1 0,0-1 0,0 0 0,0 1 0,1-1 0,-1 0 0,0 0 0,0 1 0,0-1 0,0 0 0,2 0 0,37-2 0,-29 1 0,3 0 0,0 1 0,0 0 0,0 1 0,0 0 0,0 2 0,-1-1 0,1 2 0,-1 0 0,1 0 0,-1 1 0,-1 1 0,22 12 0,-27-13 0,1-1 0,0-1 0,0 1 0,0-2 0,0 1 0,1-1 0,-1 0 0,0 0 0,1-1 0,0 0 0,-1-1 0,1 0 0,0 0 0,14-3 0,-19 2 0,0 0 0,0 0 0,0-1 0,0 0 0,0 1 0,0-1 0,0 0 0,-1-1 0,1 1 0,-1-1 0,1 1 0,-1-1 0,0 0 0,0 0 0,-1 0 0,1-1 0,-1 1 0,1-1 0,-1 0 0,0 1 0,0-1 0,-1 0 0,1 0 0,-1 0 0,0 0 0,0 0 0,0-1 0,0 1 0,-1 0 0,0 0 0,0-5 0,0 3 0,0 0 0,-1 1 0,1-1 0,-1 0 0,-1 1 0,1-1 0,-1 1 0,0 0 0,0-1 0,0 1 0,-1 0 0,0 0 0,0 0 0,0 1 0,-1-1 0,-4-4 0,6 7 0,-1-1 0,0 1 0,0 0 0,0-1 0,0 2 0,0-1 0,0 0 0,0 0 0,-1 1 0,1 0 0,-1 0 0,1 0 0,-1 0 0,1 0 0,-1 1 0,0 0 0,1-1 0,-1 1 0,0 1 0,1-1 0,-1 0 0,1 1 0,-1 0 0,1 0 0,-7 2 0,7-1 0,0 0 0,0 0 0,0 0 0,0 1 0,1-1 0,-1 1 0,1 0 0,0-1 0,-1 1 0,1 0 0,1 0 0,-1 0 0,0 1 0,1-1 0,-1 0 0,1 1 0,0-1 0,0 1 0,1-1 0,-1 1 0,1-1 0,-1 1 0,2 5 0,-2-5 0,1 0 0,0-1 0,0 1 0,0-1 0,1 1 0,-1 0 0,1-1 0,0 1 0,0-1 0,0 1 0,1-1 0,-1 0 0,1 0 0,-1 1 0,1-1 0,0 0 0,0 0 0,1-1 0,-1 1 0,1 0 0,-1-1 0,1 1 0,4 2 0,5-2 0,0 1 0,-1-2 0,2 0 0,-1 0 0,0-1 0,0 0 0,1-1 0,-1-1 0,20-3 0,42 1 0,-70 4 0,1 0 0,-1-1 0,0 2 0,0-1 0,0 0 0,0 1 0,0-1 0,-1 1 0,1 0 0,0 1 0,-1-1 0,1 0 0,-1 1 0,0 0 0,3 3 0,5 6 0,-1 1 0,15 23 0,4 6 0,-29-42 0,0 1 0,1 0 0,-1-1 0,1 1 0,-1-1 0,1 1 0,-1-1 0,1 0 0,-1 1 0,1-1 0,-1 1 0,1-1 0,0 0 0,-1 1 0,1-1 0,0 0 0,-1 0 0,1 0 0,0 1 0,-1-1 0,1 0 0,0 0 0,-1 0 0,1 0 0,0 0 0,-1 0 0,1 0 0,1-1 0,-1 0 0,1 1 0,-1-1 0,0 0 0,0 0 0,0 0 0,0 0 0,1 0 0,-1-1 0,-1 1 0,1 0 0,0 0 0,1-3 0,1-2 0,0-1 0,0 1 0,-1-1 0,3-11 0,-3 7 0,13-60 0,-13 65 0,0 0 0,1 0 0,-1 1 0,1-1 0,0 1 0,0-1 0,1 1 0,0 0 0,5-6 0,-9 11 0,0-1 0,1 1 0,0-1 0,-1 1 0,1-1 0,-1 1 0,1 0 0,0-1 0,-1 1 0,1 0 0,0-1 0,-1 1 0,1 0 0,0 0 0,-1 0 0,1-1 0,0 1 0,0 0 0,-1 0 0,1 0 0,0 0 0,0 0 0,-1 0 0,1 1 0,0-1 0,0 0 0,-1 0 0,1 0 0,0 1 0,-1-1 0,1 0 0,0 1 0,-1-1 0,1 1 0,-1-1 0,1 1 0,0-1 0,-1 1 0,1-1 0,-1 1 0,0-1 0,1 1 0,-1 0 0,1-1 0,-1 1 0,0 0 0,1-1 0,-1 1 0,0 0 0,0-1 0,0 2 0,16 46 0,-13-36 0,9 43 0,-11-53 0,-1 1 0,1 0 0,-1 0 0,0 0 0,0 0 0,0 0 0,0-1 0,-1 1 0,1 0 0,-1 0 0,1 0 0,-1-1 0,0 1 0,0 0 0,0-1 0,-3 5 0,4-7 0,-1 0 0,1 0 0,0 0 0,-1 0 0,1 0 0,0 0 0,-1 0 0,1 0 0,0 0 0,-1 0 0,1 0 0,0 0 0,0 0 0,-1 0 0,1-1 0,0 1 0,-1 0 0,1 0 0,0 0 0,-1 0 0,1 0 0,0-1 0,0 1 0,-1 0 0,1 0 0,0-1 0,0 1 0,0 0 0,-1 0 0,1-1 0,0 1 0,0 0 0,0-1 0,0 1 0,-1 0 0,1-1 0,0 1 0,0 0 0,0 0 0,0-1 0,0 1 0,0 0 0,0-1 0,0 1 0,0 0 0,0-1 0,0 0 0,-4-18 0,2 7 0,1 0 0,0 0 0,0 0 0,3-24 0,-2 33 0,1 0 0,0 0 0,-1 1 0,1-1 0,0 0 0,0 1 0,0-1 0,1 1 0,-1-1 0,0 1 0,1-1 0,0 1 0,0 0 0,-1 0 0,1 0 0,0 0 0,1 0 0,-1 0 0,0 1 0,1-1 0,-1 1 0,0-1 0,1 1 0,0 0 0,-1 0 0,1 0 0,4 0 0,4-1 0,0 1 0,1 1 0,-1-1 0,0 2 0,1 0 0,-1 0 0,0 1 0,0 1 0,0 0 0,0 0 0,0 1 0,11 6 0,-17-8 0,0 1 0,0 0 0,-1 0 0,1 0 0,-1 0 0,0 1 0,0 0 0,0 0 0,-1 0 0,1 0 0,-1 0 0,3 6 0,-4-7 0,-1 1 0,0-1 0,0 1 0,0-1 0,0 1 0,0 0 0,-1-1 0,1 1 0,-1 0 0,0 0 0,0-1 0,-1 1 0,1 0 0,-1-1 0,0 1 0,0 0 0,0-1 0,0 1 0,-2 3 0,1-4 0,0 0 0,0 0 0,0 0 0,0 0 0,0 0 0,-1-1 0,1 0 0,-1 1 0,0-1 0,0 0 0,0 0 0,0 0 0,0 0 0,0-1 0,0 1 0,-1-1 0,1 0 0,0 0 0,-1 0 0,1-1 0,-6 2 0,-10-1 0,1 0 0,-37-2 0,31-1 0,-115 0-1365,116 2-5461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4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24575,'3'-3'0,"0"0"0,1 1 0,0 0 0,-1-1 0,1 1 0,0 1 0,0-1 0,0 1 0,0-1 0,0 1 0,9-1 0,51-2 0,-49 4 0,17-2 0,0 2 0,0 1 0,54 10 0,-77-9 0,0 0 0,0 1 0,0 0 0,0 1 0,0 0 0,-1 0 0,0 1 0,0 0 0,0 0 0,-1 1 0,1 0 0,-1 0 0,-1 0 0,1 1 0,-1 1 0,0-1 0,5 10 0,-6-9 0,12 19 0,-1 0 0,-2 1 0,17 47 0,-23-54-1365,0-4-5461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4.8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0 24575,'2'33'0,"1"-1"0,10 43 0,-3-24 0,2 8 0,-7-37 0,0-1 0,2 42 0,-6-23 0,-4 193 0,-7-182 0,9-49 0,1 1 0,-1-1 0,0 1 0,0-1 0,0 1 0,0-1 0,0 0 0,0 1 0,-1-1 0,1 0 0,-1 0 0,0 0 0,1 0 0,-1 0 0,0-1 0,-4 3 0,6-3 0,0-1 0,0 0 0,0 0 0,0 0 0,-1 0 0,1 0 0,0 0 0,0 0 0,0 0 0,-1 0 0,1 1 0,0-1 0,0 0 0,0 0 0,-1 0 0,1 0 0,0 0 0,0 0 0,0 0 0,-1 0 0,1 0 0,0-1 0,0 1 0,0 0 0,-1 0 0,1 0 0,0 0 0,0 0 0,0 0 0,0 0 0,-1 0 0,1 0 0,0-1 0,0 1 0,0 0 0,0 0 0,-1 0 0,1 0 0,0-1 0,0 1 0,0 0 0,0 0 0,0 0 0,0 0 0,0-1 0,0 1 0,0 0 0,0 0 0,0-1 0,-1 1 0,1 0 0,0 0 0,0 0 0,0-1 0,1 1 0,5-12 0,1 9 0,-1-1 0,1 1 0,-1 1 0,1-1 0,0 1 0,0 0 0,0 1 0,0 0 0,0 0 0,8 0 0,10 0 0,39 4 0,-55-2 0,0 0 0,0 1 0,0 1 0,0-1 0,0 1 0,0 1 0,-1-1 0,1 1 0,10 8 0,-14-9 0,-1 1 0,1-1 0,-1 1 0,0 0 0,0 0 0,0 1 0,0-1 0,-1 1 0,0 0 0,0 0 0,0 0 0,0 0 0,-1 0 0,0 1 0,3 10 0,-5-14 0,0 0 0,0-1 0,0 1 0,0 0 0,0-1 0,0 1 0,0 0 0,0-1 0,-1 1 0,1 0 0,-1-1 0,1 1 0,-1-1 0,0 1 0,1-1 0,-1 1 0,0-1 0,0 1 0,0-1 0,0 0 0,-1 0 0,1 1 0,0-1 0,0 0 0,-1 0 0,1 0 0,-1 0 0,1 0 0,0-1 0,-1 1 0,0 0 0,1-1 0,-1 1 0,1-1 0,-1 0 0,0 1 0,-3-1 0,-8 2 0,0 0 0,0-1 0,-24-1 0,27-1 0,-49 1 0,-78-4 0,123 2 30,1 0 0,-1 0 0,-20-8 0,30 9-117,0 0-1,1 0 1,-1-1 0,1 0-1,-1 0 1,1 0 0,0 0-1,0 0 1,0 0-1,0-1 1,0 0 0,0 0-1,1 1 1,-1-1 0,1-1-1,-4-5 1,0-8-6739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5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24575,'4'0'0,"2"5"0,0 5 0,-1 7 0,-2 4 0,4 0 0,0 0 0,0 1 0,-3 2 0,4-4 0,0 0 0,-1 1 0,-7-3 0,-3-5-8191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5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 24575,'0'-4'0,"5"-3"0,1 6 0,5 7 0,-1 3-8191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5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1 110 24575,'2'3'0,"0"0"0,0 0 0,1 1 0,-1-1 0,1-1 0,0 1 0,0 0 0,0-1 0,0 1 0,1-1 0,-1 0 0,6 2 0,6 6 0,-9-5 0,0-1 0,0-1 0,0 1 0,0-1 0,1 0 0,0 0 0,-1-1 0,1 0 0,0 0 0,0-1 0,0 0 0,8 1 0,-13-2 0,1 0 0,0 0 0,0 0 0,-1 0 0,1-1 0,0 1 0,-1-1 0,1 1 0,0-1 0,-1 0 0,1 0 0,-1 0 0,1-1 0,-1 1 0,0 0 0,0-1 0,1 0 0,-1 1 0,0-1 0,0 0 0,0 0 0,-1 0 0,1 0 0,0-1 0,-1 1 0,0 0 0,1-1 0,-1 1 0,0-1 0,0 1 0,0-1 0,-1 0 0,2-3 0,-1 0 0,-1-1 0,1 1 0,-1-1 0,0 1 0,-1-1 0,1 1 0,-1-1 0,-1 1 0,1 0 0,-1-1 0,0 1 0,-1 0 0,-3-8 0,4 11 0,1 1 0,-1-1 0,0 0 0,1 1 0,-1-1 0,-1 1 0,1 0 0,0 0 0,0 0 0,-1 0 0,0 0 0,1 0 0,-1 1 0,0-1 0,1 1 0,-1 0 0,0-1 0,0 1 0,0 1 0,0-1 0,0 0 0,-1 1 0,1 0 0,0-1 0,0 1 0,0 1 0,0-1 0,0 0 0,-6 2 0,7-1 0,-1 0 0,1 0 0,0 0 0,0 0 0,0 0 0,0 1 0,0-1 0,0 1 0,0-1 0,0 1 0,1 0 0,-1 0 0,1-1 0,-1 1 0,1 1 0,0-1 0,0 0 0,0 0 0,0 0 0,0 0 0,0 1 0,0-1 0,1 0 0,-1 1 0,1 2 0,-2 8 0,1 1 0,0-1 0,1 17 0,1-20 0,-1-5 0,0-1 0,0 0 0,0 1 0,1-1 0,0 0 0,0 1 0,0-1 0,0 0 0,1 0 0,-1 0 0,1 0 0,0 0 0,5 7 0,-4-9 0,0 1 0,-1-1 0,1 0 0,1 0 0,-1 0 0,0 0 0,0 0 0,1-1 0,-1 1 0,1-1 0,-1 0 0,1 0 0,0 0 0,-1-1 0,1 1 0,6-1 0,17 1 0,0 0 0,52-7 0,-69 5 0,-1-1 0,1 0 0,-1-1 0,0 0 0,1-1 0,-1 1 0,-1-2 0,1 1 0,0-1 0,-1-1 0,11-8 0,-6-2-1365,-4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5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 24575,'0'43'0,"-3"1"0,-10 59 0,7-67 0,-4 72 0,10-91 0,1-1 0,0 1 0,1 0 0,1-1 0,0 0 0,9 26 0,-3-20 0,-4-13 0,-1 1 0,-1 0 0,0 0 0,0 0 0,-1 0 0,2 14 0,-4-21 0,0-1 0,0 1 0,-1 0 0,1 0 0,-1 0 0,0 0 0,0 0 0,0-1 0,0 1 0,0 0 0,0-1 0,-1 1 0,1-1 0,-1 0 0,0 1 0,0-1 0,0 0 0,0 0 0,0 0 0,0 0 0,0 0 0,-1-1 0,1 1 0,-1-1 0,1 1 0,-1-1 0,-5 2 0,-16 5-1365,1-4-5461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5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24575,'5'0'0,"5"0"0,7 0 0,0-5 0,1-1 0,3 0 0,3 2 0,1 0 0,1 2 0,-8 1 0,-7 1-8191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09:16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24575,'22'0'0,"-13"-1"0,1 1 0,0 0 0,-1 1 0,1 0 0,13 3 0,-21-3 0,1 0 0,-1 0 0,1 0 0,-1 1 0,0-1 0,1 0 0,-1 1 0,0 0 0,0-1 0,0 1 0,0 0 0,0 0 0,0 0 0,-1 0 0,1 1 0,-1-1 0,1 0 0,-1 1 0,0-1 0,0 1 0,0-1 0,0 1 0,1 4 0,1 15 0,-1-1 0,-1 1 0,0-1 0,-4 33 0,0-1 0,1-31 0,-1 0 0,-9 36 0,-1 5 0,8-38 0,-15 43 0,12-45 0,1 0 0,-7 39 0,13-56 0,1 1 0,0 0 0,0 0 0,0 0 0,0 0 0,1 0 0,0-1 0,1 1 0,0 0 0,0-1 0,0 1 0,1-1 0,5 10 0,-1-4-1365,-3-4-5461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4.4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978 246 24575,'-15'-12'0,"0"0"0,-1 2 0,0 0 0,-1 1 0,0 0 0,0 2 0,-1 0 0,1 1 0,-21-5 0,3 5 0,0 1 0,1 1 0,-1 2 0,-1 2 0,-57 6 0,77-4 0,0 1 0,0 0 0,0 2 0,1 0 0,0 0 0,0 1 0,0 1 0,1 1 0,0 0 0,0 0 0,1 2 0,0-1 0,-23 24 0,14-9 0,1 1 0,2 0 0,0 2 0,2 0 0,0 1 0,-12 30 0,-9 17 0,-13 32 0,45-92 0,1 0 0,0 1 0,2 0 0,-1 0 0,0 23 0,0 0 0,-9 38 0,7-43 0,-5 62 0,10-70 0,0 11 0,6 60 0,-4-84 0,1-1 0,1 0 0,0 0 0,1 0 0,0 0 0,1-1 0,0 1 0,13 18 0,19 28 0,-22-32 0,2 0 0,1-1 0,21 23 0,-4-13-294,1-1-1,1-2 0,71 47 1,-73-56 146,64 36-1089,-87-53 1114,1-1 0,-1 0-1,1-1 1,0 0 0,0-1 0,20 3-1,110 16 653,-82-11-190,9 3-165,-28-5-174,0-3 0,49 3 0,-90-9 14,67 2 674,2-3 0,110-15-1,-116 4-1198,-2-3 0,107-40-1,-40 9 512,23-9 0,-136 48-4,180-87-484,-167 77 400,-1-1 0,0-1 0,-2-1 0,37-36 0,-51 41 88,0-1 0,-1 0 0,0-1 0,-2 0 0,11-25 0,8-13 0,-21 41 128,0-1 0,-1 0 0,-1 0 0,0-1 0,-1 1 0,-1-1-1,2-26 1,-4-115 1394,-3 91-1294,1 47-224,-1 0 0,0 0 0,-2 0 0,0 0-1,-1 1 1,-12-30 0,0 11-322,-1 0 1,-25-35-1,39 66 318,-22-38 0,-2 2 0,-2 2 0,-61-65 0,66 81 47,1 1 195,-1 1-1,-34-24 1,23 25-159,-71-31-1,-17-7-93,114 52-58,-2 2-1,1 0 1,-1 0-1,1 1 0,-1 0 1,-24-3-1,4 3-59,-43 2 0,2 0 186,-30-13-662,-4-1-22,-292 13 1091,205 5-309,171-2 8,0 0-1,-1 1 1,1 2 0,0 0-1,0 1 1,0 2 0,-30 10-1,-71 26-162,20-8 0,90-28-341,1 1 0,0 0-1,-17 12 1,12-7-6485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5.8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458 74 24575,'1'0'0,"0"0"0,0 0 0,0 0 0,0 0 0,-1 0 0,1 0 0,0-1 0,0 1 0,0 0 0,0-1 0,-1 1 0,1-1 0,0 1 0,0-1 0,-1 1 0,1-1 0,0 1 0,-1-1 0,1 0 0,-1 1 0,1-1 0,-1 0 0,1 1 0,-1-1 0,1 0 0,-1 0 0,1 0 0,-1 1 0,0-1 0,0 0 0,1 0 0,-1 0 0,0-1 0,0 0 0,0 1 0,0 0 0,0-1 0,0 1 0,0-1 0,0 1 0,0-1 0,-1 1 0,1-1 0,-1 1 0,1 0 0,-1-1 0,1 1 0,-1-1 0,0 1 0,1 0 0,-1 0 0,0 0 0,-2-2 0,-1 0 0,0 0 0,0 1 0,-1-1 0,1 1 0,-1 0 0,1 1 0,-1-1 0,0 1 0,0 0 0,-9-1 0,-55-1 0,53 3 0,7 0 0,1 1 0,-1 0 0,1 0 0,0 1 0,0 0 0,0 0 0,0 1 0,0 0 0,0 1 0,0 0 0,-11 7 0,6-1 0,0 0 0,0 1 0,1 1 0,0 0 0,-10 14 0,7-8 0,1 1 0,2 0 0,-1 0 0,2 1 0,1 1 0,-12 33 0,13-22 0,1 1 0,2-1 0,1 1 0,2 0 0,1 0 0,2 1 0,5 47 0,-5-75 0,1 1 0,0-1 0,0 0 0,1 0 0,0 1 0,0-1 0,0-1 0,1 1 0,0 0 0,0 0 0,0-1 0,1 0 0,0 0 0,0 0 0,0 0 0,0 0 0,9 6 0,-6-7 0,1 1 0,0-1 0,0 0 0,0-1 0,0 0 0,0 0 0,1-1 0,0 0 0,-1 0 0,1-1 0,0 0 0,9-1 0,231-1 0,-77-2 0,-146 1 0,0-1 0,0-1 0,35-10 0,-24 5 0,-18 4 0,0-1 0,-1-1 0,0 0 0,28-18 0,63-46 0,-105 67 0,0 1 0,0-1 0,0 0 0,-1 0 0,1-1 0,-1 1 0,0-1 0,0 1 0,-1-1 0,1 0 0,-1 0 0,0-1 0,0 1 0,-1 0 0,0 0 0,2-10 0,-1-8 0,-1 0 0,-3-40 0,1 31 0,1 22 0,-1-1 0,0 1 0,-1-1 0,0 1 0,-1 0 0,0 0 0,0 0 0,-8-16 0,8 22 0,1-1 0,-1 1 0,0-1 0,-1 1 0,1 0 0,-1 0 0,0 0 0,0 1 0,0-1 0,0 1 0,-1 0 0,0 0 0,1 0 0,-1 1 0,0 0 0,0 0 0,0 0 0,-9-2 0,-2 1 0,0 1 0,0 0 0,0 1 0,-27 1 0,36 1 0,1-1 0,-1 1 0,1 1 0,-1-1 0,1 1 0,0 0 0,0 1 0,0-1 0,0 1 0,0 0 0,0 1 0,1-1 0,0 1 0,-7 6 0,5-2 0,0 0 0,0 1 0,0-1 0,1 1 0,0 1 0,1-1 0,0 1 0,1 0 0,0 0 0,0 0 0,1 1 0,0-1 0,1 1 0,0 0 0,1-1 0,0 1 0,1 0 0,2 20 0,-2-26 0,1 0 0,1 0 0,-1 0 0,1 0 0,-1 0 0,1 0 0,1-1 0,-1 1 0,1-1 0,0 1 0,0-1 0,0 0 0,0 0 0,1 0 0,-1-1 0,1 1 0,0-1 0,0 0 0,1 0 0,-1 0 0,0-1 0,1 0 0,0 0 0,0 0 0,8 3 0,-4-3 0,-1 0 0,1 0 0,0 0 0,0-1 0,0-1 0,0 1 0,0-2 0,0 1 0,0-1 0,0 0 0,0-1 0,-1 0 0,1-1 0,9-3 0,-11 2 0,0-1 0,-1 0 0,1 0 0,-1 0 0,0-1 0,0 0 0,9-13 0,16-15 0,33-39 0,-64 72 0,1 0 0,0 0 0,0 0 0,0 0 0,0 0 0,0 0 0,0 0 0,0 1 0,0-1 0,0 0 0,0 1 0,0-1 0,0 1 0,0-1 0,0 1 0,1-1 0,-1 1 0,0 0 0,0 0 0,1 0 0,-1-1 0,0 1 0,0 1 0,1-1 0,-1 0 0,0 0 0,0 0 0,1 0 0,-1 1 0,0-1 0,0 1 0,0-1 0,0 1 0,0-1 0,1 1 0,-1 0 0,0 0 0,0-1 0,0 1 0,-1 0 0,1 0 0,1 2 0,4 3 0,-1 2 0,-1-1 0,1 1 0,-1-1 0,3 9 0,-2-4 0,32 51 0,-25-43 0,0 0 0,10 24 0,-19-36 0,21 48 0,-22-52 0,0 0 0,1 0 0,-1 0 0,1 0 0,0-1 0,0 1 0,0-1 0,0 0 0,0 0 0,5 4 0,-7-7 0,-1 0 0,1 0 0,-1 0 0,0 0 0,1 0 0,-1 0 0,1 0 0,-1 0 0,1 0 0,-1 0 0,0 0 0,1 0 0,-1-1 0,1 1 0,-1 0 0,0 0 0,1 0 0,-1-1 0,1 1 0,-1 0 0,0 0 0,1-1 0,-1 1 0,0 0 0,0-1 0,1 1 0,-1 0 0,0-1 0,0 1 0,1 0 0,-1-1 0,0 1 0,0-1 0,0 1 0,0-1 0,1 1 0,-1 0 0,0-1 0,0 1 0,0-1 0,0 1 0,0-1 0,0 0 0,3-23 0,-3 23 0,-1-92 0,-1 69 0,1 1 0,2-1 0,0 1 0,6-30 0,-4 44 0,0 0 0,0 0 0,1 1 0,0-1 0,1 1 0,0 0 0,0 1 0,12-14 0,-5 9 0,0-1 0,0 2 0,28-20 0,-29 26 0,1 0 0,-1 0 0,1 1 0,0 1 0,0 0 0,0 0 0,0 1 0,0 1 0,0 0 0,1 1 0,-1 0 0,0 1 0,1 0 0,-1 1 0,0 0 0,0 1 0,21 8 0,-29-9 0,0 1 0,-1-1 0,1 1 0,-1 0 0,1 0 0,-1 1 0,0-1 0,0 0 0,0 1 0,-1 0 0,1 0 0,-1 0 0,0 0 0,0 0 0,0 0 0,-1 0 0,1 1 0,-1-1 0,0 1 0,-1-1 0,1 5 0,1 14 0,-1 0 0,0-1 0,-4 24 0,1-17 0,0-6 0,1-26 0,2-38 0,2 20 0,2 1 0,0-1 0,2 1 0,13-30 0,3-10 0,6-16-1365,-22 53-5461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6.8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386 0 24575,'0'629'0,"0"-622"0,0 0 0,0 0 0,-1-1 0,0 1 0,0 0 0,-1-1 0,0 1 0,-3 8 0,3-13 0,1 1 0,-1-1 0,1 0 0,-1 1 0,0-1 0,0 0 0,0 0 0,0 0 0,0 0 0,0-1 0,0 1 0,-1-1 0,1 1 0,-1-1 0,1 0 0,-1 0 0,0 0 0,1 0 0,-1 0 0,0-1 0,0 1 0,1-1 0,-4 1 0,-2-1 0,-1 0 0,1-1 0,0 0 0,0 0 0,0 0 0,0-1 0,0-1 0,0 1 0,0-1 0,1-1 0,-1 1 0,1-1 0,0 0 0,0-1 0,1 0 0,-10-8 0,-7-9 0,1-1 0,-37-51 0,37 45 0,15 20 0,1-1 0,0 0 0,1 0 0,0 0 0,0-1 0,2 1 0,-1-1 0,1-1 0,1 1 0,0 0 0,-1-14 0,3 20 0,0-1 0,0 0 0,0 1 0,1-1 0,0 1 0,0-1 0,0 1 0,1 0 0,0-1 0,5-9 0,-5 12 0,0 0 0,1 0 0,-1 0 0,1 0 0,0 0 0,-1 0 0,2 0 0,-1 1 0,0 0 0,0 0 0,1 0 0,-1 0 0,1 0 0,-1 0 0,1 1 0,7-2 0,17-2 0,1 2 0,-1 1 0,1 1 0,56 5 0,-6 0 0,197-3 0,-274-1 0,0 0 0,0 0 0,0 0 0,0 0 0,0 0 0,0 0 0,0 0 0,-1 1 0,1-1 0,0 1 0,0 0 0,0-1 0,-1 1 0,1 0 0,0 0 0,2 2 0,-4-2 0,1 0 0,-1 0 0,1 0 0,-1 1 0,0-1 0,0 0 0,1 0 0,-1 1 0,0-1 0,0 0 0,0 1 0,0-1 0,0 0 0,-1 0 0,1 1 0,0-1 0,-1 0 0,1 0 0,0 1 0,-1-1 0,0 0 0,1 0 0,-1 0 0,-1 2 0,-19 35 0,15-28 0,0 1 0,0 0 0,1 0 0,1 1 0,0-1 0,-4 18 0,3 0 0,-1 58 0,6-74 0,0-1 0,1 1 0,1-1 0,0 0 0,1 0 0,0 0 0,6 16 0,-7-24 0,1 0 0,-1-1 0,1 1 0,-1-1 0,1 0 0,0 1 0,0-1 0,1-1 0,-1 1 0,0 0 0,1-1 0,0 0 0,0 1 0,0-2 0,0 1 0,0 0 0,0-1 0,0 0 0,0 0 0,0 0 0,1 0 0,-1-1 0,8 1 0,-7-1 0,-1 0 0,1 0 0,0 0 0,0-1 0,0 0 0,-1 0 0,1 0 0,0-1 0,-1 1 0,1-1 0,-1 0 0,0 0 0,0 0 0,0-1 0,0 0 0,0 0 0,0 0 0,0 0 0,-1 0 0,6-8 0,3-12 0,-1-1 0,-1 0 0,-1 0 0,-1-1 0,8-39 0,-16 62 0,9-49 0,-9 48 0,1 1 0,-1-1 0,0 1 0,0-1 0,0 1 0,-1-1 0,1 0 0,0 1 0,-1-1 0,0 1 0,1-1 0,-1 1 0,0 0 0,-1-1 0,1 1 0,-3-4 0,4 6 0,0 0 0,0 0 0,0-1 0,0 1 0,0 0 0,-1 0 0,1 0 0,0 0 0,0 0 0,0 0 0,0 0 0,-1 0 0,1 0 0,0 0 0,0 0 0,0-1 0,0 1 0,-1 0 0,1 0 0,0 0 0,0 0 0,0 0 0,-1 0 0,1 1 0,0-1 0,0 0 0,0 0 0,0 0 0,-1 0 0,1 0 0,0 0 0,0 0 0,0 0 0,0 0 0,-1 0 0,1 1 0,0-1 0,0 0 0,0 0 0,0 0 0,0 0 0,0 0 0,-1 1 0,-4 10 0,0 14 0,2-8 0,2 1 0,0-1 0,2 1 0,0 0 0,0-1 0,2 1 0,0-1 0,1 0 0,1 0 0,0 0 0,1-1 0,9 17 0,-11-25 0,0 0 0,-1 0 0,0 1 0,-1-1 0,0 1 0,2 11 0,-4-20-37,0 1 0,0 0 1,0-1-1,0 1 0,0-1 0,0 1 0,0 0 0,-1-1 0,1 1 0,0 0 0,0-1 0,-1 1 1,1-1-1,0 1 0,-1-1 0,1 1 0,0-1 0,-1 1 0,1-1 0,-1 1 0,1-1 0,-1 0 1,1 1-1,-1-1 0,1 0 0,-1 1 0,1-1 0,-1 0 0,0 1 0,1-1 0,-1 0 0,1 0 1,-1 0-1,0 0 0,1 0 0,-2 0 0,-12 2-6789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7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115 462 24575,'0'-4'0,"0"0"0,1 0 0,-1 0 0,1 0 0,0 0 0,1 0 0,-1 0 0,1 1 0,-1-1 0,1 0 0,0 1 0,0-1 0,1 1 0,-1 0 0,4-4 0,6-4 0,0 0 0,22-16 0,-26 21 0,1 1 0,-1-2 0,-1 1 0,1-1 0,-1 0 0,0-1 0,-1 1 0,10-17 0,-12 14 0,0-1 0,-1 0 0,0 1 0,-1-1 0,0 0 0,0-19 0,-2 3 0,-4-43 0,3 66 0,1 0 0,-1 0 0,0 1 0,-1-1 0,1 0 0,-1 1 0,1-1 0,-1 1 0,0 0 0,0-1 0,-1 1 0,1 0 0,-1 0 0,1 1 0,-1-1 0,0 0 0,0 1 0,0 0 0,0 0 0,-1 0 0,1 0 0,-1 0 0,1 0 0,-1 1 0,1 0 0,-1 0 0,0 0 0,0 0 0,-5 0 0,-9-1 0,0 0 0,0 2 0,0 0 0,-36 6 0,50-6 0,0 1 0,0 0 0,0 0 0,1 0 0,-1 1 0,0 0 0,1-1 0,-1 1 0,1 0 0,0 1 0,-1-1 0,1 1 0,0-1 0,0 1 0,1 0 0,-1 0 0,1 0 0,-1 0 0,1 1 0,0-1 0,0 1 0,0-1 0,1 1 0,-1 0 0,1 0 0,0-1 0,0 1 0,0 7 0,-2 7 0,2-1 0,0 0 0,1 1 0,1-1 0,4 23 0,2-10-1365,2-6-5461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7.5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24575,'1'9'0,"0"-1"0,0 1 0,1-1 0,0 1 0,0-1 0,1 0 0,0 0 0,8 13 0,-2-5 0,0 0 0,1-1 0,14 15 0,34 30 0,-37-38 0,0 0 0,20 28 0,-35-41 0,105 163 0,-110-171-71,13 22 271,-13-22-244,-1-1 0,0 1 0,1-1 0,-1 1 0,1-1 0,-1 1 1,1-1-1,-1 1 0,1-1 0,-1 1 0,1-1 0,-1 0 0,1 1 0,-1-1 0,1 0 0,0 0 0,-1 1 0,1-1 0,0 0 0,-1 0 0,1 0 0,0 0 0,-1 0 0,1 0 1,0 0-1,-1 0 0,1 0 0,0 0 0,-1 0 0,1 0 0,0 0 0,-1 0 0,2-1 0,5-7-6782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7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529 1 24575,'-15'0'0,"-1"0"0,0 1 0,1 1 0,-1 0 0,-17 6 0,26-6 0,1 1 0,0 0 0,0 0 0,0 0 0,0 1 0,0-1 0,1 1 0,-1 1 0,1-1 0,0 1 0,0 0 0,1 0 0,0 0 0,-5 9 0,-57 63 0,55-63 0,-2-1 0,0 0 0,0-1 0,-20 13 0,20-15 0,0 0 0,1 0 0,0 1 0,1 0 0,0 1 0,-11 16 0,17-20 16,-2 0 1,1-1-1,-1 0 0,0 0 0,-13 9 1,-10 11-1480,23-20-5363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8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1 24575,'0'454'0,"1"-434"0,1-1 0,0 0 0,1 1 0,11 33 0,33 71 0,-24-66 0,-13-35 0,-4-8 0,1 1 0,-2-1 0,0 2 0,-1-1 0,3 19 0,-7-33 0,1 1 0,-1-1 0,0 1 0,0 0 0,0-1 0,-1 1 0,1-1 0,-1 1 0,1 0 0,-1-1 0,0 1 0,0-1 0,0 1 0,0-1 0,0 0 0,-1 0 0,1 1 0,-1-1 0,1 0 0,-1 0 0,0 0 0,0 0 0,0-1 0,0 1 0,0 0 0,0-1 0,0 0 0,-1 1 0,1-1 0,0 0 0,-1 0 0,1 0 0,-1-1 0,1 1 0,-1 0 0,0-1 0,1 0 0,-1 0 0,-3 0 0,1 1 0,0-1 0,0-1 0,0 1 0,1-1 0,-1 0 0,0 0 0,0 0 0,1-1 0,-1 1 0,0-1 0,1-1 0,0 1 0,-1 0 0,1-1 0,0 0 0,0 0 0,1 0 0,-1 0 0,1-1 0,-1 0 0,1 1 0,-4-7 0,-4-8 0,0 0 0,1-1 0,-14-35 0,21 48 0,1 1 0,0 0 0,1-1 0,-1 1 0,1-1 0,0 1 0,0-1 0,1 0 0,0 0 0,0 1 0,0-1 0,0 0 0,1 1 0,0-1 0,0 0 0,1 1 0,0-1 0,0 1 0,0 0 0,0 0 0,1 0 0,0 0 0,0 0 0,0 0 0,1 1 0,-1-1 0,1 1 0,0 0 0,0 0 0,1 0 0,-1 1 0,7-4 0,34-20 0,91-41 0,-105 57 0,1 0 0,0 3 0,38-6 0,58-17 0,-72 17-1365,-31 9-5461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8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0 24575,'0'976'0,"0"-963"-227,-1 0-1,0 0 1,-1 0-1,-1-1 1,-4 14-1,0-4-6598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8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24575,'0'6'0,"0"8"0,0 7 0,0 7 0,0 3 0,0 4 0,0 0 0,6-5 0,2-1 0,0 0 0,-2 1 0,5-5 0,-1-12 0,-1-15 0,-8-12 0,-5-5-8191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08.9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24575,'0'6'0,"0"8"0,0 7 0,0 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10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0 176 24575,'1'8'0,"1"1"0,-1-1 0,2 0 0,-1 0 0,1 0 0,0 0 0,1 0 0,0 0 0,9 13 0,13 28 0,57 152 0,-26-72 0,-57-129 0,0 0 0,0 0 0,0 0 0,0 0 0,0 0 0,0 0 0,0-1 0,0 1 0,0 0 0,1 0 0,-1 0 0,0 0 0,0 0 0,0 0 0,0 0 0,0 0 0,0 0 0,0 0 0,0 0 0,0 0 0,1 0 0,-1 0 0,0 0 0,0-1 0,0 1 0,0 0 0,0 0 0,0 0 0,0 0 0,0 0 0,1 0 0,-1 0 0,0 0 0,0 0 0,0 0 0,0 1 0,0-1 0,0 0 0,0 0 0,0 0 0,1 0 0,-1 0 0,0 0 0,0 0 0,0 0 0,0 0 0,0 0 0,0 0 0,0 0 0,0 0 0,0 0 0,0 1 0,1-1 0,-1 0 0,0 0 0,0 0 0,0 0 0,0 0 0,0 0 0,0 0 0,0 0 0,0 1 0,0-1 0,0 0 0,0 0 0,0 0 0,0 0 0,3-14 0,-1-20 0,-5-14 0,2 33 0,0 1 0,0-1 0,2 0 0,0 0 0,0 1 0,6-24 0,-6 35 0,1 0 0,-1 0 0,0 1 0,1-1 0,0 1 0,-1-1 0,1 1 0,0-1 0,0 1 0,0 0 0,1 0 0,-1 0 0,0 0 0,1 0 0,-1 1 0,5-3 0,-1 2 0,-1 0 0,0 0 0,1 1 0,-1 0 0,1 0 0,0 0 0,-1 0 0,10 1 0,-6 1 0,1-1 0,0 2 0,0-1 0,0 2 0,-1-1 0,1 1 0,-1 0 0,0 1 0,17 9 0,-21-9 0,1 0 0,-1 1 0,-1-1 0,1 1 0,-1 0 0,1 0 0,-1 0 0,-1 0 0,5 9 0,0 3 0,12 35 0,-8-16 0,-11-32 0,1-1 0,0 1 0,0 0 0,0-1 0,0 1 0,0-1 0,1 0 0,-1 0 0,1 0 0,0 0 0,0 0 0,0 0 0,0-1 0,1 0 0,-1 0 0,1 0 0,-1 0 0,1 0 0,0 0 0,0-1 0,-1 0 0,1 0 0,0 0 0,0 0 0,0-1 0,0 1 0,1-1 0,-1 0 0,0 0 0,7-2 0,-5 1 0,-1 0 0,1 0 0,-1-1 0,0 0 0,1 0 0,-1 0 0,0-1 0,-1 1 0,1-1 0,0 0 0,-1-1 0,1 1 0,-1-1 0,0 0 0,-1 0 0,1 0 0,0-1 0,-1 1 0,0-1 0,0 1 0,-1-1 0,4-7 0,-2-4 0,0-1 0,-1 1 0,0 0 0,-2-1 0,1-18 0,-9-83 0,6 114 0,1 0 0,-1 1 0,0-1 0,0 0 0,-1 1 0,1 0 0,0-1 0,-1 1 0,0 0 0,0-1 0,0 1 0,0 0 0,-1 1 0,1-1 0,-1 0 0,0 1 0,1-1 0,-1 1 0,0 0 0,0 0 0,-1 0 0,1 0 0,0 1 0,-1-1 0,1 1 0,-1 0 0,1 0 0,-1 0 0,0 0 0,1 1 0,-1-1 0,0 1 0,1 0 0,-1 0 0,-4 1 0,3-1 0,0 1 0,0-1 0,0 1 0,0 0 0,0 1 0,0-1 0,0 1 0,0 0 0,1 0 0,-1 0 0,1 1 0,-1 0 0,1 0 0,0 0 0,0 0 0,0 0 0,1 1 0,-1 0 0,1 0 0,0 0 0,0 0 0,0 0 0,1 1 0,-1-1 0,-2 8 0,2 1 0,0 1 0,1-1 0,0 1 0,1-1 0,0 1 0,1-1 0,1 1 0,0 0 0,7 25 0,-7-33 0,1 0 0,0 0 0,0 1 0,1-1 0,-1-1 0,1 1 0,1 0 0,-1-1 0,1 0 0,0 0 0,0 0 0,1 0 0,-1 0 0,1-1 0,0 0 0,0 0 0,0 0 0,1-1 0,0 0 0,-1 0 0,1 0 0,10 3 0,27 5 0,0-1 0,1-2 0,0-2 0,62 0 0,-22-6 0,111-3 0,-191 3 0,-1-1 0,1 0 0,-1 1 0,1-1 0,-1-1 0,1 1 0,-1 0 0,0-1 0,0 0 0,0 1 0,0-1 0,0 0 0,0-1 0,0 1 0,-1 0 0,1-1 0,-1 0 0,0 0 0,1 1 0,-1-1 0,-1 0 0,1-1 0,0 1 0,-1 0 0,1 0 0,-1-1 0,0 1 0,0-1 0,-1 1 0,1-1 0,-1 1 0,1-1 0,-1 1 0,0-1 0,0 0 0,-2-4 0,2 3 0,0 0 0,-1 0 0,0 0 0,0 0 0,0 0 0,-1 0 0,0 0 0,0 0 0,0 1 0,0-1 0,-1 1 0,0-1 0,0 1 0,0 0 0,0 0 0,-1 0 0,0 1 0,1-1 0,-1 1 0,0 0 0,-1 0 0,1 0 0,-1 1 0,1-1 0,-7-1 0,6 3 0,1 0 0,-1 0 0,0 1 0,1-1 0,-1 1 0,0 0 0,1 1 0,-1-1 0,0 1 0,1 0 0,-10 3 0,13-3 0,-1-1 0,0 1 0,0 0 0,1 0 0,-1 0 0,0 0 0,1 0 0,-1 0 0,1 0 0,-1 1 0,1-1 0,0 1 0,-1-1 0,1 1 0,0-1 0,0 1 0,0 0 0,0-1 0,1 1 0,-1 0 0,0 0 0,1 0 0,-1-1 0,1 1 0,0 0 0,-1 0 0,1 0 0,0 0 0,0 0 0,0 0 0,1 3 0,0-2 0,0-1 0,0 0 0,0 1 0,0-1 0,1 0 0,-1 0 0,1 1 0,-1-1 0,1 0 0,0 0 0,0-1 0,0 1 0,0 0 0,0-1 0,0 1 0,0-1 0,1 0 0,-1 1 0,0-1 0,1 0 0,-1-1 0,1 1 0,-1 0 0,6 0 0,3 1 0,0 0 0,0 0 0,0-2 0,16 1 0,-13-3 0,-1-1 0,1 0 0,-1 0 0,1-1 0,-1-1 0,0 0 0,-1-1 0,1-1 0,11-8 0,25-11 0,-44 24 0,0 0 0,0 0 0,0 0 0,0 0 0,0 1 0,1 0 0,-1 0 0,1 1 0,9-1 0,-11 1 0,-1 1 0,0-1 0,1 1 0,-1 0 0,0 0 0,0 0 0,0 0 0,0 1 0,0-1 0,0 1 0,0 0 0,-1 0 0,1 0 0,-1 0 0,1 0 0,-1 1 0,4 3 0,-4-2 0,1 0 0,0-1 0,1 1 0,-1-1 0,1 1 0,0-1 0,-1 0 0,7 3 0,-8-6 0,0 1 0,0 0 0,0-1 0,0 0 0,0 1 0,0-1 0,0 0 0,0 0 0,0 0 0,0-1 0,0 1 0,0 0 0,0-1 0,0 1 0,0-1 0,0 0 0,0 1 0,0-1 0,0 0 0,-1 0 0,4-3 0,-3 3 0,-1 0 0,1 0 0,-1 0 0,1 0 0,0 0 0,-1 0 0,1 0 0,0 1 0,0-1 0,0 1 0,0-1 0,-1 1 0,1 0 0,0 0 0,0-1 0,0 2 0,0-1 0,0 0 0,0 0 0,0 0 0,-1 1 0,1-1 0,3 2 0,-3 0 0,1 0 0,0 0 0,-1 1 0,0-1 0,0 1 0,1 0 0,-1 0 0,-1 0 0,1 0 0,0 0 0,-1 0 0,2 5 0,2 4 0,78 198 0,-78-195 0,-5-15 0,0 0 0,0 0 0,0 0 0,0 0 0,0 0 0,1 0 0,-1 0 0,0 0 0,0 0 0,0 0 0,0 0 0,0 0 0,0 0 0,0 0 0,0 0 0,0 0 0,0 0 0,0 0 0,0 0 0,0 0 0,0 0 0,0 0 0,0 0 0,0 0 0,0 0 0,0 0 0,0 0 0,0 0 0,-8-24 0,-4-2 0,4 11 0,1 0 0,1 0 0,0-1 0,1 0 0,-4-23 0,2 3 0,-20-62 0,14 59 0,-6-40 0,15 58 0,1 1 0,1-1 0,1 1 0,1-1 0,1 1 0,0-1 0,2 0 0,0 1 0,1 0 0,9-25 0,-11 42 0,-1-1 0,1 1 0,0 0 0,0 0 0,0 0 0,0 0 0,1 0 0,0 0 0,-1 0 0,1 1 0,0-1 0,0 1 0,0 0 0,0 0 0,1 0 0,-1 1 0,6-3 0,4 0 0,1 0 0,0 1 0,20-3 0,10-1 0,-3 0-341,0 1 0,0 3-1,61 1 1,-72 3-6485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35.6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1254 1 24575,'-4'0'0,"-1"1"0,1 0 0,-1 0 0,1 0 0,0 0 0,-1 1 0,1 0 0,0 0 0,0 0 0,0 0 0,-6 6 0,-38 35 0,34-27 0,2 0 0,0 0 0,1 1 0,0 0 0,2 1 0,-11 27 0,-33 121 9,7-19-311,-30 110-1318,72-243 1467,0 3-370,-12 42 101,-11 90 1,-36 196-2332,36-228 2016,-15 165 1,38-62 253,1-26-85,-16 7-388,8-103 622,-25 173 277,0 0 57,-12 44-238,24-182 36,-10 189 1,29-231 175,-19 104 1,-32 87-55,25-131 63,-41 316-169,65-413 180,-28 315 101,-6-86-90,0 10 140,29-189-141,-13 183 61,28-69 395,-5 135 1036,-14-191-1494,-3 58 24,16-171 253,-10 52 1,-4 40 225,-1 68-571,0 29-15,1 0 88,-1 33 27,19 355-34,3-556 0,3 0 0,22 95 0,-1-7 0,7 9-105,-5-26 1449,-21-62-1344,-6-50 0,1 0 0,14 54 0,-4-40 48,7 19-21,21 106 1,-29-108 521,27 80 0,-20-76-349,-7-29-200,1 0 0,31 55 0,-45-90 0,8 17 0,-1 0 0,-1 0 0,7 33 0,5 15 0,10 34 524,-21-66-174,21 53 0,8-17-350,-24-50 0,-2 0 0,10 26 0,23 59 757,94 166 0,-117-237-590,39 46 1,-21-29-177,6 12 9,-23-30 0,2-1 0,34 36 0,-51-61 39,128 136 927,85 74-1303,-81-85 9,-109-104 17,43 30 0,-42-35 86,48 46-1,17 14 346,-78-65 24,1-1-1,21 14 0,20 19 26,-32-25-99,2-2-1,37 23 0,33 25 81,-33-23-169,-44-33-2,29 25 0,-34-26 18,0-1 0,1 0 0,31 14 0,16 10 3,152 100 0,-27-23 0,-156-92 10,49 22 0,-6-3-1626,160 78-1216,-45-44 2832,-9-3 0,-130-45 0,-35-15 0,2-2 0,-1 0 0,25 7 0,206 63 1297,-175-51 249,134 48 685,-104-37-2101,24 7-55,71-1-75,31 0-95,-126-28-1752,9-4 1646,9 1 80,-67-4 121,105 3 0,57-14 0,-80-1 0,326 2 0,-426-2 0,1-1 0,38-10 0,51-4 0,-41 14 0,-28 1 0,107-16 0,-16-20-673,24-5-157,-124 31 830,0-2 0,92-40 0,-108 41 0,-10 2 209,31-19-1,-4 1-186,51-26-809,97-71 0,-194 122 728,33-21 260,-1-1 0,58-55 0,-16 2-326,55-58 134,-69 67-12,-43 48-59,0-2 0,-1-1 0,34-52 0,107-184-1042,-89 136 1104,50-96 0,-72 119-104,-22 47 70,33-88 1,6-21 586,-48 120-624,3-14 17,18-74 0,-6 18 404,11-65-1954,-16 52 1577,65-365 76,-85 386-446,-6-192 1,-4 30 150,17 111 150,1-28-27,-17 46-116,11-176-602,10-113 881,-4 171-166,0 32 22,-1 52 55,0-7 1580,-17-28-1621,13-237 2655,-4 358-3483,17-121 240,-6 19 550,-4 22 137,0-19-9,-11 95 0,11-31 270,1-41 143,-16-219-413,-3 169 0,5 158 395,12-76 0,3-20 279,-15-312-1468,-5 240 217,-1 165 577,-12-73 0,0 6 0,10 80 433,-2-1 0,-2 0 1,-22-66-1,24 82-459,0 0 0,2 0 0,-1-52 1,4 45-66,-2 0 1,-9-39 0,-45-112 90,12 41 0,37 115 21,-14-50 391,-56-137-1,-25-12-191,80 182-76,-49-77-1,27 50-171,-71-99 28,69 107 0,-109-140 676,69 96-408,-154-154-268,209 232 0,-145-118-172,50 47 70,-86-55 102,198 148 0,-15-7-439,-33-15 0,37 20 46,0 0 0,-34-26 0,34 21 392,0 2 1,-56-26-1,46 25 1,-186-84-1056,158 76 1056,-116-32 0,121 41 0,-43-6 109,62 15-34,-47-15 1,42 6-103,-1 2 1,-1 2 0,0 2-1,-60-6 1,14 6-489,-140-34 1,45 7 575,-44 10-209,-100 5-644,-4 25 857,109 1-608,75-1 542,-171-5 384,170-13-765,-36-1-271,7 16 807,75 2 18,-127-15 0,83 0 60,-183 6-1,275 6-32,-76-14-1,-25-1 98,70 16-165,51 2 15,-1-2-1,-77-13 1,67 5 822,0 2 0,-56 0 1,-105 8 72,79 1 800,83-3-1278,24 0-278,0 1 0,0 1 0,-1 1 0,-48 11 0,46-7-285,-45 6 0,55-11 0,-1 2 0,1 0 0,0 1 0,0 1 0,1 1 0,-22 10 0,24-9 0,0-1 0,0-1 0,0 0 0,-1-1 0,0-1 0,-33 3 0,27-4 0,5 0 0,0 1 0,0 0 0,0 2 0,0 0 0,1 0 0,0 2 0,0 0 0,-25 16 0,17-7-43,18-13-104,1 0 0,1 1 0,-1 0 0,0 0 1,1 1-1,0 0 0,0 0 0,-4 5 0,-2 9-6679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1:38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24575,'-2'111'0,"5"127"0,6-175 0,3 0 0,30 89 0,-31-116 0,-2 3 0,-1 0 0,4 76 0,-8-66 0,11 35 0,-9-61 0,4 46 0,-9-30 0,0-16 0,0 0 0,2-1 0,6 30 0,-1-12 0,-2 0 0,-2 0 0,-2 1 0,-3 63 0,3 62 0,-2-163 0,1 1 0,-1-1 0,1 0 0,0 1 0,0-1 0,0 0 0,1 0 0,-1 0 0,1 0 0,0 0 0,-1 0 0,1 0 0,1-1 0,-1 1 0,0 0 0,1-1 0,-1 0 0,1 0 0,-1 0 0,1 0 0,0 0 0,0 0 0,0-1 0,0 1 0,1-1 0,2 1 0,-1 0 0,-1-1 0,1-1 0,-1 1 0,1 0 0,-1-1 0,1 0 0,0 0 0,-1 0 0,1-1 0,-1 0 0,1 0 0,-1 0 0,1 0 0,-1-1 0,0 1 0,1-1 0,-1 0 0,0 0 0,3-3 0,59-49 0,94-97 0,-155 145 0,0-1 0,-1 1 0,1-1 0,-1 0 0,-1 0 0,1 0 0,-1-1 0,0 0 0,-1 1 0,0-1 0,0 0 0,-1 0 0,1-8 0,0-8 0,-2 0 0,0 0 0,-4-26 0,-7-2 0,10 50 0,1 0 0,-1 0 0,0 0 0,0 0 0,0 0 0,0 0 0,0 0 0,0 0 0,0 0 0,-1 0 0,1 1 0,-1-1 0,1 1 0,-1-1 0,1 1 0,-1-1 0,0 1 0,0 0 0,0 0 0,-3-1 0,5 2 0,-1 0 0,0 0 0,1 0 0,-1 0 0,0 0 0,1 0 0,-1 0 0,0 0 0,1 0 0,-1 0 0,1 0 0,-1 1 0,0-1 0,1 0 0,-1 1 0,1-1 0,-1 0 0,1 1 0,-1-1 0,1 1 0,-1-1 0,1 0 0,-1 1 0,1-1 0,0 1 0,-1 0 0,-8 22 0,5 23 0,4-41 0,1 0 0,0 0 0,0 0 0,1-1 0,0 1 0,0 0 0,0 0 0,0-1 0,1 0 0,-1 1 0,1-1 0,0 0 0,1 0 0,-1 0 0,1-1 0,-1 1 0,1-1 0,0 0 0,1 0 0,-1 0 0,0-1 0,1 1 0,4 1 0,-2-1 0,0 1 0,0-2 0,0 1 0,1-1 0,-1 0 0,1-1 0,-1 1 0,1-1 0,-1-1 0,1 0 0,0 0 0,-1 0 0,1-1 0,13-3 0,-18 2 0,0 1 0,0-1 0,0 1 0,0-1 0,0 0 0,-1 0 0,1-1 0,-1 1 0,1 0 0,-1-1 0,0 1 0,0-1 0,0 0 0,-1 0 0,1 0 0,-1 0 0,1 0 0,-1 0 0,2-5 0,1-9 0,0 0 0,2-29 0,-1 13 0,5-26 0,-6 85 0,-3 25 0,-1-32 0,-1-4 0,1-1 0,3 28 0,-3-40 0,0 0 0,0 1 0,1-1 0,-1 0 0,1 1 0,0-1 0,0 0 0,0 0 0,0 0 0,0 0 0,0 0 0,0 0 0,1 0 0,-1 0 0,1 0 0,-1 0 0,1-1 0,0 1 0,0-1 0,-1 1 0,1-1 0,0 0 0,1 1 0,1 0 0,-1-2 0,-1 0 0,1 1 0,-1-1 0,1 0 0,-1-1 0,0 1 0,1 0 0,-1-1 0,1 1 0,-1-1 0,0 0 0,1 0 0,-1 0 0,0 0 0,0 0 0,0 0 0,0-1 0,0 1 0,2-3 0,39-37 0,-30 27 0,-3 4 0,1 1 0,0-1 0,1 2 0,0 0 0,0 0 0,0 1 0,1 1 0,1 0 0,-1 0 0,16-3 0,-21 7 0,0 0 0,0 1 0,0 0 0,0 0 0,0 0 0,0 1 0,1 1 0,-1-1 0,0 1 0,0 1 0,0-1 0,0 1 0,0 1 0,-1 0 0,1 0 0,-1 0 0,1 1 0,-1 0 0,8 6 0,-10-4 0,0-1 0,0 1 0,0 0 0,-1 0 0,0 0 0,0 0 0,-1 1 0,0 0 0,0 0 0,0 0 0,2 11 0,13 28 0,-18-46 0,0 1 0,1-1 0,-1 1 0,0-1 0,0 1 0,1-1 0,-1 1 0,0-1 0,1 0 0,-1 1 0,1-1 0,-1 1 0,0-1 0,1 0 0,-1 0 0,1 1 0,-1-1 0,1 0 0,-1 0 0,1 1 0,-1-1 0,1 0 0,-1 0 0,1 0 0,-1 0 0,1 0 0,0 0 0,-1 0 0,1 0 0,15-10 0,12-29 0,-23 31 0,14-20 0,2 0 0,0 2 0,2 0 0,1 2 0,40-32 0,-53 48 0,1 1 0,1 1 0,-1 0 0,27-9 0,18-7 0,-35 12 0,0 1 0,25-6 0,-37 12 0,-19 11 0,1-1 0,1 2 0,-1-1 0,1 1 0,-10 16 0,-13 16 0,1-10 0,19-21 0,1-1 0,0 2 0,1-1 0,0 1 0,1 0 0,0 1 0,0-1 0,-4 15 0,5-9 0,2-6 0,0 0 0,1 0 0,0 0 0,-2 20 0,5-30 0,0 1 0,0-1 0,0 1 0,0-1 0,0 0 0,0 1 0,0-1 0,1 1 0,-1-1 0,0 0 0,1 1 0,-1-1 0,1 0 0,-1 0 0,1 1 0,0-1 0,0 0 0,-1 0 0,1 0 0,0 0 0,0 0 0,0 0 0,0 0 0,0 0 0,0 0 0,1 0 0,-1-1 0,0 1 0,0 0 0,1-1 0,-1 1 0,0-1 0,0 1 0,1-1 0,-1 0 0,1 0 0,-1 1 0,0-1 0,1 0 0,-1 0 0,1 0 0,-1 0 0,0-1 0,1 1 0,-1 0 0,3-1 0,0 0 0,0 0 0,1-1 0,-1 1 0,0 0 0,0-1 0,0 0 0,0 0 0,-1-1 0,1 1 0,0-1 0,3-3 0,34-39 0,-5 6 0,-25 26 0,-1 0 0,0 0 0,0-1 0,-2 0 0,1-1 0,-2 0 0,0 0 0,6-23 0,-4 16 0,1-1 0,23-39 0,-32 60 0,0 0 0,0 0 0,1 0 0,-1 1 0,1-1 0,-1 0 0,1 1 0,0-1 0,-1 1 0,1 0 0,0-1 0,0 1 0,0 0 0,0 0 0,4-1 0,-5 2 0,1 0 0,-1 0 0,0 0 0,1 0 0,-1 0 0,1 0 0,-1 0 0,0 0 0,1 1 0,-1-1 0,0 1 0,0-1 0,1 1 0,-1-1 0,0 1 0,0 0 0,0 0 0,0-1 0,2 3 0,1 1 0,-1 0 0,0 0 0,0 0 0,0 1 0,0-1 0,-1 1 0,0 0 0,0-1 0,0 1 0,0 0 0,-1 0 0,1 7 0,3 17 0,4 29 0,27 95 0,-29-128 0,-2 1 0,0 0 0,1 44 0,-3-33 0,7 35 0,-1-22-11,-3-16-265,13 43 0,-8-46 201,-1-2 68,0 1-1,-2 0 0,-2 0 1,6 49-1,-11-10 8,-1-30 0,2-1 0,8 54 0,2-8-192,-4 1 0,-3 0 0,-8 86-1,1-40 68,2-121 191,0 0-1,-1 1 0,-1-1 1,0 0-1,0 0 1,-1-1-1,0 1 0,-1-1 1,0 1-1,-1-1 1,-6 10-1,7-12-19,-1-1 1,1 0-1,-1-1 0,0 1 0,-1-1 0,1 0 0,-1-1 1,0 1-1,-1-1 0,1 0 0,0 0 0,-1-1 1,0 0-1,0 0 0,0-1 0,-8 2 0,-45 10-46,20-4 0,-56 8 0,85-17 0,-1 0 0,1-1 0,0 0 0,-1-1 0,1 0 0,0-1 0,0 0 0,0-1 0,-20-7 0,24 6 0,0 0 0,0 0 0,1-1 0,-1 1 0,1-2 0,0 1 0,1-1 0,-1 1 0,1-2 0,0 1 0,0-1 0,1 1 0,-4-9 0,-5-11 0,2-1 0,-11-34 0,17 44 0,-3-11-372,-6-41 0,2 10 29,2 1 343,3-1 0,2 0 0,3 0 0,8-102 0,-2 131 155,1 0 0,2 0 1,0 1-1,2 0 0,1 0 1,24-45-1,-4 2-328,-24 53 104,1 1 0,1 0 1,1 1-1,0 0 0,13-17 0,-15 24 69,-1-1 0,0 1 0,0-1 0,6-17 0,14-27 0,83-138 0,-76 131 0,-25 45 0,1-1 0,1 1 0,0 1 0,14-16 0,-9 12 0,-1-1 0,0 0 0,-2-1 0,12-27 0,-10 19 0,29-45 0,10-6 0,55-112 0,-85 151 124,40-53-1,-9 15 119,-29 41 48,-5 9-516,-1-1 0,-1 0 1,-2-1-1,-1-1 1,12-41-1,-27 160 1387,-6-51-1161,-1 0 0,-15 43 0,-9 38 0,21-17 0,10-77 0,-2-1 0,-1 1 0,0 0 0,-2-1 0,-11 35 0,7-31 0,1 0 0,2 0 0,0 0 0,-3 45 0,8-61 0,-18 89 0,9-53 0,8-38 0,1 1 0,-1-1 0,0 0 0,0 1 0,-1-1 0,0-1 0,-1 1 0,1 0 0,-1-1 0,0 0 0,-1 0 0,-5 6 0,10-11 0,0-1 0,-1 0 0,1 1 0,0-1 0,-1 0 0,1 0 0,-1 1 0,1-1 0,-1 0 0,1 0 0,0 0 0,-1 1 0,1-1 0,-1 0 0,1 0 0,-1 0 0,1 0 0,-1 0 0,1 0 0,-1 0 0,1 0 0,-1 0 0,1 0 0,-1 0 0,1 0 0,0-1 0,-1 1 0,1 0 0,-1 0 0,1 0 0,-1-1 0,-8-15 0,3-24 0,6 39 0,-1-278 0,3 130 0,1 108 0,2-1 0,1 1 0,3 0 0,18-55 0,-12 44 0,-9 30 0,2 1 0,0 0 0,1 0 0,13-21 0,-22 41 0,0 1 0,0-1 0,1 0 0,-1 1 0,1-1 0,-1 0 0,0 1 0,1-1 0,-1 1 0,1-1 0,-1 1 0,1-1 0,0 1 0,-1-1 0,1 1 0,-1 0 0,1-1 0,0 1 0,-1 0 0,1 0 0,0-1 0,-1 1 0,1 0 0,0 0 0,0 0 0,-1 0 0,1 0 0,0 0 0,0 0 0,-1 0 0,2 0 0,0 1 0,0 0 0,-1 0 0,1 0 0,-1 0 0,1 1 0,-1-1 0,1 0 0,-1 1 0,0-1 0,1 1 0,1 3 0,4 7 0,0 1 0,7 21 0,-12-29 0,6 19 0,-1 0 0,5 35 0,-1-4 0,15 106 0,-10-42 0,12 55 0,-22-147 0,-1 1 0,2 42 0,-6-62 0,-1 0 0,0 0 0,-1 0 0,0 0 0,0 0 0,-1 0 0,0-1 0,0 1 0,-1 0 0,0-1 0,0 0 0,0 0 0,-9 12 0,9-15 0,-1-1 0,0 1 0,0-1 0,0 0 0,0 0 0,0-1 0,0 1 0,-1-1 0,0 0 0,1 0 0,-1 0 0,0-1 0,0 1 0,0-1 0,0-1 0,0 1 0,0-1 0,0 1 0,0-1 0,0-1 0,0 1 0,-8-2 0,-1-1 0,0 0 0,0-1 0,0 0 0,0-1 0,1-1 0,-22-12 0,21 9 0,0 0 0,0-1 0,1 0 0,1-1 0,0-1 0,0 0 0,1-1 0,1 0 0,0 0 0,1-1 0,0 0 0,1-1 0,1 0 0,0 0 0,1-1 0,1 0 0,0 0 0,1 0 0,1 0 0,-2-29 0,4 37 0,1-4 0,0 1 0,0-1 0,4-23 0,-3 32 0,0-1 0,0 1 0,0-1 0,1 1 0,-1-1 0,1 1 0,0 0 0,0 0 0,0 0 0,1 0 0,-1 0 0,1 0 0,-1 1 0,1-1 0,0 1 0,5-4 0,16-9 0,0 0 0,1 2 0,1 1 0,0 1 0,0 1 0,1 1 0,0 1 0,1 2 0,48-6 0,-53 11 0,0-1 0,-1-1 0,1-2 0,-1 0 0,0-1 0,0-1 0,0-1 0,-1-1 0,0-1 0,-1-1 0,25-17 0,-17 8 0,-23 17 0,0 1 0,-1-1 0,0 0 0,1 0 0,-1-1 0,0 1 0,-1-1 0,1 0 0,-1 0 0,1-1 0,-1 1 0,0 0 0,-1-1 0,1 0 0,1-5 0,1-9 0,-4 15 0,-1 0 0,1 1 0,0-1 0,0 0 0,1 0 0,-1 1 0,1-1 0,0 1 0,0 0 0,0-1 0,3-2 0,-5 5 0,0 1 0,0 0 0,0 0 0,0 0 0,1 0 0,-1 0 0,0 0 0,0-1 0,0 1 0,0 0 0,0 0 0,1 0 0,-1 0 0,0 0 0,0 0 0,0 0 0,1 0 0,-1 0 0,0 0 0,0 0 0,0 0 0,1 0 0,-1 0 0,0 0 0,0 0 0,0 0 0,0 0 0,1 0 0,-1 0 0,0 0 0,0 0 0,0 1 0,0-1 0,1 0 0,-1 0 0,0 0 0,0 0 0,0 0 0,0 0 0,0 1 0,1-1 0,3 11 0,0 13 0,0 263 0,-7-150 0,5-37 0,-5 112 0,2-202 0,0 1 0,-1-1 0,0 1 0,-1-1 0,0 0 0,-1 0 0,0 0 0,-8 13 0,12-23 0,0 1 0,0-1 0,-1 1 0,1 0 0,0-1 0,-1 1 0,1-1 0,0 1 0,-1-1 0,1 1 0,-1-1 0,1 1 0,-1-1 0,1 0 0,-1 1 0,1-1 0,-1 0 0,1 1 0,-1-1 0,0 0 0,1 0 0,-1 1 0,0-1 0,1 0 0,-1 0 0,1 0 0,-1 0 0,0 0 0,1 0 0,-1 0 0,0 0 0,1 0 0,-2 0 0,1-1 0,0 0 0,0 0 0,0-1 0,0 1 0,1 0 0,-1 0 0,0 0 0,0-1 0,1 1 0,-1 0 0,1-1 0,-1 1 0,0-3 0,-6-48 0,6-145 0,2 104 0,1 58 0,2 0 0,12-51 0,-5 33 0,-6 31 0,1 0 0,1 1 0,13-27 0,8-20 0,-18 44 0,2 1 0,0 0 0,2 1 0,0 0 0,30-33 0,-27 35 0,-5 4 0,1 0 0,1 1 0,0 1 0,1 0 0,1 1 0,0 1 0,0 0 0,2 1 0,-1 1 0,26-11 0,-42 21 0,-1-1 0,0 1 0,1 0 0,-1 0 0,1-1 0,-1 1 0,0 0 0,1 0 0,-1 0 0,1 0 0,-1 0 0,1 0 0,-1-1 0,1 1 0,-1 0 0,1 0 0,-1 0 0,1 0 0,-1 1 0,1-1 0,-1 0 0,1 0 0,-1 0 0,1 0 0,-1 0 0,0 1 0,1-1 0,-1 0 0,1 0 0,-1 1 0,0-1 0,1 0 0,-1 1 0,1-1 0,-4 18 0,-20 18 0,-4-12 0,-1-1 0,-45 29 0,-4 2 0,0 7 0,65-51 0,0 0 0,0 1 0,1 0 0,1 0 0,-14 20 0,-12 12 0,27-31 0,0 1 0,1 0 0,1 0 0,0 0 0,1 1 0,0 0 0,1 1 0,1-1 0,0 1 0,1 0 0,0 0 0,0 21 0,4-31 0,-1 0 0,1 0 0,1 0 0,-1 0 0,1 0 0,0 0 0,0 0 0,0 0 0,0-1 0,1 1 0,0-1 0,0 0 0,0 0 0,1 0 0,-1 0 0,1 0 0,0-1 0,8 6 0,7 5 0,1-2 0,38 19 0,-55-30 0,56 23-216,-43-18 103,0 0 0,0 2-1,29 17 1,-24-12 113,0-1 0,2-1 0,28 10 0,25 12 0,-48-21 0,1-2 0,0 0 0,49 8 0,19 7 0,-63-15 22,7 4 107,0-1 1,1-3-1,0-1 1,78 5-1,5-15-129,-229 0 0,-94 2 0,184 1-1,-1 1-1,1 1 1,0 0 0,0 0-1,1 2 1,-15 7-1,-15 6-1353,22-11-5471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2:08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2785 39 24575,'-6'0'0,"1"-1"0,0 0 0,0 0 0,0-1 0,0 0 0,-7-2 0,-15-6 0,-27 2 0,-1 2 0,0 2 0,-96 6 0,46 1 0,-451-3-2580,516 3 2120,0 2 0,0 1 0,0 3 0,1 1 0,-63 25 0,2 7 343,2 3 0,3 5 0,1 5 0,-89 68 0,136-86 253,2 3 0,-61 68 0,82-82-119,-156 197-1169,103-121 817,55-69 382,1 0 0,-28 61 0,15-28-12,-32 87 345,27-58 1,25-58-412,2 1-1,1 0 1,-8 61-1,-9 31-145,13-68-127,-11 98-1,13-65 305,-7 90 0,21 263 1506,4-391-2402,16 71-1,22 56 2702,-38-166-1474,6 18-416,29 64 0,-6-19-226,-23-57 311,0 0 0,2-1 0,29 40 0,2 2 0,-21-32 370,1-1 0,2-2 0,1 0-1,50 41 1,-49-46-289,-2-2-358,2-2 0,1-1 1,0-1-1,1-1 0,1-2 1,1-1-1,0-1 0,1-2 1,45 10-1,74 23 153,-91-25 387,113 21 0,-94-33-1015,161-7-1,-130-3 453,72 2-88,135-2-508,-258-5 882,1-2 0,-1-3 0,96-32 0,-25 6-19,-49 13-405,-2-4-1,85-44 1,-44 19 579,-21 11-141,-6 6 0,155-90 0,-133 57 881,86-57-562,-150 92-348,83-77-1,-68 50-102,-6 6 586,56-66-1,-64 59-457,89-111-81,-113 135 280,-1-1 0,-3-1-1,26-55 1,-29 50 26,-11 26-15,-1 0 0,-1-1 1,-2-1-1,7-24 1,32-107-356,-2 5 7,-35 91 397,-3 0-1,-2 0 0,-7-98 1,0 42-52,2 78-240,-2 1 0,-2 0-1,-1 1 1,-1-1 0,-2 1 0,-1 0 0,-2 1 0,-24-49 0,13 33-31,-3 0-1,-46-66 0,1 14 104,-60-76 174,124 169-221,-1 0 1,1 0-1,-15-10 0,13 11 71,1 0-1,0-1 1,-13-13-1,-18-26 328,-3 3 0,-51-41-1,-103-67 2281,170 132-2291,-2 0 1,0 2 0,0 1 0,-42-16-1,55 26-375,1-1 0,-18-11 0,21 11 0,1 1 0,-1 1 0,0 0 0,-1 0 0,-12-3 0,-143-32 0,106 25 0,38 9 0,0 1 0,-44-4 0,17 6 0,-84 6 0,119-1 0,0 0 0,0 1 0,0 0 0,1 1 0,-1 1 0,1 0 0,0 1 0,1 0 0,-1 1 0,-13 11 0,-16 9-1365,22-18-5461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2:33.6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 24575,'0'-1'0,"1"-1"0,-1 1 0,1 0 0,-1 0 0,1 0 0,-1-1 0,1 1 0,-1 0 0,1 0 0,0 0 0,0 0 0,0 0 0,0 0 0,-1 1 0,1-1 0,0 0 0,0 0 0,1 1 0,-1-1 0,0 0 0,0 1 0,0-1 0,0 1 0,1 0 0,-1-1 0,2 1 0,38-8 0,-37 8 0,34-5 0,54 2 0,-82 3 0,1 0 0,0 1 0,-1 1 0,1 0 0,-1 0 0,0 1 0,1 0 0,-1 1 0,-1 0 0,11 6 0,26 14 0,-36-20 0,-1 0 0,0 1 0,0 0 0,0 1 0,11 9 0,43 37 0,-46-39 0,-1 0 0,0 0 0,-1 2 0,-1 0 0,24 32 0,1 13 0,-9-16 0,40 82 0,-61-107 0,-1 1 0,-1-1 0,0 1 0,-2 0 0,0 0 0,-2 1 0,0-1 0,0 29 0,-5 892 0,3-923 0,1-1 0,1 1 0,1-1 0,0 0 0,1 0 0,1-1 0,11 23 0,5 17 0,-9-23 0,1 0 0,2-1 0,1-1 0,1 0 0,2-2 0,1 0 0,31 34 0,-33-44 0,-1 1 0,38 31 0,-50-46 0,1-1 0,0 1 0,0-1 0,1 0 0,-1-1 0,1 0 0,0 0 0,-1-1 0,1 1 0,11 0 0,29 1 0,79-5 0,-59-1 0,-44 0 0,1-1 0,0-2 0,-1 0 0,0-2 0,28-10 0,53-14 0,-36 14 0,0-2 0,71-31 0,-136 48 0,3 0 0,0-1 0,0 0 0,0-1 0,0 1 0,-1-1 0,0-1 0,10-7 0,-13 3-1365,-8 4-5461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2:33.8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1268 1 24575,'12'0'0,"0"1"0,0 0 0,0 1 0,0 0 0,-1 1 0,1 0 0,-1 1 0,1 0 0,-1 1 0,-1 0 0,16 10 0,-4 1 0,-1 1 0,0 1 0,35 39 0,-36-35 0,-1 1 0,-1 0 0,-1 1 0,-1 1 0,19 40 0,-31-55 0,0-1 0,-1 1 0,0-1 0,-1 1 0,0 0 0,-1 0 0,0 0 0,0 18 0,-2-22 0,0 1 0,0-1 0,0 1 0,-1-1 0,0 0 0,-1 1 0,1-1 0,-1 0 0,0-1 0,-1 1 0,1 0 0,-1-1 0,0 0 0,-8 8 0,-9 9-177,14-13 77,-1 0 1,-1-1 0,0 0 0,-15 11 0,-10 4 99,-49 45 0,10-7 0,9-11-215,-85 59-551,25-22 922,-29 17 221,10-12-1825,76-47 918,-106 71-288,141-95 741,4-3-146,-48 25 1,36-23 68,1 3-1,-44 33 1,-38 23-155,62-44-187,37-19-1988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5:08.3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 24575,'0'-6'0,"5"-2"0,3 1-8191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5:44.4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24575,'6'0'0,"8"0"0,7 0 0,1 0-8191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5:50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2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24575,'1'9'0,"0"0"0,1-1 0,0 1 0,0 0 0,5 11 0,5 24 0,-5 21 0,-2 1 0,-7 103 0,0-52 0,2 718 0,-1-827 0,1 0 0,0 0 0,1 0 0,0 0 0,0 0 0,1 0 0,0 0 0,0 0 0,0 0 0,1-1 0,5 9 0,-8-16 0,0 0 0,0 0 0,0 0 0,0 1 0,0-1 0,0 0 0,0 0 0,0 0 0,0 0 0,1 0 0,-1 0 0,0 0 0,0 0 0,0 0 0,0 0 0,0 1 0,0-1 0,1 0 0,-1 0 0,0 0 0,0 0 0,0 0 0,0 0 0,0 0 0,0 0 0,1 0 0,-1 0 0,0 0 0,0 0 0,0 0 0,0 0 0,0 0 0,1 0 0,-1 0 0,0 0 0,0 0 0,0-1 0,0 1 0,0 0 0,0 0 0,0 0 0,1 0 0,-1 0 0,0 0 0,0 0 0,0 0 0,0 0 0,0-1 0,0 1 0,4-10 0,0-12 0,-2-77-1365,-2 66-5461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3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3 24575,'-28'-1'0,"16"0"0,0 1 0,-1 0 0,1 1 0,0 0 0,-16 4 0,24-4 0,1 1 0,0-1 0,0 0 0,0 1 0,0 0 0,0-1 0,0 1 0,0 0 0,1 1 0,-1-1 0,1 0 0,-1 1 0,1-1 0,0 1 0,0 0 0,0 0 0,0 0 0,1 0 0,-1 0 0,1 0 0,0 0 0,0 0 0,-1 7 0,0 5 0,1 0 0,0 1 0,1-1 0,1 0 0,1 0 0,0 0 0,1 0 0,0 0 0,2 0 0,-1-1 0,2 0 0,0 0 0,0 0 0,2 0 0,12 18 0,-16-27 0,1 1 0,-1-1 0,1 0 0,0 0 0,7 5 0,-11-9 0,0-1 0,-1 1 0,1-1 0,0 1 0,0-1 0,0 1 0,0-1 0,-1 0 0,1 1 0,0-1 0,0 0 0,0 0 0,0 0 0,0 0 0,0 0 0,0 0 0,0 0 0,0 0 0,0 0 0,0 0 0,0 0 0,-1-1 0,1 1 0,0 0 0,0-1 0,0 1 0,0 0 0,0-1 0,-1 1 0,1-1 0,0 1 0,0-1 0,-1 0 0,1 1 0,-1-1 0,1 0 0,0 0 0,-1 1 0,1-1 0,-1 0 0,1 0 0,-1 0 0,0 0 0,1 1 0,-1-1 0,0 0 0,0 0 0,0 0 0,1-2 0,3-19 0,0 0 0,-1 0 0,-1-1 0,-2 1 0,0 0 0,-4-27 0,2 8 0,8 50 0,0-1 0,0 0 0,1 0 0,0-1 0,1 0 0,-1 0 0,17 11 0,-18-16 0,0-1 0,1 0 0,-1 0 0,1 0 0,-1 0 0,1-1 0,-1 0 0,1-1 0,-1 0 0,11-2 0,-10 2 0,0-1 0,0 2 0,0-1 0,0 1 0,0 0 0,0 0 0,-1 1 0,1 0 0,7 1 0,-7 1 0,-1 0 0,0 0 0,0 1 0,0 0 0,0 0 0,-1 0 0,6 6 0,14 9 0,-24-18 0,0-1 0,-1 1 0,1 0 0,0-1 0,0 1 0,0-1 0,-1 0 0,1 1 0,0-1 0,0 0 0,0 1 0,0-1 0,0 0 0,0 0 0,0 0 0,0 0 0,0 0 0,0 0 0,0 0 0,0 0 0,-1 0 0,1 0 0,0 0 0,0-1 0,0 1 0,0 0 0,0-1 0,1 0 0,-1 0 0,0 0 0,1-1 0,-1 1 0,0-1 0,0 0 0,0 1 0,0-1 0,0 0 0,-1 0 0,1 1 0,0-1 0,-1 0 0,1-2 0,1-10 0,0 0 0,-1 0 0,-1-15 0,0 22 0,-1-2 0,1 0 0,0 1 0,1-1 0,0 0 0,0 0 0,1 0 0,0 1 0,0-1 0,1 1 0,0 0 0,8-14 0,-11 21 0,0 1 0,0-1 0,1 1 0,-1-1 0,1 0 0,-1 1 0,1-1 0,-1 1 0,1-1 0,-1 1 0,1-1 0,-1 1 0,1-1 0,-1 1 0,1 0 0,0-1 0,-1 1 0,1 0 0,0 0 0,-1-1 0,1 1 0,0 0 0,-1 0 0,1 0 0,0 0 0,-1 0 0,1 0 0,0 0 0,0 0 0,-1 0 0,2 0 0,0 1 0,-1 0 0,0 0 0,0 1 0,0-1 0,0 0 0,0 0 0,-1 0 0,1 1 0,0-1 0,0 0 0,-1 1 0,1-1 0,0 4 0,8 49 0,-8 165 0,-3-113 0,0-72 0,-1-1 0,-2 1 0,-2-1 0,-13 42 0,12-52 0,-2 1 0,-22 39 0,18-38 0,-19 48 0,28-58 0,0 0 0,-1 0 0,-1-1 0,0 0 0,-1 0 0,-1-1 0,0 0 0,-1 0 0,0-1 0,-1 0 0,0-1 0,-21 16 0,21-18 0,0-2 0,-1 1 0,0-1 0,-1-1 0,-13 5 0,20-9 0,1 0 0,-1 0 0,0-1 0,1 0 0,-1 0 0,0-1 0,0 1 0,0-1 0,0-1 0,0 1 0,1-1 0,-1 0 0,0 0 0,-8-3 0,11 2 0,0 0 0,-1 0 0,1 0 0,0-1 0,1 1 0,-1-1 0,0 0 0,1 1 0,-1-1 0,1 0 0,0-1 0,0 1 0,0 0 0,1-1 0,-1 1 0,1-1 0,-1 1 0,1-1 0,0 0 0,1 1 0,-1-8 0,-1-4 0,1 0 0,0 0 0,2 0 0,1-17 0,0 22 0,0 1 0,0-1 0,1 1 0,0-1 0,1 1 0,0 0 0,1 0 0,-1 1 0,2-1 0,-1 1 0,1 0 0,0 1 0,1-1 0,12-9 0,9-6 0,1 1 0,53-30 0,-20 13 0,-10 7 0,-31 19 0,0 0 0,-1-1 0,20-18 0,-14 9 0,2 2 0,51-30 0,15-11 0,94-93 0,-153 127 0,-27 23 0,0-1 0,-1 0 0,13-12 0,-20 17 0,1 1 0,-1-1 0,0 1 0,1-1 0,-1 1 0,0-1 0,1 1 0,-1-1 0,0 1 0,1 0 0,-1-1 0,1 1 0,-1 0 0,1-1 0,-1 1 0,1 0 0,-1 0 0,1-1 0,0 1 0,-1 0 0,1 0 0,-1 0 0,1 0 0,-1 0 0,1 0 0,0 0 0,-1 0 0,1 0 0,0 1 0,0-1 0,-1 1 0,1 0 0,-1-1 0,1 1 0,-1 0 0,1 0 0,-1-1 0,1 1 0,-1 0 0,0 0 0,0 0 0,1 0 0,-1 0 0,0-1 0,0 3 0,1 52 0,-1-37 0,0-16 0,-1 0 0,1 0 0,1-1 0,-1 1 0,0 0 0,0 0 0,1 0 0,-1 0 0,1 0 0,-1 0 0,1 0 0,0-1 0,0 1 0,0 0 0,0-1 0,0 1 0,0 0 0,0-1 0,1 1 0,-1-1 0,1 0 0,-1 1 0,2 0 0,-1-2 0,0 0 0,0 0 0,-1 0 0,1 0 0,0 0 0,0-1 0,-1 1 0,1 0 0,0-1 0,-1 1 0,1-1 0,0 0 0,-1 0 0,1 0 0,-1 0 0,1 0 0,-1 0 0,0 0 0,1 0 0,-1 0 0,0 0 0,0-1 0,0 1 0,0-1 0,2-2 0,15-21 0,22-38 0,-21 31 0,-17 27 0,1 1 0,1 0 0,-1-1 0,1 1 0,7-7 0,-10 11 0,0-1 0,-1 1 0,1-1 0,-1 1 0,1-1 0,0 1 0,-1-1 0,1 1 0,0 0 0,0-1 0,-1 1 0,1 0 0,0 0 0,0 0 0,0 0 0,-1-1 0,1 1 0,0 0 0,0 0 0,0 0 0,-1 0 0,1 1 0,0-1 0,0 0 0,0 0 0,-1 0 0,1 1 0,0-1 0,0 0 0,-1 1 0,1-1 0,0 1 0,-1-1 0,1 1 0,0-1 0,-1 1 0,1-1 0,-1 1 0,1 0 0,-1-1 0,1 1 0,-1 0 0,1-1 0,-1 1 0,0 0 0,1 0 0,-1-1 0,0 2 0,6 28 0,-3-19 0,0-27 0,-2 11-53,1 1 1,-1-1-1,1 1 0,0 0 0,0-1 1,0 1-1,1 0 0,-1 0 0,7-7 1,-3 4-786,7-11-5988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4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0 257 24575,'4'-1'0,"0"1"0,0-1 0,-1 0 0,1 0 0,0 0 0,0 0 0,-1-1 0,1 1 0,-1-1 0,0 0 0,1 0 0,-1 0 0,0-1 0,5-3 0,39-48 0,-21 23 0,-20 24 0,-1-1 0,0 1 0,0-1 0,-1 0 0,0 0 0,5-16 0,-6 15 0,0 1 0,1 0 0,0 0 0,0 0 0,1 1 0,8-12 0,-13 18 0,1 1 0,-1-1 0,1 1 0,-1-1 0,1 1 0,-1-1 0,1 0 0,-1 1 0,1 0 0,-1-1 0,1 1 0,0-1 0,-1 1 0,1 0 0,0-1 0,-1 1 0,1 0 0,0 0 0,-1 0 0,1-1 0,0 1 0,0 0 0,-1 0 0,1 0 0,0 0 0,0 0 0,-1 0 0,1 1 0,0-1 0,0 0 0,1 1 0,-1 0 0,0 0 0,0 0 0,0 0 0,0 1 0,-1-1 0,1 0 0,0 0 0,0 1 0,-1-1 0,1 0 0,-1 1 0,1-1 0,-1 2 0,8 51 0,-8-54 0,3 74 0,-8 105 0,-11-105 0,1-4 0,13-57 0,0-1 0,-1 1 0,0-1 0,-1 0 0,-1 0 0,0 0 0,-1-1 0,0 1 0,0-1 0,-1-1 0,-1 1 0,0-1 0,0-1 0,-1 1 0,0-1 0,0-1 0,-1 0 0,-15 9 0,0-4 0,24-12 0,0-1 0,0 1 0,0-1 0,0 0 0,0 1 0,0-1 0,0 0 0,0 0 0,0 0 0,0 0 0,-1 0 0,1 0 0,0 0 0,0 0 0,0 0 0,0 0 0,0-1 0,0 1 0,0 0 0,0-1 0,0 1 0,0-1 0,-1 0 0,2 0 0,0 1 0,0-1 0,0 0 0,0 0 0,0 1 0,1-1 0,-1 0 0,0 1 0,0-1 0,0 0 0,1 1 0,-1-1 0,0 1 0,1-1 0,-1 0 0,1 1 0,-1-1 0,1 1 0,-1-1 0,1 1 0,-1-1 0,1 1 0,-1 0 0,1-1 0,0 0 0,16-12 0,0 4 0,0 0 0,1 2 0,0 0 0,0 0 0,0 2 0,1 0 0,36-4 0,1 5 0,76 5 0,41-3 0,-148-1 57,36-10 0,-39 7-797,44-5 1,-37 10-6087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4.5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24575,'455'0'0,"-450"-1"-91,1 1 0,-1 0 0,0 0 0,1 0 0,-1 1 0,0 0 0,0 0 0,0 0 0,0 1 0,0-1 0,0 1 0,0 1 0,0-1 0,7 5 0,2 8-6735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4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24575,'0'1'0,"1"0"0,-1 0 0,0 0 0,1 1 0,-1-1 0,1 0 0,-1 0 0,1 0 0,0 0 0,0 0 0,-1 0 0,1 0 0,0 0 0,0 0 0,0-1 0,0 1 0,0 0 0,0 0 0,0-1 0,0 1 0,0-1 0,0 1 0,1-1 0,-1 1 0,0-1 0,3 1 0,36 6 0,-36-6 0,84 5 0,116-7 0,-76-1 0,-95 2-1365,-3 0-5461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7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2 112 24575,'-2'89'0,"5"99"0,0-163-174,10 35 0,-7-37 44,-2-1-1,3 26 1,-5 29 130,-1-36 0,11 75 0,-1-39 0,-4 0 0,-3 126 0,-3-182 3,1 0 0,1 1 1,8 27-1,-5-23 2,4 44 0,-9 61-34,0 14 177,9-110 371,-2-26-417,-8-10-103,1 1 0,0-1-1,-1 1 1,1-1 0,-1 1 0,1-1 0,-1 1 0,1-1 0,-1 0 0,0 1-1,1-1 1,-1 0 0,0 0 0,1 1 0,-1-1 0,0 0 0,0 0 0,0 1-1,1-1 1,-1-1 0,6-38 1,-2 0 0,-2 0 0,-4-73 0,0 36 0,1-717-1864,1 440 3728,1 337-1864,-1 1 0,2 0 0,0-1 0,1 1 0,1 0 0,0 0 0,1 1 0,13-27 0,-16 39 0,0 0 0,1 0 0,0 0 0,-1 0 0,1 0 0,0 0 0,0 1 0,1-1 0,-1 1 0,1 0 0,-1 0 0,1 0 0,-1 1 0,1-1 0,0 1 0,0 0 0,0 0 0,0 0 0,0 0 0,0 1 0,0 0 0,0 0 0,0 0 0,0 0 0,0 1 0,0-1 0,7 3 0,5 1 0,-2 1 0,1 0 0,0 1 0,-1 0 0,24 16 0,-25-13 0,0 0 0,-1 1 0,0 0 0,0 1 0,-1 0 0,-1 1 0,0 0 0,12 19 0,-16-20 0,1 0 0,-2 0 0,0 0 0,0 1 0,-1-1 0,0 1 0,-1 0 0,-1 1 0,0-1 0,0 0 0,-1 15 0,-1-23 0,-1 0 0,1 0 0,-1 0 0,0 0 0,0 1 0,0-1 0,-1 0 0,0-1 0,0 1 0,0 0 0,0 0 0,0-1 0,-1 1 0,1-1 0,-1 0 0,0 0 0,0 0 0,0 0 0,0 0 0,-7 3 0,-6 3 0,1 0 0,-1-1 0,-29 9 0,15-6 0,3-1 0,-1-2 0,-1 0 0,1-2 0,-1-2 0,0 0 0,-1-2 0,1-1 0,0-1 0,-32-5 0,57 5-105,1-1 0,-1 0 0,0 1 0,0-1 0,1-1 0,-1 1 0,0-1 0,1 1 0,0-1 0,-1 0 0,1 0 0,-3-3 0,-9-10-6721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7.2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24575,'136'-2'0,"153"5"0,-179 14 0,-76-11 0,61 5 0,-39-10-1365,-42-1-5461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7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0 24575,'0'3'0,"1"0"0,0 0 0,0-1 0,-1 1 0,2 0 0,-1-1 0,0 1 0,3 3 0,6 15 0,-3 14 0,-2 0 0,-1 1 0,-1-1 0,-2 1 0,-5 43 0,2 1 0,3 2 0,-4 79 0,0-142-52,-2 0 0,0 0 0,-1-1 0,-1 0 0,0 0 0,-13 19 0,7-10-949,-1 1-5825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7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0 392 24575,'3'-1'0,"-1"0"0,1 1 0,0-1 0,-1 0 0,1 0 0,-1 0 0,0 0 0,1-1 0,1-1 0,17-7 0,5 3 0,41-5 0,-2 1 0,22-2 0,-54 8 0,41-9 0,-63 11 0,0-1 0,-1 0 0,1-1 0,-1 0 0,0 0 0,0-1 0,14-11 0,3-3 0,-13 9 0,0 0 0,22-22 0,-32 28 0,-1 1 0,1-1 0,-1 0 0,0 0 0,0 0 0,-1 0 0,0 0 0,1-1 0,-2 1 0,1-1 0,-1 1 0,2-10 0,-3 11 0,0 0 0,0 0 0,0 0 0,-1 0 0,1 0 0,-1 0 0,0 0 0,0 1 0,0-1 0,-1 0 0,1 0 0,-1 1 0,0-1 0,0 1 0,0 0 0,0 0 0,-1-1 0,1 1 0,-1 1 0,0-1 0,0 0 0,0 1 0,0-1 0,0 1 0,-1 0 0,1 0 0,-1 0 0,1 1 0,-1-1 0,-4 0 0,0-1 0,0 1 0,0 0 0,0 0 0,0 1 0,0 0 0,-1 1 0,1 0 0,0 0 0,0 0 0,-1 1 0,1 0 0,0 1 0,-14 4 0,18-4 0,1 0 0,-1 1 0,0-1 0,1 0 0,-1 1 0,1 0 0,0 0 0,0 0 0,0 0 0,0 0 0,1 1 0,-1-1 0,1 1 0,0 0 0,-2 4 0,-3 8 0,1 0 0,-6 26 0,1-2 0,4-21 0,1 0 0,2 1 0,0-1 0,-3 32 0,7-43 0,0 0 0,0 0 0,0 0 0,1-1 0,0 1 0,1 0 0,0 0 0,0 0 0,0-1 0,1 1 0,0-1 0,1 0 0,0 0 0,5 8 0,-6-11 0,0-1 0,0 0 0,1-1 0,-1 1 0,1 0 0,-1-1 0,1 0 0,0 0 0,0 0 0,-1 0 0,2-1 0,3 2 0,57 10 0,-22-6 0,-11-1-455,0-1 0,60 1 0,-63-5-6371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8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0 24575,'0'6'0,"0"8"0,0 7 0,0 6 0,0 5 0,0 2 0,0 2 0,0 0 0,0 0 0,-6-6 0,-2-2 0,1 0 0,1 1 0,2 2 0,1-5-8191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09.1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0 24575,'0'6'0,"0"8"0,0 8 0,-6 5 0,-2 5 0,1 2 0,1 2 0,1 0 0,-3-5 0,-1-3 0,-5 0 0,0 1 0,2-4-8191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2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404 0 24575,'-13'16'0,"1"1"0,0 0 0,2 0 0,0 1 0,1 0 0,1 1 0,-11 35 0,-11 23 0,-19 52 0,-1 4 0,24-69 0,-25 104 0,25-79 0,7-24 0,-34 102 0,52-165 0,0 1 0,0-1 0,0 1 0,0 0 0,1-1 0,-1 1 0,1 0 0,0 0 0,-1-1 0,1 1 0,1 0 0,-1 0 0,0 0 0,1-1 0,-1 1 0,1 0 0,0 0 0,1 2 0,-1-3 0,1 0 0,0 0 0,0 0 0,0 0 0,0 0 0,0 0 0,0-1 0,0 1 0,1-1 0,-1 1 0,1-1 0,-1 0 0,1 0 0,-1 0 0,1 0 0,0-1 0,-1 1 0,6 0 0,5 1 0,-1-1 0,1 0 0,0 0 0,0-1 0,-1-1 0,1 0 0,0-1 0,19-5 0,-23 3 0,0 1 0,0-1 0,0 0 0,-1-1 0,0 0 0,0 0 0,0-1 0,0 0 0,-1-1 0,0 1 0,12-16 0,-4 2 0,-2-2 0,14-25 0,-13 21 0,19-27 0,27-43 0,-49 81 0,-1 0 0,-1 0 0,-1-1 0,0 0 0,0 0 0,-2-1 0,7-27 0,-12 43 0,-1 0 0,0 0 0,1-1 0,-1 1 0,0 0 0,1-1 0,-1 1 0,0 0 0,0 0 0,0-1 0,0 1 0,-1 0 0,1-1 0,0 1 0,0 0 0,-1 0 0,1-1 0,-1 1 0,1 0 0,-1 0 0,1 0 0,-1 0 0,0-1 0,0 1 0,1 0 0,-1 0 0,0 1 0,0-1 0,0 0 0,0 0 0,0 0 0,0 0 0,0 1 0,-1-1 0,-1 0 0,2 1 0,-1 0 0,0 0 0,0 0 0,0 0 0,0 0 0,0 1 0,0-1 0,0 1 0,1 0 0,-1-1 0,0 1 0,0 0 0,1 0 0,-1 0 0,0 0 0,1 0 0,-1 0 0,1 1 0,-1-1 0,1 0 0,0 1 0,0-1 0,-2 3 0,-4 8 0,1 0 0,0 0 0,1 1 0,0 0 0,1 0 0,-4 22 0,-3 8 0,-6 35 0,75-139 0,-49 53 0,1 1 0,-1 0 0,1 0 0,0 1 0,1 0 0,16-6 0,-24 11 0,0 0 0,0 0 0,0 1 0,0-1 0,0 1 0,1 0 0,-1-1 0,0 1 0,0 1 0,0-1 0,0 0 0,1 1 0,-1 0 0,0 0 0,0 0 0,0 0 0,0 0 0,0 0 0,-1 1 0,1-1 0,0 1 0,-1 0 0,1 0 0,-1 0 0,1 0 0,-1 0 0,0 1 0,3 4 0,-3-5 0,-1 1 0,1-1 0,0 0 0,0 0 0,-1 0 0,1 0 0,0 0 0,1-1 0,-1 1 0,0 0 0,0-1 0,5 2 0,-6-3 0,1 0 0,-1 0 0,1 0 0,0 0 0,-1-1 0,1 1 0,-1-1 0,1 1 0,-1-1 0,1 1 0,-1-1 0,0 0 0,1 1 0,-1-1 0,0 0 0,1 0 0,-1 0 0,0 0 0,0 0 0,0-1 0,0 1 0,0 0 0,1-3 0,7-4 0,0 0 0,1 0 0,0 1 0,0 1 0,0-1 0,1 2 0,0-1 0,0 2 0,0-1 0,21-4 0,-28 9 0,0-1 0,0 1 0,0 1 0,0-1 0,0 0 0,0 1 0,-1 0 0,1 0 0,0 0 0,0 0 0,-1 1 0,1-1 0,-1 1 0,1 0 0,-1 0 0,0 1 0,1-1 0,-1 0 0,0 1 0,-1 0 0,1 0 0,0 0 0,-1 0 0,0 0 0,0 0 0,4 7 0,0 1 0,-1 0 0,0 0 0,0 0 0,-1 0 0,-1 1 0,1 0 0,1 19 0,2 17 0,23 80 0,-13-59 0,-9-27 0,-2 1 0,-2 0 0,-2 0 0,-2 0 0,-6 55 0,1-69 0,-11 41 0,5-26 0,8-34 0,0 0 0,0-1 0,-1 1 0,0-1 0,-1 1 0,0-1 0,0-1 0,-1 1 0,0-1 0,-1 0 0,0 0 0,0-1 0,-1 0 0,1 0 0,-11 6 0,12-8 0,-1-2 0,1 1 0,-1-1 0,1 0 0,-1 0 0,0-1 0,0 0 0,0 0 0,-1 0 0,1-1 0,0-1 0,-1 1 0,1-1 0,0 0 0,-1 0 0,1-1 0,0 0 0,0-1 0,-1 0 0,1 0 0,-12-5 0,16 6 0,0-1 0,0 0 0,0 0 0,0 0 0,0-1 0,0 1 0,0-1 0,1 1 0,-1-1 0,1 0 0,0 0 0,0 0 0,0 0 0,-2-4 0,1 0 0,1 0 0,-1-1 0,1 1 0,0-1 0,0 0 0,0-10 0,1-1 0,1 1 0,1-1 0,0 0 0,8-33 0,-6 36 0,1 1 0,0-1 0,1 1 0,1 0 0,0 0 0,1 0 0,1 1 0,0 0 0,1 1 0,0 0 0,1 0 0,20-19 0,127-139-331,-15 14-368,-107 122 699,3 0 0,-2-3 0,45-58 0,-68 79 32,1 1 0,27-25 0,-23 24 435,23-27 0,-25 24-467,15-20 0,-29 38 0,0-1 0,0 0 0,-1 0 0,0 0 0,1 0 0,-1 0 0,0 0 0,-1 0 0,1 0 0,0-1 0,-1 1 0,0-4 0,0 7 0,1 0 0,-1-1 0,0 1 0,0-1 0,0 1 0,0-1 0,0 1 0,0-1 0,0 1 0,0-1 0,-1 1 0,1-1 0,0 1 0,0-1 0,0 1 0,0-1 0,-1 1 0,1 0 0,0-1 0,0 1 0,-1-1 0,1 1 0,0 0 0,-1-1 0,1 1 0,0 0 0,-1-1 0,1 1 0,-1 0 0,1 0 0,0-1 0,-1 1 0,1 0 0,-1 0 0,1 0 0,-1 0 0,-17 9 0,-10 23 0,22-23 0,1-1 0,0 1 0,1 0 0,0 0 0,1 0 0,0 1 0,0-1 0,-1 12 0,3-19 0,0 1 0,1 0 0,-1 0 0,1 0 0,0 0 0,0 0 0,0-1 0,0 1 0,0 0 0,1 0 0,-1 0 0,1 0 0,0 0 0,0-1 0,0 1 0,0 0 0,0-1 0,1 1 0,-1-1 0,1 1 0,0-1 0,0 0 0,-1 0 0,1 0 0,1 0 0,-1 0 0,0 0 0,0 0 0,1-1 0,-1 1 0,4 1 0,-4-3 0,0 1 0,0-1 0,0 0 0,0 1 0,0-1 0,0 0 0,0 0 0,0 0 0,0 0 0,0-1 0,0 1 0,0-1 0,0 1 0,0-1 0,3-1 0,30-19 0,4 1 0,-37 19 0,1 0 0,0 0 0,0 1 0,0-1 0,0 1 0,0 0 0,0 0 0,0 0 0,0 0 0,-1 0 0,1 1 0,0-1 0,0 1 0,0 0 0,0 0 0,0 0 0,-1 0 0,1 1 0,-1-1 0,1 0 0,-1 1 0,1 0 0,-1 0 0,0 0 0,0 0 0,0 0 0,0 0 0,3 5 0,2 4 0,-1 1 0,0-1 0,-1 1 0,0 1 0,3 15 0,3 5 0,-8-51 0,-1-16 0,-3-33 0,1-82 0,1 144 0,0 0 0,0-1 0,1 1 0,-1 0 0,1 0 0,0 0 0,1 1 0,-1-1 0,1 0 0,0 1 0,0-1 0,0 1 0,0 0 0,1 0 0,0 1 0,0-1 0,0 1 0,0 0 0,1-1 0,7-3 0,9-3 0,1 0 0,-1 1 0,35-8 0,-13 3 0,-26 9-341,-1 1 0,1 0-1,19-1 1,-9 2-6485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2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2 24575,'30'-1'0,"35"1"0,-61 0 0,0 1 0,0 0 0,0-1 0,-1 1 0,1 1 0,0-1 0,0 0 0,-1 1 0,1 0 0,-1 0 0,1 0 0,4 4 0,-6-5 0,-1 1 0,0-1 0,0 0 0,0 0 0,0 1 0,0-1 0,0 1 0,0-1 0,0 1 0,-1-1 0,1 1 0,0 0 0,-1-1 0,0 1 0,1 0 0,-1-1 0,0 1 0,0 0 0,0-1 0,0 1 0,0 0 0,0 0 0,0-1 0,-1 1 0,1 0 0,0-1 0,-1 1 0,0-1 0,1 1 0,-1 0 0,0-1 0,0 1 0,0-1 0,0 0 0,0 1 0,-2 1 0,-5 5 0,0 1 0,-1-1 0,1-1 0,-15 9 0,4-2 0,-153 134 0,153-130 0,-2 0 0,0 1 0,2 0 0,-22 29 0,40-46 0,0 0 0,-1-1 0,1 1 0,0 0 0,0 0 0,0 0 0,0 0 0,0 0 0,1 0 0,-1 0 0,1 0 0,-1 0 0,1 1 0,0-1 0,0 0 0,0 0 0,0 0 0,0 0 0,1 4 0,-1-5 0,1 1 0,0 0 0,0-1 0,0 1 0,1-1 0,-1 1 0,0-1 0,0 1 0,1-1 0,-1 0 0,1 0 0,-1 1 0,1-1 0,0-1 0,-1 1 0,1 0 0,3 1 0,6 1 0,1 0 0,0 0 0,-1-1 0,1-1 0,20 0 0,386-2 0,-131-2 0,-56 3-1365,-217 0-5461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5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24575,'558'0'-1365,"-528"0"-5461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5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24575,'767'0'-1365,"-737"0"-5461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6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24575,'0'9'0,"2"0"0,-1-1 0,1 1 0,0 0 0,5 11 0,6 24 0,-7 9 0,-3-1 0,-5 95 0,3 51 0,3-173 0,8 34 0,-6-37 0,-1 0 0,1 26 0,-3 303 0,-5-179 0,0-148 0,-1 1 0,-2-1 0,0 0 0,-1 0 0,-2-1 0,-10 25 0,9-22 0,-1-9 0,6-25 0,3-34 0,1 35 0,-1-60 0,5-119 0,12 78 0,-9 71 0,4-62 0,-13-113 0,4-71 0,2 253 0,1 0 0,2 0 0,18-53 0,-11 40 0,-3 3 0,-7 24 0,0-1 0,2 1 0,7-17 0,-11 29 0,0-1 0,1 1 0,0 0 0,0 0 0,0 0 0,1 0 0,-1 0 0,1 0 0,0 1 0,0 0 0,0 0 0,0 0 0,0 0 0,8-3 0,6-2 0,0 1 0,0 1 0,0 0 0,36-6 0,-49 12 0,1-1 0,-1 1 0,0 0 0,0 1 0,0-1 0,0 1 0,0 0 0,1 0 0,-1 0 0,-1 1 0,1 0 0,0 0 0,0 0 0,-1 1 0,1-1 0,-1 1 0,0 0 0,0 0 0,0 1 0,0-1 0,0 1 0,-1 0 0,5 6 0,-6-7 0,1 1 0,0 0 0,-1-1 0,0 1 0,0 0 0,0 0 0,0 1 0,-1-1 0,0 0 0,0 1 0,0-1 0,0 0 0,-1 1 0,1-1 0,-1 1 0,0-1 0,-1 1 0,1-1 0,-1 1 0,0-1 0,-2 8 0,0-4 0,-2 0 0,1-1 0,-1 1 0,0-1 0,0 0 0,-1 0 0,0-1 0,0 1 0,-14 10 0,-1 0 0,-40 27 0,55-41 0,1 0 0,0 1 0,0 0 0,0 0 0,1 0 0,0 0 0,-1 1 0,-4 6 0,10-9 0,8-7 0,10-10 0,10-26-1365,-15 23-5461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6.6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497 2 24575,'13'-1'0,"-1"0"0,-21 4 0,-59 11 0,0 2 0,-93 37 0,106-28 0,-69 42 0,120-65 0,0 1 0,0 0 0,1-1 0,-1 1 0,1 1 0,0-1 0,-4 4 0,7-6 0,-1 0 0,1-1 0,-1 1 0,1 0 0,0 0 0,-1-1 0,1 1 0,0 0 0,-1 0 0,1-1 0,0 1 0,0 0 0,0 0 0,0 0 0,0-1 0,0 1 0,0 0 0,0 0 0,0 0 0,0 0 0,0-1 0,0 1 0,1 0 0,-1 0 0,0-1 0,1 1 0,-1 0 0,0 0 0,1-1 0,-1 1 0,1 0 0,-1-1 0,1 1 0,-1 0 0,1-1 0,0 1 0,-1-1 0,1 1 0,0-1 0,-1 0 0,1 1 0,0-1 0,0 1 0,-1-1 0,1 0 0,1 1 0,14 3 0,-1 0 0,1-1 0,0-1 0,0-1 0,0 0 0,1-1 0,28-3 0,-2 1 0,46 2 0,69-3 0,-146 2-170,-1-1-1,0 0 0,0-1 1,0 0-1,0-1 0,0 0 1,17-9-1,-11 1-6655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6.9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49 24575,'9'-1'0,"0"0"0,-1-1 0,1 0 0,0 0 0,11-5 0,24-5 0,9 6 0,-1 2 0,95 6 0,51-3 0,-169-4-1365,-7-3-5461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7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1 24575,'0'489'0,"0"-483"-91,0-1 0,0 0 0,0 1 0,0-1 0,-1 0 0,0 1 0,0-1 0,0 0 0,-1 0 0,1 0 0,-1 0 0,-1 0 0,1 0 0,-4 6 0,-9 3-6735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7.4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0 454 24575,'3'0'0,"0"-1"0,0 1 0,-1-1 0,1 0 0,-1 0 0,1 0 0,-1-1 0,5-2 0,14-6 0,181-69 0,-188 74 0,0-2 0,-1 1 0,0-2 0,0 0 0,-1 0 0,13-11 0,20-14 0,-38 27 0,-1 1 0,1-1 0,-1-1 0,0 1 0,-1-1 0,1 0 0,-1-1 0,-1 1 0,0-1 0,0 0 0,4-12 0,-5 14 0,0-1 0,-1 1 0,0-1 0,-1 0 0,0 0 0,0 0 0,0 0 0,-1 0 0,0 0 0,0 0 0,0 0 0,-1 0 0,0 0 0,-4-11 0,4 15 0,-1-1 0,0 1 0,1 0 0,-1 0 0,0 1 0,0-1 0,-1 0 0,1 1 0,-1-1 0,1 1 0,-1 0 0,0-1 0,0 2 0,0-1 0,0 0 0,0 0 0,0 1 0,0 0 0,-1-1 0,1 1 0,0 1 0,-1-1 0,1 0 0,-1 1 0,1 0 0,-1-1 0,1 2 0,-5-1 0,3 1 0,0-1 0,0 1 0,0 1 0,0-1 0,0 1 0,0 0 0,0 0 0,1 0 0,-1 0 0,1 1 0,0 0 0,-1 0 0,1 0 0,0 0 0,1 1 0,-1 0 0,1-1 0,-6 9 0,1 2 0,0 2 0,0-1 0,1 1 0,1 0 0,1 0 0,0 1 0,1 0 0,-2 28 0,5-37 0,1-1 0,0 1 0,1-1 0,0 0 0,0 1 0,0-1 0,1 0 0,0 1 0,6 12 0,-6-15 0,1-1 0,0 1 0,0-1 0,1 1 0,-1-1 0,1 0 0,0-1 0,0 1 0,0 0 0,1-1 0,-1 0 0,1 0 0,0-1 0,9 5 0,19 5 0,58 12 0,3 1 0,-75-20-455,-1 0 0,32 3 0,-22-5-6371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17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282 67 24575,'0'-1'0,"1"0"0,-1 0 0,0 0 0,0 0 0,1 0 0,-1 0 0,1 0 0,-1 0 0,1 0 0,0 0 0,-1 0 0,1 0 0,0 1 0,-1-1 0,1 0 0,0 0 0,0 1 0,0-1 0,0 1 0,0-1 0,0 1 0,1-1 0,28-12 0,-14 7 0,44-17 0,-58 22 0,1 0 0,0 0 0,-1 1 0,1-1 0,0 1 0,-1-1 0,1 1 0,0 0 0,0 0 0,-1 0 0,1 0 0,0 1 0,0-1 0,-1 1 0,1 0 0,0 0 0,-1 0 0,1 0 0,-1 0 0,4 2 0,-6-3 0,1 1 0,-1-1 0,1 1 0,-1-1 0,0 1 0,1-1 0,-1 1 0,0-1 0,1 1 0,-1-1 0,0 1 0,1-1 0,-1 1 0,0 0 0,0-1 0,0 1 0,0-1 0,0 1 0,0 0 0,1-1 0,-1 1 0,-1 0 0,1-1 0,0 1 0,0-1 0,0 1 0,0 1 0,-15 13 0,-31 8 0,37-19 0,-55 25 0,22-12 0,1 3 0,-65 41 0,73-40 0,24-16 0,0 0 0,0 1 0,0 1 0,-13 12 0,16-12 0,-1-1 0,1 1 0,0 0 0,0 0 0,1 0 0,0 1 0,-4 9 0,8-16 0,1 1 0,-1-1 0,1 0 0,-1 1 0,1-1 0,0 0 0,0 1 0,0-1 0,0 0 0,0 1 0,0-1 0,0 0 0,0 1 0,0-1 0,1 0 0,-1 1 0,1-1 0,-1 0 0,2 2 0,-1-1 0,1 0 0,-1 0 0,1-1 0,0 1 0,0-1 0,0 1 0,0-1 0,0 0 0,0 0 0,0 0 0,0 0 0,0 0 0,0 0 0,1-1 0,2 2 0,24 3 0,0-2 0,1 0 0,-1-2 0,58-5 0,-12 1 0,224 2 0,-379 1-1365,49 0-5461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4.8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579 1 24575,'-1'69'-186,"3"79"456,0-119-1577,9 40 1,33 141 800,-37-164 506,-2 0 0,-2 92 0,-4-88 0,2-1 0,10 67 0,32 176 0,-33-212 0,8 41 0,-10-71 0,-3 0 0,0 74 0,-2-19 0,18 70-1844,-9-85 1194,2-6 650,4 45 0,-1 76-673,6 155-945,-23-350 1623,-1 70-233,14 111 0,30 177 126,-28 225-823,-18-380 610,5-110 395,0-28 315,-3-1 0,-15 107 0,-8-15 727,16-97-1140,-3 0 0,-37 128 0,34-149 264,2-1 0,-8 67 0,12-57-297,-19 64-1,-36 110 2214,-2 18-1121,53-202-635,-28 70 1,-6 23 250,25-67 1,-32 73 0,50-139-654,-8 26-715,-12 64 1,16-64 210,0 0-1,-15 37 1,11-40 444,2 2 1,-7 37-1,9-34-19,-18 54-1,15-58 183,-8 40 0,14-47 197,-2-1 0,0-1 0,-2 1-1,-10 21 1,6-21-34,1 1 0,2 0 0,0 1 0,1 0 0,2 0-1,0 1 1,-4 50 0,7-39-270,-10 48 0,-4 33 0,14-91 0,-11 49 0,8-49 0,-5 50 0,11 67 0,-2 24 0,2-165 0,0 0 0,-1-1 0,1 1 0,-1 0 0,0 0 0,0-1 0,0 1 0,0-1 0,0 1 0,0-1 0,-1 1 0,-2 3 0,3-5 0,0-1 0,0 1 0,1-1 0,-1 1 0,0-1 0,0 0 0,0 1 0,1-1 0,-1 0 0,0 0 0,0 1 0,0-1 0,0 0 0,0 0 0,0 0 0,0 0 0,1 0 0,-1 0 0,0 0 0,0 0 0,0-1 0,0 1 0,0 0 0,0 0 0,1-1 0,-1 1 0,0-1 0,0 1 0,1-1 0,-1 1 0,0-1 0,0 1 0,1-1 0,-1 1 0,1-1 0,-1 0 0,0 0 0,1 1 0,-1-1 0,1 0 0,0 0 0,-1-1 0,-6-8-341,0 0 0,2 0-1,-7-13 1,0-7-6485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2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69 24575,'0'803'0,"-2"-778"0,-2 1 0,0 0 0,-1-1 0,-2 1 0,-16 39 0,4-10 0,18-50 0,-1 1 0,0 1 0,0-1 0,-1 0 0,1 0 0,-1 0 0,-1 0 0,-5 8 0,9-14 0,0 0 0,0 0 0,0 0 0,0 0 0,0 1 0,0-1 0,-1 0 0,1 0 0,0 0 0,0 0 0,0 0 0,0 0 0,0 0 0,0 0 0,-1 0 0,1 0 0,0 0 0,0 1 0,0-1 0,0 0 0,0 0 0,-1 0 0,1 0 0,0 0 0,0 0 0,0 0 0,0 0 0,-1 0 0,1-1 0,0 1 0,0 0 0,0 0 0,0 0 0,0 0 0,-1 0 0,1 0 0,0 0 0,0 0 0,0 0 0,0 0 0,0 0 0,0-1 0,0 1 0,-1 0 0,1 0 0,-4-10 0,2-12 0,-2-52 0,9-98 0,-1 141 0,2 1 0,18-54 0,4-24 0,-22 72 0,-4 20 0,1 0 0,0 0 0,11-30 0,12-15 0,57-102 0,-52 106 0,-22 37 0,1 2 0,13-19 0,-2 6 0,-14 20 0,1 0 0,0 0 0,0 1 0,1 0 0,13-10 0,-13 12 0,0 1 0,1 1 0,0-1 0,0 2 0,1-1 0,-1 2 0,1-1 0,21-5 0,-27 9 0,-1 1 0,1-1 0,-1 1 0,1-1 0,-1 1 0,1 1 0,0-1 0,-1 1 0,1-1 0,-1 1 0,1 1 0,-1-1 0,0 1 0,1-1 0,-1 1 0,0 0 0,0 1 0,0-1 0,-1 1 0,1 0 0,0 0 0,-1 0 0,0 0 0,0 0 0,4 5 0,20 25 0,-21-28 0,-1 1 0,0 0 0,0 0 0,-1 0 0,1 1 0,-1-1 0,-1 1 0,1 0 0,-1 0 0,0 1 0,-1-1 0,3 14 0,-2-2 0,-1 1 0,0-1 0,-2 0 0,-2 26 0,1-39 0,0 0 0,0-1 0,0 1 0,-1-1 0,1 1 0,-1-1 0,-1 1 0,1-1 0,-1 0 0,0 0 0,0-1 0,0 1 0,-1 0 0,0-1 0,0 0 0,0 0 0,0 0 0,-9 6 0,-17 6 0,0-2 0,-62 21 0,-4 1 0,20-9-1365,56-17-5461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2.7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26 24575,'-6'8'0,"0"0"0,0 1 0,1 0 0,0 0 0,0 0 0,-6 20 0,-2 1 0,5-14 0,0 0 0,1 1 0,1 0 0,1 0 0,0 1 0,1-1 0,-2 32 0,5-37 0,1 1 0,0-1 0,0 0 0,2 0 0,0 1 0,0-1 0,6 19 0,-6-28 0,-1 1 0,1-1 0,0 1 0,0-1 0,0 1 0,1-1 0,-1 0 0,1 0 0,0 0 0,0-1 0,0 1 0,0 0 0,0-1 0,0 0 0,1 0 0,-1 0 0,1 0 0,-1-1 0,1 1 0,0-1 0,0 0 0,-1 0 0,1 0 0,0-1 0,0 1 0,0-1 0,4 0 0,-5 0 0,0 0 0,0 0 0,-1 0 0,1-1 0,0 1 0,0-1 0,-1 0 0,1 1 0,-1-1 0,1 0 0,-1-1 0,1 1 0,-1 0 0,1-1 0,-1 1 0,0-1 0,4-3 0,-3 1 0,-1 1 0,1-1 0,-1 0 0,0 0 0,1 0 0,-2 0 0,1 0 0,0-1 0,-1 1 0,1-5 0,1-11 0,-1-1 0,-1 1 0,-2-40 0,0 40 0,1-30 0,-4-51 0,3 92 0,0 0 0,-1 0 0,0 0 0,0 1 0,-1-1 0,0 1 0,-1-1 0,-7-11 0,10 17-80,-1 1 0,1 0-1,-1 0 1,0 0 0,0 0-1,0 0 1,0 0 0,0 1-1,0-1 1,0 1 0,-1-1 0,1 1-1,0 0 1,-1 0 0,1 0-1,-4-1 1,-11 1-6746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6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67 24575,'0'1080'0,"2"-1053"0,1 0 0,2 0 0,0-1 0,11 30 0,-11-108 0,-5 47 0,0-22 0,0 0 0,-2 0 0,-1 0 0,-7-28 0,3 23 0,2 0 0,1-1 0,1-44 0,-1-8 0,0 61 0,-9-37 0,8 39 0,0 0 0,-2-25 0,5-213 0,4 138 0,-1 104 0,1-1 0,1 1 0,1 0 0,0 1 0,2-1 0,0 1 0,0 0 0,2 0 0,0 0 0,1 1 0,17-23 0,-23 36 0,-1-1 0,1 1 0,0 0 0,0 0 0,0 0 0,1 1 0,-1-1 0,1 1 0,-1 0 0,1 0 0,0 0 0,0 0 0,0 1 0,0-1 0,0 1 0,0 0 0,0 0 0,7 0 0,-8 1 0,0 0 0,1 0 0,-1 0 0,0 1 0,1-1 0,-1 1 0,0 0 0,0 0 0,0 0 0,0 0 0,0 0 0,0 1 0,0-1 0,0 1 0,0 0 0,-1 0 0,1 0 0,-1 0 0,1 1 0,-1-1 0,0 1 0,0-1 0,0 1 0,2 4 0,4 8 0,-1 0 0,0 0 0,-1 0 0,-1 1 0,0 0 0,-1 1 0,-1-1 0,0 0 0,-1 1 0,-1 24 0,-2-36 0,1-1 0,-1 1 0,0-1 0,-1 0 0,1 1 0,-1-1 0,0 0 0,0 0 0,0 0 0,0 0 0,-1 0 0,0 0 0,-5 5 0,-3 3 0,-2-1 0,-19 15 0,5-5 0,20-16 14,-1 0 0,1 0 0,-1-1 0,0 0 0,-14 5 0,-10 5-1463,13-4-5377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6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24575,'7'0'0,"1"6"0,0 7 0,4 3 0,0 3 0,-2 5 0,4-2 0,4-4 0,0 0 0,-3 3 0,-5 4 0,3-2 0,-2 1 0,-2 2 0,3-3 0,-1 0 0,-1 2 0,-4-3-8191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6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24575,'-5'0'0,"-9"0"0,-8 0 0,1 6 0,-3 2 0,3 6 0,-1 0 0,3-2-8191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7.4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1 194 24575,'5'0'0,"10"0"0,0 0 0,0-1 0,0 0 0,22-6 0,-33 6 0,0 0 0,0-1 0,0 1 0,-1-1 0,1 0 0,-1 0 0,1 0 0,-1 0 0,0-1 0,0 1 0,0-1 0,0 0 0,0 0 0,-1 0 0,1 0 0,-1-1 0,0 1 0,0 0 0,0-1 0,0 0 0,2-7 0,-2 2 0,0 0 0,0 0 0,-1 0 0,0 0 0,-1-15 0,0 22 0,0-1 0,0 1 0,0 0 0,0 0 0,0 0 0,-1 0 0,1 0 0,-1 0 0,1 0 0,-1 1 0,0-1 0,1 0 0,-1 0 0,0 0 0,0 1 0,-1-1 0,1 0 0,0 1 0,0-1 0,-1 1 0,1-1 0,-1 1 0,1 0 0,-1 0 0,0-1 0,0 1 0,1 0 0,-1 1 0,0-1 0,0 0 0,-2 0 0,2 1 0,0 0 0,-1 0 0,1 1 0,0-1 0,0 1 0,0-1 0,0 1 0,0 0 0,-1 0 0,1 0 0,1 0 0,-1 0 0,0 0 0,0 1 0,0-1 0,1 1 0,-1-1 0,1 1 0,-1 0 0,1-1 0,-1 1 0,1 0 0,0 0 0,-1 3 0,-3 3 0,2 0 0,-1 0 0,1 0 0,-4 16 0,2 7 0,2-1 0,1 1 0,1 0 0,6 56 0,-4-81 4,0-1 0,0 0 0,0-1-1,1 1 1,0 0 0,0 0 0,0-1-1,0 1 1,1-1 0,0 1 0,0-1-1,0 0 1,0 0 0,6 5 0,4 2-90,1-1 0,0 0 0,15 8 0,2 1-992,-13-7-5748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7.7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74 24575,'0'-12'0,"-1"9"0,1 0 0,0 0 0,-1-1 0,1 1 0,1 0 0,-1-1 0,0 1 0,1 0 0,0-1 0,-1 1 0,1 0 0,0 0 0,1 0 0,-1 0 0,1 0 0,-1 0 0,4-4 0,-5 7 0,1 0 0,-1 0 0,1 0 0,-1 0 0,1 0 0,-1 0 0,0 0 0,1 0 0,-1 0 0,1 0 0,-1 0 0,1 0 0,-1 1 0,0-1 0,1 0 0,-1 0 0,1 0 0,-1 1 0,0-1 0,1 0 0,-1 0 0,0 1 0,1-1 0,-1 0 0,0 1 0,1-1 0,-1 0 0,0 1 0,0-1 0,1 1 0,-1-1 0,0 0 0,0 1 0,0-1 0,0 1 0,1-1 0,-1 1 0,0-1 0,0 1 0,0-1 0,0 0 0,0 1 0,0 0 0,4 23 0,-1 11 0,-1 41 0,-3-50 0,1 0 0,2-1 0,0 1 0,8 28 0,-4-27-455,0 0 0,1 38 0,-5-37-6371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09.6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176 0 24575,'1'112'0,"-3"125"0,-2-209 0,-13 45 0,6-31 0,-18 66 0,18-74 0,1 1 0,2 0 0,-6 62 0,14-84 0,0-9 0,1 1 0,-1-1 0,-1 1 0,1 0 0,-1-1 0,1 0 0,-1 1 0,-1-1 0,1 1 0,-1-1 0,1 0 0,-5 8 0,5-12 0,1 0 0,-1 0 0,1 1 0,-1-1 0,1 0 0,-1 0 0,1 0 0,-1 0 0,1 0 0,-1 0 0,1 0 0,-1 0 0,0 0 0,1 0 0,-1 0 0,1 0 0,-1 0 0,1 0 0,-1 0 0,1 0 0,-1-1 0,1 1 0,-1 0 0,1 0 0,-1-1 0,1 1 0,0 0 0,-1-1 0,1 1 0,-1 0 0,1-1 0,0 1 0,-1-1 0,1 1 0,0-1 0,-1 0 0,-11-16 0,7 6 0,0 1 0,2-1 0,-1 0 0,1 0 0,1 0 0,0-1 0,-1-16 0,3-86 0,1 68 0,-1-65 0,3-91 0,-1 183 0,1 0 0,1 1 0,0 0 0,2 0 0,0 0 0,16-33 0,-17 45 0,-1 0 0,1 0 0,1 0 0,-1 0 0,1 1 0,0 0 0,0 0 0,0 1 0,1 0 0,-1 0 0,1 0 0,0 1 0,0 0 0,1 0 0,-1 1 0,0 0 0,1 0 0,0 1 0,-1 0 0,1 0 0,0 1 0,-1 0 0,1 0 0,0 1 0,-1 0 0,1 0 0,0 1 0,-1 0 0,1 0 0,-1 0 0,0 1 0,0 1 0,0-1 0,0 1 0,10 8 0,-4-1 0,-2 1 0,1 0 0,-2 0 0,13 20 0,-17-24 0,-1 0 0,-1 0 0,0 1 0,0-1 0,0 1 0,-1 0 0,-1 0 0,4 18 0,-6-24 0,0-1 0,0 1 0,0-1 0,0 0 0,0 1 0,-1-1 0,1 1 0,-1-1 0,0 0 0,0 0 0,0 1 0,0-1 0,0 0 0,0 0 0,0 0 0,-1 0 0,1 0 0,-1 0 0,1-1 0,-1 1 0,0 0 0,0-1 0,0 1 0,1-1 0,-2 0 0,1 0 0,0 1 0,-4 0 0,-6 3 0,-1-1 0,1-1 0,-1 0 0,-16 2 0,-5 1 0,-44 8 0,71-12-1365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10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177 106 24575,'-7'0'0,"1"0"0,-1 1 0,1 0 0,-1 0 0,1 0 0,-1 1 0,1-1 0,0 2 0,0-1 0,0 1 0,0 0 0,0 0 0,0 0 0,1 1 0,0 0 0,0 0 0,0 0 0,0 1 0,0 0 0,-6 9 0,5-7 0,1 0 0,0 1 0,0 0 0,0 0 0,1 0 0,0 0 0,-4 16 0,7-21 0,0 1 0,0-1 0,0 0 0,1 1 0,-1-1 0,1 1 0,0-1 0,-1 1 0,2-1 0,-1 1 0,0-1 0,1 1 0,0-1 0,-1 1 0,2-1 0,-1 0 0,0 0 0,0 1 0,1-1 0,0 0 0,0 0 0,2 3 0,-3-5 0,0 0 0,-1-1 0,1 1 0,0-1 0,0 1 0,-1 0 0,1-1 0,0 0 0,0 1 0,0-1 0,0 0 0,0 1 0,0-1 0,-1 0 0,1 0 0,0 0 0,0 1 0,0-1 0,0 0 0,0-1 0,0 1 0,0 0 0,0 0 0,0 0 0,0 0 0,0-1 0,-1 1 0,1 0 0,0-1 0,0 1 0,0-1 0,0 1 0,-1-1 0,1 1 0,0-1 0,-1 0 0,1 1 0,0-1 0,-1 0 0,1 1 0,0-2 0,4-5 0,0 0 0,0 0 0,6-14 0,-4 8 0,1 2 0,-1-1 0,0-1 0,-1 1 0,-1-1 0,0-1 0,0 1 0,-1 0 0,-1-1 0,0 0 0,1-21 0,-4-55-1365,0 75-5461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5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669 1 24575,'-5'0'0,"0"0"0,1 1 0,-1 0 0,0 0 0,1 0 0,-1 1 0,1-1 0,-1 1 0,1 0 0,0 0 0,0 1 0,0-1 0,0 1 0,0 0 0,-5 6 0,-4 5 0,0 0 0,-17 28 0,11-15 0,-19 27 0,15-21 0,-1-1 0,-34 35 0,38-45 0,2 1 0,0 1 0,-21 36 0,22-31 0,-2-1 0,-25 29 0,35-46 0,0 1 0,1 0 0,1 0 0,-10 22 0,-18 30 0,25-48 0,0 0 0,-11 31 0,13-29 0,-1 0 0,-16 27 0,8-23-1365,1-1-5461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6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0 24575,'1'30'0,"2"-1"0,10 44 0,-6-39 0,3 43 0,-8 4 0,-3-45 0,3 0 0,9 58 0,-1-28 0,-3 0 0,-2 0 0,-5 72 0,-1-92 0,1-39 0,0 0 0,0 0 0,-1-1 0,0 1 0,0 0 0,-1-1 0,0 1 0,0-1 0,-1 1 0,1-1 0,-7 9 0,6-10 0,0-1 0,-1-1 0,1 1 0,-1-1 0,0 1 0,0-1 0,0 0 0,0 0 0,-1-1 0,1 1 0,-1-1 0,0 0 0,0 0 0,0-1 0,0 1 0,-5 0 0,-59 5-1365,38-7-5461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6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1 108 24575,'16'-2'0,"1"0"0,-1 0 0,0-2 0,0 0 0,0-1 0,22-10 0,-19 7 0,0 1 0,0 1 0,37-6 0,28 6 0,-52 5 0,58-9 0,-33 1 0,107-5 0,60 15 0,-77 1 0,131-2-1365,-248 0-5461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6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721 40 24575,'-3'0'0,"0"-1"0,0 1 0,1-1 0,-1 0 0,0 0 0,1 0 0,-1-1 0,-3-2 0,-15-6 0,-11 4 0,-1 0 0,0 2 0,0 2 0,0 1 0,0 1 0,-35 6 0,50-3 0,1 0 0,-1 1 0,1 1 0,0 1 0,0 1 0,1 0 0,0 1 0,0 0 0,1 1 0,-18 15 0,0 2 0,2 2 0,0 0 0,-33 43 0,57-62 0,0 0 0,0 1 0,-11 20 0,17-27 0,0-1 0,0 0 0,0 1 0,0-1 0,0 1 0,0-1 0,1 1 0,-1-1 0,1 1 0,-1 0 0,1-1 0,0 1 0,0-1 0,0 1 0,1 0 0,-1-1 0,1 1 0,-1-1 0,1 1 0,0-1 0,0 1 0,0-1 0,2 4 0,-2-5 0,0 0 0,1 0 0,-1 0 0,0 0 0,0 0 0,1-1 0,-1 1 0,0 0 0,1-1 0,-1 1 0,1-1 0,-1 1 0,1-1 0,-1 0 0,1 0 0,-1 1 0,1-1 0,-1 0 0,1-1 0,-1 1 0,1 0 0,-1 0 0,1-1 0,-1 1 0,1 0 0,-1-1 0,1 0 0,-1 1 0,0-1 0,1 0 0,-1 0 0,2-1 0,4-2 0,-1 0 0,1-1 0,-1 0 0,10-11 0,2-2-103,51-52-1159,-50 54-5564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6.8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0 24575,'0'3'0,"-1"0"0,0-1 0,1 1 0,-1 0 0,0-1 0,-1 1 0,1-1 0,-3 5 0,-6 13 0,5 2 0,1 1 0,1 0 0,1 0 0,1 33 0,2-31 0,-2-1 0,-1 1 0,-9 42 0,5-35 0,1 0 0,1 0 0,1 45 0,-1 6 0,1-58 0,-10 35 0,8-37 0,-6 45 0,10-46 0,-1-2 0,1 0 0,1 0 0,0 0 0,5 20 0,-5-35 0,1 0 0,1 0 0,-1-1 0,1 1 0,-1-1 0,1 1 0,0-1 0,1 1 0,-1-1 0,1 0 0,0 0 0,0-1 0,0 1 0,1 0 0,-1-1 0,1 0 0,0 0 0,0 0 0,0 0 0,0-1 0,8 4 0,-2-2-273,0-1 0,0-1 0,0 1 0,15 0 0,6-1-6553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7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345 39 24575,'-2'-1'0,"-1"1"0,0-1 0,1 0 0,-1 0 0,1 0 0,-1 0 0,1 0 0,-5-3 0,-13-6 0,1 5 0,1 1 0,-1 1 0,-33-2 0,40 4 0,1 2 0,0-1 0,-1 1 0,1 1 0,0 0 0,0 0 0,-18 8 0,24-7 0,0 0 0,1 0 0,-1 1 0,1 0 0,0 0 0,0 0 0,0 0 0,1 1 0,-1-1 0,1 1 0,0 0 0,0 0 0,1 0 0,-3 8 0,0-1 0,1 0 0,0 0 0,1 0 0,1 0 0,-3 21 0,5-31-36,0 1 0,0-1 0,0 0 1,0 1-1,0-1 0,1 0 0,-1 1 0,1-1 0,0 0 0,-1 0 0,1 1 0,0-1 0,0 0 0,0 0 0,1 0 0,-1 0 0,0 0 1,1-1-1,0 1 0,-1 0 0,1-1 0,0 1 0,0-1 0,-1 1 0,1-1 0,0 0 0,1 0 0,-1 0 0,0 0 0,0 0 0,0 0 1,1-1-1,-1 1 0,0-1 0,0 1 0,1-1 0,3 0 0,13-3-6790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27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0 24575,'-1'88'0,"-20"160"0,4-155 0,4-31 0,4 0 0,-3 83 0,14-60 0,-3 73 0,0-147-170,-1 0-1,0 1 0,-1-1 1,0 0-1,0-1 0,-2 1 1,-8 18-1,1-12-6655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4.9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2 24575,'-28'-1'0,"16"0"0,0 1 0,-1 0 0,1 1 0,0 1 0,-17 3 0,26-4 0,0 0 0,-1 0 0,1 1 0,0 0 0,0-1 0,0 1 0,1 0 0,-1 0 0,0 0 0,1 1 0,-1-1 0,1 1 0,0-1 0,0 1 0,0 0 0,0 0 0,0 0 0,0 0 0,1 0 0,0 0 0,-1 0 0,1 1 0,-1 5 0,0 1 0,1 1 0,0-1 0,0 0 0,1 1 0,1-1 0,-1 0 0,2 1 0,-1-1 0,2 0 0,-1 0 0,1 0 0,6 14 0,6 7 0,2-1 0,27 40 0,-10-18 0,-26-41 0,0 0 0,1 0 0,11 9 0,16 19 0,-3-1 0,-25-30 0,0 0 0,-1 0 0,0 1 0,0 0 0,-1 0 0,9 18 0,-14-24 5,0-1-1,-1 1 1,1 0-1,-1 0 0,0 0 1,0 0-1,0-1 1,0 1-1,0 0 1,-1 0-1,1 0 0,-1 0 1,0-1-1,1 1 1,-1 0-1,-1-1 1,1 1-1,0 0 1,-1-1-1,1 0 0,-1 1 1,0-1-1,0 0 1,0 0-1,0 0 1,-4 3-1,-1 1-216,-1 0 0,0-1 0,0 0-1,-1 0 1,1-1 0,-17 6 0,1-3-6614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6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629 3 24575,'-111'-2'0,"-127"5"0,224-1 0,0 0 0,0 1 0,1 1 0,-1 1 0,1 0 0,0 0 0,0 1 0,0 1 0,1 0 0,0 1 0,1 0 0,0 1 0,0 0 0,1 1 0,-12 14 0,14-16 0,1 1 0,0 0 0,1 0 0,0 0 0,1 1 0,0 0 0,0 0 0,1 0 0,0 1 0,1-1 0,0 1 0,1 0 0,0 0 0,0 0 0,2 0 0,-1 0 0,1 0 0,1 1 0,3 20 0,-2-27 0,-1-1 0,1 0 0,-1 1 0,1-1 0,1 0 0,-1 0 0,0 0 0,1-1 0,0 1 0,0 0 0,0-1 0,0 0 0,1 0 0,-1 0 0,1 0 0,0 0 0,-1-1 0,1 0 0,0 0 0,1 0 0,-1 0 0,0 0 0,1-1 0,-1 0 0,6 1 0,-4-1 0,0 0 0,0-1 0,-1 0 0,1 0 0,0 0 0,0-1 0,0 0 0,0 0 0,-1 0 0,1-1 0,0 0 0,-1 0 0,0 0 0,1-1 0,-1 0 0,0 0 0,0 0 0,-1 0 0,8-7 0,-1-3 0,-1 0 0,0-1 0,-1 0 0,10-18 0,-14 20 0,2 1 0,-1 0 0,2 0 0,-1 1 0,1 0 0,1 0 0,15-14 0,-22 23 0,-1 1 0,1-1 0,0 1 0,-1-1 0,1 1 0,0-1 0,-1 1 0,1 0 0,0 0 0,-1 0 0,1 0 0,0 0 0,-1 0 0,1 1 0,0-1 0,-1 0 0,1 1 0,-1-1 0,1 1 0,0 0 0,-1 0 0,0-1 0,1 1 0,-1 0 0,1 0 0,-1 0 0,0 0 0,0 1 0,1-1 0,-1 0 0,1 3 0,6 5 0,-1-1 0,0 1 0,8 14 0,-1 3 0,-5-9 0,0-1 0,1 0 0,18 21 0,-26-34 0,0 0 0,0-1 0,0 0 0,1 1 0,-1-1 0,1 0 0,-1 0 0,1-1 0,0 1 0,0 0 0,0-1 0,0 0 0,0 0 0,0 0 0,0 0 0,0 0 0,0 0 0,0-1 0,1 0 0,-1 1 0,0-1 0,0-1 0,0 1 0,1 0 0,-1-1 0,4 0 0,-4-1 0,0 1 0,0-1 0,-1 0 0,1 1 0,0-1 0,-1 0 0,0 0 0,1-1 0,-1 1 0,0-1 0,0 1 0,0-1 0,-1 1 0,1-1 0,-1 0 0,1 0 0,0-4 0,4-8 0,-1-1 0,3-20 0,-1 5 0,9-23 0,32-75 0,-46 127-54,-1 0-1,0 0 0,0 0 1,0-1-1,0 1 1,0 0-1,-1-1 0,1 1 1,-1-1-1,1 1 1,-1-1-1,0 1 0,0-1 1,0 1-1,0-1 0,-1 1 1,1-1-1,0 1 1,-1-1-1,0 1 0,0 0 1,0-1-1,0 1 1,-1-2-1,-10-8-6771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24575,'2'15'0,"-1"1"0,2-1 0,0 0 0,1 0 0,0 0 0,1 0 0,1-1 0,1 0 0,0 0 0,0 0 0,1-1 0,17 21 0,-19-27 0,1 0 0,-1-1 0,1 0 0,0 0 0,1-1 0,-1 0 0,1 0 0,0-1 0,0 0 0,1 0 0,-1 0 0,14 2 0,-15-4 0,0-1 0,0 0 0,0-1 0,-1 1 0,1-1 0,0-1 0,0 1 0,0-1 0,0-1 0,-1 1 0,1-1 0,0 0 0,-1 0 0,0-1 0,1 0 0,-1 0 0,7-6 0,-7 4 0,0 0 0,0 0 0,-1-1 0,0 1 0,0-1 0,0 0 0,-1-1 0,0 1 0,0-1 0,-1 0 0,1 0 0,3-13 0,11-21 0,-17 39 0,0-1 0,0 1 0,0 0 0,0 0 0,1 0 0,-1 0 0,1 0 0,-1 0 0,1 0 0,0 0 0,0 0 0,0 1 0,0-1 0,0 1 0,0 0 0,0 0 0,0-1 0,1 1 0,3-1 0,-4 2 0,0 0 0,0 0 0,1 1 0,-1-1 0,0 0 0,1 1 0,-1 0 0,0-1 0,0 1 0,0 0 0,0 0 0,0 0 0,0 0 0,0 1 0,0-1 0,0 0 0,0 1 0,-1-1 0,1 1 0,2 3 0,13 14 0,-9-9 0,1-1 0,0 1 0,1-2 0,0 1 0,16 10 0,-23-17 0,-1-1 0,1 0 0,-1 0 0,1 0 0,0 0 0,0 0 0,0 0 0,-1-1 0,1 0 0,0 1 0,0-1 0,0 0 0,0 0 0,0 0 0,-1-1 0,1 1 0,0-1 0,0 0 0,0 1 0,-1-1 0,1-1 0,0 1 0,-1 0 0,1 0 0,-1-1 0,1 0 0,-1 1 0,0-1 0,0 0 0,3-4 0,13-11 0,-5 3 0,1-1 0,0 2 0,1 0 0,1 1 0,0 0 0,1 1 0,0 1 0,27-11 0,17 0-1365,-33 13-5461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7.0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1 24575,'-6'1'0,"0"1"0,0 0 0,0 0 0,0 1 0,0 0 0,1 0 0,-9 7 0,2-3 0,-2 1 0,0 1 0,1 0 0,0 1 0,1 1 0,-1 0 0,-12 16 0,20-21 0,1 1 0,-1-1 0,1 1 0,0 0 0,1 0 0,0 0 0,0 1 0,1-1 0,0 1 0,0-1 0,0 1 0,1 0 0,0 0 0,1 0 0,0 7 0,0-12 0,0-1 0,0 0 0,0 1 0,0-1 0,1 0 0,-1 0 0,1 1 0,-1-1 0,1 0 0,0 0 0,0 0 0,0 0 0,0 0 0,0 0 0,0 0 0,1 0 0,-1 0 0,1-1 0,-1 1 0,1 0 0,0-1 0,-1 1 0,1-1 0,0 0 0,0 0 0,0 0 0,0 0 0,0 0 0,0 0 0,1 0 0,-1 0 0,0-1 0,4 1 0,6 0 0,-1-1 0,1-1 0,0 0 0,0 0 0,17-5 0,12-1 0,-15 5 0,-15 2 0,0-1 0,0-1 0,17-3 0,-24 3 0,-1 1 0,1 0 0,-1-1 0,1 0 0,-1 0 0,0 0 0,0 0 0,0-1 0,0 1 0,0-1 0,0 1 0,-1-1 0,1 0 0,2-5 0,22-48 127,-10 18-1619,-6 19-5334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7.3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24575,'1'9'0,"0"-1"0,1 1 0,-1 0 0,2-1 0,4 12 0,5 24 0,-7 2 0,-1-1 0,-4 62 0,-2-66 0,2 0 0,2 0 0,10 55 0,-1-35-273,-4 0 0,-2 0 0,-2 1 0,-8 69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7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0 24575,'0'733'0,"0"-725"0,1-3 0,-1-1 0,0 1 0,0-1 0,0 0 0,0 1 0,-1-1 0,0 1 0,0-1 0,0 0 0,0 0 0,-1 1 0,0-1 0,-4 7 0,-1-10-1365,1-7-5461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6:48.4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73 24575,'-1'89'0,"3"100"0,-1-175 0,1-1 0,1 1 0,5 14 0,-7-24 0,0 0 0,1 0 0,-1 0 0,1 0 0,0 0 0,0 0 0,1-1 0,-1 1 0,1-1 0,0 0 0,-1 1 0,2-1 0,4 4 0,-7-7 0,0 1 0,0-1 0,0 1 0,-1-1 0,1 1 0,0-1 0,0 1 0,0-1 0,0 0 0,1 0 0,-1 1 0,0-1 0,0 0 0,0 0 0,0 0 0,0 0 0,0 0 0,0-1 0,0 1 0,0 0 0,0 0 0,0-1 0,0 1 0,2-1 0,-2 0 0,1-1 0,-1 1 0,0 0 0,1-1 0,-1 1 0,0-1 0,0 1 0,0-1 0,0 0 0,0 0 0,0 1 0,1-4 0,1-4 0,-1-1 0,0 0 0,0 0 0,0-10 0,-2-92 0,0 6 0,1 103 0,-1 0 0,0-1 0,1 1 0,0 0 0,0 0 0,0 0 0,0 0 0,0-1 0,1 1 0,-1 1 0,1-1 0,0 0 0,0 0 0,0 1 0,0-1 0,0 1 0,0-1 0,1 1 0,-1 0 0,1 0 0,0 0 0,0 0 0,-1 1 0,1-1 0,0 1 0,0 0 0,1 0 0,-1 0 0,6-1 0,8-1 0,0 1 0,0 1 0,0 1 0,29 2 0,-20 0 0,10-1 0,-17-2 0,0 2 0,34 5 0,-48-4 0,0-1 0,0 0 0,0 1 0,0 0 0,0 0 0,0 0 0,0 1 0,-1 0 0,0 0 0,1 0 0,-1 0 0,0 1 0,0-1 0,5 8 0,1 3 0,-1 1 0,10 24 0,-11-23 0,0 0 0,13 18 0,2 5 0,-20-32 0,0 0 0,1 0 0,0-1 0,0 0 0,1 1 0,0-1 0,7 6 0,-12-11 0,0-1 0,1 0 0,-1 0 0,0 0 0,1 0 0,-1 0 0,1 0 0,-1 0 0,0 0 0,1 0 0,-1 0 0,0 0 0,1 0 0,-1 0 0,0 0 0,1 0 0,-1-1 0,0 1 0,1 0 0,-1 0 0,0 0 0,1 0 0,-1-1 0,0 1 0,0 0 0,1 0 0,-1-1 0,0 1 0,0 0 0,1 0 0,-1-1 0,0 1 0,0 0 0,0-1 0,1 1 0,-1 0 0,0-1 0,0 1 0,0 0 0,0-1 0,0 1 0,0 0 0,0-1 0,0 1 0,0 0 0,0-1 0,0 1 0,0-1 0,0 0 0,3-21 0,-3 21 0,-1-28 0,0 23 0,0 0 0,1 1 0,0-1 0,0 0 0,0 0 0,1 0 0,0 1 0,0-1 0,0 0 0,4-6 0,-5 11 0,0 1 0,0 0 0,1 0 0,-1-1 0,0 1 0,0 0 0,1 0 0,-1 0 0,0 0 0,0 0 0,1-1 0,-1 1 0,0 0 0,1 0 0,-1 0 0,0 0 0,1 0 0,-1 0 0,0 0 0,1 0 0,-1 0 0,0 0 0,1 0 0,-1 0 0,0 0 0,0 0 0,1 1 0,-1-1 0,0 0 0,1 0 0,-1 0 0,0 0 0,0 0 0,1 1 0,-1-1 0,0 0 0,0 0 0,1 0 0,-1 1 0,0-1 0,0 0 0,0 1 0,1-1 0,-1 0 0,0 0 0,0 1 0,0-1 0,0 0 0,0 1 0,0-1 0,0 0 0,0 1 0,0-1 0,0 0 0,0 0 0,0 1 0,0 0 0,7 20 0,1 14 0,1 0 0,2-1 0,1 0 0,31 59 0,-26-58 0,-12-22 0,2-1 0,-1 1 0,2-1 0,9 13 0,-14-21 0,1-1 0,-1 1 0,1-1 0,-1 0 0,1 0 0,0-1 0,0 1 0,0-1 0,0 0 0,0 0 0,1 0 0,-1 0 0,1-1 0,-1 0 0,1 0 0,8 1 0,-9-2 0,1 0 0,-1-1 0,0 1 0,0-1 0,0 0 0,0 0 0,0 0 0,0-1 0,0 1 0,0-1 0,-1 0 0,1 0 0,-1 0 0,1-1 0,-1 1 0,0-1 0,0 0 0,0 0 0,0 0 0,2-3 0,7-9 0,-1-1 0,-1 0 0,9-18 0,-11 21 0,12-31 0,-14 30 0,0 0 0,13-19 0,-5 11 0,-1 0 0,11-29 0,5-10 0,-14 33 0,-1 0 0,1 0 0,2 1 0,37-46 0,29-11 0,-146 144-1365,41-42-5461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36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24575,'1'27'0,"1"0"0,1 0 0,12 42 0,-7-17 0,-2 1 0,-3 0 0,-5 96 0,0-46 0,2 1600-5194,2-1657 5194,14 78 0,2 15 0,-17-58 0,-1-45 0,1-1 0,11 64 0,-2-36 0,-3 2 0,-2-1 0,-5 77 0,-1-93 0,2-26 176,1-1-1,2 1 0,6 27 0,-4-24 210,5 46 0,-8 303 904,-6-192-1280,3 2706 2416,2-2866-2425,0-1 0,1 1 0,7 25 0,-4-21 0,5 45 0,-9-11 0,-2-37 0,1 0 0,1 0 0,8 42 0,33 135 0,-32-137 0,6 21 0,1 5 0,-1-4 0,-8-45 0,-3 1 0,-1 0 0,-2 0 0,-2 0 0,-4 42 0,2-7 0,1-65-341,0-1 0,-1 1-1,-5 20 1,-1-9-6485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37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24575,'-1'62'0,"-1"-32"0,2 1 0,1-1 0,2 1 0,10 50 0,-6-48 0,0 1 0,-2 1 0,0 38 0,-6 107 0,-2-68 0,3 305-1365,0-388-5461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39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168 110 24575,'-6'0'0,"1"0"0,0 1 0,0-1 0,-1 1 0,1 0 0,0 1 0,0-1 0,0 1 0,0 0 0,1 1 0,-1-1 0,0 1 0,1 0 0,0 0 0,-1 0 0,1 0 0,1 1 0,-1 0 0,0 0 0,1 0 0,0 0 0,-4 7 0,-3 7 0,1 0 0,1 1 0,1 0 0,-8 28 0,12-36 0,3-11 0,-7 32 0,6-30 0,1-1 0,0 1 0,0-1 0,0 1 0,0-1 0,0 1 0,0-1 0,0 1 0,0-1 0,0 1 0,1-1 0,-1 1 0,1-1 0,-1 0 0,1 1 0,-1-1 0,1 0 0,1 3 0,-1-4 0,0 0 0,-1 0 0,1 0 0,0 0 0,-1 0 0,1 0 0,0 0 0,-1 0 0,1-1 0,0 1 0,-1 0 0,1 0 0,-1-1 0,1 1 0,0 0 0,-1-1 0,1 1 0,-1 0 0,1-1 0,-1 1 0,1-1 0,-1 1 0,1-1 0,-1 1 0,0-1 0,1 0 0,0 0 0,11-17 0,0-17 0,-12 31 0,1 0 0,0 0 0,0 0 0,0 0 0,1 1 0,0-1 0,-1 0 0,1 1 0,0-1 0,1 1 0,2-4 0,-3 6 0,-1 1 0,1-1 0,0 1 0,-1 0 0,1 0 0,0 0 0,0 0 0,-1 0 0,1 0 0,0 0 0,-1 1 0,1-1 0,0 1 0,-1-1 0,1 1 0,0-1 0,-1 1 0,3 2 0,6 0 0,0 0 0,1-1 0,0 0 0,0 0 0,0-2 0,0 1 0,0-1 0,0-1 0,0 0 0,-1 0 0,17-5 0,3 3 0,7 0 0,-35 2 0,0 0 0,-1 1 0,1-1 0,0 0 0,-1 0 0,1 0 0,0 0 0,-1 0 0,0 0 0,1 0 0,-1-1 0,0 1 0,1 0 0,-1-1 0,0 1 0,0-1 0,1-2 0,-1 2 0,0 0 0,0 0 0,1 0 0,-1 0 0,0 1 0,0-1 0,1 0 0,-1 1 0,1-1 0,0 1 0,-1 0 0,1-1 0,0 1 0,4-2 0,-5 3 0,0 0 0,0 0 0,0 0 0,0 0 0,0 0 0,0 0 0,0 0 0,0 0 0,0 0 0,0 0 0,0 1 0,0-1 0,0 0 0,0 1 0,0-1 0,0 1 0,0-1 0,0 1 0,0-1 0,-1 1 0,1 0 0,0 0 0,0-1 0,-1 1 0,1 0 0,0 0 0,-1 0 0,1 0 0,-1-1 0,1 1 0,-1 0 0,1 0 0,-1 0 0,1 2 0,3 9 0,0 1 0,0 0 0,-1 0 0,2 22 0,5 22 0,5 1 0,30 106 0,-38-138 0,0 0 0,-2 0 0,3 47 0,-6 80 0,-3-103 0,1-44 0,0 1 0,-1 0 0,1-1 0,-1 1 0,-1 0 0,0-1 0,1 0 0,-2 1 0,1-1 0,-1 0 0,0 0 0,-5 7 0,5-9 0,-1 0 0,1 0 0,-1 0 0,0-1 0,0 0 0,0 0 0,-1 0 0,1 0 0,-1 0 0,1-1 0,-1 0 0,0 0 0,0 0 0,0-1 0,0 1 0,-7 0 0,-5 0 0,1 1 0,-1-2 0,1 0 0,-1-2 0,1 1 0,-1-2 0,-24-5 0,35 6 0,0-1 0,0 0 0,0-1 0,0 1 0,0-1 0,0 0 0,1-1 0,-1 1 0,1-1 0,0 0 0,0 0 0,1-1 0,-1 0 0,1 1 0,0-2 0,0 1 0,1 0 0,-1-1 0,1 1 0,0-1 0,-4-12 0,3 5 0,1 1 0,0-1 0,1-1 0,0 1 0,1 0 0,1-25 0,0 31 0,1 1 0,0-1 0,0 0 0,1 0 0,0 1 0,0-1 0,0 1 0,1 0 0,0-1 0,0 1 0,1 1 0,0-1 0,0 0 0,8-8 0,12-10 0,-16 15 0,0 1 0,0 0 0,1 0 0,0 1 0,0 0 0,1 1 0,13-7 0,23-11 0,-2-2 0,76-58 0,-115 80 0,42-36 0,-35 29 0,1 0 0,0 1 0,1 0 0,20-11 0,-20 13 0,0-1 0,0-1 0,19-16 0,14-12 0,68-51 0,-108 85 0,0-2 0,0 1 0,0-1 0,-1 0 0,0 0 0,9-12 0,-15 17 0,0 0 0,1 0 0,-1 1 0,1-1 0,-1 0 0,1 0 0,0 1 0,-1-1 0,1 1 0,0-1 0,-1 0 0,1 1 0,0-1 0,0 1 0,-1 0 0,1-1 0,0 1 0,0-1 0,0 1 0,0 0 0,0 0 0,-1 0 0,1 0 0,0-1 0,0 1 0,0 0 0,0 0 0,0 1 0,0-1 0,0 0 0,0 0 0,-1 0 0,1 1 0,0-1 0,0 0 0,0 1 0,0-1 0,-1 0 0,1 1 0,0-1 0,0 1 0,-1 0 0,1-1 0,0 1 0,-1 0 0,1-1 0,-1 1 0,1 0 0,0 1 0,6 7 0,-1 0 0,1 0 0,6 17 0,1-1 0,-11-21 0,1-1 0,-1 1 0,1-1 0,0 0 0,0 1 0,0-2 0,0 1 0,1 0 0,-1-1 0,1 0 0,-1 0 0,1 0 0,0-1 0,0 0 0,0 0 0,0 0 0,-1 0 0,1-1 0,0 1 0,1-1 0,-1-1 0,0 1 0,-1-1 0,1 0 0,0 0 0,0 0 0,0 0 0,0-1 0,-1 0 0,1 0 0,-1-1 0,1 1 0,-1-1 0,0 0 0,0 0 0,0 0 0,-1 0 0,1-1 0,-1 0 0,1 1 0,3-8 0,1-3 0,-5 8 0,0 1 0,0-1 0,1 1 0,0 0 0,0 0 0,5-5 0,-8 9 0,0 1 0,-1-1 0,1 1 0,0-1 0,0 1 0,0 0 0,-1-1 0,1 1 0,0 0 0,0-1 0,0 1 0,0 0 0,0 0 0,0 0 0,-1 0 0,1 0 0,0 0 0,0 0 0,2 0 0,-2 1 0,1 0 0,-1-1 0,1 1 0,-1 0 0,0 0 0,1 0 0,-1 0 0,0 0 0,1 0 0,-1 1 0,0-1 0,0 0 0,0 1 0,1 1 0,-2-2 0,0-1 0,0 0 0,0 1 0,1-1 0,-1 1 0,0-1 0,0 0 0,1 1 0,-1-1 0,0 0 0,0 1 0,1-1 0,-1 0 0,0 1 0,1-1 0,-1 0 0,0 1 0,1-1 0,-1 0 0,1 0 0,-1 0 0,0 1 0,1-1 0,-1 0 0,1 0 0,-1 0 0,1 0 0,-1 0 0,1 0 0,-1 0 0,0 0 0,2 0 0,3-15 0,-6-37 0,1 40 0,0 1 0,0 1 0,0-1 0,1 0 0,1 1 0,0-1 0,4-11 0,-5 19 0,0-1 0,1 1 0,-1-1 0,1 1 0,0 0 0,0-1 0,1 1 0,-1 0 0,0 1 0,1-1 0,0 0 0,0 1 0,0-1 0,0 1 0,0 0 0,0 0 0,0 0 0,1 1 0,-1-1 0,8-1 0,17-3-1365,0 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39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1 238 24575,'4'1'0,"0"-1"0,1 0 0,-1 0 0,1 0 0,-1-1 0,1 1 0,-1-1 0,0 0 0,1 0 0,-1-1 0,0 1 0,0-1 0,0 0 0,0 0 0,0-1 0,-1 1 0,1-1 0,0 0 0,-1 1 0,0-2 0,0 1 0,0 0 0,0-1 0,0 1 0,-1-1 0,0 0 0,0 0 0,3-5 0,3-7 0,-1 0 0,-1 0 0,9-35 0,10-23 0,-22 72 0,-1 10 0,0 12 0,-3 45-58,-1-42-160,2 0 1,1 0-1,0 0 0,2 1 0,7 26 0,-3-27-6608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39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0 126 24575,'6'0'0,"8"0"0,2-6 0,4-3 0,4 2 0,4 0 0,3 3 0,-3-5 0,-1 0 0,1-5 0,2 0 0,-5-3 0,0 1 0,-4 3-8191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0.1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24575,'6'0'0,"8"0"0,7 0 0,7 0 0,4 0 0,2 0 0,-4 0-8191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0.2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24575,'0'1'0,"0"1"0,0-1 0,1 0 0,-1 0 0,1 0 0,-1 1 0,1-1 0,0 0 0,-1 0 0,1 0 0,0 0 0,0 0 0,0 0 0,0 0 0,-1 0 0,1-1 0,0 1 0,1 0 0,-1 0 0,0-1 0,0 1 0,0-1 0,0 1 0,0-1 0,1 1 0,1-1 0,38 8 0,-38-7 0,82 5 0,123-6 0,-81-3 0,12 3-1365,-110 0-5461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2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58 24575,'1'13'0,"1"0"0,1 0 0,0-1 0,1 1 0,0-1 0,1 0 0,11 20 0,10 27 0,-19-40 0,0 1 0,0 1 0,-1 0 0,-1 0 0,-1 1 0,2 25 0,-5 43 0,-2-51 0,2 1 0,11 70 0,30 168 0,-35-229 0,-2 2 0,-3 78 0,-2-130 0,0 1 0,0 0 0,0 0 0,0 0 0,0 0 0,0 0 0,0 0 0,0 0 0,-1 0 0,1 0 0,0 0 0,0 0 0,0 0 0,0 0 0,0 0 0,0 0 0,0 0 0,0 0 0,0 0 0,0 0 0,0 0 0,0 0 0,0 0 0,-1 0 0,1 0 0,0 0 0,0 0 0,0 0 0,0 0 0,0 0 0,0 0 0,0 0 0,0 0 0,0 0 0,0 0 0,0 0 0,0 0 0,0 0 0,-1 0 0,1 0 0,0 0 0,0 0 0,0 0 0,0 0 0,0 0 0,0 0 0,0 0 0,0 0 0,0 0 0,0 1 0,0-1 0,-7-14 0,-5-19 0,5-13 0,2-1 0,2 1 0,4-75 0,-2-46 0,-15 55 0,9 74 0,-4-59 0,10 67 0,4-252 0,-1 272 0,1 1 0,0-1 0,0 1 0,1-1 0,1 1 0,-1 0 0,1 0 0,1 1 0,0 0 0,0 0 0,0 0 0,1 1 0,1 0 0,-1 0 0,1 0 0,0 1 0,12-7 0,-19 13 0,0-1 0,0 0 0,1 0 0,-1 1 0,1-1 0,-1 0 0,0 1 0,1 0 0,-1-1 0,1 1 0,-1 0 0,1 0 0,-1-1 0,1 1 0,0 0 0,-1 1 0,1-1 0,-1 0 0,1 0 0,-1 1 0,0-1 0,1 1 0,-1-1 0,1 1 0,-1 0 0,0-1 0,1 1 0,-1 0 0,0 0 0,0 0 0,0 0 0,1 0 0,-1 0 0,0 0 0,0 0 0,-1 1 0,1-1 0,0 0 0,0 1 0,-1-1 0,1 0 0,0 1 0,-1-1 0,0 1 0,1 2 0,0 1 0,0 0 0,0 1 0,0-1 0,-1 1 0,0-1 0,0 1 0,0-1 0,-1 1 0,0-1 0,0 0 0,-3 9 0,1-8 0,0-1 0,0 0 0,0 0 0,0-1 0,-1 1 0,0 0 0,0-1 0,0 0 0,-1 0 0,1 0 0,-1-1 0,0 0 0,0 0 0,-5 3 0,-11 4 0,0-2 0,-29 9 0,22-8 0,5-3 0,-1 0 0,-26 2 0,32-6 0,0 1 0,0 0 0,1 2 0,0 0 0,-24 10 0,38-13-98,-24 13 329,23-6-500,15-2-960,5-4-5597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2.3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24575,'2'1'0,"0"-1"0,0 1 0,0-1 0,1 1 0,-1 0 0,0 0 0,0 0 0,0 0 0,0 0 0,0 0 0,0 1 0,-1-1 0,1 1 0,0-1 0,-1 1 0,1 0 0,-1 0 0,1-1 0,-1 1 0,1 2 0,2 2 0,0 1 0,-1-1 0,0 0 0,-1 1 0,3 8 0,7 42 0,-9-38 0,1 0 0,1-1 0,1 1 0,9 20 0,-9-27-97,-1 0-1,0 0 1,0 1-1,-2 0 1,1-1-1,-2 1 1,1 0-1,-2 1 1,0-1-1,0 0 1,-1 0-1,-1 1 0,-4 19 1,-2-10-6729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2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0 103 24575,'6'0'0,"8"0"0,7 0 0,0-6 0,3-2 0,3 0 0,-3-4 0,0 0 0,2 2 0,3 2 0,1 3 0,3 3 0,-5-5 0,-1-1 0,1 0 0,1 3 0,-4 1-8191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3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0 120 24575,'0'-6'0,"6"-7"0,8-3 0,7 3 0,6 3 0,5 3 0,2 3 0,2 2 0,0-5 0,-5-6 0,-3-2 0,-6 1-8191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3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24575,'0'6'0,"0"8"0,0 7 0,0 7 0,0 3 0,6 4 0,2 0 0,-1 2 0,-1-1 0,-2 0 0,-1 0 0,-2-1 0,0 0 0,-1 0 0,0-6-8191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3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0 558 24575,'1'-4'0,"1"1"0,-1-1 0,1 1 0,-1-1 0,1 1 0,0 0 0,0 0 0,0 0 0,1 0 0,-1 0 0,1 0 0,-1 1 0,1-1 0,5-2 0,3-6 0,115-105 0,-125 115 0,26-21 0,-18 15 0,0 0 0,-1 0 0,1-1 0,-1-1 0,-1 1 0,0-1 0,0 0 0,7-14 0,3-9 0,-4 9 0,-1 0 0,9-29 0,-19 46 0,0 0 0,0 0 0,-1 0 0,0-1 0,0 1 0,0 0 0,-1-1 0,0 1 0,0 0 0,-1-1 0,0 1 0,0 0 0,-4-13 0,4 16 0,0 1 0,-1-1 0,1 1 0,-1-1 0,0 1 0,0-1 0,0 1 0,0 0 0,0 0 0,0 0 0,-1 0 0,1 0 0,-1 1 0,1-1 0,-1 1 0,1-1 0,-1 1 0,0 0 0,0 0 0,0 1 0,0-1 0,0 0 0,0 1 0,0 0 0,0-1 0,0 1 0,0 0 0,0 1 0,0-1 0,0 1 0,1-1 0,-1 1 0,0 0 0,0 0 0,0 0 0,0 0 0,1 0 0,-1 1 0,1-1 0,-1 1 0,1 0 0,-1 0 0,1 0 0,0 0 0,0 0 0,0 0 0,0 1 0,0-1 0,-2 5 0,-6 17 0,1 1 0,2 1 0,0 0 0,1-1 0,2 2 0,0-1 0,2 0 0,1 1 0,1 0 0,4 26 0,-4-47 0,1 0 0,0 1 0,0-1 0,1 0 0,0 0 0,0 1 0,0-2 0,1 1 0,-1 0 0,1 0 0,1-1 0,-1 1 0,1-1 0,0 0 0,0 0 0,1-1 0,-1 1 0,1-1 0,0 0 0,0 0 0,1-1 0,-1 1 0,1-1 0,-1-1 0,1 1 0,0-1 0,0 0 0,0 0 0,1 0 0,-1-1 0,13 1 0,230-1 0,-114-4 0,-84 4 0,53-1 0,-94-1 0,0 0 0,0-1 0,0 0 0,0-1 0,-1 0 0,1 0 0,17-10 0,-6 2 0,16-11 0,-34 16-1365,-8 2-5461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4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24575,'0'6'0,"0"8"0,0 7 0,0 7 0,0 3 0,0 4 0,0 0 0,0 1 0,0 1 0,0-1 0,0 0 0,0-1 0,0 0 0,0 0 0,0 0 0,-6-6 0,-2-8-8191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5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0 221 24575,'24'0'0,"6"0"0,37-3 0,-59 2 0,0-1 0,1 1 0,-1-1 0,0-1 0,0 0 0,0 0 0,-1 0 0,1-1 0,8-5 0,-10 3 0,-1 0 0,1 0 0,-1 0 0,0-1 0,0 0 0,-1 0 0,1 0 0,-2 0 0,5-12 0,21-34 0,-25 47 0,1 0 0,0 0 0,0 0 0,1 1 0,-1-1 0,1 1 0,9-5 0,-14 9 0,0 0 0,1 1 0,-1-1 0,1 1 0,-1-1 0,1 1 0,-1 0 0,1-1 0,-1 1 0,1 0 0,-1 0 0,1 0 0,-1 0 0,1 0 0,-1 0 0,1 1 0,1 0 0,-1 0 0,0 0 0,0 0 0,0 0 0,0 1 0,0-1 0,0 1 0,0-1 0,-1 1 0,1 0 0,0-1 0,-1 1 0,0 0 0,1 0 0,0 4 0,4 7 0,-1 0 0,0 1 0,-2 0 0,1 0 0,-2 0 0,0 0 0,1 16 0,5 33 0,-7-57-47,16 95 220,-16-89-386,0 0 0,-1 0 0,0 1 0,-1-1 0,0 0 0,-3 14 0,-4-4-6613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6.0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72 24575,'0'-6'0,"6"-2"0,7 1 0,3-5 0,3 0 0,5 2 0,4 2 0,3 3 0,3 3 0,1 1 0,0 0 0,1 2 0,0-1 0,-7 1-8191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6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24575,'2'1'0,"-1"-1"0,1 1 0,-1-1 0,1 1 0,-1 0 0,1 0 0,-1 0 0,1 0 0,-1 0 0,0 0 0,0 0 0,1 1 0,-1-1 0,0 0 0,0 1 0,0-1 0,-1 1 0,1-1 0,1 4 0,16 34 0,-17-34 0,6 15 0,-2 1 0,0 0 0,-1 0 0,1 26 0,-2-17 0,9 41 0,-5-40 0,-3-1 0,3 61 0,-3-21 0,11 14 0,-9-61 0,4 46 0,-7 103 0,-3-169 0,0 0 0,1 0 0,-1 0 0,1 0 0,0 1 0,0-1 0,0-1 0,0 1 0,1 0 0,-1 0 0,1 0 0,0-1 0,0 1 0,0-1 0,0 1 0,4 3 0,-2-3 0,0 0 0,1-1 0,-1 1 0,1-1 0,-1 0 0,1 0 0,0 0 0,-1-1 0,10 2 0,5-1 0,-1-1 0,1-1 0,-1 0 0,32-6 0,-37 4-136,0-1-1,0-1 1,0 0-1,-1 0 1,1-2-1,-1 1 1,-1-2-1,1 1 0,17-15 1,-9 5-6690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8.5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285 99 24575,'0'-1'0,"0"0"0,0-1 0,-1 1 0,1 0 0,-1 0 0,1 0 0,-1 0 0,0 0 0,1 0 0,-1 0 0,0 0 0,0 0 0,0 0 0,0 0 0,0 0 0,0 0 0,0 1 0,0-1 0,0 0 0,0 1 0,0-1 0,0 1 0,0-1 0,-1 1 0,1 0 0,-2-1 0,-38-7 0,37 8 0,-7-1 0,0 1 0,0 0 0,0 0 0,0 1 0,0 1 0,0 0 0,1 0 0,-1 1 0,-14 7 0,19-8 0,1 0 0,-1 1 0,1-1 0,0 1 0,0 1 0,1-1 0,-1 1 0,1 0 0,-1 0 0,1 0 0,0 0 0,1 1 0,-1 0 0,1-1 0,0 1 0,0 1 0,0-1 0,1 0 0,-3 8 0,3-3 0,0 0 0,0 0 0,1 0 0,0 1 0,1-1 0,0 1 0,1-1 0,1 12 0,-1-18 0,0-1 0,0 0 0,0 0 0,0 0 0,0 0 0,0 0 0,1 0 0,-1 0 0,1 0 0,0 0 0,0-1 0,0 1 0,0-1 0,1 1 0,-1-1 0,1 0 0,-1 0 0,1 0 0,0 0 0,0 0 0,-1-1 0,1 1 0,1-1 0,-1 0 0,0 0 0,0 0 0,0 0 0,7 0 0,-7-1 0,0 0 0,0 0 0,0 0 0,0 0 0,0-1 0,1 0 0,-1 1 0,0-1 0,0 0 0,0 0 0,-1-1 0,1 1 0,0-1 0,0 1 0,4-4 0,2-3 0,0-1 0,15-16 0,7-8 0,-7 12 0,66-51 0,-88 71 0,1-1 0,0 1 0,-1-1 0,1 1 0,0 0 0,0 0 0,0 0 0,0 0 0,0 1 0,0-1 0,0 1 0,0-1 0,0 1 0,0 0 0,0 1 0,0-1 0,0 0 0,0 1 0,0 0 0,0-1 0,0 1 0,0 0 0,-1 1 0,1-1 0,0 0 0,-1 1 0,1 0 0,-1-1 0,1 1 0,-1 0 0,0 0 0,1 0 0,1 3 0,8 9 0,-1 1 0,-1-1 0,0 2 0,11 23 0,-12-24 0,-7-11 0,0-1 0,0 0 0,0 1 0,0-1 0,1 0 0,5 4 0,-8-6 0,0-1 0,1 0 0,-1 0 0,1 1 0,-1-1 0,1 0 0,-1 0 0,1 1 0,-1-1 0,1 0 0,-1 0 0,1 0 0,-1 0 0,1 0 0,-1 0 0,1 0 0,-1 0 0,1 0 0,-1 0 0,1 0 0,-1 0 0,1 0 0,0-1 0,0 1 0,0-1 0,-1 0 0,1 1 0,0-1 0,-1 0 0,1 1 0,-1-1 0,1 0 0,-1 0 0,1 0 0,-1 1 0,1-1 0,-1 0 0,0 0 0,1 0 0,-1-1 0,9-33 0,-6 20 0,1 0 0,1 0 0,0 0 0,9-17 0,-14 31 0,1 1 0,-1-1 0,0 0 0,1 1 0,-1-1 0,1 0 0,-1 1 0,1-1 0,0 0 0,-1 1 0,1-1 0,0 1 0,-1-1 0,1 1 0,0-1 0,-1 1 0,1 0 0,0-1 0,0 1 0,0 0 0,-1 0 0,1 0 0,0-1 0,0 1 0,0 0 0,0 0 0,1 0 0,0 1 0,0 0 0,-1-1 0,1 1 0,0 0 0,0 0 0,-1 0 0,1 0 0,0 0 0,-1 0 0,1 1 0,1 1 0,5 5 0,-2 1 0,1-1 0,7 14 0,-6-6 0,-7-13 0,1 1 0,-1-1 0,1 0 0,0 0 0,0 0 0,0 0 0,0 0 0,0-1 0,1 1 0,-1-1 0,1 1 0,5 3 0,-7-6 0,0 0 0,0 0 0,0-1 0,0 1 0,0 0 0,0 0 0,0-1 0,0 1 0,0-1 0,0 1 0,0-1 0,0 1 0,-1-1 0,1 0 0,0 1 0,0-1 0,0 0 0,-1 0 0,1 1 0,0-1 0,-1 0 0,1 0 0,-1 0 0,1 0 0,-1 0 0,1 0 0,-1 0 0,1-1 0,13-32 0,-14 33 0,4-8 0,-1 1 0,1-1 0,0 1 0,1 0 0,8-12 0,-12 19 0,0-1 0,0 1 0,0 0 0,0 0 0,0-1 0,1 1 0,-1 0 0,0 0 0,0 0 0,1 0 0,-1 1 0,1-1 0,-1 0 0,1 1 0,-1-1 0,1 1 0,-1-1 0,1 1 0,0 0 0,-1-1 0,1 1 0,0 0 0,-1 0 0,1 0 0,0 0 0,-1 1 0,1-1 0,-1 0 0,1 1 0,0-1 0,-1 1 0,1 0 0,-1-1 0,1 1 0,-1 0 0,0 0 0,1 0 0,-1 0 0,0 0 0,2 2 0,0 0 0,1 1 0,-1 0 0,0 0 0,-1 0 0,1 1 0,-1-1 0,0 1 0,0-1 0,0 1 0,-1 0 0,1-1 0,-1 1 0,0 0 0,0 6 0,1 13 0,-2 40 0,0-44 0,0 7 0,1-1 0,2 1 0,0-1 0,8 27 0,-3-9 0,-3 1 0,-1 0 0,-5 84 0,0-58 0,1-66 0,0 1 0,0-1 0,0 1 0,-1-1 0,0 0 0,0 1 0,0-1 0,-1 0 0,0 1 0,0-1 0,0 0 0,0 0 0,-1-1 0,0 1 0,0 0 0,0-1 0,-1 0 0,1 0 0,-6 5 0,-8 8 0,0-1 0,-1-1 0,0-1 0,-1-1 0,0 0 0,-1-2 0,-1 0 0,-40 15 0,33-16 0,18-5 0,-1-1 0,0-1 0,0 0 0,-21 3 0,30-6 0,-1 1 0,1-1 0,0 0 0,-1-1 0,1 1 0,0 0 0,0-1 0,-1 1 0,1-1 0,0 0 0,0 1 0,0-1 0,0 0 0,0 0 0,0-1 0,0 1 0,0 0 0,0-1 0,1 1 0,-1-1 0,0 1 0,1-1 0,-1 0 0,1 0 0,0 0 0,0 1 0,0-1 0,-1-1 0,0-2 0,-1-4 0,0-1 0,1 0 0,0 0 0,0 0 0,1-1 0,0 1 0,1 0 0,2-19 0,0 12 0,0 1 0,2-1 0,0 0 0,10-23 0,-9 31 0,0 0 0,1 0 0,0 1 0,1 0 0,0 0 0,0 1 0,1 0 0,-1 0 0,13-8 0,-6 5 0,-1-2 0,14-14 0,53-84 0,-54 71 0,43-49 0,-42 57 0,-1-2 0,33-56 0,-53 80 0,0 1 0,1 0 0,0 1 0,0 0 0,12-10 0,-13 12 0,0 0 0,0 0 0,-1 0 0,0 0 0,0-1 0,0 0 0,-1 0 0,0-1 0,0 1 0,4-11 0,-7 15 0,0-1 0,0 1 0,0 0 0,1 0 0,-1 0 0,0 0 0,1 0 0,-1 0 0,1 0 0,0 1 0,-1-1 0,1 1 0,0-1 0,0 1 0,0 0 0,0-1 0,0 1 0,0 0 0,1 0 0,-1 0 0,0 1 0,0-1 0,1 1 0,2-1 0,6 0 0,0 0 0,0 1 0,0 0 0,13 3 0,4-1 0,-17-2 0,1 0 0,-1-1 0,0-1 0,1 0 0,-1-1 0,0 0 0,0 0 0,0-1 0,0-1 0,13-7 0,-22 11 0,-1 0 0,0 1 0,1-1 0,-1 1 0,0-1 0,1 1 0,-1 0 0,1-1 0,-1 1 0,1 0 0,-1 0 0,1 0 0,-1 0 0,0 0 0,1 0 0,-1 1 0,1-1 0,-1 0 0,1 1 0,-1-1 0,0 1 0,1 0 0,-1-1 0,0 1 0,1 0 0,-1 0 0,0-1 0,0 1 0,0 0 0,2 2 0,1 2 0,-1 0 0,1 1 0,-1-1 0,0 1 0,3 9 0,-1-3 0,-5-12 0,0 0 0,1 0 0,-1 0 0,0 0 0,0 0 0,0 0 0,0 0 0,0 0 0,0 0 0,0 0 0,0 0 0,0 0 0,0 0 0,0 0 0,0 0 0,0 0 0,0 0 0,0 0 0,0 0 0,0 0 0,0 0 0,0 0 0,0 0 0,0 0 0,1 0 0,-1 0 0,0 0 0,0 0 0,-2-11 0,-5-14 0,3 14 0,1 1 0,0-1 0,0 1 0,1-1 0,1 0 0,0-21 0,1 30 0,0-1 0,0 1 0,0 0 0,0-1 0,1 1 0,-1 0 0,1-1 0,0 1 0,0 0 0,-1 0 0,1 0 0,1-1 0,-1 1 0,0 0 0,0 1 0,1-1 0,-1 0 0,1 0 0,0 1 0,0-1 0,-1 0 0,1 1 0,0 0 0,0-1 0,0 1 0,0 0 0,1 0 0,-1 0 0,0 1 0,0-1 0,1 0 0,-1 1 0,0-1 0,1 1 0,-1 0 0,0 0 0,5 0 0,2 1 0,-1 0 0,1 1 0,-1 0 0,0 0 0,0 1 0,0 0 0,0 0 0,0 1 0,11 7 0,11 8 0,26 24 0,-34-26 0,-2-3 0,0-1 0,1-1 0,1-1 0,0-1 0,0-1 0,41 10 0,-61-18 0,0-1 0,0 1 0,0-1 0,1 1 0,-1 0 0,0 0 0,-1 0 0,1 0 0,0 0 0,0 0 0,0 1 0,-1-1 0,1 1 0,-1-1 0,1 1 0,-1-1 0,1 1 0,-1 0 0,0 0 0,0 0 0,0 0 0,0-1 0,0 1 0,1 5 0,-2-4 0,0 1 0,0-1 0,-1 1 0,1-1 0,-1 1 0,1-1 0,-1 0 0,0 1 0,-1-1 0,1 0 0,0 0 0,-1 1 0,0-1 0,0 0 0,-2 2 0,-8 12 0,5-8 0,1 0 0,-1 0 0,2 1 0,-1 0 0,-4 12 0,9-20 0,1 0 0,-1 0 0,1 0 0,-1 0 0,1 0 0,0 0 0,0 0 0,0-1 0,0 1 0,0 0 0,0 0 0,0 0 0,1 0 0,-1 0 0,1 0 0,-1 0 0,1 0 0,0-1 0,0 1 0,0 0 0,0 0 0,0-1 0,0 1 0,0-1 0,0 1 0,1-1 0,-1 0 0,0 1 0,1-1 0,0 0 0,-1 0 0,1 0 0,0 0 0,-1 0 0,1 0 0,3 0 0,4 3 0,1-1 0,0 0 0,0-1 0,1 0 0,-1 0 0,17-1 0,69-4 0,-40-1 0,114 2-1365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8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 24575,'2'-1'0,"1"1"0,0-1 0,-1 0 0,1 0 0,0 0 0,-1 0 0,0 0 0,5-3 0,13-6 0,15 3 0,0 1 0,0 2 0,0 2 0,0 1 0,46 4 0,0 0 0,92-3-1365,-143 0-5461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7:48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24575,'6'0'0,"8"0"0,7 0 0,6 0 0,5 0 0,2 0 0,2 0 0,0 0 0,0 0 0,0 0 0,0 0 0,0 0 0,-1 0 0,0 0 0,-1 0 0,1 0 0,0 0 0,-6 0-8191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4.0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1 109 24575,'0'3'0,"1"-1"0,-1 1 0,1 0 0,0-1 0,0 1 0,0-1 0,1 1 0,2 3 0,6 14 0,-3 15 0,-2 0 0,-1 0 0,-1 0 0,-2 0 0,-5 46 0,2 0 0,1 461 0,1-1471 0,0 923 0,0 0 0,0 0 0,1 0 0,0 1 0,0-1 0,0 0 0,1 0 0,0 1 0,0-1 0,0 1 0,6-11 0,-6 14 0,0 0 0,0 0 0,0 0 0,1 0 0,-1 0 0,0 0 0,1 0 0,-1 1 0,1-1 0,0 1 0,-1 0 0,1 0 0,0 0 0,0 0 0,0 0 0,0 1 0,-1-1 0,1 1 0,0 0 0,0 0 0,0 0 0,0 0 0,0 0 0,0 1 0,5 1 0,2 0 0,0 0 0,-1 1 0,0 0 0,1 1 0,-1 0 0,0 1 0,-1 0 0,1 0 0,-1 0 0,0 1 0,0 1 0,-1-1 0,0 1 0,0 1 0,-1-1 0,1 1 0,-2 0 0,1 0 0,-1 1 0,0 0 0,-1 0 0,0 0 0,-1 0 0,0 0 0,0 1 0,-1 0 0,0-1 0,0 1 0,-2 0 0,1 0 0,-2 16 0,1-21 0,-1-1 0,0 0 0,0 1 0,-1-1 0,1 0 0,-1 0 0,0 0 0,0 0 0,-1 0 0,1-1 0,-1 1 0,0-1 0,1 1 0,-2-1 0,1 0 0,0 0 0,-8 5 0,-5 3 0,-2 0 0,-29 13 0,32-17 0,-25 15 0,29-15 0,-1-1 0,1 0 0,-1 0 0,0-1 0,-1 0 0,-20 4 0,31-10 0,12-3 0,19-2 0,43-1 0,0 4 0,103 8 0,-171-5 0,0 1 0,0 0 0,0 0 0,0 1 0,-1-1 0,1 1 0,0 0 0,-1-1 0,1 2 0,-1-1 0,0 0 0,0 1 0,0-1 0,0 1 0,0 0 0,0 0 0,-1 0 0,0 0 0,4 6 0,-3-4 0,0-1 0,0 0 0,1 1 0,0-1 0,0 0 0,0-1 0,0 1 0,0-1 0,1 0 0,5 3 0,1-2 0,0 0 0,0-1 0,0 0 0,0-1 0,0 0 0,21 0 0,74-5 0,-44-1 0,-16 6 0,-32-1 0,-1 0 0,0-1 0,1-1 0,-1 0 0,1-1 0,-1 0 0,14-4 0,-24 4-85,0 1 0,-1 0-1,0-1 1,1 1 0,-1-1-1,0 0 1,0 0 0,1 0-1,-2 0 1,1 0 0,0 0-1,0-1 1,-1 1 0,1 0-1,1-4 1,5-16-6741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4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24575,'0'-6'0,"6"-2"0,7 1 0,9 1 0,5 1 0,-1-3 0,1-1 0,1 1 0,-4-4 0,-6-1-8191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4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0 24575,'-6'0'0,"-2"6"0,1 8 0,1 7 0,2 6 0,-5-2 0,0 2 0,1 1 0,2 2 0,2 2 0,1 2 0,2 0 0,-5-5 0,-2-2 0,1 1 0,-5 1 0,0 2 0,2-5-8191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4.8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0 422 24575,'3'-1'0,"0"1"0,0-1 0,-1 0 0,1 0 0,-1 0 0,1 0 0,-1 0 0,5-3 0,13-6 0,-6 6 0,0-1 0,0-1 0,-1 0 0,0 0 0,0-1 0,-1-1 0,1 0 0,17-17 0,-14 13 0,0 0 0,0 1 0,31-15 0,-34 20 0,-1 0 0,-1 0 0,1-1 0,-1-1 0,0 0 0,-1 0 0,0-1 0,0-1 0,-1 1 0,10-15 0,5-6 0,-16 22 0,-1 0 0,-1 0 0,1-1 0,-1 1 0,7-17 0,-12 24 0,-1-1 0,1 0 0,-1 1 0,1-1 0,-1 0 0,0 1 0,0-1 0,1 0 0,-1 0 0,0 1 0,-1-1 0,1 0 0,0 0 0,-1 1 0,1-1 0,0 0 0,-1 1 0,0-1 0,1 0 0,-1 1 0,0-1 0,0 1 0,0-1 0,0 1 0,0 0 0,0-1 0,-1 1 0,1 0 0,0 0 0,-1 0 0,1 0 0,-1 0 0,1 0 0,-1 0 0,1 0 0,-1 1 0,0-1 0,1 0 0,-3 0 0,-1-1 0,0 0 0,0 1 0,0-1 0,0 1 0,0 0 0,0 0 0,-1 0 0,1 1 0,0-1 0,0 1 0,0 1 0,-1-1 0,1 1 0,0 0 0,0 0 0,0 0 0,0 1 0,0 0 0,0 0 0,0 0 0,1 1 0,-1-1 0,1 1 0,0 0 0,-1 0 0,1 1 0,1-1 0,-1 1 0,0 0 0,1 0 0,0 0 0,0 1 0,0-1 0,1 1 0,-1-1 0,1 1 0,0 0 0,0 0 0,1 0 0,-2 10 0,-2 16 0,3 1 0,0 0 0,3-1 0,6 57 0,-6-82 0,-1 0 0,1-1 0,1 1 0,-1-1 0,1 1 0,0-1 0,0 1 0,0-1 0,1 0 0,0 0 0,0-1 0,6 8 0,-5-8 0,-1-1 0,1 0 0,0 0 0,0-1 0,0 1 0,1-1 0,-1 0 0,1 0 0,-1 0 0,1-1 0,0 1 0,0-1 0,-1 0 0,10 0 0,20 1-682,34-3-1,-37 0-6143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5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92 24575,'0'-2'0,"1"0"0,-1 1 0,1-1 0,-1 0 0,1 1 0,0-1 0,0 1 0,0-1 0,-1 1 0,2-1 0,-1 1 0,0 0 0,0-1 0,0 1 0,1 0 0,1-1 0,29-21 0,-18 13 0,-8 5 0,0 1 0,0 0 0,1 0 0,0 1 0,0 0 0,9-4 0,-15 7 0,1-1 0,-1 1 0,1-1 0,-1 1 0,1 0 0,-1 0 0,1 0 0,-1-1 0,1 2 0,-1-1 0,1 0 0,-1 0 0,1 0 0,-1 1 0,1-1 0,-1 0 0,1 1 0,-1 0 0,1-1 0,-1 1 0,0 0 0,1 0 0,-1-1 0,0 1 0,0 0 0,0 0 0,0 1 0,0-1 0,0 0 0,0 0 0,0 0 0,0 1 0,0-1 0,-1 0 0,1 1 0,0-1 0,0 2 0,-1-1 0,0 1 0,1-1 0,-1 1 0,0-1 0,0 0 0,0 1 0,-1-1 0,1 0 0,-1 1 0,1-1 0,-1 0 0,0 0 0,0 1 0,-2 3 0,-22 36 0,10-17 0,9-13 0,0 0 0,0-1 0,-1 0 0,-1 0 0,0 0 0,0-1 0,-1-1 0,0 1 0,-1-1 0,-11 8 0,16-15 0,1 1 0,0 1 0,1-1 0,-1 0 0,0 1 0,1 0 0,0 0 0,0 0 0,0 0 0,0 1 0,-3 7 0,6-10 0,-1-1 0,1 1 0,-1 0 0,1-1 0,-1 1 0,1 0 0,0-1 0,0 1 0,0 0 0,0-1 0,0 1 0,1 0 0,-1-1 0,0 1 0,1 0 0,-1-1 0,1 1 0,-1-1 0,1 1 0,0-1 0,0 1 0,0-1 0,0 1 0,0-1 0,0 0 0,0 1 0,0-1 0,1 0 0,-1 0 0,0 0 0,1 0 0,-1 0 0,0 0 0,1 0 0,0-1 0,-1 1 0,1-1 0,1 1 0,8 3 0,0-1 0,0 0 0,0 0 0,0-2 0,0 1 0,12-1 0,74-4 0,-42 0 0,315 1 0,-388 2-1365,-4 0-5461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0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24575,'662'0'0,"-652"-1"0,-1 2 0,0-1 0,0 1 0,13 4 0,-21-5 0,0 0 0,0 0 0,0 1 0,0-1 0,0 1 0,0-1 0,0 0 0,-1 1 0,1 0 0,0-1 0,0 1 0,-1-1 0,1 1 0,0 0 0,-1 0 0,1-1 0,0 1 0,-1 0 0,1 0 0,-1 0 0,1 1 0,-1-1 0,0 0 0,0 1 0,0-1 0,-1 1 0,1-1 0,0 0 0,-1 1 0,1-1 0,-1 0 0,1 1 0,-1-1 0,0 0 0,1 0 0,-1 1 0,0-1 0,0 0 0,0 0 0,0 0 0,-2 2 0,-7 6 0,-1 0 0,-1 0 0,1-1 0,-1-1 0,-1 0 0,-16 7 0,13-6 0,0 0 0,1 0 0,-21 17 0,-18 16 0,29-22 0,-31 28 0,43-35 0,0-1 0,-1 0 0,0-1 0,-1 0 0,-20 9 0,-81 29 0,37-16 0,34-10 0,41-21 0,1 1 0,0 1 0,-1-1 0,1 0 0,0 1 0,0 0 0,0-1 0,1 1 0,-5 7 0,7-10 0,-1 0 0,1 1 0,0-1 0,0 1 0,0-1 0,0 1 0,0-1 0,0 1 0,0-1 0,1 0 0,-1 1 0,0-1 0,0 1 0,0-1 0,0 1 0,0-1 0,1 0 0,-1 1 0,0-1 0,0 0 0,1 1 0,-1-1 0,0 0 0,0 1 0,1-1 0,-1 0 0,1 1 0,-1-1 0,0 0 0,1 0 0,-1 1 0,0-1 0,1 0 0,-1 0 0,1 0 0,-1 0 0,1 0 0,-1 0 0,0 1 0,1-1 0,-1 0 0,1 0 0,0-1 0,23 5 0,-23-4 0,42 3 0,1-2 0,-1-1 0,74-12 0,-108 11 0,0-1 0,-1 0 0,1 0 0,-1-1 0,1 0 0,-1-1 0,0 0 0,0 0 0,-1-1 0,1 1 0,8-9 0,-15 12 4,-1 0 1,1 0-1,0 0 0,-1 0 0,1 0 0,-1 0 0,1 0 0,-1 0 1,0 0-1,1 0 0,-1-1 0,0 1 0,0 0 0,0 0 0,0 0 1,0 0-1,0-1 0,0 1 0,0 0 0,0 0 0,-1 0 0,1 0 1,0 0-1,-1-1 0,1 1 0,-1 0 0,0-1 0,-1-2-215,-1 1-1,1 0 0,-1 0 1,1-1-1,-1 2 1,-5-6-1,-9-4-6614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0.6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24575,'733'0'0,"-723"0"-341,1 0 0,-1-1-1,21-4 1,-9-3-6485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0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73 24575,'0'-6'0,"6"-1"0,7-1 0,3-4 0,3 0 0,6 1 0,3 3 0,3 3 0,3 3 0,1 0 0,0 2 0,1 0 0,0 1 0,-1 0 0,-5-1-8191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1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1 24575,'-1'0'0,"0"0"0,0 0 0,0 1 0,0-1 0,0 0 0,0 1 0,0-1 0,0 1 0,0-1 0,0 1 0,0 0 0,0-1 0,0 1 0,1 0 0,-1 0 0,0-1 0,1 1 0,-1 0 0,0 0 0,1 0 0,-1 0 0,0 1 0,-11 29 0,7-15 0,-7 8 0,-38 97 0,-38 110-1365,78-209-5461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1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24575,'0'6'0,"0"8"0,0 8 0,0 5 0,0 5 0,0 2 0,0 2 0,0 0 0,0 1 0,0-1 0,0-1 0,0 0 0,0 1 0,0-1 0,0 0 0,0-1 0,0 1 0,0-6-8191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8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24575,'0'906'0,"0"-897"0,1 0 0,-1 0 0,2 0 0,-1-1 0,1 1 0,0 0 0,1-1 0,0 1 0,4 8 0,-6-15 0,0 0 0,1 0 0,-1-1 0,0 1 0,1 0 0,-1-1 0,1 1 0,-1-1 0,1 1 0,0-1 0,0 0 0,0 0 0,0 0 0,0 0 0,0 0 0,4 1 0,-3-1 0,0-1 0,-1 0 0,1 0 0,0 0 0,0 0 0,0-1 0,0 1 0,0-1 0,0 0 0,-1 0 0,1 0 0,0 0 0,-1 0 0,1-1 0,-1 1 0,4-3 0,24-17 0,32-30 0,29-20 0,48-34 0,-112 85 0,-1-1 0,-1 0 0,-1-2 0,-1-1 0,-2-1 0,37-53 0,-43 57 0,-8 13 0,-2 0 0,1 0 0,-1-1 0,0 0 0,4-9 0,-9 16 0,1 1 0,-1 0 0,0-1 0,1 1 0,-1-1 0,0 1 0,0-1 0,0 0 0,0 1 0,0-1 0,0 1 0,0-1 0,0 1 0,-1-1 0,1 1 0,0-1 0,-1 1 0,0 0 0,1-1 0,-1 1 0,0 0 0,0-1 0,1 1 0,-1 0 0,0 0 0,0 0 0,0-1 0,-1 1 0,1 0 0,0 1 0,0-1 0,-1 0 0,1 0 0,0 0 0,-1 1 0,1-1 0,0 1 0,-3-1 0,-8-3 0,0 1 0,-1 0 0,1 1 0,-1 0 0,-24 1 0,-66 7 0,92-4 0,0 1 0,0 0 0,0 1 0,0 0 0,1 0 0,-1 1 0,1 0 0,0 1 0,1 0 0,-16 13 0,18-13 0,1-1 0,-1 1 0,1 1 0,0-1 0,0 1 0,1 0 0,0 0 0,0 1 0,1-1 0,0 1 0,0 0 0,1 0 0,0 1 0,-2 11 0,4-18 0,1 1 0,0-1 0,0 1 0,0-1 0,0 1 0,1-1 0,-1 1 0,1-1 0,-1 0 0,1 1 0,0-1 0,0 0 0,0 1 0,0-1 0,0 0 0,1 0 0,-1 0 0,1 0 0,-1 0 0,1 0 0,0-1 0,0 1 0,-1-1 0,1 1 0,0-1 0,1 1 0,-1-1 0,0 0 0,0 0 0,0 0 0,1 0 0,-1 0 0,0-1 0,1 1 0,-1-1 0,5 1 0,0 0 0,1 0 0,0-1 0,0 0 0,0 0 0,0 0 0,-1-1 0,1 0 0,0-1 0,-1 1 0,12-6 0,-12 4 0,0-1 0,-1 0 0,0 0 0,0-1 0,0 1 0,0-2 0,-1 1 0,0 0 0,0-1 0,0 0 0,4-7 0,12-14 0,-20 25 0,1 0 0,0 0 0,-1 0 0,1 1 0,0-1 0,0 1 0,0-1 0,0 1 0,1-1 0,3 0 0,-5 1 0,0 1 0,0 0 0,0 0 0,0 0 0,0-1 0,0 1 0,0 0 0,0 0 0,0 1 0,0-1 0,0 0 0,0 0 0,0 0 0,0 1 0,0-1 0,0 1 0,0-1 0,1 1 0,3 3 0,-1 0 0,0 0 0,0 0 0,0 1 0,-1 0 0,1-1 0,3 9 0,18 23 0,-23-34 0,-1-1 0,1 1 0,-1 0 0,1-1 0,0 0 0,0 1 0,0-1 0,0 0 0,0 0 0,0 0 0,0 0 0,0 0 0,0 0 0,3 0 0,15-4-1365,-1-6-5461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09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139 211 24575,'2'6'0,"-1"0"0,1 0 0,1 0 0,-1 0 0,1 0 0,0-1 0,6 9 0,-1-2 0,4 7 0,0-1 0,2 0 0,25 26 0,-39-43 0,1-1 0,-1 1 0,0-1 0,1 1 0,-1-1 0,0 1 0,1-1 0,-1 1 0,1-1 0,-1 0 0,1 1 0,-1-1 0,1 1 0,-1-1 0,1 0 0,-1 0 0,1 1 0,-1-1 0,1 0 0,-1 0 0,1 0 0,0 1 0,-1-1 0,1 0 0,-1 0 0,1 0 0,0 0 0,-1 0 0,1 0 0,-1 0 0,1-1 0,0 1 0,-1 0 0,1 0 0,-1 0 0,1-1 0,-1 1 0,1 0 0,0 0 0,-1-1 0,1 1 0,-1 0 0,0-1 0,1 1 0,-1-1 0,1 1 0,-1-1 0,0 1 0,1-1 0,-1 1 0,0-1 0,1 1 0,-1-1 0,0 1 0,0-1 0,1 1 0,-1-1 0,0 0 0,0 0 0,8-51 0,-5 28 0,-3 23 0,1-1 0,-1 1 0,1-1 0,-1 1 0,1-1 0,0 1 0,-1 0 0,1-1 0,0 1 0,0 0 0,0-1 0,0 1 0,0 0 0,2-2 0,-2 3 0,-1 0 0,1 0 0,0-1 0,-1 1 0,1 0 0,-1 0 0,1 0 0,0 0 0,-1 0 0,1 0 0,0 0 0,-1 0 0,1 0 0,0 0 0,-1 0 0,1 0 0,-1 0 0,1 1 0,0-1 0,-1 0 0,1 0 0,-1 1 0,1-1 0,0 1 0,1 1 0,1 0 0,-1 0 0,0 0 0,0 1 0,-1-1 0,1 0 0,0 1 0,-1 0 0,1-1 0,-1 1 0,0 0 0,2 5 0,5 22 0,1 6 0,11 70 0,-19-93 0,-1 0 0,0 1 0,-1-1 0,0 0 0,-1 1 0,0-1 0,-1 0 0,-9 25 0,4-21 0,0 1 0,-1-1 0,-1-1 0,-1 0 0,-22 27 0,-73 61 0,62-63 0,41-38 0,-1 0 0,1 0 0,-1 0 0,0 0 0,0-1 0,-1 1 0,1-1 0,0 0 0,-1 0 0,1-1 0,-1 1 0,0-1 0,0 0 0,1 0 0,-11 0 0,13-2 0,0 1 0,-1 0 0,1-1 0,0 0 0,0 1 0,-1-1 0,1 0 0,0 0 0,0 0 0,0-1 0,0 1 0,0 0 0,0-1 0,0 1 0,1-1 0,-1 0 0,0 1 0,1-1 0,0 0 0,-1 0 0,1 0 0,0 0 0,0 0 0,0-1 0,0 1 0,0 0 0,1 0 0,-1-1 0,0 1 0,1 0 0,0-1 0,0 1 0,0-4 0,0 0 0,0 0 0,0-1 0,1 1 0,0 0 0,0 0 0,0-1 0,1 1 0,0 0 0,0 0 0,1 1 0,0-1 0,0 0 0,0 1 0,0 0 0,1 0 0,0 0 0,0 0 0,6-4 0,9-10 0,1 2 0,44-29 0,-46 34 0,88-49 0,-86 48 0,42-20 0,-46 26 0,0-1 0,0-1 0,-1 0 0,28-23 0,-34 24 0,1 1 0,0 0 0,1 1 0,-1 0 0,21-7 0,-18 7 0,-1 0 0,1 0 0,23-17 0,-21 11 0,0-1 0,0-1 0,24-30 0,-36 40 0,0 0 0,0 0 0,-1 0 0,1-1 0,-1 1 0,0-1 0,0 1 0,0-1 0,0 0 0,-1 0 0,0 1 0,0-1 0,0 0 0,-1 0 0,0 0 0,0 0 0,0 0 0,0 0 0,-1 0 0,-2-10 0,2 13 0,1 1 0,-1-1 0,0 0 0,1 1 0,-1-1 0,0 1 0,0-1 0,0 1 0,0-1 0,0 1 0,-1 0 0,1-1 0,0 1 0,-2-1 0,2 1 0,0 1 0,1 0 0,-1 0 0,0-1 0,0 1 0,1 0 0,-1 0 0,0 0 0,0 0 0,1 0 0,-1 0 0,0 0 0,0 0 0,0 0 0,1 0 0,-1 0 0,0 1 0,1-1 0,-1 0 0,0 1 0,0-1 0,-1 1 0,0 1 0,0 0 0,0 0 0,0 0 0,0 1 0,0-1 0,0 0 0,0 1 0,1 0 0,-1-1 0,1 1 0,0 0 0,-1 0 0,1-1 0,-1 7 0,1-5 0,0-1 0,1 1 0,-1 0 0,1 0 0,0 0 0,0 0 0,0 0 0,0 0 0,0-1 0,1 1 0,0 0 0,0 0 0,0 0 0,0-1 0,1 1 0,-1-1 0,1 1 0,0-1 0,5 7 0,-4-7 0,1 1 0,0-1 0,0 0 0,1 0 0,-1-1 0,0 1 0,1-1 0,0 0 0,-1 0 0,1 0 0,0-1 0,0 0 0,0 0 0,0 0 0,6 0 0,31 1 0,-1-2 0,0-2 0,0-2 0,80-17 0,-114 20 0,0-1 0,0 1 0,0 1 0,-1-1 0,1 1 0,0 1 0,0-1 0,0 1 0,12 3 0,-14-2 0,-1 0 0,1 0 0,-1 0 0,1 1 0,-1 0 0,0 0 0,0 0 0,0 0 0,0 1 0,-1-1 0,1 1 0,-1 0 0,5 8 0,-4-5 0,16 16 0,-20-23 0,0 0 0,0 1 0,0-1 0,0 0 0,1 0 0,-1 0 0,0 0 0,0 0 0,0 0 0,1 0 0,-1 0 0,0 0 0,0 0 0,0 0 0,1 0 0,-1-1 0,0 1 0,0 0 0,0 0 0,1 0 0,-1 0 0,0 0 0,0 0 0,0 0 0,0 0 0,1-1 0,-1 1 0,0 0 0,0 0 0,0 0 0,0 0 0,0-1 0,0 1 0,0 0 0,1 0 0,-1 0 0,0 0 0,0-1 0,0 1 0,0 0 0,3-22 0,-2-21 0,-1 13 0,1 1 0,7-39 0,-7 59 0,1 1 0,0-1 0,1 1 0,0 0 0,0 0 0,1 1 0,0-1 0,0 1 0,1-1 0,0 2 0,0-1 0,11-10 0,-4 6 12,0 1 0,1 1 0,1 0 0,0 0 0,0 1 0,0 1 0,1 1 0,0 0 0,25-6 0,-10 5-383,1 2-1,0 1 1,62 1 0,-63 4-6455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0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26 24575,'0'-2'0,"1"1"0,-1 0 0,0 0 0,1 0 0,-1-1 0,1 1 0,-1 0 0,1 0 0,0 0 0,-1 0 0,1 0 0,0 0 0,0 0 0,0 0 0,0 0 0,0 0 0,0 0 0,0 1 0,0-1 0,0 0 0,0 1 0,0-1 0,0 1 0,0-1 0,1 1 0,-1-1 0,0 1 0,0 0 0,1 0 0,-1 0 0,0-1 0,1 1 0,1 1 0,0-2 0,0 1 0,0 0 0,0 0 0,0 1 0,-1-1 0,1 1 0,0-1 0,0 1 0,0 0 0,-1 0 0,1 0 0,-1 0 0,1 0 0,4 4 0,-5-3 0,1 0 0,-1 1 0,0-1 0,0 1 0,0-1 0,-1 1 0,1 0 0,-1-1 0,1 1 0,-1 0 0,0 0 0,0 0 0,0 0 0,0 1 0,-1-1 0,1 0 0,-1 0 0,0 0 0,0 5 0,-1-4 0,0 1 0,0-1 0,-1 1 0,0-1 0,1 0 0,-2 0 0,1 0 0,0 0 0,-1 0 0,1 0 0,-7 6 0,-5 4 0,-1-1 0,-1-1 0,1 0 0,-34 18 0,-30 21 0,46-28 0,-44 22 0,74-44 0,0 1 0,0-1 0,0 1 0,0 0 0,0 1 0,1-1 0,-4 4 0,5-6 0,1 1 0,0-1 0,-1 0 0,1 1 0,0-1 0,0 1 0,0-1 0,-1 0 0,1 1 0,0-1 0,0 1 0,0-1 0,0 1 0,0-1 0,0 1 0,0-1 0,0 1 0,0-1 0,0 1 0,0-1 0,0 0 0,0 1 0,0 0 0,1 0 0,0 0 0,-1-1 0,1 1 0,0 0 0,-1-1 0,1 1 0,0 0 0,0-1 0,0 1 0,-1-1 0,1 0 0,0 1 0,0-1 0,0 1 0,0-1 0,1 0 0,12 3 0,0-1 0,0 0 0,24 0 0,-27-3 0,0 2 0,0-1 0,0 1 0,0 1 0,-1 0 0,1 1 0,19 7 0,-24-7 0,1 1 0,-1-1 0,0 2 0,0-1 0,0 1 0,0 0 0,-1 0 0,0 0 0,0 1 0,-1 0 0,1 0 0,5 10 0,-8-11 0,0 0 0,1 0 0,-2 0 0,1 0 0,-1 0 0,1 1 0,-1-1 0,-1 0 0,1 1 0,-1-1 0,0 1 0,0-1 0,0 0 0,-1 1 0,0-1 0,0 0 0,-4 11 0,5-14 0,-1 0 0,1 0 0,-1-1 0,0 1 0,0 0 0,1 0 0,-1-1 0,0 1 0,-1 0 0,1-1 0,0 1 0,0-1 0,-1 1 0,1-1 0,-1 0 0,1 0 0,-1 1 0,1-1 0,-1 0 0,0 0 0,0-1 0,1 1 0,-1 0 0,0-1 0,0 1 0,0-1 0,0 1 0,0-1 0,0 0 0,0 0 0,0 0 0,0 0 0,0 0 0,0 0 0,-2-1 0,1 0 0,0-1 0,1 1 0,-1-1 0,0 1 0,1-1 0,-1 0 0,1 0 0,-1 0 0,1 0 0,0-1 0,0 1 0,0-1 0,0 1 0,0-1 0,1 0 0,-1 0 0,1 1 0,0-1 0,0 0 0,0 0 0,-1-4 0,-5-61-1365,6 36-5461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1.6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24575,'6'0'0,"8"0"0,7 0 0,6 0 0,5 0 0,2 0 0,2 0 0,0 0 0,0 0 0,1 0 0,-2 0 0,1 0 0,-1 0 0,0 0 0,0 0 0,-1 0 0,-5 0-8191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1.8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24575,'0'6'0,"6"2"0,7 0 0,9-2 0,5-1 0,5-2 0,2-2 0,2 0 0,0-1 0,0 0 0,1-1 0,-2 1 0,1 0 0,-1-1 0,0 1 0,-1 0 0,-5 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2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39 24575,'3'0'0,"0"-1"0,-1 0 0,1 1 0,0-1 0,-1 0 0,1 0 0,-1-1 0,5-2 0,13-6 0,10 4 0,0 1 0,0 2 0,0 0 0,1 2 0,32 4 0,-12-2 0,-41-1 0,0 0 0,0 1 0,0 0 0,0 1 0,0 0 0,14 5 0,-20-6 0,-1 1 0,1 0 0,-1-1 0,0 1 0,0 0 0,0 1 0,0-1 0,0 1 0,-1-1 0,1 1 0,-1 0 0,1 0 0,-1 0 0,0 0 0,0 0 0,0 0 0,-1 1 0,1-1 0,-1 1 0,2 5 0,-2-3 0,1-1 0,-1 1 0,0-1 0,0 1 0,-1 0 0,0-1 0,0 1 0,0 0 0,-1 0 0,1-1 0,-1 1 0,-1-1 0,1 1 0,-1-1 0,0 1 0,0-1 0,-1 0 0,1 0 0,-1 0 0,0 0 0,-1 0 0,1-1 0,-1 0 0,0 1 0,0-1 0,0-1 0,-9 8 0,-17 12 0,17-13 0,1-1 0,-1 1 0,-1-2 0,0 0 0,-17 7 0,10-7 0,-11 3 0,2 1 0,0 2 0,0 1 0,-28 19 0,32-17 0,15-10 0,1-1 0,0 2 0,-15 13 0,23-20 0,0 1 0,1 0 0,-1 0 0,0 0 0,1 0 0,0 1 0,-1-1 0,1 0 0,0 0 0,0 1 0,0-1 0,0 1 0,1-1 0,-1 1 0,1-1 0,-1 1 0,1-1 0,0 1 0,0 0 0,0-1 0,1 1 0,0 3 0,0-3 0,0-1 0,0 0 0,0 1 0,1-1 0,-1 0 0,1 0 0,-1 0 0,1 0 0,0 0 0,0 0 0,0-1 0,0 1 0,0-1 0,0 1 0,0-1 0,1 0 0,-1 0 0,0 0 0,1 0 0,-1 0 0,1 0 0,-1-1 0,4 1 0,9 2 0,-1-1 0,27-1 0,-34 0 0,418-6-1365,-395 5-5461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2.7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1 24575,'54'0'0,"62"1"0,-113 0 0,1-1 0,-1 0 0,0 1 0,0-1 0,0 1 0,0 0 0,0 0 0,0 0 0,0 1 0,0-1 0,0 1 0,0-1 0,-1 1 0,1 0 0,-1 0 0,1 0 0,-1 1 0,0-1 0,1 0 0,-2 1 0,4 3 0,-4-3 0,0 0 0,0-1 0,-1 1 0,1 0 0,0 0 0,-1 0 0,0 0 0,0 0 0,0 0 0,0 1 0,0-1 0,0 0 0,-1 0 0,1-1 0,-1 1 0,0 0 0,0 0 0,0 0 0,-1 0 0,1-1 0,-1 1 0,-2 4 0,-63 75 0,58-70 0,-1-1 0,-1 0 0,0-1 0,-23 17 0,21-18 0,1 1 0,0 0 0,0 1 0,-13 17 0,12-12 0,8-10 0,1-1 0,-1 1 0,1-1 0,0 1 0,0 1 0,1-1 0,-1 0 0,2 1 0,-1 0 0,-2 10 0,5-16 0,0 0 0,0 1 0,1-1 0,-1 0 0,0 0 0,1 1 0,-1-1 0,1 0 0,-1 0 0,1 0 0,0 0 0,-1 1 0,1-1 0,0 0 0,0 0 0,0-1 0,0 1 0,0 0 0,0 0 0,0 0 0,0-1 0,0 1 0,0 0 0,1-1 0,-1 1 0,0-1 0,0 1 0,0-1 0,1 0 0,1 1 0,43 4 0,-43-4 0,28 1 0,-1-1 0,0-2 0,0-1 0,0-1 0,0-1 0,0-2 0,55-19 0,-50 12-102,32-14 327,-63 25-360,1-1-1,0 0 1,0 0 0,-1 0 0,0-1-1,0 0 1,0 0 0,0 0-1,-1 0 1,5-7 0,3-9-6691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3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24575,'662'0'-1365,"-632"0"-5461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3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0 24575,'-2'1'0,"0"-1"0,1 1 0,-1 0 0,1 0 0,-1-1 0,1 1 0,-1 0 0,1 0 0,-1 1 0,1-1 0,0 0 0,-1 0 0,1 1 0,0-1 0,0 1 0,0-1 0,-1 2 0,-16 30 0,17-32 0,-5 15 0,1-1 0,0 1 0,1 0 0,1 1 0,1-1 0,0 1 0,1-1 0,2 33 0,-1-27 0,0 1 0,-1-1 0,-2 0 0,-5 27 0,-1-2-43,1-1-1,3 2 1,2-1 0,5 81-1,-1-48-1104,0-50-5678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3.9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0 170 24575,'2'1'0,"-1"-1"0,0 0 0,0 1 0,0-1 0,1 1 0,-1-1 0,0 1 0,0 0 0,0-1 0,0 1 0,0 0 0,0 0 0,0 0 0,0 0 0,-1-1 0,1 1 0,0 0 0,0 1 0,-1-1 0,1 0 0,-1 0 0,1 0 0,-1 0 0,1 0 0,-1 1 0,0-1 0,1 1 0,6 39 0,-6-37 0,5 92 0,-7 123 0,-1-79 0,2 54 0,-2-288 0,5-114 0,1 179 0,1 0 0,2 1 0,10-30 0,-7 28 0,-2 0 0,7-45 0,-12 54 0,0-1 0,2 2 0,1-1 0,0 0 0,1 1 0,18-33 0,-20 43 0,0 1 0,1-1 0,1 1 0,-1 1 0,1-1 0,1 1 0,-1 0 0,1 1 0,1 0 0,-1 0 0,1 1 0,1 0 0,-1 0 0,1 1 0,10-4 0,-17 8 0,0 0 0,-1 0 0,1 0 0,0 1 0,0-1 0,0 1 0,1-1 0,-1 1 0,0 0 0,0 1 0,0-1 0,0 0 0,0 1 0,0 0 0,0-1 0,0 1 0,0 0 0,4 3 0,-5-2 0,1 0 0,-1 0 0,1 0 0,-1 1 0,0-1 0,0 1 0,0 0 0,0 0 0,0 0 0,0-1 0,-1 2 0,0-1 0,0 0 0,1 0 0,-2 0 0,1 0 0,0 5 0,3 24 0,-1 0 0,-2 0 0,-1 1 0,-7 49 0,6-77 5,0-1 1,0 1-1,0-1 0,-1 0 0,1 1 0,-1-1 1,0 0-1,-1 0 0,1-1 0,-1 1 1,1 0-1,-1-1 0,0 1 0,-1-1 0,1 0 1,0 0-1,-1 0 0,0-1 0,1 1 0,-1-1 1,0 0-1,-7 2 0,-1 1-217,-1 0 0,-1-1 0,1-1-1,-1 0 1,1-1 0,-16 1 0,0-2-6614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4.4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24575,'3'0'0,"0"1"0,0-1 0,-1 1 0,1 0 0,-1 0 0,1 0 0,-1 1 0,5 2 0,13 6 0,66 18 0,-53-16 0,0-1 0,0-2 0,1-1 0,0-1 0,48 2 0,-64-9 0,-7 0 0,-1 0 0,0 0 0,0 1 0,0 0 0,17 5 0,-25-6 0,0 1 0,0 0 0,0 0 0,0 0 0,-1 0 0,1 0 0,0 0 0,-1 0 0,1 1 0,-1-1 0,1 1 0,-1-1 0,0 1 0,0-1 0,1 1 0,-1 0 0,0-1 0,0 1 0,-1 0 0,1 0 0,0 0 0,-1 0 0,1 0 0,-1 0 0,1 0 0,-1 0 0,0 0 0,0 0 0,0 0 0,0 0 0,0 0 0,-1 0 0,1 0 0,-2 3 0,-1 4 0,0 0 0,0 0 0,-1-1 0,-1 1 0,1-1 0,-1 0 0,-1-1 0,1 1 0,-1-1 0,-1 0 0,1-1 0,-1 1 0,-9 6 0,3-2 0,1 0 0,-16 22 0,27-33 0,0 1 0,1 0 0,-1 0 0,1-1 0,-1 1 0,1 0 0,-1 0 0,1 0 0,-1-1 0,1 1 0,0 0 0,0 0 0,-1 0 0,1 0 0,0 0 0,0 0 0,0 0 0,0 0 0,0 0 0,0 0 0,0 0 0,0-1 0,1 1 0,-1 0 0,0 0 0,0 0 0,1 0 0,-1 0 0,1 0 0,-1-1 0,1 1 0,-1 0 0,1 0 0,-1-1 0,1 1 0,0 0 0,-1-1 0,1 1 0,0 0 0,0-1 0,-1 1 0,1-1 0,0 1 0,0-1 0,0 0 0,0 1 0,-1-1 0,1 0 0,0 0 0,0 0 0,0 1 0,1-1 0,6 1 0,-1 1 0,0-1 0,1 0 0,-1-1 0,9 0 0,-2-1 19,-1-2-1,0 0 0,1 0 0,-1-1 1,-1-1-1,24-11 0,-19 8-516,1 0 1,23-5-1,-16 7-6328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4.9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0 286 24575,'0'-1'0,"1"0"0,-1 0 0,1-1 0,-1 1 0,1 0 0,-1 0 0,1 0 0,-1 0 0,1 0 0,0 0 0,0 0 0,-1 0 0,1 0 0,0 0 0,0 0 0,0 1 0,0-1 0,0 0 0,0 0 0,0 1 0,1-1 0,-1 1 0,0-1 0,0 1 0,0 0 0,3-1 0,36-6 0,-36 6 0,148-24 0,-123 20 0,44-2 0,-47 5 0,-1 0 0,41-10 0,125-54 0,-161 54 0,-25 10 0,0 0 0,0-1 0,-1 1 0,0-1 0,1 0 0,-1 0 0,0-1 0,-1 1 0,1-1 0,0 0 0,-1 0 0,5-7 0,-7 9 0,-1 1 0,1-1 0,0 1 0,-1-1 0,1 1 0,-1-1 0,1 1 0,-1-1 0,0 1 0,1-1 0,-1 0 0,0 1 0,0-1 0,0 0 0,0 1 0,-1-1 0,1 0 0,0 1 0,-1-1 0,1 1 0,-1-1 0,1 1 0,-1-1 0,0 1 0,0-1 0,0 1 0,1 0 0,-1-1 0,-1 1 0,1 0 0,0 0 0,0 0 0,0 0 0,-1 0 0,1 0 0,0 0 0,-1 0 0,1 0 0,-1 1 0,1-1 0,-1 0 0,-2 0 0,-13-4 0,0 1 0,0 1 0,0 1 0,0 0 0,0 1 0,-1 1 0,-30 3 0,9-1 0,29-2 0,-1 1 0,0 0 0,1 0 0,-1 1 0,1 1 0,0 0 0,-1 0 0,-11 6 0,18-6 0,-1 0 0,0 0 0,1 0 0,-1 0 0,1 1 0,0-1 0,0 1 0,1 0 0,-1 0 0,1 1 0,0-1 0,0 1 0,0 0 0,1 0 0,-1 0 0,1 0 0,-2 9 0,1-3 0,1 1 0,0-1 0,1 0 0,0 1 0,1-1 0,0 1 0,0-1 0,2 0 0,-1 1 0,7 21 0,-6-27 0,0-1 0,0 1 0,1-1 0,-1 0 0,1 0 0,1 0 0,-1 0 0,0 0 0,1-1 0,0 1 0,0-1 0,1 0 0,-1 0 0,1-1 0,0 1 0,0-1 0,0 0 0,0 0 0,0-1 0,1 0 0,-1 0 0,12 3 0,21 0 0,-1-2 0,1-1 0,67-6 0,-13 0 0,151 4-1365,-213 0-5461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15.5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1 24575,'6'0'0,"0"0"0,0 0 0,0 1 0,0 0 0,0 0 0,-1 0 0,1 1 0,0-1 0,7 5 0,-10-5 0,-1 1 0,1 0 0,-1 0 0,0 0 0,0 0 0,0 0 0,0 0 0,0 1 0,0-1 0,-1 0 0,1 1 0,-1 0 0,1-1 0,-1 1 0,0 0 0,0 0 0,0 0 0,-1-1 0,1 1 0,0 5 0,-1-4 0,-1 0 0,1 0 0,0 0 0,-1 0 0,0 0 0,0 0 0,0 0 0,-1 0 0,1 0 0,-1 0 0,0-1 0,0 1 0,0 0 0,0-1 0,-1 0 0,0 0 0,1 1 0,-1-2 0,0 1 0,0 0 0,-1 0 0,1-1 0,-5 3 0,-4 2 0,0 1 0,-1-1 0,0-1 0,0-1 0,-21 7 0,21-8 0,1 0 0,-1 1 0,1 1 0,0 0 0,-11 8 0,19-12 0,0 1 0,0 0 0,0 0 0,1 0 0,-1 0 0,1 1 0,0-1 0,-1 1 0,2 0 0,-1 0 0,0 0 0,1 0 0,0 0 0,0 1 0,0-1 0,0 1 0,0 5 0,1-8 0,1 1 0,1-1 0,-1 0 0,0 1 0,0-1 0,1 1 0,0-1 0,-1 0 0,1 0 0,0 1 0,0-1 0,0 0 0,0 0 0,1 0 0,-1 0 0,0 0 0,1 0 0,0 0 0,-1-1 0,1 1 0,0 0 0,0-1 0,0 0 0,0 1 0,0-1 0,0 0 0,0 0 0,5 1 0,2 2 0,1 0 0,0-2 0,0 1 0,0-1 0,13 1 0,58 1 0,-60-5 0,1 2 0,-1 0 0,1 2 0,-1 0 0,40 13 0,-40-9 0,-2 2 0,1 0 0,-1 1 0,-1 1 0,25 19 0,-41-29 0,0 1 0,-1-1 0,0 1 0,1 0 0,-1-1 0,0 1 0,0 0 0,0 0 0,0 0 0,0 0 0,0 0 0,-1 0 0,1 0 0,-1 0 0,1 0 0,-1 0 0,0 0 0,0 0 0,0 1 0,0-1 0,0 0 0,0 0 0,-1 0 0,1 0 0,-1 0 0,1 0 0,-1 0 0,0 0 0,0 0 0,0 0 0,0 0 0,-2 2 0,-5 8 0,0-1 0,-1 1 0,-20 18 0,14-15 0,3-2 9,-1-2 1,0 0-1,-1 0 0,-1-1 0,1-1 1,-1 0-1,-1-1 0,0-1 0,0 0 0,0-2 1,-1 1-1,-21 2 0,-10 0-380,0-2-1,-1-3 1,-53-2 0,72-2-6455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24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0 24575,'3'2'0,"0"-1"0,-1 1 0,1-1 0,-1 1 0,1 0 0,-1 0 0,0 0 0,1 0 0,-1 0 0,0 0 0,0 1 0,-1-1 0,1 1 0,0-1 0,-1 1 0,2 4 0,6 7 0,-1-3 0,1 0 0,0-1 0,17 15 0,-23-23 0,0 1 0,0-1 0,0 0 0,1 0 0,-1 0 0,0-1 0,1 1 0,0-1 0,-1 0 0,1 0 0,0 0 0,-1 0 0,1-1 0,0 1 0,0-1 0,0 0 0,4-1 0,-7 1 0,-1 1 0,1-1 0,-1 0 0,1 0 0,-1 0 0,1-1 0,-1 1 0,1 0 0,-1 0 0,1 0 0,-1 0 0,1 0 0,-1-1 0,1 1 0,-1 0 0,1 0 0,-1-1 0,1 1 0,-1 0 0,0-1 0,1 1 0,-1 0 0,0-1 0,1 1 0,-1-1 0,0 1 0,1 0 0,-1-1 0,0 1 0,0-1 0,0 1 0,1-1 0,-1 0 0,-10-13 0,-26-9 0,22 18 0,0 1 0,0 1 0,0 0 0,-1 1 0,-21-1 0,29 3 0,1 0 0,0 0 0,0 1 0,0 0 0,0 0 0,0 1 0,-6 2 0,10-3 0,-1 0 0,1 0 0,0 0 0,-1 1 0,1-1 0,0 1 0,0 0 0,0-1 0,0 1 0,0 0 0,1 0 0,-1 0 0,1 0 0,-1 1 0,1-1 0,-2 4 0,2-3 0,0-1 0,0 1 0,0-1 0,1 1 0,0 0 0,-1-1 0,1 1 0,0-1 0,0 1 0,0 0 0,1-1 0,-1 1 0,0-1 0,1 1 0,0-1 0,0 1 0,1 3 0,1-2 0,-1 1 0,1-1 0,0 0 0,0-1 0,0 1 0,1 0 0,-1-1 0,8 6 0,-1-3 0,-1 0 0,1 0 0,0-1 0,0-1 0,0 0 0,1 0 0,18 4 0,-5-4 0,49 1 0,-68-4 0,1-1 0,-1 0 0,1-1 0,-1 1 0,0-1 0,1 0 0,-1 0 0,0-1 0,0 1 0,1-1 0,-1-1 0,-1 1 0,1 0 0,0-1 0,4-4 0,-8 7 4,0-1-1,-1 0 0,1 1 0,-1-1 1,1 1-1,-1-1 0,1 0 1,-1 0-1,1 1 0,-1-1 1,0 0-1,1 0 0,-1 0 0,0 1 1,0-1-1,1 0 0,-1 0 1,0 0-1,0 0 0,0 1 1,0-1-1,0 0 0,0 0 1,0 0-1,-1 0 0,1 0 0,0 1 1,0-1-1,-1-1 0,0 1-115,0-1-1,0 1 0,0-1 1,-1 1-1,1 0 0,0 0 1,-1-1-1,1 1 1,-1 0-1,1 0 0,-1 0 1,-2 0-1,-16-7-6713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1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24575,'1'0'0,"0"0"0,0 1 0,1-1 0,-1 1 0,0-1 0,0 1 0,0-1 0,0 1 0,0 0 0,0 0 0,0-1 0,0 1 0,0 0 0,0 0 0,0 0 0,-1 0 0,1 0 0,0 0 0,0 0 0,-1 0 0,1 1 0,-1-1 0,1 0 0,-1 0 0,0 0 0,1 3 0,6 37 0,-6-37 0,3 50 0,-2-29 0,0-1 0,8 33 0,-2-22 0,-2 1 0,3 68 0,-10 76 0,-1-66 0,0-88 0,0 0 0,-1 0 0,-2-1 0,-1 1 0,-1-1 0,-13 33 0,2-5 0,1-4 0,-42 90 0,57-137 0,1 0 0,0 1 0,0-1 0,0 0 0,0 1 0,0-1 0,0 1 0,1-1 0,-1 1 0,1-1 0,0 1 0,-1-1 0,1 1 0,1-1 0,-1 1 0,0-1 0,1 4 0,0-5 0,0 1 0,0-1 0,0 0 0,0 1 0,0-1 0,0 0 0,1 0 0,-1 1 0,0-1 0,1 0 0,-1 0 0,1-1 0,-1 1 0,1 0 0,-1 0 0,1-1 0,0 1 0,-1-1 0,1 1 0,0-1 0,0 0 0,-1 0 0,1 0 0,0 0 0,-1 0 0,3 0 0,5-1 0,-1-1 0,0 0 0,1 0 0,-1-1 0,0 0 0,0 0 0,-1-1 0,1 0 0,10-8 0,1 1 0,-7 3 0,0-1 0,-1 0 0,0 0 0,0-1 0,-1-1 0,-1 0 0,13-17 0,-13 15 0,1 0 0,0 1 0,1 1 0,0 0 0,1 0 0,13-8 0,-17 13 0,-1 0 0,1 0 0,-1 0 0,0-1 0,-1 0 0,1 0 0,-2-1 0,1 0 0,5-9 0,-9 13 0,1-1 0,-1 0 0,0 0 0,0 0 0,0 0 0,0 0 0,-1 0 0,0-1 0,0 1 0,-1 0 0,1-1 0,-1 1 0,0 0 0,-1-1 0,1 1 0,-1 0 0,-2-8 0,1 9 0,0 1 0,0 0 0,0 0 0,0 0 0,-1 0 0,1 0 0,-1 1 0,0-1 0,0 1 0,0 0 0,0 0 0,0 0 0,0 0 0,0 0 0,-1 1 0,1-1 0,-1 1 0,1 0 0,-1 0 0,0 0 0,1 1 0,-6-1 0,-6-1 0,0 1 0,-1 1 0,1 0 0,-16 2 0,26-1 0,0 0 0,1 0 0,-1 0 0,0 0 0,0 1 0,1-1 0,-1 1 0,1 1 0,-1-1 0,1 1 0,0-1 0,0 1 0,0 0 0,1 1 0,-5 3 0,3-1 0,1 0 0,0 0 0,0 0 0,1 1 0,-1-1 0,1 1 0,1 0 0,-1 0 0,-1 9 0,0 6 0,2 0 0,0-1 0,1 1 0,1 0 0,6 41 0,-6-60 0,1 0 0,-1 0 0,1 0 0,0 0 0,0 0 0,0 0 0,0 0 0,0-1 0,0 1 0,1 0 0,0-1 0,-1 1 0,1-1 0,0 1 0,0-1 0,0 0 0,4 3 0,-5-4 0,1-1 0,-1 1 0,1-1 0,0 1 0,-1-1 0,1 0 0,0 0 0,-1 1 0,1-1 0,0 0 0,-1-1 0,1 1 0,0 0 0,-1 0 0,1-1 0,-1 1 0,1-1 0,0 1 0,-1-1 0,1 0 0,-1 1 0,1-1 0,-1 0 0,0 0 0,1 0 0,-1 0 0,0-1 0,0 1 0,0 0 0,0 0 0,0-1 0,2-2 0,4-5 0,0-2 0,0 1 0,-1-1 0,0 0 0,5-17 0,6-10 0,-17 38 0,1-1 0,-1 0 0,0 0 0,1 0 0,-1 0 0,1 1 0,-1-1 0,1 0 0,0 0 0,-1 1 0,1-1 0,0 0 0,-1 1 0,1-1 0,0 1 0,0-1 0,-1 1 0,1-1 0,0 1 0,0-1 0,0 1 0,0 0 0,0 0 0,0-1 0,-1 1 0,1 0 0,0 0 0,0 0 0,0 0 0,0 0 0,0 0 0,0 0 0,0 0 0,1 1 0,2 1 0,1 0 0,-1 0 0,0 0 0,0 1 0,7 6 0,11 5 0,-8-7 0,1-2 0,1 0 0,-1 0 0,1-1 0,-1-1 0,28 1 0,-11-2 0,1-2 0,40-5 0,-69 4 0,1 1 0,-1-1 0,0-1 0,0 1 0,0-1 0,0 1 0,0-1 0,7-5 0,9-4 0,-20 11 0,1 0 0,-1 0 0,0 0 0,1 0 0,-1 0 0,0-1 0,1 1 0,-1 0 0,0 0 0,1 0 0,-1 0 0,0 0 0,1 0 0,-1 0 0,0 1 0,1-1 0,-1 0 0,0 0 0,1 0 0,-1 0 0,0 0 0,0 0 0,1 1 0,-1-1 0,0 0 0,0 0 0,1 0 0,-1 1 0,0-1 0,0 0 0,1 0 0,-1 1 0,0-1 0,0 0 0,0 1 0,0-1 0,1 0 0,-1 0 0,0 1 0,0-1 0,0 0 0,0 1 0,0-1 0,0 0 0,0 1 0,0-1 0,0 1 0,1 19 0,-1-17 0,-2 65 0,-1-40 0,2-1 0,2 1 0,0 0 0,2-1 0,0 1 0,10 30 0,58 184 0,-65-207 0,-1 0 0,-1 0 0,-2 0 0,-5 58 0,2-27 0,1-56 0,-1-1 0,1 1 0,-2 0 0,1-1 0,-1 1 0,-6 15 0,7-21 0,-1-1 0,0 1 0,0-1 0,0 0 0,0 0 0,0 0 0,0 0 0,-1 0 0,0-1 0,1 1 0,-1-1 0,0 1 0,0-1 0,-1 0 0,1 0 0,0 0 0,-1-1 0,1 1 0,-1-1 0,-4 1 0,-13 2 0,-1-1 0,1-1 0,-1-2 0,1 0 0,-40-5 0,57 5 0,1-1 0,-1 1 0,1-1 0,-1 0 0,1 0 0,0-1 0,-1 1 0,1-1 0,0 0 0,0 1 0,0-1 0,0-1 0,0 1 0,1 0 0,-1-1 0,0 1 0,1-1 0,0 0 0,0 0 0,0 0 0,0 0 0,0 0 0,1 0 0,-1-1 0,1 1 0,0 0 0,0-1 0,-1-4 0,-1-9 0,1 0 0,1 0 0,1 0 0,2-30 0,0 22 0,-1 11 0,0-1 0,2 1 0,0 0 0,0 0 0,2 0 0,-1 0 0,2 1 0,0-1 0,0 2 0,1-1 0,1 1 0,0 0 0,10-11 0,6-4 0,1 2 0,1 1 0,0 1 0,38-23 0,102-80 0,-123 93 0,-2-2 0,-1-2 0,68-81 0,-94 100 0,-1 0 0,-1 0 0,0-1 0,-1-1 0,-2 0 0,14-35 0,-21 137 0,-3-74 0,1 0 0,1-1 0,-1 1 0,1-1 0,1 1 0,-1-1 0,1 1 0,1-1 0,-1 0 0,1 0 0,1 0 0,-1 0 0,1-1 0,0 1 0,0-1 0,1 0 0,0 0 0,0-1 0,0 1 0,1-1 0,0 0 0,0-1 0,0 1 0,1-1 0,-1-1 0,1 1 0,0-1 0,0 0 0,0 0 0,15 2 0,-18-4 0,0 0 0,0 0 0,0-1 0,0 0 0,0 0 0,0 0 0,0 0 0,0 0 0,1-1 0,-1 0 0,0 0 0,-1 0 0,1 0 0,6-4 0,-7 3 0,0 0 0,0 0 0,-1 0 0,1-1 0,-1 1 0,0-1 0,0 1 0,0-1 0,0 0 0,0 0 0,0 0 0,-1 0 0,1 0 0,-1-1 0,0 1 0,0 0 0,0-1 0,0-3 0,2-33 0,-3 34 0,0-1 0,0 1 0,1 0 0,-1 0 0,2 0 0,-1 0 0,0 0 0,1 0 0,5-11 0,-7 17 0,0 0 0,0 0 0,0 0 0,0 0 0,0 0 0,0-1 0,1 1 0,-1 0 0,0 0 0,0 0 0,0 0 0,0 0 0,0 0 0,0 0 0,0 0 0,0 0 0,0 0 0,1-1 0,-1 1 0,0 0 0,0 0 0,0 0 0,0 0 0,0 0 0,0 0 0,1 0 0,-1 0 0,0 0 0,0 0 0,0 0 0,0 0 0,0 0 0,0 0 0,1 0 0,-1 0 0,0 0 0,0 0 0,0 0 0,0 0 0,0 0 0,0 1 0,1-1 0,-1 0 0,0 0 0,0 0 0,0 0 0,0 0 0,0 0 0,0 0 0,0 0 0,0 0 0,0 1 0,1-1 0,3 10 0,0 11 0,0-3 0,-4-43 0,0 10 0,-2-26 0,1-39 0,1 73 0,1 1 0,0-1 0,0 1 0,1-1 0,0 1 0,0-1 0,0 1 0,1 0 0,4-8 0,2 1 0,1 0 0,0 1 0,0 1 0,1 0 0,1 0 0,0 1 0,0 1 0,1 0 0,0 0 0,0 1 0,1 1 0,0 0 0,1 1 0,20-5 0,22 0-1365,-29 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2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0 448 24575,'7'0'0,"0"0"0,1 0 0,-1-1 0,0 0 0,0 0 0,0-1 0,0 1 0,0-2 0,0 1 0,-1-1 0,1 0 0,-1 0 0,0-1 0,0 0 0,0 0 0,0 0 0,-1-1 0,1 0 0,-1 0 0,0 0 0,7-12 0,-1 3 0,-1-2 0,0 0 0,-1 0 0,-1 0 0,-1-1 0,6-19 0,-3 0 0,11-73 0,-19 92 0,1 1 0,1 0 0,1-1 0,6-14 0,-7 29 0,-2 10 0,0 12 0,-1 36 0,-3-1 0,-2 0 0,-13 61 0,11-71 0,2 1 0,2 70 0,-1 25 0,2-137 0,1 0 0,-1 0 0,-1 0 0,1 0 0,0 0 0,-1-1 0,0 1 0,0 0 0,0-1 0,0 1 0,-1-1 0,1 0 0,-1 0 0,0 0 0,0 0 0,0 0 0,0 0 0,-1-1 0,1 0 0,-1 1 0,1-1 0,-1-1 0,0 1 0,-7 2 0,-8 2 0,0-1 0,-1 0 0,-34 2 0,44-6 0,212-3 0,-106 3 0,287-1 0,-364-1 11,-1-1 1,1-1-1,26-7 0,0-1-1421,-19 7-5416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2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24575,'1'-2'0,"-1"1"0,0 0 0,1 0 0,-1 0 0,1 0 0,-1-1 0,1 1 0,0 0 0,-1 0 0,1 0 0,0 0 0,0 0 0,0 0 0,-1 1 0,1-1 0,0 0 0,0 0 0,0 1 0,1-1 0,-1 0 0,0 1 0,0-1 0,0 1 0,0-1 0,0 1 0,3-1 0,36-6 0,-36 7 0,51-5 0,-31 4 0,0-2 0,33-7 0,-21 2 11,-1 2 0,71-3 0,76 10-157,-72 2-1106,-80-3-5574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2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24575,'941'0'-1365,"-911"0"-5461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3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24575,'0'1117'0,"2"-1088"0,1 1 0,10 42 0,-7-36 0,4 39 0,-8 15 0,-3-170-1365,1 49-5461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3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666 1 24575,'21'0'0,"0"1"0,-1 0 0,1 2 0,38 10 0,-54-12 0,1 1 0,0 0 0,-1 0 0,0 0 0,1 1 0,-1 0 0,0 0 0,-1 0 0,1 1 0,0-1 0,-1 1 0,0 0 0,0 1 0,0-1 0,0 1 0,-1-1 0,0 1 0,0 0 0,0 0 0,0 1 0,-1-1 0,2 7 0,-2-4 0,0 0 0,-1 1 0,0-1 0,-1 1 0,1 0 0,-2-1 0,1 1 0,-3 11 0,2-16 0,0-1 0,0 1 0,0 0 0,0-1 0,-1 1 0,1 0 0,-1-1 0,0 0 0,0 1 0,-1-1 0,1 0 0,-1 0 0,1 0 0,-1-1 0,0 1 0,0-1 0,0 1 0,0-1 0,0 0 0,-7 3 0,-6 0 0,0 0 0,-1-1 0,0-1 0,-26 3 0,26-5 0,0 1 0,1 1 0,-1 0 0,1 2 0,-21 7 0,5 3 0,15-6 0,-1 0 0,0-2 0,0 0 0,0-1 0,-1-1 0,0 0 0,-29 2 0,-90 9 0,32-2 0,65-10-682,-70 17-1,87-15-6143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7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24575,'1'3'0,"0"0"0,0 0 0,0 0 0,1 0 0,-1 0 0,1 0 0,-1 0 0,1 0 0,0-1 0,0 1 0,0-1 0,1 1 0,3 2 0,9 13 0,-6-3 0,-1-1 0,-1 1 0,0 0 0,-1 1 0,-1 0 0,0 0 0,-1 0 0,2 20 0,-2 10 0,-2 74 0,0 19 0,1-116 0,10 39 0,-7-40 0,-2 0 0,2 24 0,-5 69 0,1 12 0,-2-125 0,0 1 0,0-1 0,0 1 0,0 0 0,1-1 0,0 1 0,-1-1 0,1 1 0,0-1 0,0 0 0,0 1 0,1-1 0,-1 0 0,0 0 0,1 0 0,0 0 0,-1 0 0,1 0 0,2 2 0,-1-3 0,-1 0 0,0 0 0,0 0 0,0-1 0,0 1 0,0-1 0,1 1 0,-1-1 0,0 0 0,1 0 0,-1 0 0,0 0 0,0 0 0,1-1 0,-1 1 0,0-1 0,3 0 0,7-4 0,-1 0 0,0 0 0,-1-1 0,0 0 0,0-1 0,17-14 0,19-24 0,-1-2 0,-2-2 0,41-63 0,-20 26 0,-58 77 0,0 0 0,-1 1 0,0-2 0,0 1 0,-1-1 0,0 1 0,-1-1 0,0 0 0,-1 0 0,0-1 0,0 1 0,-1 0 0,-1-16 0,0 22 0,0 0 0,0 0 0,-1-1 0,0 1 0,0 0 0,0 0 0,0 0 0,-1 0 0,1 0 0,-1 0 0,0 0 0,-1 0 0,1 1 0,0-1 0,-1 1 0,0-1 0,0 1 0,0 0 0,0 0 0,0 1 0,-1-1 0,1 1 0,-1-1 0,0 1 0,0 0 0,0 0 0,0 1 0,0-1 0,0 1 0,0 0 0,0 0 0,0 0 0,-1 1 0,-5-1 0,5 1 0,0 0 0,-1 0 0,1 0 0,0 1 0,0-1 0,-1 1 0,1 0 0,0 1 0,0 0 0,0-1 0,0 1 0,0 1 0,1-1 0,-1 1 0,-5 4 0,4-2 0,0 1 0,0 0 0,0 0 0,1 0 0,0 1 0,0 0 0,0 0 0,-6 15 0,3-2 0,1 0 0,1 0 0,0 1 0,2 0 0,0 0 0,-1 40 0,5-49 0,0 0 0,0 0 0,1 1 0,1-1 0,0-1 0,4 14 0,-6-22 0,1-1 0,0 0 0,0 0 0,0 0 0,0 0 0,0 0 0,0 0 0,1 0 0,-1 0 0,1-1 0,-1 1 0,1-1 0,0 1 0,-1-1 0,1 1 0,0-1 0,0 0 0,0 0 0,0 0 0,0 0 0,0 0 0,0 0 0,0-1 0,1 1 0,-1-1 0,0 1 0,0-1 0,1 0 0,-1 0 0,0 0 0,0 0 0,1 0 0,-1 0 0,0-1 0,0 1 0,1-1 0,-1 0 0,0 0 0,0 1 0,3-3 0,1 0 0,0 0 0,0 0 0,-1-1 0,1 0 0,-1 0 0,0 0 0,0-1 0,0 0 0,0 0 0,-1 0 0,0 0 0,4-8 0,-1 3 0,0 2 0,0-1 0,12-11 0,0 3 0,-11 9 0,0 0 0,1 1 0,16-11 0,-23 16 0,0 1 0,1 0 0,-1 0 0,1 0 0,-1 0 0,1 0 0,-1 0 0,1 1 0,-1-1 0,1 1 0,-1 0 0,1 0 0,0 0 0,-1 0 0,1 0 0,-1 1 0,1-1 0,0 1 0,-1-1 0,1 1 0,2 1 0,9 6 0,1-2 0,28 9 0,-36-13 0,0-1 0,0 0 0,0-1 0,0 1 0,1-1 0,-1-1 0,0 1 0,13-4 0,-11 2 0,3-1 0,1 0 0,-1 1 0,1 1 0,25-1 0,-34 3 0,0-1 0,-1 1 0,1 0 0,0 0 0,0 0 0,-1 0 0,1 1 0,-1-1 0,1 1 0,-1 0 0,0 0 0,1 0 0,-1 1 0,0-1 0,0 1 0,-1-1 0,1 1 0,-1 0 0,1 0 0,3 7 0,4 11 0,0 0 0,-2 0 0,-1 1 0,0 0 0,-2 0 0,5 35 0,4 17 0,-1-11 0,8 36 0,-14-74 0,-1 1 0,-2 0 0,3 46 0,-9 82 0,0-61 0,4-36 0,0-40 0,-1 0 0,-1 0 0,0 0 0,-2 0 0,0 0 0,0 0 0,-2 0 0,-6 19 0,8-32 0,-1 0 0,0 0 0,0 0 0,0-1 0,-1 1 0,1-1 0,-1 1 0,0-1 0,0-1 0,0 1 0,0 0 0,-1-1 0,1 0 0,-1 0 0,1 0 0,-1-1 0,0 0 0,1 1 0,-1-2 0,0 1 0,0 0 0,-5-1 0,2 1 0,0-1 0,1 0 0,-1 0 0,0-1 0,0 0 0,1 0 0,-1-1 0,0 0 0,1 0 0,-1 0 0,1-1 0,0-1 0,-9-4 0,11 3 0,0 1 0,0-1 0,1 0 0,-1 0 0,1-1 0,0 1 0,0-1 0,1 0 0,0 0 0,-4-11 0,-2-7 0,-7-40 0,-2-2 0,10 42 0,1 1 0,2-1 0,0 0 0,2-1 0,0 1 0,2-36 0,1 46 0,1 1 0,0-1 0,1 1 0,1-1 0,0 1 0,1 0 0,0 0 0,1 0 0,1 1 0,0 0 0,0 0 0,2 0 0,8-11 0,97-130 0,97-57 0,-115 121 0,26-32 0,-120 120 0,-1 1 0,1-1 0,-1 1 0,1-1 0,-1 1 0,1-1 0,-1 1 0,1-1 0,0 1 0,-1 0 0,1 0 0,0-1 0,0 1 0,-1 0 0,1 0 0,0 0 0,-1-1 0,1 1 0,0 0 0,0 0 0,-1 0 0,1 0 0,0 1 0,0-1 0,-1 0 0,1 0 0,0 0 0,0 0 0,-1 1 0,1-1 0,0 0 0,-1 1 0,1-1 0,-1 1 0,1-1 0,0 1 0,-1-1 0,1 1 0,-1-1 0,1 1 0,-1-1 0,1 1 0,-1 0 0,0-1 0,1 1 0,-1 1 0,20 42 0,-13-27 0,8 19 0,-10-21 0,1 0 0,1-1 0,0 0 0,1 0 0,11 14 0,-17-25 0,0-1 0,0 1 0,1-1 0,-1 1 0,1-1 0,-1 0 0,1 0 0,0-1 0,0 1 0,0 0 0,0-1 0,0 0 0,0 0 0,0 0 0,0 0 0,1 0 0,-1-1 0,0 1 0,0-1 0,1 0 0,-1 0 0,0 0 0,1 0 0,-1-1 0,0 1 0,1-1 0,-1 0 0,0 0 0,0 0 0,4-2 0,-3 1 0,0-1 0,0 0 0,0 0 0,-1 0 0,1 0 0,-1-1 0,1 0 0,-1 1 0,0-1 0,-1 0 0,1 0 0,-1-1 0,0 1 0,0 0 0,0-1 0,0 0 0,1-8 0,-2 8 0,1 0 0,0 0 0,0 0 0,0 0 0,0 1 0,1-1 0,-1 0 0,1 1 0,0 0 0,1 0 0,-1 0 0,1 0 0,0 0 0,7-5 0,-10 9 0,0-1 0,0 0 0,0 1 0,0 0 0,1-1 0,-1 1 0,0 0 0,0-1 0,1 1 0,-1 0 0,0 0 0,1 0 0,-1 0 0,0 0 0,0 0 0,1 1 0,-1-1 0,0 0 0,0 1 0,1-1 0,-1 0 0,0 1 0,0 0 0,2 1 0,9 3 0,-11-5 0,-1 0 0,1-1 0,0 1 0,-1 0 0,1 0 0,-1 0 0,1-1 0,0 1 0,-1 0 0,1-1 0,-1 1 0,1 0 0,-1-1 0,1 1 0,-1-1 0,0 1 0,1-1 0,-1 1 0,1-1 0,-1 1 0,0-1 0,0 1 0,1-1 0,-1 0 0,0 1 0,0-1 0,0 1 0,1-1 0,-1 0 0,0 1 0,0-1 0,0 0 0,0 1 0,0-1 0,0 1 0,0-1 0,-1-1 0,2-31 0,-1 29 0,1-15 0,1 1 0,0-1 0,1 1 0,1 0 0,1 0 0,1 0 0,0 1 0,1 0 0,1 0 0,1 1 0,16-24 0,-21 35 0,0 1 0,1-1 0,0 1 0,0 0 0,0 0 0,0 1 0,0 0 0,1 0 0,0 0 0,-1 0 0,1 1 0,0 0 0,0 0 0,1 1 0,-1-1 0,0 1 0,0 1 0,1-1 0,6 1 0,5 0 0,1 1 0,-1 1 0,1 0 0,-1 1 0,24 8 0,-18-2 0,-1 1 0,0 0 0,27 18 0,-28-14 0,1-2 0,1-1 0,24 9 0,-44-19 0,0 0 0,0 0 0,0 0 0,0-1 0,0 1 0,0-1 0,0 0 0,0 0 0,0-1 0,0 1 0,1-1 0,-1 0 0,4-2 0,2-1 0,0 0 0,0-2 0,13-8 0,-10 6 0,-40 22 0,-17 11 0,13-2 0,-34 35 0,57-50 0,1 0 0,0 0 0,1 0 0,-1 1 0,2 0 0,-1 0 0,1 1 0,1-1 0,-6 18 0,9-25 0,0 0 0,1 1 0,-1-1 0,1 0 0,0 0 0,0 0 0,0 1 0,0-1 0,0 0 0,0 0 0,1 1 0,-1-1 0,1 0 0,-1 0 0,1 0 0,0 0 0,0 0 0,0 0 0,0 0 0,0 0 0,0 0 0,1 0 0,-1 0 0,1-1 0,-1 1 0,1-1 0,0 1 0,-1-1 0,1 0 0,0 1 0,0-1 0,0 0 0,0 0 0,0 0 0,0-1 0,0 1 0,0 0 0,1-1 0,2 1 0,10 2 0,1-1 0,0 0 0,-1-1 0,24-2 0,-28 1 0,310-6 0,-311 6-273,0 0 0,0-1 0,0 0 0,12-3 0,0-4-6553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7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24575,'1'-1'0,"-1"-1"0,0 1 0,1 0 0,-1 0 0,1 0 0,-1 0 0,1 0 0,0-1 0,-1 1 0,1 0 0,0 0 0,0 0 0,0 1 0,0-1 0,0 0 0,0 0 0,0 0 0,0 1 0,0-1 0,0 1 0,0-1 0,0 0 0,0 1 0,1 0 0,-1-1 0,2 1 0,38-8 0,-37 8 0,92-7 0,125 8 0,-81 1 0,121-2 0,-253 2 35,-13 2-1038,4-3 606,-12 6-6429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7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24575,'835'0'-1365,"-805"0"-5461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8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42 24575,'1'22'0,"2"0"0,0-1 0,7 26 0,-4-22 0,5 48 0,-8 326 0,-5-205 0,2-168 0,2-1 0,1 1 0,1-1 0,8 26 0,1 30 0,-12-63 0,1 0 0,1 0 0,8 25 0,-11-42 0,0 0 0,0 0 0,0 0 0,0-1 0,1 1 0,-1 0 0,0 0 0,1 0 0,-1-1 0,0 1 0,1 0 0,-1-1 0,1 1 0,-1 0 0,1-1 0,-1 1 0,1-1 0,-1 1 0,1 0 0,0-1 0,-1 0 0,1 1 0,1 0 0,4-16 0,-3-32 0,-3 47 0,1-506 0,-3 236 0,3 251 0,1-1 0,1 1 0,1 0 0,0 0 0,2 1 0,0-1 0,1 1 0,0 0 0,2 1 0,0 0 0,1 0 0,0 1 0,24-27 0,-26 36 0,0-1 0,0 1 0,0 1 0,1 0 0,0 0 0,0 0 0,1 2 0,0-1 0,0 1 0,17-5 0,-21 7 0,-1 1 0,1-1 0,0 1 0,-1 1 0,1-1 0,0 1 0,-1 0 0,1 0 0,0 1 0,0-1 0,-1 1 0,1 1 0,-1-1 0,1 1 0,-1 0 0,0 0 0,1 0 0,-1 1 0,0 0 0,0 0 0,7 6 0,-9-5 0,0 0 0,1 0 0,-1 1 0,-1-1 0,1 1 0,-1 0 0,1-1 0,-1 1 0,-1 0 0,1 1 0,-1-1 0,0 0 0,1 8 0,-1 10 0,-1 42 0,-1-44 0,1-14 0,0-1 0,-1 1 0,0 0 0,0 0 0,0-1 0,-1 1 0,0-1 0,-5 11 0,5-14 0,0 0 0,0 0 0,0 0 0,0-1 0,-1 1 0,1-1 0,-1 1 0,0-1 0,0 0 0,1 0 0,-1 0 0,0-1 0,-1 1 0,1-1 0,0 0 0,0 0 0,-1 0 0,1 0 0,-4 0 0,-64 12 0,-139 8 0,171-19 0,-64 13 0,63-8 0,-57 3 0,-6-10-1365,73 0-5461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8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24575,'0'6'0,"0"8"0,0 7 0,0 6 0,0 5 0,0 2 0,0 2 0,0 0 0,0 0 0,0 1 0,0-2 0,0 1 0,0-7-8191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8:59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69 24575,'0'-2'0,"0"-1"0,0 1 0,1-1 0,-1 1 0,1-1 0,-1 1 0,1 0 0,0-1 0,0 1 0,0-1 0,0 1 0,0 0 0,1 0 0,-1 0 0,1 0 0,-1 0 0,1 0 0,0 0 0,0 0 0,0 1 0,0-1 0,0 1 0,0-1 0,4-1 0,-1 1 0,1-1 0,0 1 0,0 0 0,0 1 0,1 0 0,-1 0 0,0 0 0,11 0 0,-16 1 0,0 0 0,0 0 0,0 0 0,0-1 0,0 1 0,0 0 0,0 1 0,0-1 0,0 0 0,0 0 0,0 0 0,0 0 0,-1 1 0,1-1 0,0 0 0,0 1 0,0-1 0,0 1 0,0-1 0,-1 1 0,1-1 0,0 1 0,0 0 0,-1-1 0,1 1 0,0 0 0,-1 0 0,1-1 0,-1 1 0,1 0 0,-1 0 0,1 0 0,-1 0 0,0 0 0,1 1 0,-1-1 0,-1 1 0,1-1 0,0 1 0,-1-1 0,0 1 0,1-1 0,-1 1 0,0-1 0,1 0 0,-1 1 0,0-1 0,0 0 0,0 0 0,0 0 0,0 0 0,-1 0 0,1 0 0,0 0 0,0 0 0,-1 0 0,-2 1 0,-97 42 0,76-34 0,-1 0 0,1 2 0,-40 25 0,29-15 0,22-14 0,0 0 0,-19 15 0,31-21 0,-1 0 0,1 0 0,0 0 0,0 1 0,-1-1 0,2 1 0,-1-1 0,0 1 0,0 0 0,1-1 0,0 1 0,-1 0 0,1 0 0,0 0 0,0 0 0,1 0 0,-1 0 0,0 4 0,2-5 0,-1-1 0,0 1 0,1 0 0,0 0 0,-1 0 0,1-1 0,0 1 0,0 0 0,0-1 0,0 1 0,0 0 0,0-1 0,1 0 0,-1 1 0,0-1 0,1 0 0,-1 1 0,1-1 0,-1 0 0,1 0 0,0 0 0,-1-1 0,1 1 0,0 0 0,0-1 0,0 1 0,-1-1 0,1 1 0,0-1 0,2 0 0,10 3 0,0-2 0,26 1 0,-33-2 0,281-5 0,-259-1-1365,-7-1-5461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05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24575,'3'4'0,"1"0"0,-1 1 0,0 0 0,-1-1 0,1 1 0,-1 0 0,0 0 0,0 1 0,0-1 0,-1 0 0,2 11 0,2 65 0,-5-61 0,1 2 0,-3 205 0,-3-197 0,0 0 0,-19 54 0,-4 23 0,23-71 0,2-1 0,2 42 0,1-44 0,-1 0 0,-9 58 0,8-81 0,0-1 0,1 1 0,0-1 0,1 14 0,0-22 0,0 0 0,0 1 0,0-1 0,0 0 0,0 0 0,0 1 0,0-1 0,0 0 0,1 0 0,-1 0 0,0 0 0,1 1 0,-1-1 0,1 0 0,0 0 0,-1 0 0,1 0 0,0 0 0,-1 0 0,1 0 0,0-1 0,0 1 0,0 0 0,0 0 0,0 0 0,0-1 0,0 1 0,0-1 0,0 1 0,0-1 0,0 1 0,0-1 0,1 1 0,-1-1 0,0 0 0,0 0 0,0 0 0,1 0 0,-1 0 0,0 0 0,0 0 0,0 0 0,1 0 0,-1 0 0,0-1 0,2 0 0,1 0 0,1-1 0,-1 0 0,0 0 0,0-1 0,-1 1 0,1-1 0,0 0 0,-1 0 0,0 0 0,4-4 0,30-42 0,-11 14 0,56-46 0,-54 56 0,29-34 0,-16 16 0,8-10 0,-17 17 0,-25 28 0,1 0 0,-1 0 0,0-1 0,-1 0 0,0 0 0,9-18 0,-14 26 0,-1 0 0,1 0 0,-1 0 0,0 0 0,1 0 0,-1 0 0,0 0 0,1-1 0,-1 1 0,0 0 0,0 0 0,0 0 0,0 0 0,0 0 0,0 0 0,-1 0 0,1-1 0,0 1 0,0 0 0,-1 0 0,1 0 0,-1 0 0,1 0 0,-1 0 0,1 0 0,-1 0 0,0 0 0,1 1 0,-1-1 0,0 0 0,0 0 0,1 0 0,-1 1 0,0-1 0,0 0 0,0 1 0,-1-1 0,-1 0 0,1 1 0,0-1 0,0 1 0,-1 0 0,1 0 0,0 0 0,-1 0 0,1 0 0,0 1 0,-1-1 0,1 1 0,0-1 0,0 1 0,0 0 0,-1 0 0,1 0 0,-2 1 0,-2 2 0,0 0 0,1 1 0,0-1 0,0 1 0,0 0 0,1 0 0,0 1 0,0-1 0,0 1 0,1 0 0,-1 0 0,1 0 0,1 0 0,-1 1 0,1-1 0,0 1 0,1-1 0,-1 1 0,1 0 0,1 0 0,-1 0 0,1-1 0,0 1 0,1 0 0,0 0 0,0 0 0,2 7 0,-2-12 0,-1 0 0,1 0 0,0 0 0,-1 0 0,1 0 0,0 0 0,0 0 0,1 0 0,-1 0 0,0-1 0,0 1 0,1 0 0,-1-1 0,1 0 0,0 1 0,-1-1 0,1 0 0,0 1 0,0-1 0,0 0 0,0 0 0,0-1 0,0 1 0,0 0 0,0-1 0,0 1 0,0-1 0,0 0 0,0 1 0,0-1 0,0 0 0,1 0 0,-1-1 0,0 1 0,0 0 0,0-1 0,0 1 0,3-2 0,1-1 0,0 0 0,0 0 0,0 0 0,0-1 0,-1 0 0,0 0 0,1 0 0,-2-1 0,1 0 0,0 0 0,3-6 0,8-18 0,-13 22 0,0 0 0,1 0 0,0 0 0,9-12 0,-12 18 0,0 0 0,0 0 0,0 0 0,0 0 0,0 0 0,0 0 0,0 1 0,1-1 0,-1 0 0,0 1 0,0-1 0,1 1 0,-1-1 0,0 1 0,1 0 0,-1-1 0,0 1 0,1 0 0,-1 0 0,1 0 0,-1 0 0,0 0 0,1 0 0,-1 1 0,1-1 0,-1 0 0,0 1 0,1-1 0,-1 1 0,0-1 0,0 1 0,2 1 0,7 4 0,-1 1 0,0 0 0,0 1 0,13 14 0,22 20 0,-36-36 0,1 0 0,-1 0 0,1-1 0,1 0 0,9 4 0,-16-8 0,1 0 0,-1 0 0,0-1 0,0 1 0,1-1 0,-1 0 0,1 1 0,-1-2 0,0 1 0,1 0 0,-1-1 0,0 0 0,1 1 0,-1-1 0,0 0 0,0-1 0,0 1 0,0-1 0,5-2 0,2-2 0,1 0 0,0 1 0,0 0 0,0 1 0,0 0 0,1 1 0,20-4 0,0 4 0,49 1 0,2 0 0,-80 2 0,0 0 0,0-1 0,0 1 0,0-1 0,0 1 0,-1-1 0,1 0 0,0 0 0,0 0 0,-1-1 0,1 1 0,0-1 0,-1 1 0,1-1 0,-1 0 0,0 0 0,0 0 0,0 0 0,0 0 0,0-1 0,2-2 0,-1-2 0,1 0 0,-2 0 0,1-1 0,-1 1 0,0-1 0,1-13 0,10-20 0,-12 40 0,-1 0 0,0 0 0,0 0 0,1 0 0,-1 1 0,0-1 0,1 0 0,-1 0 0,1 1 0,-1-1 0,1 0 0,-1 1 0,1-1 0,-1 1 0,1-1 0,0 0 0,-1 1 0,1-1 0,0 1 0,-1 0 0,1-1 0,0 1 0,0-1 0,0 1 0,-1 0 0,1 0 0,0 0 0,0-1 0,0 1 0,0 0 0,-1 0 0,1 0 0,0 0 0,0 0 0,0 1 0,0-1 0,0 0 0,-1 0 0,1 0 0,0 1 0,0-1 0,0 0 0,-1 1 0,1-1 0,1 1 0,12 14 0,-1 1 0,0 0 0,-1 1 0,-1 0 0,13 26 0,-19-35 0,1 6 0,0 0 0,0 0 0,-2 1 0,0-1 0,4 27 0,-5-23 0,1 0 0,0-1 0,11 28 0,-2-11 0,-2 0 0,-1 1 0,-2 0 0,3 37 0,-2-17 0,-5-36 0,-1 1 0,-1 0 0,0 0 0,-2 0 0,-3 30 0,2-42 0,0-1 0,-1 1 0,0-1 0,-1 1 0,0-1 0,0 0 0,0 0 0,-1 0 0,0 0 0,-1-1 0,1 1 0,-1-1 0,0-1 0,-1 1 0,1 0 0,-1-1 0,-7 4 0,1 1 0,0-2 0,-1 1 0,0-2 0,-1 0 0,1 0 0,-1-1 0,-1-1 0,1 0 0,-1-1 0,0-1 0,0 0 0,-21 1 0,22-4 0,0 1 0,0-2 0,-1 0 0,1-1 0,-17-3 0,27 4 0,0-1 0,0 1 0,1 0 0,-1-1 0,0 0 0,1 0 0,0 0 0,-1 0 0,1-1 0,0 1 0,0-1 0,0 0 0,0 0 0,1 0 0,-1 0 0,1 0 0,0-1 0,0 1 0,0-1 0,0 1 0,1-1 0,-1 0 0,0-5 0,-1-2 0,1 0 0,0 0 0,1-1 0,0-20 0,1 27 0,1-1 0,0 0 0,0 0 0,0 1 0,0-1 0,1 1 0,0-1 0,0 1 0,1 0 0,-1 0 0,5-7 0,67-77 0,158-150 0,-110 119 0,-102 92 0,-18 24 0,0 1 0,-1-1 0,1 1 0,1 0 0,-1 0 0,0 0 0,1 0 0,-1 1 0,1-1 0,0 1 0,0-1 0,5-2 0,-7 5 0,0 0 0,1 0 0,-1 0 0,0 0 0,1 0 0,-1 0 0,0 1 0,0-1 0,0 1 0,1-1 0,-1 0 0,0 1 0,0 0 0,0-1 0,0 1 0,0 0 0,0-1 0,0 1 0,0 0 0,0 0 0,0 0 0,0 0 0,-1 0 0,2 1 0,19 30 0,-19-28 0,7 13 0,-1 0 0,-1 1 0,5 19 0,-7-21 0,0-1 0,1 0 0,0-1 0,2 1 0,10 16 0,-8-19 0,-10-19 0,-3-19 0,5 18 0,0 1 0,1-1 0,-1 1 0,2-1 0,-1 1 0,1 0 0,0 0 0,0 1 0,1-1 0,-1 1 0,1 0 0,1 0 0,6-5 0,-5 4 0,-1 0 0,0 0 0,0 0 0,0 0 0,-1-1 0,0 0 0,-1 0 0,0-1 0,4-10 0,-3 0 0,-2-1 0,0 1 0,0-21 0,-2 29 0,-1 1 0,-1-1 0,0 1 0,0-1 0,-1 1 0,0 0 0,-5-13 0,6 20 0,-1-1 0,0 1 0,0 0 0,-1 0 0,1 0 0,-1 0 0,1 1 0,-1-1 0,0 1 0,0-1 0,0 1 0,0 0 0,0 0 0,-1 1 0,1-1 0,0 1 0,-1-1 0,0 1 0,1 0 0,-1 0 0,0 1 0,1-1 0,-1 1 0,-4 0 0,5 0 0,-1-1 0,0 2 0,1-1 0,-1 0 0,1 1 0,-1-1 0,1 1 0,-1 0 0,1 1 0,-1-1 0,1 0 0,0 1 0,0 0 0,-1 0 0,1 0 0,1 0 0,-1 0 0,0 0 0,0 1 0,1-1 0,0 1 0,-1 0 0,1 0 0,-3 5 0,1 3 0,1 0 0,-1-1 0,2 1 0,0 1 0,0-1 0,1 0 0,1 13 0,6 81 0,-4-95 0,0 1 0,0-1 0,1 0 0,0 0 0,1 0 0,0 0 0,1-1 0,0 0 0,10 14 0,-11-17 0,0-1 0,0 0 0,0 0 0,1-1 0,0 1 0,0-1 0,0 0 0,0-1 0,1 1 0,0-1 0,-1 0 0,1 0 0,0-1 0,1 1 0,-1-2 0,9 3 0,2-2 0,0 0 0,0-1 0,0-1 0,0 0 0,19-4 0,-28 3 0,-1-1 0,0 0 0,0 0 0,0-1 0,0 1 0,0-2 0,0 1 0,-1-1 0,0 0 0,1 0 0,-2-1 0,1 0 0,0 0 0,4-6 0,-3 3 0,-1 0 0,0 0 0,-1-1 0,0 0 0,0 0 0,-1-1 0,0 1 0,-1-1 0,0 0 0,0 0 0,1-10 0,-4 17 0,1-1 0,0 1 0,0 0 0,0 0 0,0 0 0,0 0 0,1 0 0,-1 0 0,1 1 0,0-1 0,3-4 0,-4 6 0,-1 1 0,1 0 0,0-1 0,-1 1 0,1 0 0,-1-1 0,1 1 0,0 0 0,-1 0 0,1-1 0,-1 1 0,1 0 0,0 0 0,-1 0 0,1 0 0,0 0 0,-1 0 0,1 0 0,0 0 0,-1 0 0,1 0 0,1 1 0,-1-1 0,1 1 0,0 0 0,-1 0 0,1 0 0,-1 0 0,0 1 0,1-1 0,-1 0 0,0 1 0,1-1 0,-1 0 0,1 2 0,6 10 0,-1 0 0,9 20 0,-4-8 0,-12-25 0,0 0 0,0 0 0,0 0 0,0 0 0,0 0 0,0 0 0,0 0 0,0 0 0,0 0 0,0 0 0,0 0 0,1 0 0,-1-1 0,0 1 0,0 0 0,0 0 0,0 0 0,0 0 0,0 0 0,0 0 0,0 0 0,0 0 0,0 0 0,0 0 0,0 0 0,0 0 0,0 0 0,0 0 0,0 0 0,1 0 0,-1 0 0,0 0 0,0 0 0,0 0 0,0 0 0,0 0 0,0 0 0,0 0 0,0 0 0,0 0 0,0 0 0,0 0 0,0 0 0,1 0 0,-1 0 0,0 0 0,0 0 0,0 0 0,0 0 0,0 0 0,0 0 0,0 0 0,0 0 0,0 1 0,0-1 0,0 0 0,0 0 0,0 0 0,0 0 0,0 0 0,0 0 0,0 0 0,0 0 0,0 0 0,0 0 0,0 0 0,0 0 0,3-10 0,0-20 0,-3 22 0,1-3 0,0 1 0,1-1 0,0 1 0,1-1 0,0 1 0,1 0 0,5-12 0,-7 18 0,1 0 0,-1 1 0,1-1 0,0 1 0,0-1 0,0 1 0,0 0 0,1 0 0,-1 0 0,1 0 0,0 1 0,-1 0 0,1 0 0,0 0 0,1 0 0,-1 0 0,0 1 0,0 0 0,8-2 0,53-1-1365,-35 4-5461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06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24575,'3'0'0,"0"0"0,0 0 0,0 1 0,0 0 0,0-1 0,0 1 0,-1 0 0,1 0 0,0 1 0,-1-1 0,1 1 0,-1-1 0,1 1 0,-1 0 0,0 0 0,1 0 0,-1 0 0,0 0 0,0 0 0,3 5 0,2 5 0,0 0 0,-1 1 0,6 18 0,4 5 0,-9-21 0,-2 0 0,1 0 0,-2 0 0,0 0 0,-1 1 0,3 28 0,-6 95 0,-1-111 0,13-55 0,2 0 0,23-36 0,-33 56 0,9-10 0,0 1 0,1 0 0,0 0 0,1 1 0,21-15 0,-28 25 0,13-11 0,-21 16 0,0 0 0,1-1 0,-1 1 0,0 0 0,0 0 0,0-1 0,1 1 0,-1 0 0,0 0 0,0-1 0,0 1 0,0 0 0,0 0 0,0-1 0,0 1 0,1 0 0,-1-1 0,0 1 0,0 0 0,0 0 0,0-1 0,0 1 0,0 0 0,0-1 0,-1 1 0,1 0 0,0 0 0,0-1 0,0 1 0,0 0 0,0-1 0,0 1 0,0 0 0,-1 0 0,1-1 0,0 1 0,0 0 0,0 0 0,-1 0 0,1-1 0,0 1 0,0 0 0,0 0 0,-1 0 0,1 0 0,0-1 0,-1 1 0,1 0 0,0 0 0,0 0 0,-1 0 0,1 0 0,0 0 0,-1 0 0,1 0 0,0 0 0,0 0 0,-1 0 0,1 0 0,0 0 0,-1 0 0,1 0 0,0 0 0,0 0 0,-1 0 0,1 1 0,-6-2 0,0 1 0,0 1 0,0-1 0,0 1 0,1 0 0,-1 0 0,-9 4 0,13-5 0,-1 1 0,0 0 0,0 0 0,1 0 0,-1 1 0,1-1 0,-1 1 0,1-1 0,0 1 0,0 0 0,0 0 0,0 0 0,0 0 0,0 0 0,0 0 0,0 1 0,-1 3 0,3-5 0,0 0 0,0 1 0,0-1 0,0 0 0,1 0 0,-1 1 0,1-1 0,-1 0 0,1 0 0,-1 0 0,1 0 0,-1 0 0,1 0 0,0 0 0,0 0 0,0 0 0,-1 0 0,1 0 0,0 0 0,0 0 0,0 0 0,0-1 0,1 1 0,-1-1 0,0 1 0,2 0 0,32 16 0,-19-11 0,1-1 0,-1-1 0,1 0 0,0-2 0,27 2 0,92-6 0,-61 0 0,-33 3-93,38 0 304,-75-1-334,0-1-1,0 0 1,0 0-1,0 0 0,1 0 1,-2-1-1,1 0 0,0 0 1,0 0-1,0 0 1,6-5-1,4-8-6702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06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24575,'6'0'0,"8"0"0,8 0 0,5 0 0,5 0 0,2 0 0,-4-6 0,-2-2 0,1 0 0,1 2 0,1 2 0,2 2 0,1 0 0,0 2 0,-5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06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24575,'6'0'0,"7"0"0,9 0 0,5 0 0,4 0 0,3 0 0,2 0 0,1 0 0,-1 0 0,0 0 0,-1 0 0,1 0 0,-1 0 0,0 0 0,0 0 0,0 0 0,-7 0-8191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08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0 141 24575,'2'0'0,"-1"1"0,1-1 0,0 1 0,-1 0 0,1 0 0,-1 0 0,1 0 0,-1 0 0,0 0 0,1 0 0,-1 1 0,0-1 0,0 0 0,0 1 0,0-1 0,0 1 0,1 1 0,17 30 0,-18-31 0,20 38 0,29 64 0,-45-89 0,0 0 0,-1-1 0,0 2 0,-1-1 0,1 24 0,3 32 0,22 100 0,-3-29 0,-19-32 0,-7-87 0,1 1 0,1 0 0,1 0 0,2-1 0,0 1 0,11 31 0,-7-32 0,-2 0 0,0 1 0,-2 0 0,5 47 0,-10-137 0,1 36 0,-2-1 0,-1 1 0,-1 0 0,-8-34 0,4 30 0,2 0 0,1 1 0,1-62 0,-1-3 0,-1 59 0,-1-1 0,-16-48 0,12 52 0,1 0 0,-6-71 0,14 85 0,-2-29 0,5-63 0,-1 100 0,1 0 0,0 0 0,1 1 0,0-1 0,1 1 0,1 0 0,0 0 0,1 0 0,11-18 0,-12 25 0,0 0 0,1 0 0,-1 1 0,1 0 0,1 0 0,-1 1 0,0-1 0,1 1 0,0 1 0,0-1 0,0 1 0,1 1 0,-1-1 0,10-1 0,7-1 0,0 1 0,1 0 0,28 1 0,-46 3 0,1 1 0,0-1 0,0 1 0,0 1 0,-1 0 0,1 0 0,0 0 0,-1 1 0,0 0 0,0 0 0,0 1 0,0 0 0,0 0 0,-1 0 0,0 1 0,1 0 0,-2 1 0,1-1 0,-1 1 0,0 0 0,0 0 0,0 1 0,-1-1 0,0 1 0,4 12 0,0-1 0,-1 0 0,-1 1 0,0 0 0,-2 0 0,4 37 0,-7-50 0,-1 1 0,0-1 0,-1 1 0,1-1 0,-1 1 0,0-1 0,-1 1 0,1-1 0,-2 0 0,1 0 0,0 0 0,-1 0 0,0 0 0,-1 0 0,1-1 0,-1 1 0,0-1 0,0 0 0,-1 0 0,1-1 0,-8 6 0,3-5 0,0 0 0,0-1 0,-1 0 0,1-1 0,-1 0 0,0-1 0,0 1 0,0-2 0,-17 1 0,-30 7 0,32-3 0,2-1 0,1 1 0,0 1 0,-35 15 0,53-18-1365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10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1 133 24575,'0'-1'0,"0"0"0,1 0 0,-1 0 0,0-1 0,1 1 0,-1 0 0,0 0 0,1 0 0,0 0 0,-1 0 0,1 0 0,0 1 0,-1-1 0,1 0 0,0 0 0,0 0 0,0 1 0,-1-1 0,1 0 0,0 1 0,0-1 0,0 0 0,0 1 0,0 0 0,1-1 0,0 0 0,35-7 0,-25 5 0,26-5 0,3-2 0,-1 2 0,51-3 0,-57 8 0,49-11 0,-51 7 0,63-4 0,75 13 0,78-4 0,-234 0-32,0-1-1,21-6 0,-15 3-1234,3 0-5559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10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1 24575,'-4'6'0,"0"0"0,0 0 0,1 1 0,0 0 0,0 0 0,0 0 0,1 0 0,0 0 0,0 1 0,1-1 0,-1 13 0,-5 19 0,-6 11 0,-2 6 0,2 2 0,-10 98 0,20-128 0,-1 0 0,-1-1 0,-2 0 0,-13 38 0,5-18 0,-8 71-1365,15-97-5461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11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38 323 24575,'24'0'0,"0"-2"0,0 0 0,0-1 0,0-2 0,34-10 0,-46 11 0,0-1 0,-1 1 0,0-2 0,0 0 0,-1 0 0,0-1 0,0 0 0,0-1 0,-1 0 0,0 0 0,0-1 0,13-18 0,-19 22 0,1-1 0,-1-1 0,0 1 0,0 0 0,-1-1 0,0 1 0,0-1 0,0 0 0,-1 0 0,0 0 0,0 0 0,-1 0 0,0 0 0,-1-9 0,1 13 0,-1-1 0,0 0 0,0 1 0,0-1 0,0 1 0,0-1 0,-1 1 0,1 0 0,-1 0 0,0-1 0,0 1 0,0 0 0,-1 1 0,1-1 0,-1 0 0,1 1 0,-1-1 0,0 1 0,0 0 0,0 0 0,0 0 0,-1 0 0,1 1 0,0-1 0,-1 1 0,1 0 0,-8-2 0,-4 0 0,-1 1 0,1 0 0,-1 1 0,0 1 0,1 1 0,-1 0 0,-26 5 0,34-4 0,0 0 0,1 0 0,-1 1 0,1 0 0,0 1 0,-1-1 0,1 1 0,1 1 0,-1-1 0,1 1 0,0 0 0,0 1 0,0-1 0,0 1 0,1 0 0,-7 12 0,5-5 0,0 0 0,1 1 0,1-1 0,0 1 0,1 0 0,1 1 0,-4 27 0,4 2 0,4 58 0,0-49 0,-1-46 0,0 1 0,0-1 0,0 0 0,1 0 0,0 0 0,1 0 0,0 0 0,0 0 0,0 0 0,1 0 0,0 0 0,0-1 0,0 0 0,1 0 0,0 0 0,1 0 0,-1 0 0,1-1 0,0 0 0,0 0 0,1 0 0,7 5 0,-11-9 0,21 17 0,1-2 0,1-1 0,0-1 0,51 20 0,72 3 0,-76-22 0,-25-6-1365,-36-6-5461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12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1596 0 24575,'1'0'0,"0"0"0,0 1 0,0-1 0,0 0 0,0 1 0,0-1 0,0 1 0,0-1 0,0 1 0,0-1 0,0 1 0,0 0 0,0 0 0,-1-1 0,1 1 0,0 0 0,0 0 0,-1 0 0,1 0 0,0 0 0,-1 0 0,1 0 0,-1 0 0,0 0 0,1 0 0,-1 1 0,9 35 0,-7-24 0,7 19 0,18 47 0,7 22 0,-26-77-87,0-1 1,1-1-1,16 28 0,-15-31 7,0 1 0,-2 0 0,0 0 0,7 31 0,26 99 80,-21-85 0,-13-34 107,-2 1 0,-1 0-1,-1 0 1,-2 0 0,-1 0 0,-6 41-1,4-62-106,0 0 0,-1 0 0,0 0 0,-1-1 0,0 1 0,-1-1 0,0 0 0,0 0 0,-14 18 0,-5 2 0,-43 42 0,37-41 0,8-10-24,-1-2-1,-1-1 1,-49 29-1,39-26-364,1-2 341,-42 17 0,24-13 46,29-14 2,-1-1 0,0-1 0,-38 7 0,1 0 0,-183 32 0,175-31-298,46-10 95,-39 6 0,-291-7-305,192-6 355,141 1 268,0-2 0,0 0 0,0-1 0,0-1 0,-34-13 1,25 8-699,-37-8 1,35 13-5185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12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1 24575,'-6'0'0,"-1"0"0,0 1 0,0-1 0,0 2 0,0-1 0,1 1 0,-1 0 0,1 0 0,-1 0 0,1 1 0,0 0 0,0 1 0,0-1 0,1 1 0,-1 0 0,1 1 0,0-1 0,0 1 0,0 0 0,1 0 0,-5 7 0,-28 35 0,-41 66 0,68-92 0,1 0 0,1 1 0,1 0 0,-8 45 0,12-51 0,2-15 0,-36 199 0,32-163 0,2 0 0,1 0 0,5 55 0,2-65 0,11 43 0,-4-25 0,-7-28 0,1 0 0,1 0 0,0-1 0,1 0 0,13 18 0,-10-15 0,0 0 0,14 37 0,-22-49-108,1-1-1,-1 1 0,1 0 0,0-1 1,1 0-1,-1 0 0,8 7 0,-8-9-386,10 11-6331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1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24575,'1'0'0,"0"1"0,0-1 0,0 0 0,1 1 0,-1-1 0,0 1 0,0 0 0,0-1 0,0 1 0,0 0 0,0 0 0,0-1 0,0 1 0,0 0 0,0 0 0,-1 0 0,1 0 0,0 0 0,-1 0 0,1 1 0,0-1 0,-1 0 0,0 0 0,1 0 0,-1 1 0,1 1 0,6 38 0,-6-37 0,34 175 0,-22-127 0,-3 0 0,6 71 0,-19-116 0,-4-16 0,-5-16 0,7 7 0,1-1 0,1 0 0,0 0 0,1 0 0,2-26 0,0 35 0,1 1 0,0-1 0,0 1 0,1-1 0,0 1 0,1 0 0,0 0 0,1 0 0,0 0 0,0 0 0,1 1 0,8-13 0,-2 11 0,1 1 0,0 0 0,0 1 0,0 0 0,1 0 0,0 2 0,1 0 0,0 0 0,22-5 0,-31 12 0,-13 7 0,-12 7 0,6-6 0,1 0 0,0 0 0,-20 20 0,28-24 0,-1 1 0,2-1 0,-1 1 0,1 0 0,0 0 0,0 1 0,0-1 0,1 1 0,0 0 0,-2 10 0,4-15 0,0 0 0,1 1 0,0-1 0,-1 0 0,1 1 0,0-1 0,0 1 0,1-1 0,-1 0 0,0 1 0,1-1 0,-1 0 0,1 1 0,0-1 0,0 0 0,0 0 0,0 1 0,0-1 0,2 3 0,0-2 0,0 0 0,0 0 0,1 0 0,-1-1 0,0 1 0,1-1 0,0 0 0,-1 0 0,1 0 0,5 2 0,6 0 0,0 0 0,0 0 0,0-2 0,0 0 0,16 0 0,114-3-1365,-115 0-5461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27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0 24575,'0'350'0,"0"-348"0,-5 52 0,5-53 0,0 1 0,0 0 0,0-1 0,-1 1 0,1-1 0,-1 1 0,1-1 0,-1 1 0,1-1 0,-1 1 0,0-1 0,0 0 0,0 1 0,0-1 0,0 0 0,0 1 0,0-1 0,0 0 0,-1 0 0,1 0 0,0 0 0,-1 0 0,1-1 0,0 1 0,-1 0 0,1-1 0,-1 1 0,1-1 0,-3 1 0,3-1 4,-1 0-1,1-1 1,0 1-1,-1-1 1,1 0-1,0 1 1,-1-1-1,1 0 1,0 0-1,0 1 0,0-1 1,0 0-1,0 0 1,0 0-1,0-1 1,0 1-1,0 0 1,0 0-1,1 0 1,-1-1-1,0 1 1,1 0-1,-1-1 1,1 1-1,0 0 1,-1-1-1,1-2 1,-8-44-1049,8 45 627,-3-28-6408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27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 24575,'1'0'0,"0"0"0,0 0 0,0 1 0,1-1 0,-1 1 0,0-1 0,0 1 0,0 0 0,0-1 0,0 1 0,0 0 0,0 0 0,0 0 0,0 0 0,0-1 0,-1 1 0,1 0 0,0 1 0,-1-1 0,1 0 0,0 0 0,-1 0 0,0 0 0,1 0 0,-1 1 0,1 1 0,6 37 0,-6-36 0,0 7 0,0 1 0,0-1 0,-1 1 0,0-1 0,-1 1 0,-5 21 0,5-29 0,0 0 0,-1 1 0,0-1 0,0 0 0,0 0 0,0 0 0,-1-1 0,1 1 0,-1 0 0,0-1 0,0 0 0,-1 0 0,1 0 0,0 0 0,-1 0 0,0-1 0,0 1 0,0-1 0,0 0 0,-6 2 0,-174 55 0,155-53-1365,3-1-5461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28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24575,'0'158'0,"0"-168"0,1-1 0,-1 0 0,2 1 0,0-1 0,0 1 0,0-1 0,2 1 0,-1 0 0,1 0 0,7-12 0,-7 17 0,-1 0 0,1 0 0,0 0 0,0 0 0,0 1 0,1-1 0,0 1 0,-1 1 0,2-1 0,-1 1 0,0-1 0,1 1 0,-1 1 0,1-1 0,0 1 0,0 0 0,0 1 0,0-1 0,8 0 0,34-2 0,-1 2 0,0 3 0,56 7 0,-100-8 0,1 1 0,-1 0 0,1 0 0,-1 0 0,0 0 0,1 0 0,-1 1 0,0 0 0,0-1 0,0 1 0,0 0 0,0 1 0,-1-1 0,1 0 0,-1 1 0,1-1 0,-1 1 0,0 0 0,0 0 0,0 0 0,0 0 0,-1 0 0,3 6 0,-3-7 0,0 1 0,-1-1 0,1 1 0,-1-1 0,0 1 0,0-1 0,0 1 0,0-1 0,0 0 0,0 1 0,-1-1 0,1 1 0,-1-1 0,1 1 0,-1-1 0,0 0 0,0 1 0,0-1 0,0 0 0,-1 0 0,1 0 0,-1 0 0,1 0 0,-1 0 0,0 0 0,1-1 0,-1 1 0,0-1 0,0 1 0,0-1 0,0 1 0,-1-1 0,1 0 0,-2 1 0,-40 15-21,-74 19 1,59-20-1304,35-10-5502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29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24575,'0'16'0,"1"-1"0,0 1 0,0-1 0,2 1 0,6 21 0,-8-34 0,0 0 0,0 0 0,0 0 0,0 0 0,0 0 0,1-1 0,-1 1 0,1 0 0,0-1 0,0 1 0,0-1 0,0 0 0,0 0 0,1 0 0,-1 0 0,1 0 0,-1 0 0,1-1 0,0 1 0,-1-1 0,1 0 0,0 1 0,0-1 0,0-1 0,0 1 0,0 0 0,0-1 0,0 0 0,0 1 0,1-1 0,-1 0 0,0-1 0,0 1 0,5-2 0,-5 2 0,0-1 0,0 0 0,0 0 0,1 0 0,-1 0 0,0-1 0,-1 1 0,1-1 0,0 0 0,0 0 0,-1 0 0,1 0 0,-1 0 0,0-1 0,0 1 0,1-1 0,-1 1 0,-1-1 0,1 0 0,0 0 0,-1 0 0,0 0 0,1 0 0,-1 0 0,0 0 0,-1 0 0,2-5 0,-2 3 0,1 1 0,-1 0 0,0 0 0,0 0 0,-1-1 0,1 1 0,-1 0 0,0 0 0,0 0 0,0 0 0,-1 0 0,0 0 0,1 0 0,-1 0 0,-1 0 0,1 1 0,0-1 0,-1 1 0,0 0 0,-5-6 0,4 5-85,-1 0 0,1 0-1,-1 1 1,0-1 0,1 1-1,-2 0 1,1 1 0,0-1-1,0 1 1,-1 0 0,1 0-1,-1 1 1,0-1 0,0 1-1,-10 0 1,-3 4-6741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0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24575,'0'614'0,"0"-987"0,1 358 0,1 0 0,0 1 0,0-1 0,1 1 0,1 0 0,1 0 0,0 0 0,1 1 0,12-22 0,-14 27 0,1 0 0,0 1 0,0-1 0,1 1 0,0 0 0,0 0 0,1 1 0,0 0 0,0 0 0,1 0 0,-1 1 0,1 0 0,0 1 0,1 0 0,-1 0 0,12-3 0,-18 6 0,0 1 0,1-1 0,-1 1 0,0 0 0,0 0 0,0 0 0,1 0 0,-1 0 0,0 1 0,0-1 0,0 1 0,0-1 0,0 1 0,0 0 0,0 0 0,0 0 0,0 0 0,0 0 0,0 0 0,0 0 0,0 1 0,1 1 0,-2-2 0,0 0 0,0 0 0,-1 1 0,1-1 0,0 0 0,-1 1 0,1-1 0,-1 1 0,1-1 0,-1 0 0,1 1 0,-1-1 0,0 1 0,0-1 0,0 1 0,0-1 0,0 1 0,0 0 0,0-1 0,-1 1 0,1-1 0,-1 0 0,1 1 0,-1-1 0,1 1 0,-1-1 0,0 0 0,1 1 0,-1-1 0,0 0 0,0 0 0,-2 2 0,-3 4 0,0-1 0,-1 1 0,0-1 0,0-1 0,0 0 0,-1 0 0,0 0 0,0-1 0,0 0 0,0 0 0,-17 4 0,17-8 0,7-3 0,13-7 0,9 4-1365,1 1-5461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0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24575,'0'6'0,"6"2"0,2 5 0,-1 7 0,-1 5 0,4-1 0,1 1 0,-3 3 0,-1 2 0,3-4 0,0-1 0,-1 2 0,-3 2 0,4-5 0,1-5-8191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1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3 24575,'2'89'0,"-5"99"0,0-163 0,-10 35 0,7-37 0,2 0 0,-3 24 0,6 136 0,1-126 0,-5-26 0,-2-25 0,-2-19 0,-2-14 0,2-1 0,1-1 0,1 0 0,1 0 0,2 0 0,0 0 0,2-38 0,4-249 0,-2 307 0,0-1 0,1 1 0,0 0 0,0-1 0,1 1 0,6-17 0,-7 22 0,1 1 0,0 0 0,-1-1 0,1 1 0,1 0 0,-1 0 0,0 0 0,1 1 0,-1-1 0,1 1 0,0-1 0,0 1 0,0 0 0,0 0 0,0 0 0,0 0 0,1 1 0,-1-1 0,1 1 0,5-2 0,-2 2 0,1 0 0,-1 0 0,1 0 0,0 1 0,-1 0 0,1 1 0,0 0 0,-1 0 0,1 0 0,-1 1 0,0 0 0,1 1 0,-1 0 0,0 0 0,0 0 0,-1 1 0,1 0 0,-1 0 0,0 0 0,0 1 0,0 0 0,0 0 0,-1 1 0,0 0 0,0 0 0,-1 0 0,5 7 0,-8-11 0,0 0 0,0 0 0,0 0 0,0 0 0,0 1 0,0-1 0,0 0 0,-1 1 0,0-1 0,1 0 0,-1 1 0,0-1 0,0 0 0,0 1 0,0-1 0,0 0 0,-1 1 0,1-1 0,-1 0 0,0 1 0,1-1 0,-1 0 0,0 0 0,0 0 0,0 0 0,-1 0 0,1 0 0,0 0 0,-1 0 0,1 0 0,-1-1 0,-3 3 0,-5 3 0,0 0 0,0-1 0,0 0 0,-1-1 0,-16 5 0,-4 3 0,15-6-341,-1-1 0,0 0-1,-31 5 1,36-8-6485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2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24575,'-1'8'0,"0"-1"0,0 0 0,-1 1 0,0-1 0,-1 0 0,0 0 0,0 0 0,0-1 0,-1 1 0,0-1 0,-6 8 0,-6 12 0,9-16 0,-1 0 0,-1 0 0,0-1 0,0 0 0,0 0 0,-21 13 0,0 1 0,30-22 0,-1-1 0,0 1 0,0-1 0,1 1 0,-1-1 0,0 1 0,1 0 0,-1-1 0,1 1 0,-1 0 0,1-1 0,-1 1 0,1 0 0,0 0 0,-1-1 0,1 1 0,0 0 0,-1 0 0,1 0 0,0 0 0,0 0 0,0 0 0,0 0 0,1-1 0,-1 1 0,0-1 0,1 1 0,-1-1 0,1 1 0,-1-1 0,1 0 0,-1 1 0,1-1 0,-1 0 0,1 1 0,-1-1 0,1 0 0,-1 1 0,1-1 0,0 0 0,-1 0 0,1 0 0,-1 0 0,2 1 0,42 2 0,-37-3 0,26 0 0,149-4 0,-152-2-1365,-7-1-5461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2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24575,'0'454'0,"-2"-428"0,-1 1 0,-1-1 0,-10 35 0,5-25 0,1-10 120,7-25-160,1-1 0,0 1 0,0-1-1,0 1 1,0 0 0,0-1 0,-1 1 0,1-1 0,0 1 0,-1 0 0,1-1-1,0 1 1,-1-1 0,1 1 0,-1-1 0,1 0 0,-1 1 0,1-1-1,-1 1 1,1-1 0,-1 0 0,1 1 0,-1-1 0,1 0 0,-1 0-1,1 1 1,-1-1 0,0 0 0,1 0 0,-1 0 0,0 0 0,1 0 0,-1 0-1,1 0 1,-1 0 0,-1 0 0,-4-7-6786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3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24575,'0'-6'0,"6"-2"0,8 0 0,7 2 0,7 1 0,-3 9 0,-4 8 0,0 3 0,-4 5 0,-5 4 0,-10-1 0,-6 1 0,-8-4 0,-2 1 0,-4-3 0,-6 1 0,2-2-8191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4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24575,'37'-1'0,"-17"0"0,0 1 0,0 0 0,0 2 0,0 0 0,34 9 0,-52-10 0,-1-1 0,1 1 0,0 0 0,0-1 0,-1 1 0,1 0 0,0 0 0,-1 0 0,1 0 0,-1 0 0,0 1 0,1-1 0,-1 0 0,0 1 0,3 2 0,-4-3 0,0 0 0,1 0 0,-1 0 0,0 1 0,0-1 0,1 0 0,-1 0 0,0 0 0,0 0 0,0 0 0,0 0 0,-1 1 0,1-1 0,0 0 0,0 0 0,-1 0 0,1 0 0,0 0 0,-2 2 0,0 0 0,0 1 0,-1-1 0,0 1 0,1-1 0,-1 0 0,0 0 0,-1 0 0,1-1 0,0 1 0,-1-1 0,-6 3 0,7-3 0,-1 0 0,1 0 0,-1 0 0,1 0 0,0 0 0,-1 1 0,1 0 0,1-1 0,-5 6 0,6-7 0,1 0 0,-1 0 0,1 0 0,-1 0 0,1 0 0,0 1 0,0-1 0,-1 0 0,1 0 0,0 0 0,0 1 0,0-1 0,0 0 0,0 0 0,1 0 0,-1 0 0,0 1 0,0-1 0,1 0 0,-1 0 0,1 0 0,-1 0 0,1 0 0,-1 0 0,1 0 0,0 0 0,-1 0 0,1 0 0,0 0 0,0 0 0,0-1 0,0 1 0,0 0 0,0-1 0,0 1 0,1 0 0,9 6 0,0 0 0,1 0 0,0-2 0,0 1 0,23 6 0,-25-10 0,-1 1 0,0 0 0,0 1 0,0-1 0,0 2 0,0 0 0,-1 0 0,0 0 0,0 1 0,0 0 0,10 12 0,-16-17 0,-1 0 0,0 0 0,0 0 0,0 1 0,-1-1 0,1 0 0,0 1 0,0-1 0,-1 1 0,1-1 0,-1 1 0,1-1 0,-1 1 0,0 0 0,0-1 0,1 1 0,-1-1 0,0 1 0,0-1 0,-1 1 0,1 0 0,0-1 0,0 1 0,-2 2 0,1-2 0,-1 0 0,1 0 0,-1 0 0,1 0 0,-1 0 0,0-1 0,0 1 0,0-1 0,0 1 0,0-1 0,0 0 0,-1 0 0,1 0 0,-3 1 0,-7 2 0,0 0 0,-1-1 0,1-1 0,-24 2 0,-35-3-1365,39-2-5461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7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24575,'2717'0'-2770,"-1361"0"5540,-1334 1-2770,0 1 0,0 2 0,24 6 0,-20-4 0,45 5 0,319-8 0,-201-6 0,623 3 0,-803 1 0,-5-1 0,1 0 0,-1 1 0,1-1 0,-1-1 0,1 1 0,-1-1 0,0 1 0,1-1 0,-1-1 0,0 1 0,0 0 0,0-1 0,8-4 0,-11-1-1365,-8 0-5461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37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1 177 24575,'34'0'0,"0"-1"0,0-2 0,34-7 0,-13 1-615,1 1-1,57 1 0,114 8-246,-80 2-67,-65-4 929,102-12 0,-19-2-1467,249 10-1,-40 3 854,-219-14 621,29-2 2,-81 17-9,189-11 0,-80-5 519,240 11 1,-254 8-359,-162-4 241,-1-1 0,41-10 0,-33 5 289,42-1-1,389 6 998,-246 5-1296,15-2-453,-213 0-6765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09:47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1524 24575,'-1'-27'0,"-1"0"0,-1 1 0,-11-44 0,2 7 0,8 36 0,-10-34 0,8 37 0,1-1 0,2 1 0,-2-30 0,3 27 0,-1 0 0,-8-36 0,3 30 0,2-1 0,1-1 0,0-37 0,7-106 0,0 63 0,-2-233 0,2 321 0,2 0 0,0 0 0,2 1 0,9-30 0,-10 108 0,-6 724 0,-1-754 0,0 0 0,-1 0 0,-7 25 0,4-22 0,-5 47 0,10-30 0,0-28 0,1-36 0,1-470 0,1 462 0,1 0 0,9-42 0,-5 37 0,3-41 0,-9-118 0,0 889 0,-2-322 0,1-363 0,1 0 0,0 1 0,0-1 0,1 0 0,1 0 0,0 0 0,5 12 0,4 3 0,21 33 0,-21-38 0,-7-11 0,-1 1 0,1-1 0,2 13 0,0-2 0,-4-18-22,-2-9 74,-1-11-1447,0-3-5431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0:27.1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0 226 24575,'101'2'0,"112"-5"0,-206 3 0,-1-1 0,0 0 0,1 0 0,-1 0 0,0-1 0,1 0 0,-1-1 0,0 1 0,-1-1 0,1 0 0,0-1 0,-1 1 0,0-1 0,0 0 0,0 0 0,0-1 0,0 0 0,-1 0 0,0 0 0,0 0 0,-1 0 0,1-1 0,-1 1 0,0-1 0,-1 0 0,1 0 0,-1 0 0,0-1 0,-1 1 0,1 0 0,-1-1 0,-1 1 0,1-1 0,-1 1 0,0-1 0,-2-8 0,2 12 0,0-1 0,-1 1 0,0 0 0,1 0 0,-1-1 0,-1 1 0,1 0 0,0 0 0,-1 0 0,1 0 0,-1 0 0,0 0 0,-4-4 0,5 6 0,1 1 0,-1-1 0,0 0 0,1 1 0,-1-1 0,0 1 0,0-1 0,0 1 0,0 0 0,1-1 0,-1 1 0,0 0 0,0 0 0,0-1 0,0 1 0,0 0 0,0 0 0,0 0 0,0 0 0,-1 0 0,1 1 0,-1 0 0,1-1 0,-1 1 0,1 0 0,-1 0 0,1 0 0,0 0 0,-1 0 0,1 0 0,0 0 0,0 0 0,0 0 0,0 1 0,0-1 0,-1 3 0,-6 8 0,1 1 0,1 0 0,1 0 0,-1 1 0,2-1 0,0 1 0,-3 22 0,5-26 0,1 1 0,0 0 0,1 0 0,0 0 0,1 0 0,0-1 0,1 1 0,0 0 0,0-1 0,8 18 0,-9-25 0,1 1 0,1-1 0,-1 1 0,1-1 0,-1 0 0,1 0 0,0 0 0,0 0 0,0 0 0,0-1 0,1 0 0,-1 1 0,1-1 0,-1 0 0,1-1 0,0 1 0,0-1 0,0 1 0,0-1 0,8 1 0,6 0 0,0 0 0,1-2 0,25-1 0,-24 0 0,-7 1-227,0-2-1,1 0 1,-1 0-1,-1-1 1,16-5-1,-6-1-6598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0:29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24575,'-2'112'0,"5"124"0,-3-230 0,1 1 0,0-1 0,1 0 0,-1 0 0,1 0 0,1 0 0,-1 0 0,1 0 0,0 0 0,0-1 0,5 8 0,-6-12 0,-1 0 0,0 0 0,0 1 0,1-1 0,-1 0 0,0 0 0,1 0 0,-1 0 0,1 0 0,0-1 0,-1 1 0,1 0 0,0-1 0,-1 1 0,1-1 0,0 0 0,3 1 0,-3-1 0,0-1 0,1 1 0,-1-1 0,1 0 0,-1 1 0,0-1 0,0 0 0,1 0 0,-1-1 0,0 1 0,0 0 0,0-1 0,0 1 0,0-1 0,-1 0 0,3-2 0,7-7 0,0-1 0,-1-1 0,0 0 0,-1 0 0,0-1 0,-1 0 0,-1 0 0,0-1 0,-1 0 0,-1 0 0,0 0 0,-1-1 0,-1 0 0,0 0 0,-1 0 0,-1 0 0,-1-22 0,-1 33 0,0 0 0,0 0 0,-1 0 0,1 0 0,-1 1 0,0-1 0,-1 0 0,1 1 0,-1-1 0,0 1 0,0 0 0,0 0 0,0 0 0,-1 0 0,0 1 0,0 0 0,0-1 0,0 1 0,-7-3 0,6 3 0,0 0 0,1 1 0,-2-1 0,1 1 0,0 1 0,0-1 0,0 1 0,-1 0 0,1 0 0,-1 0 0,1 1 0,-1 0 0,1 0 0,-1 0 0,1 1 0,-1 0 0,1 0 0,-6 2 0,9-2-50,-1 0-1,1 0 1,0 0-1,0 0 0,0 1 1,0-1-1,0 1 1,0-1-1,0 1 1,0 0-1,1 0 0,-1 0 1,1 0-1,-1 0 1,1 0-1,0 0 1,0 0-1,0 1 0,0-1 1,0 0-1,0 1 1,1-1-1,-1 1 1,1-1-1,0 1 1,0 3-1,2 13-6775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01.7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0 229 24575,'15'0'0,"-1"0"0,0-1 0,0-1 0,0 0 0,0-1 0,0 0 0,14-7 0,-21 7 0,0 0 0,0-1 0,-1 0 0,1-1 0,-1 1 0,0-1 0,0 0 0,0-1 0,-1 1 0,0-1 0,0 0 0,0-1 0,-1 1 0,6-12 0,-6 10 0,-1 0 0,1 0 0,-2 0 0,5-17 0,-7 23 0,1-1 0,-1 0 0,0 0 0,0 0 0,0 0 0,0 1 0,0-1 0,-1 0 0,1 0 0,-1 0 0,1 1 0,-1-1 0,0 0 0,0 1 0,-1-1 0,1 0 0,0 1 0,-3-3 0,3 4 0,1 0 0,-1 1 0,1-1 0,-1 0 0,1 1 0,-1-1 0,1 1 0,-1-1 0,0 1 0,1-1 0,-1 1 0,0 0 0,1-1 0,-1 1 0,0 0 0,0-1 0,1 1 0,-1 0 0,0 0 0,0 0 0,0 0 0,1 0 0,-1 0 0,0 0 0,0 0 0,1 0 0,-1 0 0,0 0 0,0 0 0,0 1 0,1-1 0,-1 0 0,0 0 0,1 1 0,-1-1 0,0 1 0,1-1 0,-1 1 0,0-1 0,1 1 0,-1-1 0,1 1 0,-1-1 0,1 1 0,-1 0 0,1-1 0,-1 2 0,-1 1 0,0 1 0,0-1 0,0 1 0,1-1 0,-1 1 0,1-1 0,0 1 0,-1 5 0,1-4 0,1 0 0,0 0 0,0 0 0,0 0 0,1-1 0,-1 1 0,1 0 0,0 0 0,0 0 0,1-1 0,0 1 0,0-1 0,0 1 0,0-1 0,0 0 0,1 0 0,0 0 0,0 0 0,0 0 0,0-1 0,1 1 0,-1-1 0,1 0 0,0 0 0,0 0 0,0 0 0,0-1 0,1 0 0,-1 0 0,8 3 0,5 1 0,1-1 0,0 0 0,0-2 0,0 0 0,0-1 0,34 0 0,-45-2-68,66-4 265,-66 3-347,-1 0 1,0 0 0,0-1-1,0 0 1,0 0-1,0-1 1,0 0 0,-1 0-1,8-5 1,3-6-6677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03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11 185 24575,'-2'100'0,"5"112"0,-3-209 0,0-1 0,0 0 0,0 1 0,1-1 0,-1 0 0,1 1 0,-1-1 0,1 0 0,0 0 0,0 1 0,0-1 0,1 0 0,-1 0 0,0 0 0,1 0 0,-1-1 0,1 1 0,-1 0 0,4 2 0,-2-3 0,-1 0 0,1 0 0,0 0 0,0 0 0,-1-1 0,1 1 0,0-1 0,0 0 0,0 0 0,0 0 0,-1 0 0,1 0 0,0 0 0,0-1 0,0 0 0,3-1 0,1 0 0,-1-1 0,1 0 0,-1-1 0,0 1 0,0-1 0,0 0 0,0-1 0,-1 0 0,0 0 0,8-9 0,-5 5 0,-1 0 0,0-1 0,0 0 0,-1 0 0,9-20 0,-3-20 0,-11 47 0,-1 1 0,0-1 0,0 1 0,1-1 0,-2 1 0,1-1 0,0 1 0,0-1 0,-1 1 0,1-1 0,-1 1 0,0 0 0,0-1 0,0 1 0,0 0 0,0 0 0,-3-4 0,4 6 0,-1 0 0,1 0 0,-1 0 0,1 0 0,0-1 0,-1 1 0,1 0 0,-1 0 0,1 0 0,0 0 0,-1 1 0,1-1 0,-1 0 0,1 0 0,0 0 0,-1 0 0,1 0 0,0 0 0,-1 1 0,1-1 0,0 0 0,-1 0 0,1 0 0,0 1 0,-1-1 0,1 0 0,0 1 0,-1-1 0,1 0 0,0 0 0,0 1 0,0-1 0,-1 0 0,1 1 0,0-1 0,0 1 0,0 0 0,-11 18 0,9-15 0,1-4 0,-16 31 0,10-23 0,11-24 0,16-32 0,-13 34 0,-1-1 0,0 0 0,-2 0 0,7-30 0,-11 41 0,8-79 0,-8 74 0,0 0 0,-1 0 0,1 0 0,-2 0 0,1 0 0,-6-17 0,5 22 0,-1 1 0,1-1 0,-1 1 0,0 0 0,0-1 0,0 1 0,0 0 0,-1 1 0,1-1 0,-1 1 0,1-1 0,-1 1 0,0 0 0,0 1 0,0-1 0,0 0 0,0 1 0,-1 0 0,1 0 0,0 1 0,-1-1 0,1 1 0,0 0 0,-7 0 0,7 0 0,-1 0 0,0 0 0,1 0 0,-1 1 0,0-1 0,1 1 0,-1 0 0,1 1 0,-1-1 0,1 1 0,0 0 0,0 0 0,0 0 0,0 1 0,0-1 0,0 1 0,0 0 0,1 0 0,0 0 0,-1 1 0,1-1 0,-4 7 0,3 0 0,1 1 0,0-1 0,0 1 0,1-1 0,1 1 0,0 0 0,0 15 0,2 6 0,5 39 0,-3-53 0,0-1 0,1 1 0,1-1 0,0 0 0,1 0 0,1-1 0,1 0 0,1 0 0,0-1 0,0 0 0,2 0 0,0-1 0,14 15 0,-21-26 0,-1 0 0,1 1 0,0-1 0,0-1 0,0 1 0,0 0 0,1-1 0,-1 0 0,1 0 0,-1-1 0,1 1 0,0-1 0,5 1 0,-8-2 0,1 1 0,0-1 0,-1-1 0,1 1 0,-1 0 0,1-1 0,0 1 0,-1-1 0,1 0 0,-1 0 0,1 0 0,-1 0 0,1 0 0,-1 0 0,0-1 0,0 1 0,0-1 0,0 0 0,0 1 0,0-1 0,0 0 0,0 0 0,-1 0 0,3-5 0,3-3-85,-2 0 0,1 0-1,-1 0 1,-1-1 0,0 0-1,-1 0 1,0 0 0,0 0-1,-1-1 1,-1 1 0,0-1-1,0 1 1,-2-1 0,1 1-1,-5-23 1,-2 11-6741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05.6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1 318 24575,'124'2'0,"137"-5"0,-256 3 0,0-1 0,0 0 0,-1 0 0,1 0 0,0 0 0,-1-1 0,1 0 0,-1 0 0,1 0 0,-1 0 0,0-1 0,0 0 0,0 1 0,0-2 0,-1 1 0,1 0 0,-1-1 0,0 1 0,0-1 0,0 0 0,0 0 0,-1-1 0,0 1 0,3-5 0,-2 1 0,-1-1 0,0 1 0,0 0 0,0-1 0,-1 1 0,0-1 0,-1 0 0,0 1 0,0-1 0,-1 1 0,0-1 0,-1 1 0,-2-10 0,1 11 0,1 0 0,-1 0 0,0 1 0,-1-1 0,1 1 0,-1 0 0,-1 0 0,1 0 0,-1 0 0,0 1 0,0 0 0,-1 0 0,1 0 0,-1 1 0,0 0 0,0 0 0,-1 0 0,-13-5 0,15 7 0,0 0 0,-1 1 0,1 0 0,-1-1 0,1 2 0,-1-1 0,0 1 0,1-1 0,-1 2 0,1-1 0,-1 1 0,0-1 0,1 1 0,-1 1 0,1-1 0,0 1 0,-1 0 0,1 1 0,0-1 0,0 1 0,0 0 0,1 0 0,-1 0 0,1 1 0,-5 4 0,1-1 0,1 2 0,0-1 0,1 1 0,0 0 0,0 0 0,0 0 0,2 1 0,-1 0 0,1 0 0,0 0 0,1 1 0,1-1 0,-1 1 0,2 0 0,-1 0 0,1-1 0,1 1 0,0 0 0,2 11 0,-2-18 0,1-1 0,-1 0 0,1 1 0,0-1 0,0 0 0,0 1 0,1-1 0,-1 0 0,1 0 0,-1 0 0,1 0 0,0 0 0,0-1 0,1 1 0,-1 0 0,0-1 0,1 0 0,0 1 0,-1-1 0,1 0 0,0 0 0,0-1 0,0 1 0,0-1 0,0 1 0,1-1 0,-1 0 0,0 0 0,5 0 0,10 2 0,0-1 0,0-1 0,0-1 0,27-2 0,-21 1 0,74-1 0,51-2 0,-145 3 0,0 1 0,0-1 0,0-1 0,0 1 0,0-1 0,0 1 0,0-1 0,-1 0 0,1 0 0,-1-1 0,1 1 0,4-5 0,-7 6 0,0 0 0,0 0 0,0 0 0,0 0 0,0 0 0,0 0 0,0-1 0,-1 1 0,1 0 0,0 0 0,-1 0 0,1-1 0,-1 1 0,1 0 0,-1-1 0,0 1 0,0-1 0,0 1 0,1 0 0,-1-1 0,0 1 0,-1-1 0,1 1 0,0 0 0,0-1 0,-1 1 0,1 0 0,0-1 0,-1 1 0,1 0 0,-1-1 0,0 1 0,0 0 0,1 0 0,-1 0 0,0 0 0,0 0 0,0 0 0,-1-2 0,1 3 0,0-1 0,1 0 0,-1 1 0,1-1 0,-1 1 0,0-1 0,1 1 0,-1-1 0,0 1 0,0-1 0,1 1 0,-1 0 0,0-1 0,0 1 0,0 0 0,1 0 0,-1 0 0,0 0 0,0 0 0,0 0 0,0 0 0,1 0 0,-1 0 0,0 0 0,0 0 0,0 0 0,0 0 0,-1 1 0,1 0 0,-1 0 0,1 1 0,-1-1 0,1 0 0,0 1 0,-1-1 0,1 1 0,0-1 0,0 1 0,0-1 0,0 1 0,0 2 0,-2 3 0,0 1 0,1-1 0,0 1 0,0-1 0,0 11 0,2-11 0,0 1 0,0-1 0,1 0 0,0 0 0,0 1 0,1-1 0,0 0 0,0 0 0,0 0 0,1 0 0,0-1 0,1 1 0,0-1 0,0 0 0,6 8 0,-7-11 0,0 0 0,0 0 0,0 0 0,1-1 0,-1 0 0,0 1 0,1-1 0,0-1 0,-1 1 0,1 0 0,0-1 0,0 0 0,0 0 0,0 0 0,0 0 0,0-1 0,0 1 0,1-1 0,-1 0 0,0 0 0,0-1 0,0 1 0,0-1 0,0 0 0,0 0 0,0 0 0,0-1 0,5-2 0,-5 2 6,0-1 0,-1 1 0,1-1 0,0 0 0,-1 0 0,0-1 0,1 1 0,-1-1 0,-1 1 0,1-1 0,0 0 0,-1 0 0,0 0 0,0-1 0,0 1 0,0 0 0,-1-1 0,0 1 0,1-9 0,0 8-89,-2 0 1,1 0-1,0 0 1,-1-1-1,0 1 1,-1 0-1,1 0 1,-1 0-1,0-1 1,0 1-1,0 0 1,-1 0-1,0 0 1,0 1-1,0-1 1,0 0-1,-4-5 1,-10-6-6744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09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1 318 24575,'0'-1'0,"0"0"0,0 0 0,1-1 0,-1 1 0,1 0 0,-1 0 0,1 1 0,-1-1 0,1 0 0,-1 0 0,1 0 0,0 0 0,-1 0 0,1 1 0,0-1 0,0 0 0,0 0 0,0 1 0,0-1 0,-1 1 0,1-1 0,2 0 0,28-11 0,-15 6 0,12-5 0,44-10 0,-49 15 0,-1 0 0,0-2 0,-1 0 0,30-16 0,-46 20 0,1 0 0,0 0 0,-1 0 0,0-1 0,0 1 0,0-1 0,-1 0 0,0-1 0,1 1 0,-2-1 0,1 0 0,-1 0 0,0 0 0,0 0 0,-1-1 0,1 1 0,-2-1 0,1 1 0,1-11 0,-3 14 0,0 1 0,0-1 0,0 0 0,0 0 0,-1 0 0,1 0 0,-1 0 0,1 0 0,-1 0 0,0 1 0,0-1 0,0 0 0,-1 1 0,1-1 0,-1 1 0,1-1 0,-1 1 0,0 0 0,0 0 0,0-1 0,0 1 0,0 1 0,-1-1 0,1 0 0,-1 0 0,1 1 0,-1 0 0,1-1 0,-1 1 0,0 0 0,0 0 0,1 0 0,-1 1 0,0-1 0,-4 0 0,3 1 0,0-1 0,0 1 0,0-1 0,0 1 0,0 0 0,0 0 0,1 1 0,-1-1 0,0 1 0,0 0 0,0 0 0,0 0 0,1 1 0,-1-1 0,1 1 0,-1 0 0,1 0 0,0 0 0,-1 0 0,1 0 0,0 1 0,0 0 0,1 0 0,-1-1 0,1 1 0,-4 5 0,2 3 0,0-1 0,1 0 0,0 1 0,1 0 0,0-1 0,1 1 0,0 0 0,0 0 0,3 21 0,0-13 0,0-1 0,2 1 0,0-1 0,1 0 0,8 18 0,-11-31 0,1 1 0,0 0 0,0-1 0,0 1 0,0-1 0,1 0 0,0 0 0,0 0 0,0-1 0,1 1 0,0-1 0,-1 0 0,8 4 0,-4-4 0,-1-1 0,1 0 0,0 0 0,0-1 0,0 0 0,0 0 0,0-1 0,1 0 0,11 0 0,120-4-1365,-109 2-5461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10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0 24575,'3'0'0,"0"0"0,-1 0 0,1 1 0,-1-1 0,1 0 0,-1 1 0,1 0 0,-1 0 0,1-1 0,-1 1 0,1 1 0,-1-1 0,0 0 0,0 1 0,0-1 0,0 1 0,0-1 0,0 1 0,0 0 0,0 0 0,0 0 0,-1 0 0,1 0 0,-1 0 0,0 0 0,0 1 0,0-1 0,0 1 0,0-1 0,0 0 0,0 1 0,0 4 0,0-1 0,-1 0 0,1 0 0,-1 0 0,-1 0 0,1-1 0,-1 1 0,0 0 0,0 0 0,-1 0 0,1-1 0,-1 1 0,-1-1 0,-4 10 0,-12 14 0,6-11 0,-16 32 0,27-46 0,0 0 0,0 0 0,1 0 0,0 0 0,-1 0 0,1 0 0,0 1 0,1-1 0,-1 0 0,1 1 0,0-1 0,0 1 0,0-1 0,2 6 0,-1-8 0,0 0 0,0 1 0,1-1 0,-1 0 0,0 0 0,1 1 0,0-1 0,0-1 0,-1 1 0,1 0 0,0 0 0,0-1 0,1 1 0,-1-1 0,0 1 0,0-1 0,1 0 0,-1 0 0,1 0 0,-1 0 0,1-1 0,4 2 0,7 0 0,0 0 0,-1-1 0,15-1 0,-21 0 0,138-3-1365,-114 2-5461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13.7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42 249 24575,'13'0'0,"0"-1"0,0 0 0,0-1 0,0-1 0,0 0 0,-1 0 0,1-2 0,-1 1 0,0-1 0,0-1 0,-1-1 0,21-14 0,-9 5 0,-14 10 0,1-1 0,-1 0 0,-1 0 0,15-16 0,-21 20 0,0 1 0,0-1 0,-1 0 0,1 0 0,-1 1 0,0-1 0,1 0 0,-1 0 0,-1 0 0,1-1 0,0 1 0,-1 0 0,1 0 0,-1 0 0,0 0 0,0 0 0,-1-1 0,1 1 0,0 0 0,-1 0 0,0 0 0,-1-4 0,0 4 0,1 0 0,-1 0 0,0 1 0,0-1 0,0 0 0,0 1 0,0-1 0,0 1 0,-1 0 0,1 0 0,-1 0 0,0 0 0,0 0 0,1 0 0,-1 1 0,0 0 0,-1-1 0,1 1 0,0 0 0,0 0 0,0 1 0,-6-1 0,-9-2 0,0 2 0,-34 1 0,38 0 0,3 0 0,0 0 0,-1 0 0,1 1 0,0 0 0,-1 1 0,-16 4 0,24-5 0,1 1 0,0-1 0,0 1 0,0 0 0,1-1 0,-1 1 0,0 0 0,1 1 0,-1-1 0,1 0 0,0 1 0,0 0 0,0-1 0,0 1 0,0 0 0,0 0 0,1 0 0,0 0 0,-1 0 0,1 0 0,0 0 0,0 1 0,0 4 0,-1 1 0,1 0 0,0 0 0,1 1 0,0-1 0,0 0 0,1 0 0,0 0 0,1 0 0,3 12 0,-4-17 0,1 0 0,0 0 0,-1 0 0,1 0 0,1 0 0,-1 0 0,1-1 0,-1 1 0,1-1 0,0 0 0,0 0 0,0 0 0,1 0 0,-1 0 0,1-1 0,-1 1 0,1-1 0,0 0 0,0 0 0,0-1 0,7 3 0,1-1 0,0-1 0,0 0 0,1-1 0,-1-1 0,1 1 0,-1-2 0,22-3 0,-26 3 0,0-1 0,0 0 0,0 0 0,0-1 0,-1 0 0,1-1 0,-1 1 0,0-1 0,1-1 0,-2 1 0,1-1 0,9-9 0,-12 10 0,0-1 0,0 1 0,1 0 0,0 1 0,0-1 0,0 1 0,0 0 0,0 0 0,1 1 0,-1-1 0,1 1 0,-1 0 0,1 1 0,0 0 0,0 0 0,0 0 0,0 0 0,0 1 0,9 0 0,-6 2 0,0-1 0,1 2 0,-1-1 0,0 1 0,0 1 0,-1-1 0,1 1 0,-1 1 0,0 0 0,0 0 0,13 11 0,6 5 0,-22-18 0,0 0 0,0 0 0,-1 1 0,1 0 0,-1 0 0,0 0 0,0 0 0,0 0 0,0 1 0,-1 0 0,0 0 0,0 0 0,0 0 0,-1 0 0,1 1 0,-1-1 0,-1 1 0,3 10 0,-3-9 8,-1 1-1,0-1 1,0 1-1,-1 0 1,0-1-1,0 0 1,0 1-1,-1-1 1,0 0-1,-1 0 1,0 0-1,0 0 1,0 0-1,-1 0 1,-8 10-1,7-10-113,-1 0 0,1-1 0,-1 1 0,-1-1 0,1-1 0,-1 1-1,0-1 1,0-1 0,-1 1 0,1-1 0,-1 0 0,0-1 0,-14 5 0,-3-3-6720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14.6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24575,'6'0'0,"2"6"0,0 2-8191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16.1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0 214 24575,'385'0'0,"-372"0"0,1-1 0,-1 0 0,1-1 0,-1 0 0,0-1 0,0-1 0,0 0 0,18-8 0,-26 10 0,0-1 0,-1 1 0,1-1 0,-1 0 0,0-1 0,0 1 0,0 0 0,0-1 0,-1 0 0,1 0 0,-1 0 0,0 0 0,0-1 0,-1 1 0,1-1 0,-1 0 0,0 0 0,0 0 0,-1 0 0,1 0 0,-1 0 0,0 0 0,-1 0 0,1-7 0,-1 8 0,0 1 0,-1 0 0,0-1 0,0 1 0,0 0 0,0 0 0,0 0 0,0 0 0,-1 0 0,1 0 0,-1 0 0,0 0 0,0 0 0,0 1 0,0-1 0,-1 1 0,1 0 0,-1-1 0,1 1 0,-1 0 0,0 1 0,0-1 0,0 0 0,0 1 0,0-1 0,0 1 0,0 0 0,0 0 0,-1 1 0,-6-2 0,7 1 0,-1 1 0,0-1 0,1 1 0,-1-1 0,0 1 0,0 1 0,0-1 0,1 0 0,-1 1 0,0 0 0,1 0 0,-1 0 0,0 0 0,1 0 0,-1 1 0,1 0 0,0-1 0,0 1 0,-1 1 0,1-1 0,0 0 0,1 1 0,-1-1 0,0 1 0,1 0 0,0 0 0,-4 5 0,5-6 0,0 0 0,-1 0 0,1 1 0,0-1 0,0 0 0,0 1 0,1-1 0,-1 1 0,0-1 0,1 1 0,0-1 0,0 1 0,-1 0 0,1-1 0,1 1 0,-1-1 0,0 1 0,1 0 0,-1-1 0,1 1 0,0-1 0,0 0 0,0 1 0,0-1 0,0 0 0,0 1 0,1-1 0,-1 0 0,1 0 0,0 0 0,-1 0 0,1 0 0,0-1 0,0 1 0,0 0 0,1-1 0,-1 0 0,0 1 0,0-1 0,1 0 0,-1 0 0,1 0 0,3 0 0,9 4 0,1-2 0,0 0 0,-1-1 0,1 0 0,28-2 0,-24 0 0,-1-1 0,0-1 0,0-1 0,0 0 0,0-1 0,-1-2 0,1 0 0,32-16 0,-4 2 0,-31 14 0,1-2 0,26-15 0,-42 22 0,-1 1 0,1-1 0,0 1 0,-1-1 0,1 1 0,0 0 0,-1-1 0,1 1 0,0 0 0,0-1 0,-1 1 0,1 0 0,0 0 0,0 0 0,-1 0 0,1 0 0,0 0 0,0 0 0,-1 0 0,1 0 0,0 0 0,0 0 0,-1 0 0,1 0 0,0 1 0,0-1 0,1 1 0,-1 0 0,0 0 0,-1 0 0,1 0 0,0 0 0,0 0 0,-1 1 0,1-1 0,0 0 0,-1 1 0,1-1 0,-1 0 0,0 1 0,1-1 0,-1 2 0,1 10 0,0 0 0,-2 23 0,0-24 0,-3 130 0,5-140 0,0-1 0,0 1 0,1 0 0,-1 0 0,0-1 0,1 1 0,-1-1 0,1 1 0,0-1 0,-1 0 0,1 1 0,0-1 0,3 1 0,12 11 0,-9-1 0,-1-1 0,0 1 0,-1 0 0,0 1 0,4 14 0,-4-12 0,0 0 0,1 0 0,13 19 0,-16-28 0,5 7 0,0 0 0,1 0 0,1-1 0,21 20 0,-30-31 0,0 0 0,0-1 0,0 1 0,0-1 0,0 1 0,0-1 0,0 0 0,0 1 0,0-1 0,0 0 0,0 0 0,0-1 0,0 1 0,0 0 0,0-1 0,0 1 0,0-1 0,0 0 0,0 1 0,-1-1 0,1 0 0,0 0 0,0 0 0,-1 0 0,3-3 0,-1 3 0,0-1 0,-1 1 0,1-1 0,0 1 0,0 0 0,0 0 0,0 0 0,5 0 0,-7 1 0,0 0 0,0 0 0,0 1 0,1-1 0,-1 0 0,0 1 0,0-1 0,0 1 0,0-1 0,0 1 0,0 0 0,0-1 0,0 1 0,0 0 0,0 0 0,0 0 0,-1 0 0,1 0 0,0-1 0,-1 1 0,1 1 0,0-1 0,-1 0 0,1 0 0,-1 0 0,0 0 0,1 2 0,3 7 0,-1 1 0,-1-1 0,0 1 0,0 0 0,0 21 0,-5 61 0,0-38 0,4 30-66,0-43-259,-1-1 1,-3 0-1,-11 65 0,7-76-6501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07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10 183 24575,'28'0'0,"-5"2"0,0-2 0,0-1 0,1-1 0,-1-1 0,0-1 0,30-10 0,-49 13 0,-1-1 0,1 0 0,0 0 0,-1 0 0,0-1 0,1 1 0,-1-1 0,0 0 0,0 0 0,-1 0 0,1 0 0,-1 0 0,1-1 0,-1 1 0,0-1 0,0 0 0,-1 1 0,1-1 0,-1 0 0,2-5 0,-3 6 0,1 0 0,-1 1 0,1-1 0,-1 0 0,0 0 0,0 1 0,0-1 0,0 0 0,-1 0 0,1 1 0,-1-1 0,0 0 0,0 1 0,1-1 0,-2 1 0,1-1 0,0 1 0,0 0 0,-1-1 0,0 1 0,1 0 0,-1 0 0,0 0 0,0 0 0,0 0 0,0 0 0,0 1 0,-1-1 0,1 1 0,0-1 0,-3 0 0,-10-3 0,0 2 0,0-1 0,0 2 0,0 0 0,0 1 0,0 0 0,0 1 0,-1 1 0,-17 3 0,30-4 0,-1 1 0,0 0 0,0 0 0,0 0 0,1 1 0,-1-1 0,1 1 0,-1 0 0,1 0 0,0 0 0,-1 0 0,1 1 0,0-1 0,1 1 0,-1 0 0,0 0 0,1 0 0,-1 0 0,1 0 0,0 1 0,0-1 0,1 1 0,-1-1 0,1 1 0,-1 0 0,1-1 0,0 1 0,0 0 0,0 5 0,-1 9 0,1 0 0,0 0 0,1-1 0,1 1 0,4 20 0,-5-34 0,1 0 0,0-1 0,0 1 0,0 0 0,0-1 0,1 1 0,-1 0 0,1-1 0,0 0 0,0 1 0,0-1 0,1 0 0,-1 0 0,1 0 0,-1-1 0,1 1 0,0 0 0,0-1 0,1 0 0,-1 0 0,0 0 0,1 0 0,-1 0 0,1-1 0,-1 1 0,1-1 0,0 0 0,-1 0 0,1-1 0,0 1 0,0-1 0,5 0 0,4 1 0,0-2 0,0 0 0,0 0 0,0-1 0,0-1 0,0 0 0,-1-1 0,18-7 0,-21 6 0,-1 0 0,0-1 0,0 0 0,0 0 0,-1-1 0,0 0 0,0 0 0,8-11 0,-6 7 0,0 0 0,1 1 0,15-11 0,-23 19 0,55-45 0,-52 43 0,-1-1 0,0 0 0,0 0 0,0 0 0,-1-1 0,0 1 0,0-1 0,0 0 0,2-8 0,3-2 0,-2 15 0,8 26 0,-13-22 0,4 8-80,13 29-348,-2 0-1,19 79 1,-31-93-6398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07.5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24575,'6'0'0,"8"0"0,7 0 0,7 0 0,3 0 0,4 0 0,0 0 0,2 0 0,-1 0 0,0 0 0,0 0 0,-1 0 0,0 0 0,-6 0-8191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17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0 218 24575,'9'1'0,"0"0"0,-1 1 0,1-1 0,-1 2 0,12 4 0,24 5 0,-17-7 0,0-2 0,1 0 0,44-3 0,-65 0 0,1-1 0,0 1 0,-1-2 0,1 1 0,-1-1 0,1 0 0,-1-1 0,0 0 0,0 0 0,0 0 0,0-1 0,-1 0 0,1 0 0,-1-1 0,0 0 0,0 0 0,9-10 0,-12 9 0,1 1 0,-1-1 0,0 1 0,0-1 0,-1 0 0,0 0 0,0-1 0,0 1 0,-1 0 0,0-1 0,0 1 0,-1-1 0,1 1 0,-1-1 0,-2-10 0,2 13 0,-1 0 0,0 1 0,0-1 0,0 0 0,0 1 0,-1-1 0,0 1 0,1-1 0,-1 1 0,0 0 0,-1 0 0,1 0 0,0 0 0,-1 0 0,0 0 0,1 1 0,-1-1 0,0 1 0,-1 0 0,1 0 0,0 0 0,-1 0 0,1 0 0,-1 1 0,1 0 0,-1 0 0,-4-1 0,-6-1 0,-1 0 0,1 2 0,-1 0 0,1 0 0,-1 1 0,0 1 0,1 1 0,-1 0 0,-22 7 0,34-9 0,1 1 0,0 0 0,0 0 0,0 0 0,0 0 0,0 0 0,0 1 0,0-1 0,0 1 0,0-1 0,1 1 0,-1 0 0,0-1 0,1 1 0,0 0 0,-1 0 0,1 0 0,0 0 0,0 0 0,0 1 0,0-1 0,1 0 0,-1 0 0,0 1 0,1-1 0,0 0 0,-1 1 0,1-1 0,0 0 0,0 1 0,1-1 0,-1 0 0,0 1 0,1-1 0,0 3 0,1-1 0,-1 0 0,1 0 0,0-1 0,0 1 0,1 0 0,-1-1 0,1 0 0,-1 0 0,1 0 0,0 0 0,0 0 0,0 0 0,1-1 0,-1 1 0,1-1 0,-1 0 0,1 0 0,0-1 0,5 3 0,19 1 0,-1-1 0,0-1 0,1-1 0,-1-1 0,45-6 0,1 2 0,157 2-1365,-215 1-5461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17.9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142 35 24575,'191'0'0,"-191"0"0,0 0 0,1 0 0,-1-1 0,0 1 0,0 0 0,0 0 0,0 0 0,1 0 0,-1 0 0,0 0 0,0 0 0,0 0 0,1 0 0,-1 0 0,0 0 0,0 0 0,0 0 0,0 0 0,1 0 0,-1 1 0,0-1 0,0 0 0,0 0 0,0 0 0,1 0 0,-1 0 0,0 0 0,0 0 0,0 0 0,0 1 0,0-1 0,1 0 0,-1 0 0,0 0 0,0 0 0,0 1 0,0-1 0,0 0 0,0 0 0,0 0 0,0 0 0,0 1 0,0-1 0,0 0 0,0 0 0,0 0 0,0 1 0,0-1 0,0 0 0,0 0 0,0 0 0,0 0 0,0 1 0,0-1 0,0 0 0,-11 13 0,-20 9 0,-26 4 0,43-21 0,0 1 0,0 0 0,-13 9 0,8-3 0,10-6 0,0-1 0,0 1 0,1 1 0,0 0 0,-11 11 0,17-15 0,0 0 0,0 0 0,0 1 0,0-1 0,0 1 0,1-1 0,0 1 0,0-1 0,0 1 0,0 0 0,0 0 0,1 0 0,-1-1 0,1 1 0,0 0 0,0 0 0,1 0 0,-1 0 0,2 4 0,-1-1 0,0 0 0,0 0 0,0 1 0,-2 13 0,1-20 0,0 0 0,0 0 0,0 0 0,0 0 0,0 0 0,0 0 0,-1 0 0,1 0 0,0 0 0,-1 0 0,1 0 0,-1 0 0,1-1 0,-1 1 0,1 0 0,-1 0 0,0 0 0,1-1 0,-1 1 0,0 0 0,0-1 0,1 1 0,-1 0 0,0-1 0,0 1 0,0-1 0,0 0 0,0 1 0,0-1 0,0 0 0,0 1 0,0-1 0,0 0 0,0 0 0,0 0 0,0 0 0,0 0 0,0 0 0,0 0 0,0 0 0,0 0 0,0-1 0,0 1 0,0 0 0,0-1 0,0 1 0,-1-1 0,-1-1 0,1 1 0,-1-1 0,1 0 0,0 0 0,-1 0 0,1 0 0,0 0 0,0-1 0,0 1 0,0-1 0,1 1 0,-1-1 0,1 0 0,0 1 0,-1-1 0,1 0 0,0 0 0,1 0 0,-1 0 0,0-5 0,-1-4 0,0-1 0,1 1 0,0-21 0,2 28 0,0 0 0,0-1 0,0 1 0,1 0 0,-1 0 0,1 0 0,0 0 0,1 0 0,-1 1 0,1-1 0,0 0 0,0 1 0,1 0 0,-1 0 0,1 0 0,0 0 0,0 1 0,0-1 0,8-4 0,8-4 0,1 0 0,0 2 0,29-10 0,-22 9 0,-12 5 0,1 1 0,1 0 0,31-3 0,22-5 0,-48 7-682,41-4-1,-37 7-6143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2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 24575,'89'1'0,"101"-3"0,-80-14 0,18-1 0,308 14-911,-222 5 8,1418-2-6294,2 0 8254,-338 0 6897,-1376 0-9319,49 0-5461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2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24575,'30'2'0,"-1"1"0,44 10 0,-39-7 0,43 4 0,344-7-1408,-213-5 930,3855 2-7569,-3819-18 8821,-25 1-108,216 17 7827,-856 0-9858,384 0-5461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4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1206 248 24575,'498'0'569,"897"0"-10223,-797 0 8654,-544-3 1409,77-13 0,42-2 128,276 17 4480,-245 3-2905,-2256-2-11217,1172 0 7565,162 0 3664,9 0 4394,1717 0-6973,1354 0-8436,-1640 0 10685,-2 0 5041,-716-2-6011,-12-2 98,-14-4 138,-19 0-1174,0 3-1,-61-2 1,53 5-28,-66-12 0,51 5-592,0 3-1,-108 3 1,-12 0-314,80-11 465,-5-1-345,-246 12-1143,11 1 1926,151-14-1312,-89-3 1701,-402 20 666,485-1 1667,10 1 3971,322-3-6524,155 5-1051,-200 12 1046,-60-9-66,34 3 1,424-4-801,-273-7-2521,965 2-1491,-497 0 4912,-629-2 324,74-14 0,-74 8 1956,65-2 1,-96 10-1303,-15 0 131,-13 1 84,-1178 2-6539,617-5 601,-431 2 2155,-582 0 3424,546 0 8408,1373 0-8346,170 0-4359,-239 0 2022,37 17-1509,-20 1 1506,-57-17 958,273 11-843,371 9 771,-838-21 503,398 18-613,-12 0 36,933-20 4505,-1302 5-2632,88 16 1,-62-7-60,-243-11 6438,-612-3-10111,-388 3-5344,230 0 4414,567-19 2816,71 2-354,-715 13 3026,525 5-1418,320-2 8420,415 2-8336,278-5-715,-330-13-3619,39-2 997,-58 17 2494,222-11-2204,569-11 456,-665 25 1230,-16-20 621,-20 1-23,473 18 1333,-674-4-1215,65-12-1,30-1 781,56 14 5799,-707 2-7154,224 1 77,223-3-8,-80-14-1,75 8 31,-64-3-1,-685 10-2163,381 3 2608,-21-2 673,268 0 6452,184 1-7311,-1 1 0,1 0 0,29 9 0,29 5-447,0-10 583,49 7-398,-46-3-143,-1-4 0,120-4 0,26 1-1708,-93 12 2190,16 2 0,85 1-654,82 1-2999,1622-19 2442,-845-1 5457,-1058 1-6155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5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1 24575,'15'0'0,"1"0"0,0 2 0,-1 0 0,21 5 0,-27-5 0,-1 1 0,1 1 0,-1 0 0,1 0 0,-1 1 0,-1 0 0,1 0 0,11 10 0,117 120 0,-55-63 0,-38-32 0,-30-29 0,-1 1 0,14 16 0,10 10 0,-30-33 0,-1 0 0,0 0 0,0 0 0,0 0 0,-1 1 0,0 0 0,0 0 0,0 0 0,-1 0 0,0 1 0,0 0 0,0-1 0,-1 1 0,1 8 0,1 21 0,-2 1 0,-4 64 0,0-35 0,0-37 0,0-1 0,-2 0 0,-1 1 0,-2-2 0,-12 36 0,15-54 0,-1 0 0,0 0 0,-1-1 0,0 1 0,0-1 0,-1-1 0,0 1 0,0-1 0,-1 0 0,-16 10 0,12-7 0,0-1 0,1 1 0,0 1 0,-11 14 0,-12 19 0,-75 74 0,98-107 0,1 1 0,0 0 0,1 0 0,0 1 0,-12 24 0,-24 72 0,36-86 0,2-7 0,-1 0 0,0-1 0,-17 22 0,13-20 0,-17 35 0,10-15 0,-1-1 0,-34 46 0,26-50 0,24-29 0,0 0 0,1 1 0,-1-1 0,1 1 0,-1 0 0,1 0 0,0 0 0,1 1 0,-1-1 0,1 1 0,0 0 0,0-1 0,0 1 0,0 0 0,1 0 0,-1 8 0,2-11 0,1 0 0,-1 0 0,1 0 0,-1-1 0,1 1 0,0 0 0,0 0 0,0 0 0,0-1 0,0 1 0,0 0 0,1-1 0,-1 1 0,0-1 0,1 0 0,-1 1 0,1-1 0,0 0 0,-1 0 0,1 0 0,0 0 0,0 0 0,-1-1 0,1 1 0,0 0 0,0-1 0,0 1 0,0-1 0,3 1 0,8 1 0,1-1 0,0 1 0,14-2 0,-19 0 0,761-5 0,-722 4 0,71 4 0,-106-2 0,0 1 0,1 0 0,-1 2 0,-1-1 0,1 1 0,22 11 0,-17-6 0,36 10 0,-42-15 0,-1-1 0,1 1 0,-1 1 0,0 0 0,-1 1 0,1 0 0,-1 0 0,15 13 0,-1 3 0,-8-6 0,28 31 0,-39-40 0,-1-1 0,1 1 0,-1 0 0,-1 0 0,1 1 0,-1-1 0,-1 1 0,1-1 0,0 9 0,1 5 0,-1 0 0,-2 0 0,0 0 0,-1 0 0,-1 0 0,-1 0 0,-7 35 0,5-41 0,-1 0 0,0-1 0,-1 0 0,0 0 0,-1-1 0,0 1 0,-2-2 0,1 1 0,-1-1 0,-1 0 0,-15 13 0,2-1 0,1 2 0,1 0 0,-21 35 0,20-28 0,-45 51 0,-59 68 0,115-137 0,0-1 0,0-1 0,-2 0 0,1 0 0,-2-2 0,-19 15 0,17-14 0,1 1 0,1 0 0,0 2 0,1-1 0,0 1 0,1 1 0,-15 27 0,-31 37 0,29-43 0,-34 58 0,33-32 0,23-47 0,-1 0 0,-16 28 0,16-34 0,1 1 0,1-1 0,0 1 0,0 0 0,1 0 0,0 1 0,1-1 0,1 1 0,0 0 0,0 0 0,1 1 0,-1 17 0,3-30 0,0 0 0,0 1 0,0-1 0,0 0 0,0 0 0,0 0 0,0 1 0,0-1 0,0 0 0,0 0 0,0 0 0,0 0 0,0 1 0,0-1 0,0 0 0,1 0 0,-1 0 0,0 0 0,0 1 0,0-1 0,0 0 0,0 0 0,0 0 0,0 0 0,1 1 0,-1-1 0,0 0 0,0 0 0,0 0 0,0 0 0,0 0 0,1 0 0,-1 0 0,0 0 0,0 0 0,0 1 0,1-1 0,-1 0 0,0 0 0,0 0 0,0 0 0,0 0 0,1 0 0,-1 0 0,0 0 0,1 0 0,9-8 0,13-18 0,-21 23 0,68-82-51,149-192-685,-200 252 691,24-37-1144,-30 38-4981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5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24575,'1'-1'0,"-1"-1"0,0 1 0,1 0 0,-1 0 0,1 0 0,-1 0 0,1 0 0,0 0 0,-1-1 0,1 1 0,0 1 0,0-1 0,0 0 0,-1 0 0,1 0 0,0 0 0,0 0 0,0 1 0,1-1 0,-1 1 0,0-1 0,0 1 0,0-1 0,0 1 0,0-1 0,1 1 0,0 0 0,38-8 0,-36 8 0,93-7 0,122 8 0,-79 1 0,-51-2 0,-81 2-36,-9 2 126,-10 4-1509,-3 0-5407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6.1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24575,'976'0'-1365,"-946"0"-5461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27.8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9462 1 24575,'-456'0'-1516,"392"3"998,1 4 1,-93 20-1,-31 5-302,-271 50 820,334-59-1067,0-6 1,-136 2-1,240-18 1054,-266 28-1226,-109 12-838,130-9 931,-316 26 220,146-13 505,93-10 383,-155 3-526,323-23 613,-75 3 156,-31-1-393,-5 0-419,113-15 877,-191 11 260,-159 30 388,290-31-758,-23 2 80,-11 4-148,0 0 478,-32 1-237,176-15-275,-61 12 531,-44 1 621,68-19-858,-89 4 214,126 14 2492,71-7-2057,-54 0 0,74-8-1377,1 1 0,-49 9 0,49-4-3581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1:58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6:41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5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24575,'563'0'-205,"282"0"-5139,-200 0 2137,-398 16 2545,-43-1 177,-132-13 219,161 10-348,118 14-164,-136-12 405,46-4 25,45 5-94,27 2 133,-21-2-52,599 6 545,-605-23 815,1530 2 1059,-1146 0 4595,-682 0-6544,-4 0 59,0 0 1,0 1-1,0-1 1,0-1-1,0 1 1,0-1-1,0 1 1,0-1-1,0 0 1,0 0-1,0-1 0,0 1 1,6-5-1,-9 5-159,-1 1-1,0-1 0,0 1 1,0-1-1,0 1 0,0-1 1,1 1-1,-1-1 0,0 0 1,0 1-1,0-1 0,0 1 1,-1-1-1,1 1 0,0-1 1,0 0-1,0 1 0,0-1 1,-1 1-1,1-1 0,0 1 1,0-1-1,-1 1 0,1-1 1,0 1-1,-1 0 0,1-1 1,0 1-1,-1-1 0,0 1 1,0-2-600,-8-9-6235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6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1113 1 24575,'4'0'0,"1"1"0,0 0 0,-1 0 0,1 0 0,-1 1 0,7 2 0,14 5 0,24 2 0,115 32 0,-144-37 0,-1 2 0,0 0 0,-1 2 0,0 0 0,0 1 0,19 16 0,-30-22 0,0 0 0,0 1 0,0 0 0,-1 1 0,0-1 0,0 1 0,0 1 0,-1-1 0,0 1 0,-1-1 0,0 1 0,0 1 0,-1-1 0,1 1 0,-2-1 0,0 1 0,0 0 0,0 0 0,0 17 0,-1-19 0,-1 0 0,0-1 0,0 1 0,-1 0 0,0 0 0,0 0 0,-1 0 0,1-1 0,-1 1 0,-1-1 0,1 1 0,-1-1 0,-1 0 0,1 0 0,-1 0 0,0-1 0,0 1 0,0-1 0,-1 0 0,0 0 0,0 0 0,-11 7 0,-9 7 0,0 2 0,-42 46 0,43-41 0,-1-2 0,-32 24 0,-102 85-969,-9 7-79,137-118 1040,-420 291-1086,356-248 215,45-29-71,-103 56-1,-38-1 569,153-73-1528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7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1066 1 24575,'-581'0'0,"554"2"0,0 1 0,1 1 0,0 2 0,0 1 0,0 1 0,-25 11 0,-1-1 0,35-11 0,-1 1 0,1 1 0,1 0 0,0 1 0,0 0 0,1 2 0,0 0 0,1 0 0,1 2 0,0-1 0,-12 17 0,21-24 0,1-1 0,0 1 0,-1 0 0,2 1 0,-1-1 0,1 0 0,0 1 0,0-1 0,1 1 0,0 0 0,0-1 0,0 1 0,1 0 0,1 6 0,-1-9 0,0-1 0,1 0 0,0 1 0,-1-1 0,1 0 0,1 0 0,-1 0 0,0 0 0,1 0 0,-1 0 0,1 0 0,0 0 0,0-1 0,0 1 0,0-1 0,1 1 0,-1-1 0,1 0 0,-1 0 0,1 0 0,0 0 0,0 0 0,0-1 0,0 1 0,0-1 0,0 0 0,0 0 0,0 0 0,5 1 0,7 0 0,0 0 0,-1 0 0,1-2 0,0 1 0,0-2 0,0 0 0,21-5 0,-29 5 0,0-1 0,0 0 0,0-1 0,0 0 0,0 0 0,0 0 0,-1-1 0,0 0 0,0 0 0,0 0 0,0-1 0,-1 0 0,1 0 0,-1-1 0,0 1 0,7-12 0,2-7 0,-1-1 0,-1 0 0,17-50 0,-27 67 0,0 1 0,0-1 0,0 1 0,1 0 0,0 1 0,0-1 0,6-8 0,-9 15 0,1 0 0,0 1 0,-1-1 0,1 0 0,0 0 0,-1 1 0,1-1 0,0 0 0,-1 1 0,1-1 0,-1 1 0,1-1 0,-1 1 0,1-1 0,-1 1 0,1-1 0,-1 1 0,1-1 0,-1 1 0,0 0 0,1-1 0,-1 1 0,0 0 0,0-1 0,1 1 0,-1 0 0,0-1 0,0 1 0,0 1 0,11 25 0,44 126 0,9 34 0,-25-98-118,19 53-308,-36-78 426,20 68 0,-5-11 2,-24-86 13,-2 0 0,-1 1-1,-2 1 1,-2-1 0,3 46 0,-8-36 342,1-18-341,-2-1 0,0 1 0,-2-1 0,-1 1 0,-11 44 0,13-68-16,-1-1 0,1 1 0,-1 0 0,0-1 0,0 1 0,0-1 0,0 1 0,-1-1 0,1 0 0,-1 0 0,0 0 0,0 0 0,0 0 0,0-1 0,0 0 0,-1 1 0,-4 1 0,3-2 0,-1 0 0,1 0 0,-1-1 0,1 0 0,-1 0 0,1 0 0,-1-1 0,0 0 0,1 0 0,-1 0 0,-7-2 0,1-1 0,-1 0 0,1 0 0,0-1 0,0-1 0,0 0 0,1-1 0,-1 0 0,1 0 0,1-1 0,-14-12 0,10 6 0,1-1 0,0-1 0,1 0 0,1-1 0,0 0 0,1 0 0,1-1 0,1-1 0,0 0 0,1 0 0,1 0 0,0-1 0,2 0 0,0 0 0,1 0 0,0-33 0,3 36 0,0-1 0,1 1 0,4-22 0,-3 31 0,0 0 0,0 0 0,1 0 0,0 0 0,0 0 0,1 1 0,-1-1 0,1 1 0,9-10 0,42-52 0,53-87 0,-71 92 0,-26 43 0,0 1 0,1 0 0,27-32 0,-32 42 0,0-1 0,0 0 0,-1-1 0,0 0 0,-1 0 0,4-13 0,10-18 0,-3 6 0,12-39 0,8-19 0,-28 67 0,-7 23 0,0 0 0,0 0 0,0 1 0,0-1 0,0 0 0,1 0 0,0 1 0,0-1 0,0 1 0,0 0 0,0-1 0,1 1 0,2-3 0,-4 6 0,-1 0 0,1 0 0,-1 0 0,1 0 0,-1 0 0,1 0 0,-1 0 0,0 0 0,1 0 0,-1 0 0,1 0 0,-1 0 0,1 0 0,-1 1 0,0-1 0,1 0 0,-1 0 0,1 0 0,-1 1 0,0-1 0,1 0 0,-1 1 0,0-1 0,1 0 0,-1 1 0,0-1 0,1 0 0,-1 1 0,0-1 0,0 0 0,0 1 0,1-1 0,-1 1 0,0-1 0,0 1 0,0-1 0,0 0 0,0 1 0,0-1 0,0 1 0,0-1 0,0 1 0,4 23 0,-3-24 0,1 115 0,-1-115 0,-1 0 0,0 0 0,0 0 0,0 0 0,0 0 0,1-1 0,-1 1 0,0 0 0,0 0 0,0 0 0,1 0 0,-1 0 0,0 0 0,0 0 0,0 0 0,1 0 0,-1 0 0,0 0 0,0 0 0,0 0 0,1 0 0,-1 0 0,0 0 0,0 0 0,0 0 0,1 1 0,-1-1 0,0 0 0,0 0 0,0 0 0,0 0 0,1 0 0,-1 0 0,0 1 0,0-1 0,0 0 0,0 0 0,0 0 0,0 0 0,1 1 0,-1-1 0,0 0 0,0 0 0,0 0 0,0 0 0,0 1 0,0-1 0,0 0 0,0 1 0,15-28 0,-8 14 0,-5 11 0,-1 0 0,1 0 0,0 0 0,0 0 0,0 0 0,0 0 0,0 0 0,0 1 0,0-1 0,1 1 0,4-3 0,-6 4 0,1-1 0,-1 1 0,0 0 0,1 0 0,-1 0 0,1 0 0,-1 0 0,1 0 0,-1 0 0,1 0 0,-1 0 0,1 1 0,-1-1 0,0 1 0,1-1 0,1 2 0,4 2 0,-1 1 0,0 0 0,-1 0 0,1 0 0,-1 1 0,9 12 0,-9-12 0,0 0 0,0 0 0,0 0 0,1 0 0,9 6 0,-9-8 0,0-2 0,1 1 0,-1-1 0,1 0 0,-1 0 0,1 0 0,0-1 0,0 0 0,0-1 0,-1 0 0,11 0 0,-13 0 0,0-1 0,0 1 0,0-1 0,0 0 0,0 0 0,0 0 0,-1 0 0,1-1 0,0 0 0,-1 0 0,1 0 0,-1 0 0,0 0 0,1-1 0,-1 1 0,0-1 0,0 0 0,-1 0 0,1 0 0,3-6 0,2-6 0,-1-1 0,-1-1 0,0 0 0,-1 0 0,-1 0 0,0 0 0,-1 0 0,0-31 0,3 20 0,-1 22 0,3 17 0,48 157 0,-56-166-68,1-1 0,-1 1-1,0 0 1,1-1 0,-1 1 0,0 0-1,0-1 1,0 1 0,0-1 0,0 1-1,-1 0 1,1-1 0,0 1 0,-1-1-1,1 1 1,-1 0 0,1-1-1,-1 1 1,-1 1 0,-8 7-6758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8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31 24575,'2'-1'0,"1"1"0,-1-1 0,1 0 0,-1 1 0,0-1 0,0 0 0,1-1 0,-1 1 0,2-2 0,15-6 0,-11 6 0,0 1 0,0 0 0,0 1 0,0 0 0,1 0 0,-1 1 0,0 0 0,0 0 0,1 1 0,11 3 0,-17-4 0,-1 1 0,1 0 0,0 0 0,-1 0 0,0 0 0,1 1 0,-1-1 0,0 1 0,0-1 0,0 1 0,0 0 0,0 0 0,0 0 0,0 0 0,0 0 0,-1 0 0,1 0 0,-1 1 0,0-1 0,1 0 0,-1 1 0,0-1 0,-1 1 0,1-1 0,0 1 0,-1 0 0,1-1 0,-1 1 0,0 0 0,0-1 0,0 1 0,0 0 0,-1 0 0,1-1 0,-2 5 0,0 2 10,0 0 0,0 0 0,-1 0 0,0-1 0,-1 1 0,0-1 0,0 0 0,-1 0 0,0 0 0,0-1 0,-11 12 0,6-9-222,0-1 0,-1 0 0,0-1-1,-1 0 1,0 0 0,-24 10 0,9-6-6614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8.2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1 529 24575,'26'-1'0,"0"-2"0,0 0 0,-1-1 0,1-2 0,-1-1 0,34-13 0,0 3 0,-48 16 0,-1-1 0,0-1 0,0 0 0,0-1 0,0 0 0,-1 0 0,0-1 0,1 0 0,8-8 0,-6 4 0,-1 0 0,-1-2 0,0 1 0,0-1 0,12-19 0,-17 22 0,-1 0 0,0 0 0,0-1 0,-1 1 0,0-1 0,-1 0 0,0 0 0,0 0 0,0-18 0,-1 16 0,-1 0 0,0 1 0,-1-1 0,0 0 0,-1 1 0,0-1 0,0 1 0,-1 0 0,-1-1 0,0 1 0,0 1 0,-1-1 0,-8-12 0,6 11-227,-1 1-1,0 0 1,0 0-1,-1 0 1,-11-8-1,5 4-6598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8.5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392 67 24575,'-1'-1'0,"1"-1"0,-1 1 0,1-1 0,-1 1 0,0-1 0,0 1 0,0 0 0,0-1 0,0 1 0,0 0 0,0 0 0,0 0 0,0-1 0,-1 1 0,1 1 0,0-1 0,-2-1 0,-27-15 0,28 16 0,-8-4 0,0 1 0,-1 1 0,0-1 0,0 2 0,0-1 0,-21 0 0,-72 2 0,66 2 0,32-1 0,-1 0 0,1 0 0,0 1 0,0 0 0,0 0 0,0 1 0,0-1 0,-9 5 0,12-4 0,1-1 0,-1 1 0,1 0 0,0 0 0,-1 0 0,1 0 0,0 0 0,0 1 0,1-1 0,-1 0 0,0 1 0,1 0 0,-1-1 0,1 1 0,0 0 0,0 0 0,0 0 0,0-1 0,0 7 0,-1-2 0,2 0 0,-1 0 0,1 0 0,0 0 0,0 0 0,1 0 0,-1 0 0,2 0 0,-1 0 0,1-1 0,0 1 0,1 0 0,-1-1 0,1 0 0,0 1 0,1-1 0,0 0 0,0-1 0,0 1 0,0-1 0,1 0 0,0 0 0,0 0 0,1 0 0,-1-1 0,1 0 0,0 0 0,0-1 0,0 0 0,0 0 0,1 0 0,0-1 0,-1 0 0,9 2 0,0 0 0,1-1 0,0-1 0,0 0 0,0-1 0,0-1 0,1 0 0,-1-1 0,30-6 0,-36 4 0,0 0 0,-1 0 0,1-1 0,-1 0 0,1 0 0,-1-1 0,-1-1 0,1 1 0,-1-1 0,0-1 0,0 0 0,-1 0 0,0 0 0,12-17 0,51-90-1365,-55 84-5461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8.7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1 24575,'-1'0'0,"0"0"0,0 1 0,0-1 0,0 1 0,0-1 0,0 1 0,0-1 0,0 1 0,0-1 0,0 1 0,0 0 0,0 0 0,0-1 0,0 1 0,1 0 0,-1 0 0,0 0 0,1 0 0,-1 0 0,0 0 0,1 0 0,-1 0 0,1 0 0,0 0 0,-1 0 0,1 0 0,0 2 0,-7 34 0,6-33 0,-5 85 0,7 113 0,1-73 0,-2 320-1365,0-421-5461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8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36 24575,'0'-1'0,"1"-1"0,-1 1 0,0 0 0,1 0 0,-1 0 0,1 0 0,-1 0 0,1 0 0,0 0 0,-1 0 0,1 0 0,0 0 0,0 0 0,-1 0 0,1 1 0,0-1 0,0 0 0,0 0 0,0 1 0,0-1 0,0 1 0,0-1 0,1 1 0,-1-1 0,0 1 0,2-1 0,35-6 0,-35 7 0,70-6 0,104 6 0,-71 2 0,-78 0 0,0 2 0,-1 0 0,1 2 0,43 14 0,36 9 0,-72-21 0,41 16 0,-14-4 0,-36-13-1365,-2-3-5461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9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2 24575,'-26'0'0,"14"-1"0,1 1 0,0 0 0,0 1 0,-1 0 0,-14 4 0,23-4 0,0 0 0,0 0 0,0 1 0,0-1 0,0 1 0,1-1 0,-1 1 0,1 0 0,-1 0 0,1 0 0,0 1 0,-1-1 0,1 0 0,0 1 0,1-1 0,-1 1 0,0 0 0,1 0 0,-1 0 0,1-1 0,0 1 0,0 1 0,-1 4 0,0 9 0,1-1 0,0 0 0,1 0 0,1 1 0,0-1 0,1 0 0,1 0 0,0 0 0,2 0 0,8 23 0,-10-32 0,0 0 0,1 0 0,-1-1 0,1 0 0,0 1 0,1-1 0,0-1 0,9 10 0,53 41 0,-18-16 0,-43-34-136,-1 0-1,2-1 1,-1 0-1,0 0 1,1 0-1,0-1 1,0 0-1,0-1 0,14 6 1,1-4-6690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9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 24575,'5'0'0,"8"0"0,6 0 0,7 0 0,-2-5 0,0-2 0,2-6 0,-3 0-8191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29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1 24575,'1'10'0,"0"0"0,1 1 0,0-1 0,7 19 0,5 29 0,-9 256 0,-7-175 0,2 310 0,0-438 17,0-1 0,-1 0 1,0 0-1,-1 0 0,0 0 0,-5 13 0,5-18-116,0 0 0,-1-1 0,1 1 0,-1-1 0,0 0 0,0 0 0,0 0 0,0 0 0,-1 0 0,1 0 0,-1-1 0,0 0 0,0 0 0,-6 3 0,-13 5-6727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0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0 980 24575,'3'-1'0,"-1"0"0,1-1 0,0 1 0,-1-1 0,0 1 0,1-1 0,-1 0 0,0 0 0,0 0 0,0-1 0,0 1 0,0 0 0,-1-1 0,2-2 0,12-13 0,5 0 0,0 1 0,1 1 0,0 1 0,46-24 0,-53 31 0,0 0 0,-1-1 0,-1 0 0,1-1 0,-2 0 0,1-1 0,10-13 0,32-28 0,-38 37 0,0-1 0,-1-1 0,0 0 0,21-34 0,-12-2 0,-20 42 0,0 0 0,1 0 0,8-12 0,-3 6 0,0 0 0,-2 0 0,0-1 0,-1 0 0,-1 0 0,0-1 0,-1 0 0,2-22 0,-4 6 0,0 1 0,-3-1 0,-5-58 0,-5 47 0,9 44 0,1 0 0,-1 0 0,1 1 0,-1-1 0,0 0 0,0 0 0,0 1 0,0-1 0,0 1 0,0-1 0,0 1 0,-1-1 0,1 1 0,0 0 0,-1-1 0,1 1 0,-1 0 0,0 0 0,1 0 0,-1 0 0,-2 0 0,3 1 0,0 0 0,0 0 0,0 1 0,0-1 0,0 0 0,0 1 0,0-1 0,0 1 0,0-1 0,1 1 0,-1-1 0,0 1 0,0 0 0,0 0 0,1-1 0,-1 1 0,0 0 0,1 0 0,-1 0 0,0 0 0,1 0 0,-1 0 0,1-1 0,0 1 0,-1 1 0,1-1 0,0 0 0,-1 0 0,1 0 0,0 0 0,0 0 0,0 1 0,-5 40 0,4-38 0,0 298 0,3-144 0,-2 324 0,0-477 0,4 40 0,-4-44 0,0 0 0,0 0 0,0 0 0,1 0 0,-1 0 0,0 0 0,1 0 0,-1 0 0,1 0 0,-1 0 0,1 0 0,-1 0 0,1 0 0,-1-1 0,1 1 0,0 0 0,0 0 0,-1-1 0,1 1 0,0 0 0,0-1 0,0 1 0,0-1 0,0 1 0,-1-1 0,1 0 0,0 1 0,0-1 0,0 0 0,0 0 0,0 1 0,0-1 0,0 0 0,0 0 0,1 0 0,-1 0 0,0 0 0,1-1 0,46-15 0,-38 12 0,1 0 0,0 0 0,0 1 0,19-2 0,-26 5 0,-1 0 0,1 0 0,0 0 0,0 1 0,0-1 0,-1 1 0,1 0 0,0 0 0,0 0 0,-1 1 0,1-1 0,-1 1 0,0 0 0,1 0 0,-1 0 0,0 0 0,0 1 0,3 2 0,56 66 0,-6-6 0,-40-49 0,1 2 0,1-1 0,1-1 0,24 17 0,-38-29 0,-1-1 0,1 0 0,0-1 0,0 1 0,0-1 0,1 0 0,-1-1 0,0 1 0,1-1 0,-1 0 0,1 0 0,-1 0 0,1-1 0,-1 0 0,1 0 0,0-1 0,-1 1 0,1-1 0,10-3 0,-14 2 0,1 1 0,-1 0 0,1 0 0,-1-1 0,0 1 0,0-1 0,1 0 0,-1 0 0,0 0 0,-1 0 0,1 0 0,0 0 0,0 0 0,-1-1 0,0 1 0,1-1 0,-1 1 0,0-1 0,0 1 0,0-1 0,0-3 0,1-6 0,0-1 0,-1 1 0,-1-22 0,0 25 0,0-1 0,0 1 0,1-1 0,4-15 0,-3 19 0,0-1 0,1 1 0,0-1 0,0 1 0,1 0 0,0 0 0,0 0 0,0 1 0,1-1 0,0 1 0,0 0 0,11-8 0,-13 11 0,0 0 0,0 0 0,0 1 0,0-1 0,0 1 0,1 0 0,-1 0 0,1 0 0,-1 0 0,1 1 0,-1-1 0,1 1 0,-1 0 0,1 0 0,-1 0 0,1 0 0,-1 1 0,1 0 0,-1-1 0,1 1 0,-1 0 0,0 1 0,1-1 0,-1 1 0,0-1 0,5 4 0,2 4 0,1 0 0,-1 1 0,-1 0 0,0 0 0,0 1 0,12 21 0,13 16 0,24 25 0,65 73 0,-98-119 0,-12-13 0,-31-37 0,-18-32 0,29 42 0,-1 1 0,0 0 0,-12-14 0,10 14 0,1 0 0,-13-23 0,14 22 0,-1 0 0,-17-21 0,2 5 0,1-2 0,1-1 0,-30-60 0,47 82 0,-33-52 0,21 34 0,-23-48 0,17 30 0,16 33 0,1 0 0,0 0 0,0-1 0,2 0 0,0 0 0,-3-16 0,-8-38 0,-3-9 0,17 70 0,1 1 0,-1 0 0,1-1 0,0 1 0,1 0 0,-1-1 0,1 1 0,1 0 0,1-8 0,-2 11 0,0 1 0,1 0 0,-1-1 0,0 1 0,1 0 0,-1 0 0,1 0 0,0 0 0,0 0 0,0 0 0,0 0 0,0 1 0,0-1 0,0 1 0,0-1 0,5-1 0,-2 1 0,0 1 0,0-1 0,0 1 0,1 0 0,-1 1 0,0-1 0,0 1 0,7 0 0,-3 1 0,-1 0 0,0 0 0,1 1 0,-1 0 0,0 0 0,0 1 0,0 0 0,-1 0 0,1 1 0,11 7 0,-16-9 0,-1 0 0,1 0 0,-1 1 0,0-1 0,0 0 0,0 1 0,0-1 0,0 1 0,-1 0 0,1 0 0,-1 0 0,1-1 0,-1 1 0,0 0 0,0 0 0,-1 1 0,1-1 0,-1 0 0,1 0 0,-1 0 0,0 0 0,0 1 0,0-1 0,-1 0 0,1 0 0,-1 0 0,0 0 0,0 0 0,0 0 0,0 0 0,-3 5 0,-1 1 0,0 0 0,-1 0 0,0-1 0,0 1 0,-1-2 0,0 1 0,-1-1 0,-11 9 0,12-10-3,1 0 0,0 0-1,-10 13 1,4-4-1349,-1 0-5474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0.8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0 24575,'1'0'0,"0"1"0,0-1 0,0 0 0,0 1 0,0-1 0,0 1 0,0-1 0,0 1 0,0 0 0,0-1 0,0 1 0,0 0 0,0 0 0,0 0 0,-1-1 0,1 1 0,0 0 0,-1 0 0,1 0 0,-1 0 0,1 0 0,-1 0 0,1 0 0,-1 1 0,0-1 0,1 2 0,6 34 0,-7-33 0,2 11 0,-1 0 0,0 1 0,-2-1 0,0 0 0,0 1 0,-2-1 0,0 0 0,0 0 0,-1 0 0,-1 0 0,-1-1 0,0 0 0,-1 0 0,0-1 0,-1 1 0,-13 16 0,14-20-151,0 1-1,1-1 0,0 2 0,1-1 1,0 1-1,1-1 0,0 1 1,-2 18-1,2-3-6674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1.6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24575,'1'2'0,"-1"1"0,1-1 0,0 1 0,0-1 0,0 1 0,0-1 0,0 0 0,3 4 0,5 13 0,19 66 0,-17-56 0,-1 0 0,-1 1 0,-2 0 0,-1 0 0,3 48 0,-6-39 0,9 52 0,-5-51 0,1 47 0,-7 182 0,-3-120 0,3-141 0,-1 0 0,-1-1 0,0 1 0,0 0 0,0-1 0,-1 1 0,0-1 0,-1 1 0,-6 12 0,8-17 0,-1 0 0,-1 0 0,1 0 0,0-1 0,-1 1 0,1-1 0,-1 1 0,0-1 0,0 0 0,0 0 0,0 0 0,0 0 0,0-1 0,-1 1 0,1-1 0,0 0 0,-1 0 0,1 0 0,-1 0 0,1-1 0,-1 0 0,1 1 0,-5-1 0,5 0 0,1 0 0,-1-1 0,1 1 0,-1 0 0,1-1 0,-1 1 0,1-1 0,-1 0 0,1 0 0,0 0 0,-1 0 0,1 0 0,0-1 0,0 1 0,0 0 0,0-1 0,0 0 0,0 1 0,-2-4 0,2 2 0,-1-2 0,0 1 0,1 0 0,0 0 0,0-1 0,0 1 0,1-1 0,-1 0 0,0-7 0,0 0 0,1 0 0,0-1 0,1 1 0,0 0 0,1-1 0,1 1 0,3-16 0,-2 20 0,-1 1 0,2 0 0,-1 1 0,1-1 0,0 1 0,0-1 0,1 1 0,-1 0 0,1 1 0,1-1 0,-1 1 0,1 0 0,12-8 0,4-1 0,1 1 0,40-17 0,-35 18 0,0 2 0,1 1 0,31-6 0,-45 12 0,0 1 0,0 0 0,0 1 0,1 1 0,-1 0 0,0 1 0,29 6 0,-35-4 0,1 1 0,-1 1 0,0 0 0,0 0 0,0 0 0,-1 1 0,0 1 0,0-1 0,0 1 0,-1 1 0,11 12 0,-17-19 0,0 0 0,1 0 0,-1 0 0,1 0 0,-1-1 0,1 1 0,0-1 0,-1 1 0,1-1 0,0 1 0,-1-1 0,1 0 0,0 0 0,-1 0 0,1 0 0,0 0 0,0 0 0,-1 0 0,1-1 0,0 1 0,-1 0 0,1-1 0,0 0 0,2-1 0,0 1 0,-1 0 0,1 0 0,0 0 0,-1 1 0,1-1 0,7 1 0,-4 2 0,0 0 0,-1 0 0,1 1 0,0 0 0,-1 0 0,1 0 0,-1 1 0,0 0 0,0 1 0,-1-1 0,1 1 0,-1 0 0,0 0 0,7 10 0,-4-6 0,-1-1 0,2 0 0,-1-1 0,1 0 0,12 8 0,0-10 120,-21-5-161,1 0-1,-1 0 1,1 0 0,-1 0 0,1-1-1,-1 1 1,1 0 0,-1 0 0,1 0-1,-1-1 1,1 1 0,-1 0 0,1 0-1,-1-1 1,1 1 0,-1 0 0,0-1-1,1 1 1,-1-1 0,0 1 0,1 0-1,-1-1 1,0 1 0,1-1 0,-1 1-1,0-1 1,0 1 0,0-1 0,0 1-1,1-1 1,-1 1 0,0-1 0,0 0-1,0 1 1,0-1 0,-2-10-6785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1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24575,'6'0'0,"6"0"0,2 6 0,-1 7 0,-4 6 0,-2 7 0,-4 3 0,-1 3 0,-1 1 0,-2 0 0,1 1 0,-1-1 0,-5 0 0,-1 0 0,0-6-8191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2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24575,'6'0'0,"6"0"0,3 0-8191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6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24575,'-1'57'0,"0"-29"0,1 0 0,1 1 0,1-1 0,10 47 0,4-8 0,-7-28 0,22 60 0,-30-96 0,1 1 0,-1 0 0,1-1 0,0 0 0,0 1 0,1-1 0,-1 0 0,1 0 0,-1 0 0,1-1 0,0 1 0,0-1 0,0 1 0,0-1 0,0 0 0,1 0 0,-1-1 0,1 1 0,-1 0 0,8 1 0,-8-3 0,0 0 0,0 0 0,0 0 0,0 0 0,0 0 0,0 0 0,0-1 0,0 0 0,0 0 0,0 1 0,0-2 0,-1 1 0,1 0 0,0 0 0,-1-1 0,1 0 0,-1 1 0,1-1 0,-1 0 0,0 0 0,1-1 0,-1 1 0,0 0 0,-1-1 0,1 1 0,2-5 0,1-4 0,0 1 0,-1-1 0,0 0 0,-1-1 0,-1 1 0,1 0 0,0-24 0,-1 18 0,0 1 0,9-31 0,34-73 0,-43 112 0,0 1 0,1 0 0,0 0 0,1 0 0,0 0 0,0 0 0,0 1 0,1-1 0,0 1 0,0 1 0,0-1 0,1 1 0,0-1 0,0 2 0,9-7 0,-14 11 0,0-1 0,0 1 0,0-1 0,0 1 0,0-1 0,0 1 0,0 0 0,0-1 0,0 1 0,1 0 0,-1 0 0,0 0 0,0 0 0,0 0 0,0 0 0,0 0 0,0 0 0,0 0 0,0 1 0,0-1 0,1 0 0,-1 1 0,0-1 0,0 1 0,0-1 0,-1 1 0,1-1 0,0 1 0,0 0 0,0-1 0,0 1 0,0 0 0,-1 0 0,1 0 0,0 0 0,-1 0 0,1-1 0,-1 1 0,1 0 0,-1 0 0,1 0 0,-1 2 0,4 6 0,-2 0 0,0 0 0,0 1 0,1 11 0,0 3 0,1-11 0,6 27 0,-10-38 0,0 0 0,1 0 0,-1-1 0,0 1 0,0 0 0,0 0 0,0 0 0,-1-1 0,1 1 0,0 0 0,-1 0 0,1 0 0,-1-1 0,1 1 0,-1 0 0,-2 2 0,1-4 0,2-7 0,3-8 0,-2 12 0,1 0 0,-1 0 0,1 0 0,0 1 0,-1-1 0,1 0 0,1 1 0,-1 0 0,0-1 0,0 1 0,1 0 0,0 0 0,-1 1 0,1-1 0,5-2 0,-3 2 0,1 0 0,0 0 0,0 1 0,-1 0 0,1 0 0,0 0 0,12 1 0,0 2 0,1 0 0,-1 1 0,0 1 0,25 8 0,-33-8 0,1 0 0,-1 1 0,0 1 0,0-1 0,0 2 0,17 14 0,48 53 0,-57-54 0,-14-16 14,0 0-1,-1 0 0,0 1 0,0-1 1,0 1-1,0 0 0,-1 0 1,3 7-1,-5-10-81,1 0 1,0 0-1,-1 0 1,1 1-1,-1-1 1,0 0-1,0 1 1,0-1-1,0 0 1,0 0-1,0 1 1,-1-1-1,1 0 1,-1 0-1,0 1 1,1-1-1,-1 0 1,0 0-1,0 0 1,-1 0-1,-1 3 1,-10 8-6759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7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24575,'6'0'0,"1"6"0,5 1 0,1 1-8191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7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24575,'1'0'0,"0"0"0,0 1 0,0-1 0,0 0 0,0 1 0,0-1 0,0 0 0,0 1 0,0-1 0,0 1 0,0 0 0,-1-1 0,1 1 0,0 0 0,0-1 0,-1 1 0,1 0 0,-1 0 0,1 0 0,0-1 0,-1 1 0,0 0 0,1 0 0,-1 0 0,1 0 0,-1 1 0,8 32 0,-6-23 0,29 90 0,-18-62 0,10 48 0,-15-50 0,17 41 0,-6-18 0,-14-36 0,0-1 0,-2 1 0,-1 0 0,-1 31 0,-1-26 0,1 0 0,8 39 0,62 253 0,-65-275 0,-1 1 0,-2-1 0,-6 75 0,0-59 0,7 67 0,-1-108 0,10 35 0,-8-37 0,-1 1 0,3 26 0,-5 35 0,-2-95 2,-3-117-36,1 110-89,-1 0-1,0 0 1,-2 0 0,-12-36 0,1 12 123,2-1 0,-11-73 0,16 57-7,6 35 0,-10-39 0,10 54 7,-10-31 0,2-1 0,2 0 0,-6-83 0,12 83 0,-13-67 0,4 40 0,-3-6 86,8 48 34,2 0 0,-4-54-1,8 74-104,2 1 0,-1 0 0,1 0 0,0 0 0,1 0 0,0 0 0,0 0 0,0 0 0,1 1 0,1-1 0,-1 1-1,1 0 1,0 0 0,10-12 0,-10 15-15,0 0 0,1 0 0,-1 1 0,1-1 0,0 1 0,0 1 0,0-1 0,0 1 0,0-1 0,1 2 0,-1-1 0,0 0 0,1 1 0,10-1 0,8 0 0,0 1 0,29 3 0,-20 0 0,-19-2 0,1 1 0,0 1 0,20 5 0,-29-5 0,-1-1 0,1 1 0,-1 0 0,0 1 0,1-1 0,-1 1 0,-1 0 0,1 0 0,0 1 0,-1-1 0,1 1 0,3 4 0,3 5 0,-1 0 0,0 1 0,-1 0 0,-1 0 0,7 17 0,-13-27 0,0 0 0,-1 1 0,0-1 0,0 1 0,0-1 0,0 1 0,-1 0 0,0-1 0,1 1 0,-2 0 0,1-1 0,-1 1 0,1 0 0,-1-1 0,-1 1 0,1-1 0,0 1 0,-1-1 0,0 0 0,0 0 0,-1 0 0,1 0 0,-4 4 0,0 0 11,-1 0 0,-1-1 0,1 0 0,-1-1 0,0 0 0,-1 0-1,1-1 1,-1 0 0,0 0 0,-16 5 0,9-4-259,-1-1 1,0-1-1,0 0 1,-1-2-1,-21 2 1,11-3-6579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7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24575,'6'0'0,"6"0"0,3 6 0,-3 6 0,3 2 0,-2 4 0,4-1 0,-3 2 0,-3 3 0,3-2 0,4 1 0,4 3 0,-1 2 0,0-3 0,3-6 0,-2-5-8191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8.0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24575,'5'5'0,"8"3"0,2 4 0,-2 6 0,2 1 0,-2-4-8191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8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24575,'2'1'0,"-1"-1"0,1 1 0,-1-1 0,1 1 0,-1 0 0,0 0 0,1 0 0,-1 0 0,0 0 0,1 0 0,-1 0 0,0 0 0,0 0 0,0 1 0,0-1 0,0 0 0,0 3 0,17 26 0,-17-28 0,4 11 0,0 0 0,-1 1 0,0 0 0,-1-1 0,1 19 0,8 29 0,19 70 0,-25-109 0,-1 1 0,-1 0 0,-1 0 0,1 23 0,-6 97 0,0-56 0,2-56-1365,0-4-5461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8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68 24575,'11'-1'0,"0"0"0,-1-1 0,1-1 0,0 0 0,-1 0 0,0-1 0,1-1 0,8-5 0,-7 4 0,0 1 0,1 0 0,-1 0 0,1 2 0,16-4 0,36 2 13,95 6 0,-64 1-1404,-69-2-5435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8.8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24575,'548'0'0,"-536"0"-227,0 1-1,0 0 1,-1 1-1,1 0 1,12 4-1,-4 1-6598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9.0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24575,'0'5'0,"5"3"0,8-1 0,6-2 0,6-1 0,4-2 0,3 0 0,1-2 0,1 0 0,-1 0 0,1 0 0,-1-1 0,-1 1 0,1 0 0,-1 0 0,-5-6 0,-8-1-8191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9.3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24575,'9'2'0,"-1"0"0,0 0 0,0 1 0,0 0 0,0 0 0,0 1 0,12 8 0,-5-5 0,52 36 0,-46-28 0,33 17 0,-15-13 0,-1 2 0,45 32 0,-73-45 0,0 0 0,0 0 0,-1 1 0,0 0 0,0 0 0,-1 1 0,0 0 0,-1 1 0,0 0 0,-1 0 0,0 0 0,6 19 0,-11-25 0,1 1 0,-1-1 0,-1 1 0,1 0 0,-1-1 0,0 1 0,0 0 0,0-1 0,-1 1 0,0 0 0,0-1 0,-1 1 0,1-1 0,-4 6 0,-2 5 0,-2 0 0,0 0 0,-13 15 0,3-3 0,13-20 0,0-1 0,0 0 0,-12 10 0,-10 11 0,20-19 10,-1-2-1,0 1 1,0-1-1,-1 0 1,0-1-1,0-1 1,-14 7-1,-23 13-1450,30-14-5385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39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1 412 24575,'27'-2'0,"0"0"0,40-10 0,-34 6 0,37-4 0,-34 8 0,0-3 0,37-8 0,73-13 0,-77 16 0,-56 9 0,0 0 0,0-1 0,0 0 0,0-1 0,-1-1 0,1 0 0,-1 0 0,18-10 0,-24 10 0,9-5 0,-1-1 0,0 0 0,13-13 0,-23 18 0,1 0 0,-1 0 0,-1 0 0,1-1 0,0 0 0,-1 1 0,0-1 0,-1 0 0,1 0 0,-1-1 0,2-8 0,-3 7 0,1 1 0,-1-1 0,-1 0 0,1 0 0,-2 0 0,1 0 0,-1 1 0,0-1 0,-4-15 0,4 19 0,0 1 0,-1-1 0,0 1 0,1-1 0,-1 1 0,0 0 0,-1 0 0,1-1 0,-1 2 0,1-1 0,-1 0 0,0 0 0,0 1 0,0 0 0,0-1 0,-1 1 0,1 0 0,0 1 0,-1-1 0,1 1 0,-1-1 0,-4 0 0,6 2 0,1-1 0,-1 1 0,0 0 0,1-1 0,-1 1 0,1 0 0,-1 0 0,0 0 0,1 0 0,-1 1 0,0-1 0,1 0 0,-1 1 0,1-1 0,-1 1 0,1-1 0,-1 1 0,1 0 0,-1 0 0,1 0 0,0 0 0,-2 1 0,0 1 0,1-1 0,0 1 0,1 0 0,-1-1 0,0 1 0,1 0 0,0 0 0,-1 0 0,1 0 0,-1 6 0,-1 8 0,1-1 0,1 1 0,1 26 0,1-33 0,-1 14 0,-1-1 0,1 0 0,2-1 0,0 1 0,1-1 0,1 1 0,10 29 0,-12-47 0,1 0 0,0 0 0,-1-1 0,2 1 0,-1-1 0,0 0 0,1 1 0,0-2 0,0 1 0,0 0 0,1-1 0,-1 0 0,1 0 0,-1 0 0,9 3 0,8 3 0,0-1 0,36 7 0,11 5 0,-47-12 0,1-2 0,0 0 0,0-2 0,0 0 0,28 0 0,117-4 0,-70-3 0,-86 3-227,1-1-1,-1 0 1,1-1-1,-1 0 1,15-5-1,-6-1-6598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1.9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24575,'1'1'0,"-1"0"0,0 0 0,0 0 0,1 0 0,-1 0 0,0 0 0,1 0 0,-1 0 0,1 0 0,0-1 0,-1 1 0,1 0 0,-1 0 0,1-1 0,0 1 0,0 0 0,-1-1 0,1 1 0,0-1 0,0 1 0,0-1 0,1 1 0,27 11 0,-15-7 0,3 2 0,0-1 0,1-1 0,-1 0 0,1-2 0,0 0 0,25 1 0,115-5 0,-70-2 0,-64 3-108,10 1-143,1-2-1,0-1 1,0-2-1,38-9 1,-51 7-6575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2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 24575,'388'0'0,"-374"0"30,0-1 0,0 0 0,23-6 0,-32 6-144,0 0 0,0-1-1,0 0 1,-1 0 0,1 0 0,0 0-1,-1-1 1,1 0 0,-1 0 0,0 0-1,0 0 1,7-8 0,0-6-6712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2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24575,'9'1'0,"-1"0"0,0 0 0,1 1 0,-1 0 0,0 0 0,0 1 0,0 0 0,0 0 0,-1 1 0,9 5 0,10 8 0,35 28 0,-19-11 0,-34-29 0,-1 1 0,0 0 0,0 1 0,-1 0 0,1 0 0,-1 0 0,-1 1 0,0-1 0,0 1 0,0 1 0,5 13 0,-5-7 0,-1 0 0,-1 0 0,0 1 0,-1-1 0,0 1 0,-2 19 0,0-19 0,1 0 0,-1 0 0,-1 0 0,-5 23 0,5-33 0,-1 0 0,0 0 0,0-1 0,0 1 0,-1-1 0,0 0 0,0 0 0,-1 0 0,1 0 0,-1-1 0,0 1 0,0-1 0,-5 4 0,-3 3 0,0 0 0,-1-1 0,0-1 0,-1 0 0,0-1 0,-24 10 0,21-11-341,0 1 0,1 0-1,-18 13 1,18-10-6485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3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24575,'0'8'0,"-1"14"0,2-1 0,0 1 0,1-1 0,7 30 0,10 9 0,-12-42 0,-1 0 0,-1 0 0,0 0 0,-2 1 0,0 0 0,0 21 0,-10-9 0,-1-23 0,8-9 0,-1 1 0,1-1 0,-1 1 0,0 0 0,1-1 0,-1 1 0,1-1 0,0 1 0,-1-1 0,1 0 0,-1 1 0,1-1 0,0 1 0,-1-1 0,1 0 0,0 1 0,0-1 0,0 0 0,-1 1 0,1-1 0,0 0 0,-4-13 0,1-1 0,1 1 0,0-1 0,1 1 0,0-1 0,1 0 0,1 1 0,0-1 0,1 1 0,0-1 0,1 1 0,1 0 0,1 0 0,7-18 0,-8 26 0,0 1 0,0-1 0,0 1 0,1-1 0,-1 1 0,1 1 0,1-1 0,-1 1 0,1-1 0,-1 2 0,1-1 0,0 1 0,1-1 0,-1 2 0,0-1 0,9-2 0,-11 4 0,1 1 0,-1-1 0,1 0 0,-1 1 0,1 0 0,-1 0 0,1 1 0,-1-1 0,0 1 0,1 0 0,-1 0 0,0 0 0,1 1 0,-1-1 0,0 1 0,0 0 0,0 0 0,-1 0 0,1 1 0,0 0 0,-1-1 0,0 1 0,1 1 0,-1-1 0,0 0 0,4 7 0,3 8 0,-1-3 0,-8-15 0,0 0 0,-1-1 0,1 1 0,-1 0 0,1 0 0,0-1 0,-1 1 0,1-1 0,-1 1 0,1 0 0,-1-1 0,1 1 0,-1-1 0,1 1 0,-1-1 0,1 0 0,-1 1 0,0-1 0,1 1 0,-1-1 0,0 0 0,0 1 0,1-1 0,-1 0 0,0 1 0,0-1 0,0 0 0,0 0 0,2-3 0,-1 0 0,1 0 0,0 1 0,0-1 0,0 1 0,1-1 0,-1 1 0,1 0 0,0 0 0,0 0 0,0 0 0,0 1 0,0-1 0,1 1 0,-1 0 0,1 0 0,0 0 0,-1 0 0,6-1 0,-6 3 0,0-1 0,0 0 0,0 1 0,0 0 0,0 0 0,0 0 0,1 0 0,-1 1 0,0-1 0,0 1 0,0 0 0,0-1 0,0 2 0,0-1 0,0 0 0,-1 0 0,1 1 0,0 0 0,-1-1 0,1 1 0,-1 0 0,1 0 0,-1 1 0,0-1 0,4 5 0,11 17-34,-13-17-157,1-1 1,-1 0 0,1 0 0,0 0 0,1-1 0,9 8 0,3-2-6636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3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0 24575,'-5'0'0,"-8"0"0,-1 6 0,2 6 0,2 8 0,4 6 0,2 3 0,8-3 0,2 0 0,1 0 0,5-3 0,5-7 0,6-5 0,-1-10 0,-5-11 0,-4-4-8191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3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24575,'6'0'0,"6"0"0,2 5 0,-1 8 0,-4 1-8191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3.9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1 24575,'1'19'0,"1"1"0,1 0 0,7 23 0,-5-20 0,5 44 0,-5 18 0,-10 120 0,5-200-40,0-1 0,0 0 0,-1 0 0,0 0-1,1 0 1,-1 0 0,-1 0 0,1 0 0,-1 0 0,1 0 0,-1 0-1,0-1 1,-1 1 0,1-1 0,0 1 0,-1-1 0,0 0-1,0 0 1,0 0 0,0 0 0,0-1 0,-1 1 0,1-1 0,-1 0-1,0 0 1,1 0 0,-1 0 0,0-1 0,0 0 0,0 0-1,0 0 1,0 0 0,-9 0 0,-12 1-6786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4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0 161 24575,'0'-5'0,"6"-2"0,1-6 0,6 1 0,5 1 0,6 3 0,-2-3 0,1 0 0,2-3 0,3 1 0,-4-3 0,-6-4 0,-6 1-8191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4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1 101 24575,'0'-6'0,"0"-7"0,5-1 0,2-5 0,6 3 0,5 2 0,5 5 0,5 3 0,3 3 0,1 2 0,1 1 0,0 1 0,0-1 0,0 1 0,-5 0-8191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4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0 175 24575,'6'0'0,"7"0"0,1-6 0,3-1 0,6 0 0,-3-5 0,2 1 0,-4-4 0,2 1 0,-4-3 0,2 2 0,-2-2 0,1 1 0,3 4 0,-2-1 0,-3 1-8191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5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0 24575,'0'6'0,"-5"2"0,-2 4 0,-6 1 0,0 4 0,2 4 0,3 3 0,2 4 0,3 3 0,-4-4 0,0-2 0,0 1 0,-3-4 0,-1 0 0,2-5-8191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5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1 24575,'1'70'0,"-3"83"0,-13-74 0,10-58 0,0 1 0,0 21 0,4 62 0,0 13 0,0-115-105,1 1 0,0-1 0,-1 1 0,0-1 0,0 0 0,0 0 0,0 1 0,-1-1 0,1 0 0,-1 0 0,0 0 0,-3 4 0,-9 6-6721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5.7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24575,'5'-1'0,"0"1"0,1 1 0,-1-1 0,0 1 0,0 0 0,0 0 0,1 0 0,-1 1 0,0 0 0,-1 0 0,1 0 0,0 0 0,0 1 0,-1 0 0,0 0 0,1 0 0,-1 0 0,-1 1 0,1 0 0,0 0 0,-1 0 0,0 0 0,0 0 0,0 1 0,4 8 0,4 9 0,-1 0 0,7 25 0,-12-31 0,0 0 0,2 0 0,0-1 0,0 0 0,17 23 0,-17-32-1365,-2-7-5461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5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24575,'5'0'0,"2"5"0,0 8 0,-1 1-8191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7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1 246 24575,'2'1'0,"1"-1"0,0 0 0,-1 1 0,1-1 0,-1 1 0,1 0 0,-1 0 0,1 0 0,-1 0 0,1 0 0,-1 0 0,0 1 0,0-1 0,0 1 0,1 0 0,-2-1 0,1 1 0,0 0 0,2 3 0,3 5 0,-1 0 0,0 0 0,6 15 0,0 0 0,-5-10 0,0 1 0,-1 0 0,-1 0 0,-1 1 0,0 0 0,2 24 0,-8-65 0,0 0 0,2 0 0,1 0 0,1 0 0,4-25 0,-5 47 0,0-1 0,0 1 0,0-1 0,0 1 0,1 0 0,-1-1 0,1 1 0,-1 0 0,1 0 0,0 0 0,0 0 0,0 0 0,0 1 0,0-1 0,0 0 0,0 1 0,0 0 0,1-1 0,-1 1 0,1 0 0,-1 0 0,1 1 0,-1-1 0,1 0 0,-1 1 0,1-1 0,0 1 0,-1 0 0,1 0 0,0 0 0,2 1 0,0-1 0,0 1 0,1 1 0,-1-1 0,0 1 0,-1-1 0,1 1 0,0 1 0,0-1 0,-1 1 0,1 0 0,-1 0 0,0 0 0,0 0 0,7 8 0,108 133 0,-118-143 0,0 1 0,0 0 0,1-1 0,-1 0 0,0 1 0,1-1 0,-1 0 0,1 0 0,0 1 0,-1-1 0,1-1 0,3 3 0,-4-3 0,0 0 0,0 0 0,-1 0 0,1 0 0,0 0 0,0 0 0,0 0 0,-1 0 0,1 0 0,0 0 0,0-1 0,0 1 0,-1 0 0,1-1 0,0 1 0,-1 0 0,1-1 0,0 1 0,0-1 0,-1 1 0,2-2 0,1-2 0,0 0 0,1-1 0,-2 0 0,1 1 0,0-1 0,-1 0 0,3-10 0,0-1 0,-1 0 0,-1-1 0,0 1 0,0-19 0,-3 33 0,-1 17 0,0-1 0,2 0 0,-1 0 0,5 22 0,-4-32 0,-1 1 0,1-1 0,0 0 0,1 0 0,-1 0 0,1 0 0,0 0 0,0 0 0,0 0 0,0-1 0,1 1 0,0-1 0,-1 1 0,1-1 0,0 0 0,1 0 0,-1 0 0,0-1 0,1 1 0,0-1 0,-1 0 0,1 0 0,5 2 0,13 0 0,1 0 0,-1-2 0,1 0 0,0-2 0,0 0 0,25-4 0,23 0 0,-70 4 0,16 0 0,0-1 0,1-1 0,-1 0 0,20-6 0,-33 7 0,-1 0 0,1 0 0,-1-1 0,0 1 0,1-1 0,-1 0 0,0 0 0,0 0 0,0 0 0,0-1 0,4-4 0,-6 5 0,0 0 0,0 0 0,0 0 0,0 0 0,0 0 0,0 0 0,0-1 0,-1 1 0,1 0 0,-1 0 0,0-1 0,0 1 0,0 0 0,0-1 0,0 1 0,0 0 0,0 0 0,-1-1 0,1 1 0,-2-4 0,0 3 0,1 0 0,-1 1 0,0-1 0,0 0 0,0 1 0,0-1 0,-1 1 0,1 0 0,-1 0 0,1 0 0,-1 0 0,0 0 0,1 0 0,-1 1 0,0 0 0,0-1 0,0 1 0,0 0 0,-1 0 0,1 1 0,0-1 0,0 1 0,-6-1 0,0 0 0,0 0 0,-1 1 0,0 0 0,1 1 0,-1 0 0,-17 4 0,22-3 0,1 0 0,0 0 0,-1 0 0,1 1 0,0 0 0,0 0 0,0 0 0,1 0 0,-1 0 0,1 1 0,0 0 0,0-1 0,0 1 0,-3 7 0,5-10 0,0 1 0,0-1 0,0 1 0,0-1 0,1 1 0,-1 0 0,1-1 0,-1 1 0,1 0 0,0-1 0,-1 1 0,1 0 0,0 0 0,0-1 0,0 1 0,0 0 0,1 0 0,-1-1 0,0 1 0,1 0 0,-1 0 0,1-1 0,0 1 0,-1-1 0,1 1 0,0-1 0,0 1 0,0-1 0,0 1 0,0-1 0,0 0 0,1 1 0,-1-1 0,0 0 0,1 0 0,-1 0 0,1 0 0,-1 0 0,1 0 0,-1-1 0,3 2 0,-1-1 0,-1-1 0,0 0 0,0 1 0,1-1 0,-1 0 0,0 0 0,0 0 0,1 0 0,-1 0 0,0-1 0,0 1 0,1-1 0,-1 1 0,0-1 0,4-2 0,35-19 0,-18 9 0,25-16 0,-38 22 0,2-1 0,-1 2 0,1 0 0,0 0 0,16-5 0,-25 11 0,1-1 0,-1 0 0,1 1 0,0-1 0,-1 1 0,1 0 0,0 0 0,0 1 0,-1-1 0,1 1 0,-1 0 0,1 0 0,0 0 0,-1 0 0,0 1 0,1-1 0,-1 1 0,0 0 0,0 0 0,0 0 0,0 0 0,0 1 0,3 3 0,19 22 0,-20-22 0,0 1 0,1-1 0,-1 1 0,2-1 0,-1-1 0,1 0 0,7 6 0,-12-11 0,-1 1 0,1-1 0,-1 1 0,0-1 0,1 1 0,-1-1 0,1 0 0,0 1 0,-1-1 0,1 0 0,-1 0 0,1 0 0,-1-1 0,1 1 0,-1 0 0,1 0 0,-1-1 0,2 0 0,0 0 0,-1-1 0,1 0 0,-1 0 0,1 1 0,-1-2 0,0 1 0,0 0 0,0 0 0,0-1 0,0 1 0,0-1 0,1-3 0,2-2 0,-2 1 0,1 1 0,0 0 0,0 0 0,1 0 0,5-7 0,-9 13 0,0-1 0,0 0 0,-1 1 0,1-1 0,0 1 0,0-1 0,-1 1 0,1-1 0,0 1 0,0 0 0,0 0 0,0-1 0,0 1 0,0 0 0,0 0 0,0 0 0,0 0 0,0 0 0,1 0 0,-1 0 0,1 1 0,-1 0 0,0-1 0,0 1 0,1 0 0,-1 0 0,0 0 0,0 0 0,0 0 0,0 0 0,0 0 0,-1 0 0,1 0 0,0 0 0,0 0 0,-1 1 0,2 1 0,13 33 0,-13-28 0,1 0 0,0-1 0,0 0 0,0 1 0,1-1 0,0-1 0,1 1 0,-1-1 0,1 1 0,7 6 0,-11-13 0,-1 0 0,0 0 0,1 0 0,-1 0 0,0 0 0,1 0 0,-1 0 0,0 0 0,1 0 0,-1 0 0,0 0 0,1 0 0,-1 0 0,0 0 0,1 0 0,-1 0 0,1 0 0,-1 0 0,0 0 0,0 0 0,1 0 0,-1-1 0,0 1 0,1 0 0,-1 0 0,0 0 0,1-1 0,-1 1 0,0 0 0,0 0 0,0-1 0,1 1 0,-1 0 0,0-1 0,0 1 0,0 0 0,1 0 0,-1-1 0,0 1 0,0 0 0,0-1 0,0 1 0,0 0 0,0-1 0,0 1 0,0-1 0,0 1 0,0 0 0,0-1 0,3-20 0,-3 20 0,1-77 0,-2 56 0,2 0 0,0 0 0,1 0 0,6-27 0,-6 37 0,1 0 0,0 1 0,1-1 0,0 1 0,1 0 0,0 0 0,0 1 0,2-1 0,-1 1 0,14-15 0,-12 15 0,1 1 0,0 0 0,0 1 0,1 0 0,0 1 0,0 0 0,1 0 0,0 1 0,0 0 0,1 1 0,-1 0 0,1 1 0,0 1 0,0 0 0,14-2 0,138-20 0,-138 20 0,27-10-1365,-32 8-5461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8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1967 228 24575,'-1'-3'0,"0"1"0,0-1 0,-1 0 0,1 0 0,-1 1 0,1-1 0,-1 1 0,0 0 0,0-1 0,0 1 0,0 0 0,-4-3 0,-3-4 0,0 0 0,-1 1 0,0 0 0,-1 0 0,1 1 0,-2 1 0,-19-9 0,-29-19 0,47 26 0,0 0 0,-1 2 0,0-1 0,-1 1 0,1 1 0,-1 1 0,0 0 0,0 1 0,-30-3 0,-46-6 0,33 3 0,-81-2 0,-567 13-119,674 0-66,0 1 0,-57 15 0,51-10 142,-76 25 43,-1-1 0,106-30 40,-1 1 0,1-1 0,0 1 0,-1 1-1,2 0 1,-1 0 0,0 1 0,1 0 0,0 0 0,0 1-1,0 0 1,1 1 0,0-1 0,0 1 0,1 1 0,0-1-1,-8 13 1,6-2-40,1 1 0,1 0 0,0 0 0,2 1 0,0 0 0,-2 32 0,7 125 0,2-75 0,-3-67 0,-1-18 0,0 0 0,1 0 0,1 0 0,1 0 0,0 0 0,1 0 0,1-1 0,1 1 0,6 15 0,22 37 0,-17-33 0,1-1 0,42 61 0,-58-94 0,16 22 0,0-1 0,2 0 0,1-1 0,1-1 0,26 20 0,-20-21 0,3 2 0,45 26 0,-63-42 0,1 0 0,-1-1 0,1 0 0,0-1 0,0 0 0,0-1 0,21 1 0,241-2 0,-130-4 0,-76 3 0,86-3 0,-132-2 0,0-1 0,0-1 0,43-16 0,-15 4 0,95-43 0,9-5 0,-56 21 0,86-30 0,-172 69 0,1-1 0,-1-1 0,-1 0 0,1-1 0,-1 0 0,16-17 0,-23 20 0,1 0 0,-1 0 0,0-1 0,0 0 0,0 0 0,-1 0 0,0 0 0,-1-1 0,0 0 0,0 1 0,-1-1 0,1 0 0,0-10 0,-2 11 0,0 1 0,-1-1 0,0 0 0,0 0 0,0 0 0,-1 0 0,0 0 0,0 0 0,-1 1 0,0-1 0,0 1 0,0-1 0,-1 1 0,0 0 0,0 0 0,-1 0 0,-6-9 0,-9-17 0,15 25 0,0 0 0,-1 0 0,1 0 0,-1 1 0,-6-7 0,-22-23 0,21 23 0,0 1 0,-16-15 0,-12-10 0,32 28 0,0 0 0,-1 1 0,0 0 0,-16-9 0,14 10 0,-2-1 0,0 0 0,-1 0 0,0 2 0,0-1 0,-1 2 0,1 0 0,-1 1 0,-16-3 0,2 3 0,1-2 0,-44-16 0,-29-5 0,24 19 0,56 7 0,0-1 0,-33-7 0,20 1 0,0 2 0,-1 2 0,1 1 0,-1 2 0,-62 5 0,93-4-44,1 0 0,0 1 0,0 0 0,0-1 0,0 1 0,0 0 0,0 1 0,1-1 0,-1 0 0,0 1 0,0-1 0,1 1 0,-1 0 0,1 0 0,0 0 0,-1 0 0,1 1 0,0-1-1,0 1 1,0-1 0,1 1 0,-1-1 0,1 1 0,-1 0 0,1 0 0,0 0 0,0 0 0,0 0 0,1 0 0,-1 3 0,-3 18-6782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9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1484 38 24575,'-3'0'0,"0"-1"0,1 1 0,-1-1 0,1 0 0,-1 0 0,1 0 0,0 0 0,-5-3 0,-11-5 0,-15 2 0,1 2 0,-1 2 0,0 0 0,0 2 0,-40 5 0,-1-2 0,37-2 0,3-1 0,-62 8 0,84-5 0,0 1 0,0 0 0,1 1 0,-1 0 0,1 1 0,0 0 0,0 0 0,-17 13 0,-4 6 0,2 1 0,1 2 0,1 0 0,2 2 0,0 1 0,-40 64 0,12-20-713,30-43 704,-26 43-1,-66 107 10,80-126-190,21-35 16,-21 42 0,-110 225 887,137-262-713,1-1 0,1 1 0,1 0 0,-3 28 0,-7 28 0,11-61 18,-4 17 117,1 0 0,1 0-1,-1 49 1,7-43-135,2-12 0,-2 1 0,-10 56 0,2-38 0,3 0 0,-1 54 0,8 103 0,1-72 0,-2-117-91,-1 17-164,2 1 0,1 0 1,2-1-1,9 42 0,-7-55-6571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49.9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24575,'1'19'0,"0"0"0,0-1 0,2 0 0,0 1 0,2-1 0,0 0 0,0-1 0,2 1 0,11 22 0,-15-34 0,1 0 0,-1-1 0,1 1 0,0 0 0,0-1 0,1 0 0,-1 0 0,1-1 0,0 1 0,1-1 0,-1 0 0,1 0 0,0-1 0,0 0 0,0 0 0,0 0 0,0-1 0,1 1 0,-1-2 0,1 1 0,-1-1 0,1 0 0,0 0 0,-1-1 0,1 1 0,0-2 0,13-1 0,-6 0 0,-1-1 0,1 0 0,-1-1 0,0-1 0,0 0 0,0-1 0,-1 0 0,0 0 0,0-2 0,-1 0 0,1 0 0,16-16 0,10-23 0,-30 36 0,1-1 0,1 1 0,13-13 0,3 3 0,-13 12 0,-2 0 0,1-1 0,-1-1 0,-1 0 0,0 0 0,11-17 0,-20 25-114,-1 2 55,1 1-1,-1-1 1,0 0-1,1 1 0,-1-1 1,0 0-1,1 0 1,-1 1-1,1-1 0,-1 1 1,1-1-1,-1 0 1,1 1-1,-1-1 1,1 1-1,0-1 0,-1 1 1,1 0-1,0-1 1,0 1-1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0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1 422 24575,'2'0'0,"0"1"0,0-1 0,1 1 0,-1-1 0,0 1 0,0 0 0,0 0 0,0 0 0,0 0 0,0 1 0,0-1 0,0 0 0,0 1 0,0 0 0,-1-1 0,1 1 0,-1 0 0,1 0 0,-1-1 0,0 1 0,0 0 0,0 1 0,0-1 0,1 2 0,2 5 0,-1 0 0,0-1 0,-1 1 0,3 15 0,-2-7 0,-1 0 0,-1 0 0,0 0 0,-1 0 0,-1 0 0,-1 0 0,-4 18 0,6-34 0,0 0 0,0 0 0,0-1 0,0 1 0,0 0 0,0-1 0,0 1 0,0 0 0,-1-1 0,1 1 0,0-1 0,-1 1 0,1 0 0,0-1 0,-1 1 0,1-1 0,-1 1 0,1-1 0,-1 1 0,1-1 0,-1 1 0,1-1 0,-1 1 0,1-1 0,-1 0 0,0 1 0,1-1 0,-2 0 0,-6-15 0,0-32 0,8 9 0,2 1 0,2 0 0,1 0 0,11-41 0,-14 69 0,7-24 0,25-63 0,-21 63 0,-6 18 0,1 0 0,15-23 0,-2 5 0,-16 24 0,1 1 0,0 0 0,0 0 0,1 1 0,0 0 0,1 0 0,-1 1 0,1 0 0,1 0 0,-1 0 0,1 1 0,0 1 0,16-7 0,-7 5 0,1 0 0,0 2 0,0 0 0,0 1 0,0 0 0,23 1 0,-29 2 0,0 0 0,0 1 0,0 0 0,0 1 0,14 4 0,-21-4 0,-1 0 0,0 0 0,0 0 0,0 1 0,0 0 0,-1 0 0,1 0 0,-1 1 0,0-1 0,0 1 0,0 0 0,0 0 0,0 1 0,4 7 0,-1-2 0,1 1 0,-1 0 0,-1 1 0,0 0 0,-1 0 0,0 0 0,0 1 0,-2-1 0,1 1 0,-2 0 0,2 19 0,-3-20 0,-1-1 0,0 0 0,0 1 0,-2-1 0,1 1 0,-5 12 0,4-18 0,0-1 0,0 0 0,-1 0 0,0 0 0,0 0 0,0 0 0,0 0 0,-1-1 0,0 1 0,0-1 0,0 0 0,-1-1 0,1 1 0,-6 3 0,-1 1-114,1-1 1,-1 0-1,-1-1 0,1 0 0,-1-1 1,0 0-1,0-1 0,-1 0 0,1-1 1,-1-1-1,-20 2 0,6-3-6712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1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0 196 24575,'9'0'0,"-1"-1"0,0 0 0,0 0 0,1 0 0,-1-1 0,0 0 0,0-1 0,0 0 0,-1 0 0,1 0 0,-1-1 0,10-7 0,-6 3 0,-1-1 0,-1 0 0,1 0 0,-1-1 0,-1 0 0,0-1 0,7-11 0,-6 6 0,-5 10 0,-1-1 0,1 1 0,1 0 0,-1 0 0,1 0 0,0 0 0,9-7 0,-13 13 0,-1 0 0,1-1 0,-1 1 0,0 0 0,1 0 0,-1 0 0,0 0 0,1 0 0,-1 0 0,0 0 0,1 0 0,-1 0 0,1 0 0,-1 1 0,0-1 0,1 0 0,-1 0 0,0 0 0,1 0 0,-1 0 0,0 1 0,1-1 0,-1 0 0,0 0 0,0 1 0,1-1 0,-1 0 0,0 0 0,0 1 0,1-1 0,-1 0 0,0 1 0,0-1 0,0 0 0,0 1 0,0-1 0,1 0 0,-1 1 0,0-1 0,0 0 0,0 1 0,0-1 0,0 1 0,0-1 0,0 0 0,0 1 0,2 21 0,-1-21 0,-2 169 89,-1-80-1543,2-62-5372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1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24575,'613'0'0,"-551"5"0,-59-4 0,-1-1 0,0 0 0,1 0 0,-1 1 0,0 0 0,0-1 0,1 1 0,-1 0 0,0 0 0,0 0 0,0 0 0,0 1 0,0-1 0,0 0 0,-1 1 0,1-1 0,0 1 0,-1 0 0,1 0 0,-1-1 0,1 1 0,-1 0 0,2 4 0,-6 5-1365,-6-3-5461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1.8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92 24575,'421'0'0,"-404"-1"0,0 0 0,0-1 0,-1-1 0,1 0 0,26-10 0,77-39 0,-98 43-1365,-2 2-5461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2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24575,'32'-2'0,"1"-2"0,-1 0 0,0-3 0,48-15 0,-64 17 0,133-30 0,-126 30-273,0 0 0,0 1 0,1 1 0,43 0 0,-53 3-6553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2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24575,'-1'43'0,"0"-17"0,1 0 0,1 0 0,2 0 0,7 38 0,7-6 0,-8-30 0,-1 0 0,-2 0 0,0 0 0,1 41 0,-8-29 0,-2 0 0,-10 47 0,5-44 0,-2 70 0,10-112 0,0 14 0,0 0 0,1 0 0,0 0 0,7 27 0,-8-40 0,1 1 0,0-1 0,0 1 0,0-1 0,0 1 0,0-1 0,0 0 0,0 0 0,1 0 0,-1 1 0,1-1 0,0-1 0,-1 1 0,1 0 0,0 0 0,0-1 0,0 1 0,0-1 0,1 1 0,-1-1 0,0 0 0,1 0 0,-1 0 0,0 0 0,1 0 0,-1-1 0,1 1 0,0-1 0,-1 0 0,1 1 0,-1-1 0,1 0 0,-1-1 0,1 1 0,0 0 0,2-1 0,8-4 0,1 0 0,-1 0 0,0-1 0,0 0 0,-1-1 0,1-1 0,19-16 0,32-19 0,-44 33 0,-4 0 0,0 1 0,1 0 0,0 2 0,1 0 0,-1 1 0,1 0 0,26-3 0,-18 5 0,-1-2 0,1 0 0,25-10 0,-26 7 0,0 1 0,52-8 0,37-3 0,-34 4 0,-21 1 0,13-1 0,15-1 0,-61 10 0,-1 1 0,28-2 0,-17 6 0,-15 0 0,-1 0 0,1-1 0,28-7 0,7-6 0,0 3 0,0 2 0,111-6 0,-103 11-1365,-37-2-5461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4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24575,'1'3'0,"0"0"0,0 0 0,0-1 0,0 1 0,0 0 0,1 0 0,-1-1 0,1 1 0,0-1 0,0 1 0,0-1 0,0 0 0,2 2 0,11 13 0,3 14 0,-6-11 0,0-1 0,1 1 0,1-2 0,0 0 0,28 25 0,-38-39 0,0-1 0,0 0 0,1-1 0,-1 1 0,1-1 0,-1 1 0,1-1 0,0-1 0,0 1 0,0-1 0,8 2 0,-11-3 0,1 0 0,-1 0 0,1 0 0,-1-1 0,1 1 0,-1 0 0,1-1 0,-1 0 0,1 0 0,-1 0 0,0 0 0,1 0 0,-1 0 0,0 0 0,0-1 0,0 1 0,0-1 0,0 1 0,0-1 0,0 0 0,-1 0 0,1 0 0,0 0 0,1-4 0,9-16 0,14-33 0,2-6 0,4-12-1365,-27 61-5461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4.5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24575,'5'5'0,"3"8"0,-1 6 0,-2 7 0,4-2 0,1 0 0,-2 2 0,-2 2 0,-2 2 0,-2 0 0,-1 2 0,5-5 0,1-2 0,5-4 0,6-7 0,5-5 0,-1-5-8191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5.1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85 24575,'1'-1'0,"-1"0"0,0-1 0,1 1 0,-1 0 0,1 0 0,-1 0 0,1 0 0,-1 0 0,1 0 0,0 0 0,-1 0 0,1 1 0,0-1 0,0 0 0,0 0 0,0 1 0,-1-1 0,1 0 0,0 1 0,0-1 0,1 1 0,-1-1 0,0 1 0,0-1 0,0 1 0,2-1 0,34-5 0,-33 5 0,55-3 0,87 5 0,37-2 0,-84-14 0,-64 8 0,56-3 0,-30 11-53,-41 0-165,-1-1-1,1 0 0,-1-2 0,1 0 1,32-8-1,-31 3-6607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5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24575,'8'1'0,"1"1"0,-1 0 0,1 1 0,-1 0 0,0 0 0,0 1 0,0 0 0,-1 0 0,1 1 0,10 8 0,6 2 0,76 36 0,-66-35 0,52 32 0,-82-46 0,0 1 0,-1 0 0,0 1 0,1-1 0,-1 0 0,0 1 0,-1 0 0,1 0 0,0 0 0,-1 0 0,0 0 0,0 0 0,-1 1 0,1-1 0,-1 0 0,0 1 0,0-1 0,0 1 0,-1 0 0,1-1 0,-1 1 0,-1 7 0,0-3 0,0 0 0,-1 0 0,0 0 0,0 0 0,-1 0 0,0-1 0,-1 1 0,0-1 0,0 0 0,-9 12 0,-5 5-118,2-1-194,-1-2 1,-1 0-1,-29 28 0,31-37-6514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3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672 1 24575,'741'0'0,"-736"0"0,0 0 0,0 0 0,0 0 0,-1 1 0,1 0 0,0 0 0,0 0 0,0 1 0,-1-1 0,1 1 0,-1 0 0,1 0 0,7 6 0,-10-6 0,1 1 0,-1 0 0,0 0 0,0 0 0,0 0 0,0 0 0,0 0 0,-1 0 0,1 1 0,-1-1 0,0 0 0,0 1 0,0-1 0,0 1 0,-1 0 0,0-1 0,1 1 0,-1-1 0,-1 7 0,0-2 0,-1 1 0,0-1 0,0 0 0,0 0 0,-1 0 0,-1 0 0,1 0 0,-1 0 0,-8 10 0,-14 33 0,-12 38 0,-18 52 0,51-120 0,1 0 0,1 1 0,0 33 0,1-27 0,-6 37 0,-1 4 0,2 0 0,4 130 0,4-117 0,2-52 0,-2-25 0,0 0 0,-1 0 0,1 0 0,-1 0 0,0 0 0,-1 0 0,0 7 0,0-11 0,0 1 0,1-1 0,-1 0 0,0 1 0,0-1 0,0 0 0,0 1 0,0-1 0,0 0 0,0 0 0,0 0 0,-1 0 0,1 0 0,0 0 0,-1 0 0,1-1 0,0 1 0,-1 0 0,1-1 0,-1 1 0,1-1 0,-1 0 0,0 1 0,1-1 0,-1 0 0,1 0 0,-1 0 0,-1 0 0,-192-2 0,69-2 0,33 6 0,-102-4 0,117-13 0,58 10 0,-1 0 0,-23-1 0,-40 5 0,59 2 0,1-1 0,-1-1 0,1-1 0,-37-8 0,24 2-273,0 2 0,-1 2 0,1 1 0,-51 4 0,61-1-6553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5.8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24575,'1'13'0,"1"-1"0,0 1 0,0-1 0,5 13 0,4 24 0,-7-30 0,1 0 0,1-1 0,0 0 0,2 0 0,0-1 0,1 1 0,0-2 0,1 1 0,1-2 0,24 27 0,-33-39 0,-1-1 0,1 0 0,0 0 0,0 0 0,0 0 0,0 0 0,0 0 0,0 0 0,0-1 0,1 1 0,-1-1 0,1 0 0,-1 1 0,1-1 0,-1 0 0,1-1 0,0 1 0,-1 0 0,1-1 0,0 0 0,0 1 0,5-1 0,-4-2 0,0 1 0,0-1 0,0 1 0,0-1 0,-1-1 0,1 1 0,0 0 0,-1-1 0,0 0 0,0 1 0,1-2 0,-2 1 0,1 0 0,3-4 0,0-3 0,0 0 0,0 0 0,-1 0 0,-1 0 0,0-1 0,0 0 0,-1 0 0,3-14 0,-2 7 0,1 1 0,10-24 0,-3 15-1365,-2 2-5461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7:56.3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24575,'1'10'0,"1"-1"0,-1 1 0,2-1 0,-1 1 0,1-1 0,1 0 0,0 0 0,6 11 0,-4-8 0,0 1 0,-1-1 0,6 22 0,26 144 0,-34-256 0,-3 69 0,0 0 0,1-1 0,0 1 0,1 0 0,-1 0 0,2 0 0,-1 0 0,1 0 0,1 1 0,7-16 0,-8 19 0,1 1 0,-1-1 0,1 1 0,-1 0 0,1 0 0,1 0 0,-1 1 0,0 0 0,1-1 0,0 1 0,-1 1 0,1-1 0,0 1 0,1 0 0,-1 0 0,0 0 0,0 1 0,1 0 0,8-1 0,0 0 0,1 1 0,0 1 0,29 2 0,-40-1 0,1-1 0,-1 1 0,1 1 0,-1-1 0,1 1 0,-1-1 0,0 1 0,0 0 0,0 1 0,0-1 0,0 1 0,-1 0 0,1 0 0,-1 0 0,0 0 0,6 8 0,4 10 0,-1 0 0,-1 1 0,-1 1 0,10 31 0,2 5 0,-21-56 0,0 0 0,1 1 0,0-1 0,0 0 0,0 0 0,0 0 0,0 0 0,0 0 0,1 0 0,-1-1 0,1 1 0,0-1 0,0 0 0,0 0 0,0 0 0,0 0 0,0 0 0,1-1 0,-1 1 0,1-1 0,-1 0 0,1 0 0,-1 0 0,1-1 0,-1 1 0,1-1 0,0 0 0,-1 0 0,1 0 0,0-1 0,4 0 0,10-3 0,0 0 0,0-1 0,0-1 0,30-16 0,-28 13 0,74-29 0,38-18 0,-128 53-151,1 1-1,0-1 0,-1 0 0,0 0 1,0-1-1,0 1 0,0-1 1,4-4-1,4-10-6674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08.8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3200 66 24575,'-45'-2'-771,"-64"-11"0,-6-1-937,-43-3 1137,-56-2-324,-582 20 895,750 1 0,-67 12 0,-17 1 0,89-10-91,1 1-1,1 3 0,-1 1 1,-46 18-1,-25 6 90,80-25 434,1 2 0,-1 0 0,2 2-1,0 2 1,0 0 0,-26 20 0,-14 8 1004,50-33-1316,1 1-1,0 1 1,1 1-1,0 0 1,-19 20-1,-31 37-119,40-45 0,2 2 0,0 1 0,-23 36 0,18-20 0,15-22 0,-22 40 0,20-27 0,5-12 0,1 0 0,1 1 0,1 0 0,-9 39 0,17-55 0,-11 46 0,4 1 0,-4 86 0,11-68 0,4 112 0,-1-171-22,0-1-1,1 1 1,1-1-1,0 1 1,0-1 0,1 0-1,1-1 1,14 24-1,3-2-135,46 50-1,-18-22 93,-36-45-27,1-1 0,1 0 1,31 21-1,18 18-109,-54-46 63,0 0 0,0 0 0,1-1-1,0-1 1,20 9 0,30 17-277,-16-4 456,1-2 1,1-2-1,2-2 0,63 20 0,128 45-1599,-142-67 1633,-2-1-35,130 28-39,-177-39 0,20 0-996,1-3 0,123-7 0,-81-2 416,818 3-1218,-873-4 1756,1-2 1,-2-3 0,86-23 0,70-12-49,-96 24 177,217-65 0,-136 39 780,-93 15-867,-32 11 0,119-51 0,-108 34 225,-40 19 90,75-43-1,-106 51-276,1 0 0,24-25 0,-22 18 1098,-2 0-1,0-2 1,22-34-1,-31 41-957,0 0-1,-1 0 1,-1-1-1,0 0 1,0 0-1,-1 0 1,-1 0-1,0-1 0,-1 1 1,-1 0-1,0-1 1,0 1-1,-2-1 1,1 1-1,-6-18 1,1 7-193,-1 0 1,-2 1-1,0 0 1,-1 1 0,-2 0-1,0 0 1,-22-29-1,5 17 15,-47-45 0,38 41 0,15 17 0,-50-35 0,-11-9 0,69 53 0,0 0 0,-25-13 0,-17-13 0,21 11-27,-1 2 0,-1 2 0,-60-27 0,-129-41-1559,122 52 1445,46 14 141,27 11 0,-2 1 0,-47-11 0,-95-27-2458,47 12 901,89 30 1289,-70-5 0,5 1-167,-116-28 2,156 31 526,-6-1 247,-95-2 0,32 13-586,-208-11-771,117-7-90,-252 14 1,246 6 371,-559-2-303,648 7 899,-142 24-1,234-24-140,-37 6 870,7 0 2918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14.6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648 163 24575,'-3'0'0,"-41"0"0,-81 10 0,112-8 0,0 0 0,0 1 0,1 1 0,-1 0 0,1 1 0,0 0 0,1 1 0,-1 0 0,1 1 0,-20 15 0,-25 24 0,38-33 0,2 1 0,-1 0 0,2 1 0,0 0 0,-16 23 0,7-5 0,13-19 0,1 0 0,0 1 0,1 1 0,-9 21 0,17-36 0,-47 137 0,42-114 0,1 0 0,0 0 0,-1 48 0,6-52 0,-1-1 0,1 0 0,4 34 0,-3-48 0,0 1 0,1-1 0,-1 0 0,1 1 0,0-1 0,1 0 0,-1 0 0,1-1 0,0 1 0,0-1 0,0 1 0,1-1 0,0 0 0,5 5 0,19 12 0,2-2 0,0-1 0,33 14 0,-1 1 0,-46-26-100,0 0 0,0 0 0,0-1 0,1-1 0,18 2 0,88 9-891,-45-7 715,46 1-377,196-7 0,-155-6 365,-126 4 260,125-6-461,-140 2 414,0 0 0,0-2-1,0 0 1,40-17 0,-46 15 75,92-34 0,-26 8 0,-7 3 0,-29 11 0,0-1 0,50-30 0,-5 1 0,-72 40 234,-1-1 1,0-1 0,0-1 0,-2-1 0,23-20 0,-26 21-175,0 0 1,17-10 0,-15 12 669,27-25 0,-32 22-620,0 0 0,-1-1 0,-1 0 0,0-1 0,-1 0 0,0 0 0,-2-1 1,1 0-1,-2 0 0,0-1 0,3-20 0,-3 9-113,-1-1 0,-1 0 0,-2-1 0,-1 1 0,-5-56 0,3 75 3,-1-1 0,0 1 0,-1 0 0,0 0 0,0 0 0,-1 0 0,0 0 0,-1 1 0,0 0 0,-1 0 0,0 0 0,0 1 0,-8-9 0,4 8 0,0 0 0,0 1 0,-1 0 0,1 0 0,-2 1 0,1 1 0,-1 0 0,0 0 0,-24-6 0,-25-8 0,31 9 0,-1 2 0,0 0 0,-1 2 0,0 2 0,-36-2 0,-359 7-1162,180 1 1179,221 1-155,-1 1-1,-48 11 1,6-1 36,22-3 102,-1 2 0,2 1 0,-68 31 0,44-11 0,41-17 0,-37 12 0,48-20 0,0 0 0,-22 15 0,-11 5 0,32-18-88,0 1 1,1 1-1,1 1 1,-17 15-1,14-10 402,-1-2 1,-27 17-1,3-4 18,2 2 0,-44 41 0,57-46-171,7-8-616,2 2 0,-22 25 0,31-30-6371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19.0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712 69 24575,'-517'0'0,"509"0"0,1 1 0,-1 0 0,0 0 0,1 1 0,-1-1 0,1 2 0,0-1 0,0 1 0,0 0 0,0 1 0,0-1 0,1 1 0,-1 1 0,1-1 0,0 1 0,1 0 0,-1 1 0,1-1 0,-7 9 0,6-4 0,-1 0 0,1 0 0,0 0 0,1 1 0,1 0 0,0 0 0,0 0 0,1 0 0,0 1 0,1-1 0,0 1 0,0 12 0,4 150 0,0-57 0,-1-107 0,0 0 0,0 0 0,1 0 0,0-1 0,1 1 0,0 0 0,1-1 0,0 0 0,0 0 0,9 12 0,7 10 0,37 41 0,-48-61 0,12 11 0,2-1 0,0-1 0,1 0 0,1-2 0,1-1 0,27 13 0,41 28 0,-84-51 0,1-1 0,0 0 0,1-1 0,-1-1 0,1 1 0,0-2 0,0 0 0,0 0 0,21 1 0,9-2 0,65-4 0,-32-1 0,-29 3 0,-14 1 0,-1-2 0,32-5 0,-52 5 0,-1-1 0,0-1 0,0 0 0,0 0 0,-1-1 0,1-1 0,-1 1 0,0-1 0,0-1 0,9-7 0,-8 5 0,0 0 0,0-1 0,-1 0 0,-1 0 0,0-1 0,0 0 0,0 0 0,-2-1 0,1 0 0,-1 0 0,8-23 0,5-16 0,-11 33 0,-1 0 0,-1-1 0,-1 0 0,0 0 0,3-37 0,-7-172 0,-3 101 0,2 113 0,-1 1 0,0 0 0,-1 0 0,0-1 0,-1 1 0,0 1 0,-1-1 0,-1 0 0,1 1 0,-2 0 0,0 0 0,0 0 0,-1 1 0,0 0 0,0 0 0,-2 1 0,1 0 0,-1 0 0,0 1 0,-11-7 0,-1 3 0,0 2 0,-1 0 0,0 2 0,-32-9 0,22 7 0,7 3 0,0 2 0,0 0 0,-1 1 0,-28 0 0,-106 6 0,58 1 0,33-4-89,31 0-230,0 1 0,0 1 0,-68 13 0,78-7-6507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20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24575,'2240'0'-1365,"-2226"0"-5461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20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716 0 24575,'9'1'0,"0"0"0,0 0 0,0 1 0,0 0 0,0 0 0,0 1 0,-1 1 0,1-1 0,-1 1 0,0 1 0,0 0 0,12 9 0,7 8 0,-2 1 0,24 27 0,-23-23 0,-22-22-24,0 0 0,0 0 0,0 0 0,-1 1 0,1-1 0,-1 1 0,-1 0 0,1 0 0,-1 0 0,0 0 0,0 0 0,-1 0 0,0 1 0,0-1-1,0 1 1,-1-1 0,0 0 0,0 1 0,-1-1 0,0 1 0,0-1 0,0 0 0,-1 0 0,0 1 0,0-1 0,0 0 0,-1-1 0,0 1 0,0 0 0,-1-1 0,1 1 0,-1-1 0,0 0-1,-1-1 1,1 1 0,-1-1 0,0 0 0,-9 7 0,-301 165-166,290-162 193,-17 4-3,-14 8 0,-15 12 0,49-28 0,-37 25 0,16-9 67,0-1 0,-81 32 0,9-4-1446,91-41-4509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25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1668 197 24575,'-125'-2'0,"-139"5"0,105 21 0,130-18 0,7-1 0,-1 2 0,1 0 0,-21 11 0,-17 6 0,49-19 0,0 0 0,0 0 0,1 1 0,0 0 0,0 1 0,-9 8 0,-54 54 0,49-45 0,8-5 0,1 0 0,0 1 0,-22 41 0,17-26 0,9-14 0,1 0 0,1 1 0,1 0 0,-7 31 0,9-25 0,2-1 0,1 1 0,1 1 0,2-1 0,4 45 0,-3-62 0,1 1 0,1-1 0,-1 1 0,2-1 0,-1 0 0,10 17 0,-11-23 0,1-1 0,-1 0 0,1 1 0,0-1 0,0-1 0,0 1 0,1 0 0,-1-1 0,1 0 0,0 1 0,0-2 0,0 1 0,0 0 0,1-1 0,-1 0 0,1 0 0,8 3 0,32 6 0,1-2 0,0-2 0,70 2 0,239-11 0,-345 2 0,-1 0 0,1-1 0,0-1 0,-1 0 0,1 0 0,-1-1 0,11-4 0,3-4 0,31-19 0,-37 20 0,34-14 0,-39 19 0,1 0 0,-2-1 0,16-9 0,15-14 0,-17 13 0,0-2 0,30-28 0,-36 28 0,-2 0 0,0-2 0,25-36 0,-36 46 0,-1-1 0,1 0 0,-2 0 0,1 0 0,-2-1 0,1 1 0,-2-1 0,1 0 0,-2 0 0,1-13 0,1-49 0,-8-77 0,3 138 0,0 1 0,-1-1 0,0 1 0,-1 0 0,-1 0 0,-10-20 0,-2 2 0,-25-33 0,35 52 0,0 1 0,-1 0 0,0 1 0,-1 0 0,0 0 0,-1 1 0,1 0 0,-2 0 0,1 1 0,-1 1 0,0 0 0,0 0 0,-1 1 0,-21-7 0,-139-38 0,149 45 0,-1 1 0,-44-2 0,40 4 0,-41-7 0,0-2 0,-1 4 0,0 3 0,-92 5 0,50 1 0,78 0 0,0 2 0,0 1 0,-62 19 0,-33 5 0,78-18-579,-77 25-1,85-22-359,-2-1 1,-64 9 0,78-19-3279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8:28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6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577 68 24575,'0'-1'0,"0"0"0,-1 0 0,1 0 0,0 0 0,-1 0 0,1 0 0,-1 1 0,1-1 0,-1 0 0,1 0 0,-1 0 0,1 0 0,-1 1 0,0-1 0,0 0 0,1 1 0,-1-1 0,0 1 0,0-1 0,0 0 0,0 1 0,-1-1 0,-27-10 0,14 6 0,-2-2 0,0 1 0,0 1 0,-1 0 0,0 1 0,0 1 0,-22 0 0,-114 4 0,72 1 0,-25-2-1365,78 0-5461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5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0 24575,'0'67'0,"-2"-1"0,-16 92 0,-14 100 0,19-170 0,-7 30 0,14-79 0,2 0 0,1 0 0,2 1 0,4 41 0,-4 85 0,-8-134 0,2-24 0,6-8 0,1-1 0,-1 1 0,1-1 0,-1 1 0,1-1 0,-1 1 0,1-1 0,-1 1 0,1-1 0,0 1 0,-1-1 0,1 1 0,0-1 0,-1 0 0,1 1 0,0-1 0,0 1 0,0-1 0,-1 0 0,1 1 0,0-2 0,-4-21-40,1 0 0,1 0 0,1 0 0,2-33 0,0 19-1125,-1 7-5661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6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1 255 24575,'1'-9'0,"-1"1"0,2 0 0,0 0 0,0 0 0,0 0 0,1 0 0,0 0 0,0 0 0,1 1 0,0 0 0,0 0 0,1 0 0,0 0 0,0 0 0,1 1 0,0 0 0,0 1 0,7-6 0,1 0 0,1 0 0,0 1 0,0 1 0,1 0 0,1 1 0,-1 1 0,23-7 0,-7 4 0,32-9 0,-59 18 0,1 0 0,0 0 0,-1 1 0,1-1 0,0 1 0,-1 1 0,1-1 0,10 3 0,-13-2 0,0 1 0,0-1 0,0 1 0,-1 0 0,1 0 0,-1 0 0,1 0 0,-1 0 0,0 1 0,0-1 0,0 1 0,0-1 0,0 1 0,0 0 0,-1 0 0,1-1 0,-1 1 0,0 0 0,0 1 0,0-1 0,0 0 0,-1 0 0,1 0 0,-1 0 0,0 1 0,0-1 0,0 3 0,0 4 0,0 0 0,-1-1 0,0 1 0,0 0 0,-1-1 0,0 0 0,-8 18 0,0-10 0,0-1 0,-1-1 0,-1 0 0,-1 0 0,0-2 0,-1 1 0,-23 16 0,-20 21 0,52-45 0,0-1 0,0 0 0,-1 1 0,1-2 0,-1 1 0,0-1 0,0 0 0,0 0 0,-9 3 0,15-6 1,0-1 0,0 0-1,0 0 1,0 0 0,0 0 0,0 0-1,-1 0 1,1 0 0,0 1-1,0-1 1,0 0 0,0 0 0,0 0-1,-1 0 1,1 0 0,0 0-1,0 0 1,0 0 0,0 0 0,0 0-1,-1 0 1,1 0 0,0 0 0,0 0-1,0 0 1,0 0 0,-1 0-1,1 0 1,0 0 0,0 0 0,0 0-1,0 0 1,0 0 0,-1 0-1,1 0 1,0-1 0,0 1 0,0 0-1,0 0 1,0 0 0,0 0-1,0 0 1,-1 0 0,1 0 0,0-1-1,0 1 1,0 0 0,0 0-1,0 0 1,0 0 0,0 0 0,0-1-1,0 1 1,0 0 0,0 0 0,0 0-1,0 0 1,0-1 0,0 1-1,0 0 1,0 0 0,0 0 0,0 0-1,0 0 1,0-1 0,0 1-1,0 0 1,6-11-750,-5 9 84,7-11-6161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6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98 24575,'2'0'0,"-1"1"0,0-1 0,0 1 0,0-1 0,0 0 0,0 1 0,0 0 0,0-1 0,0 1 0,0 0 0,0-1 0,0 1 0,0 0 0,0 0 0,0 0 0,-1 0 0,1 0 0,0 0 0,-1 0 0,1 0 0,-1 0 0,1 0 0,-1 0 0,1 0 0,-1 0 0,1 3 0,6 34 0,-7-35 0,17 73 0,-13-58 0,1 0 0,-2 0 0,0 0 0,0 28 0,-4-43 0,1 0 0,-1 0 0,1 0 0,-1 0 0,0 0 0,0 0 0,0 0 0,-1 0 0,1 0 0,-1 0 0,0-1 0,1 1 0,-5 3 0,6-5 0,-1-1 0,1 1 0,-1-1 0,1 1 0,-1-1 0,0 0 0,1 1 0,-1-1 0,0 1 0,1-1 0,-1 0 0,0 0 0,0 1 0,1-1 0,-1 0 0,0 0 0,0 0 0,1 0 0,-1 0 0,0 0 0,0 0 0,-1 0 0,1-1 0,0 0 0,0 1 0,0-1 0,0 0 0,0 0 0,0 0 0,0 0 0,0 0 0,0 0 0,0 0 0,0 0 0,0 0 0,1 0 0,-1 0 0,0 0 0,1-1 0,-1-1 0,-3-7 0,1 0 0,0 0 0,1-1 0,0 1 0,1-1 0,0 1 0,1-1 0,0 1 0,0-1 0,1 1 0,1 0 0,0-1 0,0 1 0,1 0 0,4-11 0,-1 7 0,0 0 0,1 1 0,0 0 0,1 0 0,0 0 0,1 1 0,1 1 0,0 0 0,0 0 0,13-10 0,-15 16 0,-1 0 0,1 1 0,0 0 0,0 0 0,0 1 0,1 0 0,-1 1 0,1 0 0,0 0 0,0 1 0,15-1 0,4 1 0,1 1 0,36 6 0,69 24 0,-128-29 0,-1-1 0,0 1 0,0 0 0,1 0 0,-1 0 0,0 1 0,0-1 0,0 1 0,6 4 0,-9-4 0,-1-1 0,1 1 0,-1 0 0,0 0 0,1 0 0,-1-1 0,0 1 0,0 0 0,0 0 0,-1 1 0,1-1 0,0 0 0,-1 0 0,0 0 0,1 0 0,-1 0 0,0 1 0,0-1 0,0 0 0,0 0 0,-1 0 0,1 1 0,0-1 0,-1 0 0,-1 3 0,-15 50 0,13-46 0,1 0 0,0 0 0,0 1 0,1-1 0,0 1 0,0-1 0,1 1 0,0 0 0,1 0 0,0 0 0,2 12 0,-1-19 0,0 0 0,0-1 0,1 1 0,-1-1 0,1 1 0,-1-1 0,1 0 0,0 0 0,0 1 0,0-1 0,0-1 0,0 1 0,0 0 0,0 0 0,1-1 0,-1 1 0,1-1 0,-1 0 0,1 0 0,-1 0 0,1 0 0,0 0 0,0 0 0,-1-1 0,1 1 0,0-1 0,0 0 0,0 0 0,5-1 0,0 1 0,-1-1 0,1 0 0,-1 0 0,1 0 0,-1-1 0,0-1 0,0 1 0,0-1 0,0 0 0,7-5 0,8-7 0,-2 0 0,0-2 0,-1 0 0,-1-1 0,0-1 0,-1 0 0,-1-1 0,-2-1 0,0-1 0,12-23 0,-24 41 0,0 0 0,-1 1 0,1-1 0,-1 0 0,0 0 0,0 0 0,0 0 0,-1 0 0,1-1 0,-1 1 0,0 0 0,0 0 0,-1 0 0,-1-8 0,1 10 0,0-1 0,0 1 0,0 0 0,-1 0 0,1-1 0,-1 1 0,0 0 0,0 0 0,0 0 0,0 1 0,0-1 0,0 0 0,0 1 0,0-1 0,-1 1 0,1 0 0,0 0 0,-1 0 0,1 0 0,-1 0 0,0 1 0,1-1 0,-6 0 0,3 0 12,0 1 0,0-1 0,0 1 0,0 0 0,0 0 0,1 1 0,-1-1 0,0 1 0,-8 3 0,11-4-63,0 1 0,1 0-1,-1 0 1,0-1 0,1 1 0,-1 0 0,1 0-1,-1 1 1,1-1 0,-1 0 0,1 1-1,0-1 1,0 0 0,0 1 0,0-1 0,0 1-1,0 0 1,0-1 0,0 1 0,1 0 0,-1-1-1,1 1 1,-1 0 0,1 0 0,-1 0 0,1 0-1,0-1 1,0 5 0,2 12-6775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7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3 24575,'-37'-1'0,"20"0"0,0 0 0,-33 4 0,46-2 0,0 0 0,0 0 0,0 0 0,0 0 0,0 0 0,0 1 0,1 0 0,-1 0 0,1 0 0,-1 0 0,1 1 0,-1-1 0,1 1 0,0 0 0,0-1 0,-4 8 0,0 0 0,1 1 0,1 0 0,0 0 0,1 1 0,0-1 0,1 1 0,0 0 0,1 0 0,0 0 0,1 0 0,0 1 0,1-1 0,2 23 0,-1-32 0,-1 0 0,1 0 0,-1 1 0,1-1 0,0 0 0,0 0 0,1 0 0,-1 0 0,0 0 0,1 0 0,0-1 0,0 1 0,0 0 0,0-1 0,0 1 0,0-1 0,1 0 0,-1 0 0,1 0 0,-1 0 0,1 0 0,0-1 0,0 1 0,0-1 0,0 1 0,0-1 0,0 0 0,0-1 0,1 1 0,-1 0 0,0-1 0,0 0 0,5 1 0,-2-1 0,0 0 0,-1-1 0,1 1 0,0-1 0,-1 0 0,1-1 0,-1 1 0,1-1 0,-1 0 0,0 0 0,0-1 0,0 1 0,0-1 0,0-1 0,-1 1 0,1 0 0,-1-1 0,7-7 0,-3-1-11,-1 0-1,-1 0 1,1 0-1,-2-1 0,0 0 1,4-16-1,3-7-1272,-5 16-5542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7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 1 24575,'2'103'0,"-5"117"0,-13-120 0,10-67 0,-5 59 0,10-81 0,0-7 0,1-1 0,-1 0 0,1 0 0,0 1 0,0-1 0,0 0 0,1 1 0,-1-1 0,1 0 0,-1 0 0,1 0 0,0 1 0,0-1 0,2 3 0,-2-5 0,-1-1 0,0 0 0,1 0 0,-1 0 0,0 0 0,1 0 0,-1 0 0,0 0 0,1 0 0,-1 0 0,1 0 0,-1 0 0,0 0 0,1 0 0,-1 0 0,0 0 0,1 0 0,-1 0 0,0 0 0,1 0 0,-1-1 0,0 1 0,1 0 0,-1 0 0,0 0 0,0-1 0,1 1 0,-1 0 0,0 0 0,0-1 0,1 1 0,-1 0 0,0-1 0,12-13 0,-7 7 0,-4 6 0,-1 0 0,1 0 0,0-1 0,0 1 0,0 0 0,0 0 0,0 0 0,0 1 0,1-1 0,-1 0 0,0 0 0,0 1 0,1-1 0,-1 0 0,0 1 0,1-1 0,-1 1 0,0 0 0,1-1 0,-1 1 0,1 0 0,-1 0 0,0 0 0,1 0 0,-1 0 0,1 0 0,-1 1 0,1-1 0,-1 0 0,0 1 0,1-1 0,-1 1 0,0-1 0,1 1 0,1 1 0,1 2 0,1 1 0,-1 0 0,0 0 0,0 0 0,0 1 0,4 9 0,5 6 0,17 28 0,-20-31 0,1 1 0,0-2 0,23 25 0,-30-37 0,0-1 0,1 0 0,0 0 0,0 0 0,0-1 0,0 1 0,0-1 0,1 0 0,0-1 0,-1 0 0,1 0 0,0 0 0,0 0 0,0-1 0,0 0 0,10 0 0,-12-1 0,-1 0 0,0 0 0,1 0 0,-1-1 0,1 1 0,-1-1 0,0 0 0,0 0 0,0 0 0,1-1 0,-1 1 0,0-1 0,0 0 0,-1 1 0,1-1 0,0-1 0,-1 1 0,1 0 0,-1-1 0,0 1 0,0-1 0,0 1 0,2-5 0,3-5 0,-1-1 0,0 0 0,-1-1 0,5-19 0,-7 21 0,1 0 0,0 0 0,10-19 0,-13 30 0,-1 1 0,1-1 0,-1 0 0,0 1 0,1-1 0,-1 0 0,1 1 0,0-1 0,-1 1 0,1-1 0,-1 1 0,1-1 0,0 1 0,-1-1 0,1 1 0,0 0 0,0-1 0,0 1 0,8 6 0,3 29 0,-7-18 0,-3-13 5,1-1 0,-1 0 0,1 1-1,-1-1 1,1 0 0,0 0 0,0 0-1,1-1 1,-1 1 0,0-1 0,1 0 0,0 0-1,-1 0 1,1 0 0,0-1 0,0 1-1,0-1 1,0 0 0,7 1 0,8 0-222,-1 0 1,1-1-1,20-2 1,-25 0-379,15 0-6231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8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24575,'0'5'0,"0"8"0,0 6 0,0 1-8191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8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1 24575,'-59'-1'0,"-71"3"0,125-1 0,0 0 0,0 0 0,0 1 0,1 0 0,-1-1 0,1 2 0,-1-1 0,1 0 0,0 1 0,0 0 0,0 0 0,0 0 0,0 0 0,1 1 0,-1 0 0,1-1 0,0 1 0,0 1 0,0-1 0,1 0 0,0 0 0,0 1 0,0 0 0,0-1 0,0 1 0,1 0 0,-1 9 0,0-8 0,1 1 0,0-1 0,0 1 0,1 0 0,0 0 0,0-1 0,0 1 0,1 0 0,0 0 0,0-1 0,1 1 0,0-1 0,0 1 0,1-1 0,0 0 0,0 0 0,0 0 0,0 0 0,9 10 0,-5-10 0,-1-1 0,1 0 0,0 0 0,0 0 0,1-1 0,0 0 0,-1-1 0,1 0 0,0 0 0,1 0 0,-1-1 0,15 2 0,6-2 0,0 0 0,41-4 0,-24 0 0,-38 2 0,-1 0 0,0 0 0,0-1 0,0 1 0,0-2 0,0 1 0,0-1 0,0 0 0,0 0 0,0-1 0,-1 0 0,1 0 0,-1-1 0,0 0 0,0 0 0,0 0 0,-1-1 0,1 1 0,-1-1 0,0-1 0,6-8 0,18-21 90,4-8-1545,-23 24-5371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8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0 24575,'0'517'0,"1"-498"0,1 0 0,8 33 0,1 18 0,-11-67 0,1-1 0,-1 1 0,0-1 0,0 1 0,0-1 0,-1 1 0,1-1 0,0 0 0,-1 1 0,0-1 0,0 1 0,0-1 0,0 0 0,0 1 0,0-1 0,0 0 0,-3 3 0,2-3 0,1-1 0,-1 0 0,1 0 0,-1 0 0,0 0 0,1 0 0,-1-1 0,0 1 0,0 0 0,0-1 0,1 1 0,-1-1 0,0 0 0,0 0 0,0 1 0,0-1 0,0 0 0,-2-1 0,-1 0 0,-1 0 0,1 0 0,0-1 0,0 0 0,0 0 0,0 0 0,0 0 0,0-1 0,1 0 0,-1 0 0,1 0 0,0-1 0,-1 1 0,2-1 0,-5-4 0,4 2 0,1 0 0,-1 0 0,1 0 0,0 0 0,1 0 0,-1-1 0,1 1 0,1-1 0,-1 1 0,1-1 0,0 0 0,1 0 0,-1 0 0,1 1 0,2-10 0,-2 11 0,1 1 0,-1 0 0,1-1 0,1 1 0,-1 0 0,1-1 0,-1 1 0,1 0 0,0 0 0,1 0 0,-1 1 0,1-1 0,-1 0 0,1 1 0,0 0 0,1-1 0,-1 1 0,0 1 0,1-1 0,0 0 0,-1 1 0,1 0 0,7-3 0,23-6 0,0 3 0,0 0 0,1 3 0,39-2 0,-56 5 0,78-13 0,-60 9 0,58-5 0,-65 10 0,1-2 0,52-12 0,-42 9-73,1 1-1,-1 2 1,65 4-1,-56 0-997,-21-1-5755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9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 24575,'2'0'0,"1"-1"0,-1 1 0,1-1 0,-1 0 0,0 0 0,1 0 0,-1 0 0,4-3 0,13-5 0,13 3 0,0 0 0,0 3 0,0 0 0,0 3 0,44 3 0,0-1 0,1047-2-1365,-1095 0-5461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09.4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24575,'56'-1'0,"-19"0"0,71 7 0,-97-5 0,0 1 0,0 0 0,-1 1 0,1 1 0,-1-1 0,0 2 0,0-1 0,0 2 0,0-1 0,15 13 0,6 6 0,-20-16 0,0 1 0,19 19 0,-26-23 0,0 0 0,-1 1 0,1-1 0,-1 0 0,0 1 0,-1 0 0,1 0 0,-1 0 0,3 11 0,-4-12 0,0 0 0,0 0 0,-1 0 0,0 0 0,1 0 0,-2 0 0,1 1 0,0-1 0,-1 0 0,0 0 0,0 0 0,-1 0 0,0 0 0,1 0 0,-1 0 0,-5 7 0,2-6 0,0 0 0,1 0 0,-2-1 0,1 0 0,-1 0 0,0-1 0,0 1 0,0-1 0,0 0 0,-1-1 0,-7 3 0,-67 37 0,55-28 0,-1-1 0,-41 15 0,35-16-682,-46 23-1,61-27-6143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5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1 811 24575,'0'-2'0,"1"-1"0,-1 1 0,1-1 0,0 1 0,0-1 0,0 1 0,0 0 0,3-4 0,5-13 0,6-26 0,-8 26 0,-1-1 0,-1 1 0,5-29 0,-6 24 0,1 0 0,1 0 0,2 1 0,0 0 0,1 0 0,17-29 0,-16 31 0,-3 5 0,-1-1 0,7-33 0,-9 33 0,0 1 0,1 0 0,11-23 0,-10 25 0,-1 1 0,-1-1 0,0-1 0,0 1 0,-2-1 0,2-20 0,-2 17 0,1-1 0,9-33 0,-12 51 0,0 0 0,0 0 0,0 0 0,1 0 0,-1 0 0,0 0 0,1 0 0,-1 0 0,1 0 0,-1 0 0,1 1 0,-1-1 0,1 0 0,-1 0 0,1 0 0,0 1 0,0-1 0,-1 0 0,1 1 0,0-1 0,0 0 0,0 1 0,0 0 0,-1-1 0,1 1 0,2-1 0,-2 1 0,0 1 0,0-1 0,0 1 0,1-1 0,-1 1 0,0 0 0,0-1 0,0 1 0,0 0 0,-1 0 0,1 0 0,0 0 0,0 0 0,0 0 0,-1 0 0,1 0 0,1 2 0,5 10 0,-1 1 0,7 21 0,-12-30 0,5 14 0,-2 1 0,0 0 0,-2 0 0,0 1 0,-1 21 0,-2-26 0,2 0 0,-1 1 0,2-1 0,0 0 0,1 0 0,1 0 0,1 0 0,10 26 0,12 25 0,-23-54 0,1 1 0,0-1 0,0-1 0,2 1 0,8 12 0,-14-22 0,1-1 0,-1 0 0,1-1 0,-1 1 0,1 0 0,0 0 0,0-1 0,0 1 0,0-1 0,0 1 0,0-1 0,0 0 0,0 0 0,1 0 0,-1 0 0,0 0 0,1-1 0,-1 1 0,0-1 0,1 0 0,-1 1 0,1-1 0,-1 0 0,1 0 0,-1 0 0,1-1 0,-1 1 0,0-1 0,1 1 0,3-2 0,-1-1 0,-1 1 0,1-1 0,-1 0 0,0 0 0,1 0 0,-2-1 0,1 1 0,0-1 0,-1 0 0,1 0 0,-1 0 0,0-1 0,3-6 0,66-111 0,-67 112 0,0 0 0,-1 0 0,0-1 0,3-18 0,-4 19 0,-1-1 0,2 1 0,-1 0 0,2 0 0,5-11 0,-4 10 0,-1 0 0,0 0 0,0-1 0,-1 1 0,-1-1 0,0 0 0,0 0 0,-1 0 0,0-25 0,-4 315 0,2-181 0,0-81 0,1-1 0,1 1 0,0 0 0,1-1 0,1 0 0,0 0 0,1 0 0,9 18 0,-5-21-1365,0-7-5461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6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0 781 24575,'3'0'0,"-1"0"0,1-1 0,0 1 0,-1-1 0,1 1 0,0-1 0,-1 0 0,1 0 0,-1 0 0,1-1 0,-1 1 0,0 0 0,1-1 0,-1 0 0,0 1 0,0-1 0,0 0 0,0 0 0,-1 0 0,4-5 0,1-3 0,1-1 0,-2-1 0,7-16 0,3-8 0,-5 19 0,0-1 0,-2-1 0,0 1 0,-1-1 0,-1-1 0,-1 1 0,0-1 0,1-25 0,-5 6 0,-1 19 0,1 0 0,1 0 0,7-30 0,-3 19 0,-2 0 0,0-1 0,-2-50 0,2-11 0,4 61 0,-1 24 0,-6 8 0,-1 0 0,1 1 0,-1-1 0,1 1 0,-1-1 0,1 1 0,-1-1 0,1 0 0,-1 1 0,0 0 0,1-1 0,-1 1 0,0-1 0,1 1 0,-1-1 0,0 1 0,0 0 0,0-1 0,0 1 0,1 0 0,-1-1 0,0 2 0,4 22 0,0 0 0,-2 0 0,0 0 0,-3 29 0,1-25 0,0 0 0,9 54 0,-2-50 0,2 0 0,1-1 0,26 57 0,-20-50 0,-11-24 0,1 0 0,0-1 0,1 0 0,0 0 0,14 18 0,-18-29 0,-1 1 0,1-1 0,-1 1 0,1-1 0,0 0 0,0 0 0,0 0 0,0 0 0,1 0 0,-1-1 0,0 0 0,1 1 0,-1-1 0,1-1 0,-1 1 0,1 0 0,-1-1 0,1 0 0,-1 1 0,1-1 0,0-1 0,-1 1 0,1-1 0,-1 1 0,1-1 0,-1 0 0,7-3 0,-6 2 0,1 0 0,-1 0 0,0 0 0,0-1 0,0 1 0,0-1 0,-1 0 0,1-1 0,-1 1 0,0-1 0,0 1 0,0-1 0,0 0 0,0 0 0,1-5 0,5-8 0,-2-1 0,8-29 0,6-11 0,3 11 0,-17 37 0,-1-2 0,-1 1 0,1-1 0,-2 0 0,0 0 0,0 0 0,2-13 0,-4-24 0,-2 37 0,0 0 0,1 1 0,5-22 0,-6 32 0,0-1 0,0 1 0,1 0 0,-1 0 0,0 0 0,1 0 0,-1 0 0,1 0 0,-1 0 0,1 0 0,0 0 0,-1 0 0,1 0 0,0 0 0,0 1 0,0-1 0,0 0 0,1-1 0,-1 2 0,-1 0 0,1 0 0,0 0 0,-1 0 0,1 0 0,0 0 0,-1 0 0,1 0 0,0 0 0,-1 0 0,1 0 0,0 1 0,-1-1 0,1 0 0,-1 0 0,1 1 0,0-1 0,-1 0 0,1 1 0,-1-1 0,1 1 0,-1-1 0,1 1 0,2 2 0,-1 0 0,1 0 0,-1 0 0,0 0 0,0 0 0,0 0 0,-1 1 0,1-1 0,1 6 0,2 14 0,-2 1 0,2 35 0,4 30 0,13-6 73,-14-54-792,10 53 0,-16-54-6107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6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 1 24575,'2'114'0,"-5"126"0,-12-162 0,10-58 0,0 0 0,-1 25 0,5-25 0,-1 0 0,1 1 0,1-1 0,4 38 0,-3-54 0,-1 0 0,1 0 0,0 0 0,0 0 0,0 0 0,1 0 0,0-1 0,-1 1 0,1 0 0,0-1 0,1 1 0,-1-1 0,0 0 0,1 0 0,0 0 0,0 0 0,0-1 0,0 1 0,0-1 0,1 1 0,-1-1 0,1 0 0,-1 0 0,1-1 0,6 3 0,15 0 0,1-1 0,0-1 0,-1-1 0,1-1 0,28-4 0,19 0 0,-58 4 0,-6 0 0,0 0 0,0 0 0,1-1 0,-1-1 0,18-4 0,-25 5 0,1 0 0,0 0 0,-1-1 0,1 1 0,-1-1 0,0 0 0,0 0 0,1 0 0,-1 0 0,0 0 0,-1 0 0,1 0 0,0-1 0,0 1 0,-1-1 0,0 1 0,1-1 0,-1 0 0,0 1 0,0-1 0,-1 0 0,1 0 0,0-4 0,3-53-1365,-5 32-5461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7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23 24575,'0'515'0,"0"-513"0,-4 47 0,4-48 0,0 1 0,0-1 0,0 1 0,-1-1 0,1 1 0,-1-1 0,1 1 0,-1-1 0,1 0 0,-1 1 0,0-1 0,0 0 0,1 1 0,-1-1 0,0 0 0,0 0 0,0 0 0,-1 0 0,1 0 0,0 0 0,0 0 0,0 0 0,-1-1 0,1 1 0,0 0 0,-1-1 0,1 1 0,-3 0 0,2-1 0,1-1 0,0 1 0,-1-1 0,1 1 0,0-1 0,0 1 0,0-1 0,-1 0 0,1 0 0,0 1 0,0-1 0,0 0 0,0 0 0,0 0 0,1 0 0,-1 0 0,0 0 0,0 0 0,1 0 0,-1-1 0,0 1 0,1 0 0,-1 0 0,1-1 0,0 1 0,-1 0 0,1-1 0,0-1 0,-7-42 0,6 43 0,-1-242 0,5 122 0,-3 108 0,1-1 0,1 0 0,0 1 0,9-29 0,-10 38 0,1 0 0,-1 0 0,1 0 0,0 1 0,1-1 0,-1 1 0,1-1 0,0 1 0,0 0 0,0 0 0,1 0 0,-1 0 0,1 1 0,0-1 0,0 1 0,0 0 0,7-3 0,-9 5 0,0 1 0,-1 0 0,1-1 0,0 1 0,0 0 0,0 0 0,-1 0 0,1 0 0,0 0 0,0 1 0,-1-1 0,1 1 0,0-1 0,-1 1 0,1-1 0,0 1 0,-1 0 0,1 0 0,-1 0 0,1 0 0,-1 0 0,0 0 0,3 2 0,30 35 0,-22-23 0,26 26 0,-21-24 0,0 1 0,25 37 0,-38-50 0,-1 0 0,1-1 0,1 0 0,-1 0 0,1 0 0,-1 0 0,1-1 0,0 0 0,0 0 0,1 0 0,-1-1 0,0 1 0,1-1 0,0-1 0,-1 1 0,1-1 0,0 0 0,7 1 0,-2-1 0,-1-1 0,0 0 0,0 0 0,0 0 0,0-2 0,0 1 0,0-1 0,0-1 0,-1 1 0,11-6 0,-14 5 0,0-1 0,-1 0 0,1-1 0,-1 1 0,0-1 0,-1 0 0,1 0 0,-1-1 0,0 1 0,0-1 0,0 0 0,-1 0 0,4-9 0,1-6 0,0 0 0,9-39 0,-7 9 0,-9 191 0,-2 222 0,1-352-341,0 0 0,1 0-1,4 18 1,2-7-6485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7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262 0 24575,'-6'0'0,"1"0"0,0 1 0,0-1 0,0 1 0,0 0 0,-1 0 0,1 0 0,0 1 0,1-1 0,-1 1 0,0 1 0,0-1 0,1 1 0,0 0 0,-1 0 0,1 0 0,0 0 0,0 1 0,1-1 0,-1 1 0,1 0 0,0 0 0,0 1 0,0-1 0,0 0 0,-2 7 0,-14 27 0,2 2 0,-17 56 0,-14 34 0,43-117 0,0 1 0,1-1 0,1 1 0,0 0 0,1 0 0,-1 18 0,4 90 0,1-58 0,-2-56 0,1 1 0,-1-1 0,1 0 0,1 0 0,-1 0 0,2 0 0,-1 0 0,1 0 0,0-1 0,0 1 0,9 13 0,-8-16 0,0-1 0,-1 0 0,1 0 0,1 0 0,-1 0 0,1-1 0,-1 0 0,1 0 0,0 0 0,0 0 0,0-1 0,0 0 0,1 0 0,-1 0 0,1 0 0,-1-1 0,1 0 0,6 0 0,40 2 0,67-6 0,-31 0 0,-24-3-1365,-36-1-5461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7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1 24575,'-4'0'0,"-16"0"0,0 0 0,-1 1 0,1 1 0,-31 8 0,46-9 0,0 0 0,1 1 0,-1 0 0,0 0 0,1 1 0,0-1 0,-1 1 0,1 0 0,0 0 0,0 0 0,1 0 0,-1 1 0,1 0 0,-1-1 0,1 1 0,0 1 0,1-1 0,-1 0 0,1 1 0,-1-1 0,2 1 0,-1 0 0,-2 9 0,-5 18 0,6-25 0,0 1 0,1 0 0,0 1 0,0-1 0,1 0 0,0 0 0,0 1 0,1-1 0,1 11 0,0-17 0,0 0 0,0 1 0,0-1 0,0 0 0,1 0 0,-1 0 0,1 0 0,0-1 0,-1 1 0,1 0 0,0-1 0,0 1 0,0-1 0,0 1 0,1-1 0,-1 0 0,0 0 0,0 0 0,1 0 0,-1 0 0,0-1 0,1 1 0,-1-1 0,1 1 0,-1-1 0,1 0 0,3 0 0,2 0 0,-1 0 0,1-1 0,-1 0 0,1 0 0,-1 0 0,0-1 0,14-5 0,-3-2 28,-1-1 1,18-13-1,0-1-1478,-17 14-5376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8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0 101 24575,'1'11'0,"0"0"0,0 0 0,1-1 0,1 1 0,0-1 0,0 1 0,1-1 0,0 0 0,1 0 0,0-1 0,1 1 0,-1-1 0,2 0 0,-1-1 0,2 1 0,-1-1 0,1-1 0,0 1 0,0-2 0,1 1 0,0-1 0,18 10 0,-16-10 0,0 0 0,1-1 0,0 0 0,0-1 0,0 0 0,1 0 0,-1-2 0,1 0 0,0 0 0,0-1 0,0 0 0,-1-1 0,1-1 0,0 0 0,0-1 0,23-6 0,77-33 0,-101 36 0,-2 0 0,1-1 0,-1-1 0,0 1 0,0-2 0,0 1 0,15-18 0,-21 20 0,0 0 0,-1 0 0,0-1 0,0 1 0,-1-1 0,0 1 0,0-1 0,0 0 0,0 0 0,-1 0 0,0 0 0,0 0 0,-1 0 0,0 0 0,0 0 0,0 0 0,-1 0 0,1 0 0,-2 0 0,1 0 0,-1 0 0,1 0 0,-2 1 0,1-1 0,-1 1 0,1-1 0,-2 1 0,1 0 0,0 0 0,-1 0 0,0 0 0,-6-5 0,1 4 0,0 1 0,0-1 0,-1 2 0,1-1 0,-1 1 0,0 1 0,-1-1 0,1 2 0,0 0 0,-12-2 0,-2 2 0,1 1 0,-1 1 0,-33 4 0,51-3 0,0 0 0,0 0 0,0 0 0,0 0 0,0 1 0,0 0 0,1 1 0,-1-1 0,1 1 0,-1 0 0,1 0 0,0 0 0,0 1 0,1 0 0,-1 0 0,1 0 0,-5 6 0,5-3 0,0-1 0,0 2 0,0-1 0,1 0 0,0 1 0,1-1 0,0 1 0,0 0 0,0 0 0,1 0 0,0 0 0,1 10 0,0-16 0,-1 14 0,1 1 0,1-1 0,3 18 0,-4-30 0,1 0 0,0 0 0,0-1 0,0 1 0,1 0 0,-1 0 0,1-1 0,0 1 0,0-1 0,0 0 0,1 0 0,-1 1 0,1-1 0,-1-1 0,1 1 0,0 0 0,0-1 0,6 4 0,8 2 0,0 0 0,0-2 0,1 0 0,-1-1 0,2 0 0,28 2 0,-15-4 0,1-2 0,61-5 0,-84 3 0,1-1 0,-1 0 0,0 0 0,0-1 0,0 0 0,0-1 0,-1 0 0,1-1 0,-1 1 0,0-2 0,0 1 0,-1-2 0,0 1 0,11-11 0,-11 8 0,-1 0 0,0-1 0,0 0 0,-1 0 0,0 0 0,-1-1 0,0 1 0,-1-1 0,0-1 0,-1 1 0,0 0 0,2-20 0,-2 0-1365,-1 3-5461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8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24575,'0'2'0,"-1"1"0,0-1 0,1 1 0,-1-1 0,0 0 0,0 1 0,0-1 0,-3 4 0,-5 13 0,2 13 0,2 0 0,1 0 0,2 1 0,1-1 0,5 43 0,-2 0 0,-2 329 0,0-421-1365,0-3-5461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8.8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24575,'2'1'0,"0"-1"0,0 0 0,0 1 0,0-1 0,0 1 0,0 0 0,0 0 0,0-1 0,-1 1 0,1 1 0,0-1 0,-1 0 0,1 0 0,0 0 0,-1 1 0,0-1 0,1 1 0,-1 0 0,0-1 0,0 1 0,2 2 0,19 43 0,-15-29 0,98 233 0,-99-234 0,-1 0 0,0 0 0,2 26 0,6 24 0,-9-53 17,-1 0 0,0 0 1,-1 0-1,-1 1 0,0-1 0,-1 16 0,-1-23-104,1-1-1,-1 0 1,-1 0 0,1 0-1,-1 0 1,0 0 0,-1-1-1,1 1 1,-1 0-1,0-1 1,-1 0 0,1 0-1,-1 0 1,0 0 0,0 0-1,-7 5 1,-5 3-6739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9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24575,'5'0'0,"8"0"0,6 0 0,6 0 0,5 0 0,1 0 0,2 0 0,1 0 0,0 0 0,-1 0 0,-6 0-8191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19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24575,'93'-1'0,"104"3"0,-175 2 0,0 0 0,-1 2 0,0 0 0,24 11 0,17 5 0,-28-10 0,-1 1 0,35 20 0,-7-3 0,-58-28 0,0-1 0,0 0 0,0 1 0,0 0 0,0 0 0,0 0 0,-1 0 0,1 0 0,-1 1 0,1-1 0,-1 1 0,0-1 0,0 1 0,0 0 0,0 0 0,2 5 0,-4-5 0,1-1 0,-1 1 0,1 0 0,-1-1 0,0 1 0,0 0 0,-1-1 0,1 1 0,0 0 0,-1-1 0,0 1 0,0-1 0,1 1 0,-1-1 0,-1 1 0,1-1 0,0 0 0,-1 1 0,1-1 0,-1 0 0,-3 3 0,-2 3 0,0 0 0,-1-1 0,0 0 0,-1 0 0,1-1 0,-1 0 0,-10 4 0,-71 29 0,41-20 0,31-13 24,0-1-1,0 0 0,0-2 1,-30 3-1,30-4-319,0 0-1,0 1 1,0 1-1,-32 12 1,26-5-6530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0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24575,'548'0'-1365,"-520"0"-5461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0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452 35 24575,'-4'-4'0,"0"1"0,0 0 0,-1 1 0,1-1 0,-1 1 0,1 0 0,-1 0 0,0 0 0,0 1 0,0 0 0,-10-2 0,-60-2 0,57 5 0,18 0 0,-23-1 0,0 1 0,-42 5 0,57-3 0,0 0 0,1 0 0,-1 0 0,1 1 0,-1 0 0,1 1 0,0 0 0,0 0 0,1 0 0,-1 1 0,-10 10 0,8-6 0,1 1 0,1-1 0,0 1 0,0 1 0,1-1 0,0 1 0,1 0 0,0 0 0,0 1 0,2-1 0,-1 1 0,-2 20 0,1 9 0,2 1 0,3 56 0,1-72 0,-1-18 0,0 0 0,1 0 0,0 0 0,0 0 0,1 0 0,0 0 0,0-1 0,1 1 0,0-1 0,1 1 0,-1-1 0,1 0 0,1 0 0,-1-1 0,1 1 0,0-1 0,1 0 0,-1 0 0,1-1 0,0 0 0,1 0 0,-1 0 0,1-1 0,0 0 0,0 0 0,1-1 0,-1 1 0,1-2 0,-1 1 0,1-1 0,12 2 0,-4-2 0,0 0 0,0 0 0,0-2 0,0 0 0,1 0 0,-1-2 0,0 0 0,0-1 0,0 0 0,-1-2 0,1 0 0,20-9 0,48-26 0,94-58 0,-156 82-1365,-4 1-5461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1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0 24575,'-5'0'0,"1"1"0,-1-1 0,0 1 0,0 0 0,0 0 0,0 0 0,1 1 0,-1 0 0,0-1 0,1 2 0,0-1 0,-1 0 0,1 1 0,0 0 0,0 0 0,0 0 0,1 1 0,-1-1 0,1 1 0,0 0 0,-3 4 0,1 0 0,1 0 0,0 0 0,0 0 0,0 1 0,1 0 0,1-1 0,-1 1 0,2 0 0,-1 0 0,0 13 0,1-7 0,1 0 0,0-1 0,1 1 0,1-1 0,0 1 0,6 19 0,-7-29 0,1-1 0,0 0 0,0 0 0,0 1 0,0-1 0,0-1 0,1 1 0,0 0 0,0-1 0,0 1 0,0-1 0,0 0 0,1 0 0,-1 0 0,1 0 0,0-1 0,0 1 0,0-1 0,0 0 0,0 0 0,1-1 0,-1 1 0,1-1 0,4 1 0,28 2 0,0-2 0,0-2 0,48-4 0,12-1 0,-83 5 0,-5 1 0,0-1 0,0-1 0,0 0 0,0 0 0,0 0 0,10-4 0,-17 4 0,1 0 0,-1 0 0,1-1 0,-1 1 0,1-1 0,-1 0 0,0 0 0,0 0 0,0 0 0,0 0 0,0 0 0,0 0 0,0-1 0,-1 1 0,1-1 0,-1 1 0,0-1 0,0 1 0,0-1 0,0 0 0,0 0 0,0 0 0,0-4 0,1-2 0,-1-1 0,0 1 0,0-1 0,-1 1 0,-1-1 0,1 1 0,-1-1 0,-1 1 0,-3-14 0,3 17 0,-1 1 0,1-1 0,-1 1 0,0 0 0,0 0 0,-1 0 0,1 0 0,-1 1 0,0-1 0,0 1 0,-1 0 0,1 0 0,-1 1 0,0-1 0,0 1 0,-6-3 0,-6-2 0,1 1 0,-1 1 0,0 1 0,-1 0 0,1 1 0,-35-3 0,16 5 0,-1 2 0,-50 5 0,86-5-23,-27 6 169,28-6-187,-1 0-1,0 0 1,1 1 0,-1-1-1,0 0 1,1 0 0,-1 1-1,0-1 1,1 1 0,-1-1-1,1 0 1,-1 1 0,1-1-1,-1 1 1,1-1 0,-1 1-1,1-1 1,0 1 0,-1 0-1,1-1 1,0 1 0,-1 0-1,1-1 1,0 1 0,0-1-1,0 1 1,-1 0 0,1 0-1,0-1 1,0 1 0,0 0-1,0-1 1,0 1 0,0 0-1,1 0 1,5 13-6785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1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24575,'6'0'0,"6"0"0,8 0 0,5 0 0,5 0 0,-4-5 0,0-3 0,0 2 0,2 0 0,1 2 0,2 2 0,0 0 0,1 2 0,1 0 0,-6 0-8191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2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1 24575,'-9'0'0,"0"0"0,-1 0 0,1 0 0,0 1 0,-1 0 0,1 1 0,-9 2 0,15-3 0,0 1 0,1-1 0,-1 1 0,0-1 0,1 1 0,-1 0 0,1 0 0,0 0 0,0 0 0,-1 0 0,2 1 0,-1-1 0,0 1 0,0-1 0,1 1 0,-1 0 0,1 0 0,0-1 0,0 1 0,0 0 0,0 0 0,0 4 0,-3 9 0,1 0 0,1 1 0,1-1 0,0 0 0,1 1 0,1-1 0,1 0 0,0 1 0,7 23 0,-7-35 0,1 0 0,-1 0 0,1-1 0,0 1 0,1-1 0,-1 0 0,1 0 0,0 0 0,0-1 0,0 1 0,0-1 0,1 0 0,-1 0 0,1 0 0,0-1 0,0 0 0,0 0 0,0 0 0,0 0 0,0-1 0,11 2 0,9 0 0,0-1 0,0-2 0,39-3 0,-18 1 0,22 3 0,-42 0 0,-1-1 0,1 0 0,50-10 0,-72 9 0,0 0 0,0-1 0,0 1 0,0-1 0,-1 0 0,1 0 0,0-1 0,-1 1 0,0-1 0,1 0 0,-1 0 0,0 0 0,-1 0 0,1 0 0,0-1 0,-1 1 0,0-1 0,0 1 0,0-1 0,0 0 0,0 0 0,-1 0 0,0 0 0,0 0 0,0 0 0,0-1 0,0-7 0,-1 6 0,0 1 0,0-1 0,0 0 0,-1 0 0,0 0 0,0 0 0,0 1 0,-1-1 0,0 0 0,0 1 0,0-1 0,-1 1 0,1 0 0,-1 0 0,-1 0 0,1 0 0,-1 1 0,0-1 0,-7-6 0,-5-1 0,0 2 0,0-1 0,-22-8 0,32 16 0,-1 0 0,0 0 0,1 1 0,-1 0 0,0 0 0,0 0 0,0 1 0,-1 0 0,1 1 0,0 0 0,-10 0 0,4 5-1365,7 2-5461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2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0 24575,'0'3'0,"-1"-1"0,1 1 0,-1-1 0,0 1 0,0-1 0,0 1 0,0-1 0,-3 4 0,-5 13 0,5-5 0,1-1 0,1 1 0,0-1 0,0 1 0,1 0 0,3 26 0,-2-36 0,0 0 0,1 0 0,-1 0 0,1 0 0,0 0 0,1 0 0,-1 0 0,1 0 0,-1 0 0,1 0 0,0-1 0,0 1 0,1-1 0,-1 0 0,1 1 0,0-1 0,0 0 0,0-1 0,0 1 0,0 0 0,1-1 0,-1 0 0,1 0 0,-1 0 0,1 0 0,7 2 0,14 1 0,0-2 0,0-1 0,0-1 0,0-1 0,33-4 0,15 0 0,-56 4 24,0-1 0,0 0 0,0-1 0,19-6 0,-31 7-102,0-1 0,0 1 0,0-1-1,-1-1 1,1 1 0,-1-1 0,0 1 0,1-1 0,-1-1-1,0 1 1,-1 0 0,1-1 0,-1 0 0,1 0 0,-1 0-1,-1 0 1,1 0 0,3-7 0,2-9-6748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2.8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 24575,'935'0'0,"-928"1"-105,1-1 0,-1 0 0,1-1 0,-1 0 0,0 0 0,0-1 0,1 0 0,-1 0 0,0-1 0,-1 1 0,1-1 0,9-6 0,-1-4-6721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23.0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24575,'8'0'0,"0"0"0,0 1 0,1 0 0,-1 0 0,0 1 0,0 0 0,-1 0 0,1 1 0,0 0 0,-1 0 0,1 1 0,-1 0 0,0 1 0,-1-1 0,1 1 0,8 8 0,9 7 0,54 32 0,-48-33 0,31 24 0,-52-35 0,0 0 0,0 0 0,-1 1 0,0 0 0,-1 1 0,0-1 0,0 1 0,-1 1 0,6 13 0,-10-20 0,0 1 0,-1-1 0,0 1 0,0-1 0,0 1 0,0-1 0,-1 1 0,0 0 0,0 0 0,0-1 0,0 1 0,-1 0 0,0-1 0,1 1 0,-2-1 0,1 1 0,-1-1 0,1 1 0,-1-1 0,-1 0 0,1 0 0,0 0 0,-1 0 0,0 0 0,0-1 0,-5 6 0,-10 7 0,0-1 0,-1-1 0,-22 12 0,-31 25 0,55-37-151,0-2-1,-1 0 0,0-1 0,-1 0 1,0-2-1,-1 0 0,0-1 1,-24 6-1,20-10-6674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54.0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305 60 24575,'0'43'0,"1"-17"0,-1 0 0,-1 1 0,-1-1 0,-9 38 0,-7 9 0,9-31 0,-26 70 0,14-44 0,18-147 0,3 39 0,2 0 0,1 0 0,14-57 0,-11 68 0,-4 19 0,0-1 0,1 0 0,0 1 0,1 0 0,0-1 0,0 2 0,7-11 0,1 1 0,-8 12 0,1 0 0,-1 0 0,1 1 0,0-1 0,0 1 0,1 0 0,0 1 0,0 0 0,13-10 0,-12 12 0,8-7 0,1 1 0,0 1 0,0 1 0,1 0 0,19-5 0,-33 12 0,0-1 0,0 0 0,0 1 0,0-1 0,0 1 0,0 0 0,0 0 0,0 0 0,0 0 0,0 1 0,0-1 0,0 1 0,0 0 0,0 0 0,0 0 0,0 0 0,-1 0 0,1 1 0,0-1 0,-1 1 0,1 0 0,-1 0 0,0-1 0,1 2 0,-1-1 0,0 0 0,0 0 0,0 1 0,-1-1 0,1 1 0,0-1 0,-1 1 0,0 0 0,0 0 0,0 0 0,0 0 0,0-1 0,0 6 0,1-3 0,-1 0 0,1 0 0,-2 1 0,1-1 0,0 0 0,-1 1 0,0-1 0,0 0 0,-1 1 0,1-1 0,-1 0 0,0 0 0,-1 0 0,1 1 0,-1-1 0,0 0 0,0-1 0,-1 1 0,0 0 0,1-1 0,-1 1 0,-1-1 0,1 0 0,-1 0 0,1 0 0,-1-1 0,0 1 0,-1-1 0,1 0 0,0 0 0,-1 0 0,-6 2 0,-14 6 12,-1-1 0,0-1-1,-49 10 1,40-11-273,-49 17-1,-84 34 167,161-56 152,1 0 0,-1 0 0,1 1 1,-10 6-1,15-9-48,0-1 1,1 1 0,-1-1 0,0 1 0,1 0 0,-1-1-1,1 1 1,-1 0 0,1-1 0,-1 1 0,1 0-1,-1 0 1,1-1 0,0 1 0,-1 0 0,1 0 0,0 0-1,0 0 1,-1 1 0,2-1-6,-1 0-1,1 0 1,-1-1 0,1 1 0,-1 0-1,1 0 1,-1 0 0,1-1-1,0 1 1,-1 0 0,1-1 0,0 1-1,0-1 1,-1 1 0,1-1 0,0 1-1,0-1 1,0 1 0,0-1-1,0 0 1,0 0 0,0 1 0,1-1-1,22 5-3,-1-1 0,2-2 0,-1 0 0,0-1 0,44-5 0,-2 1 0,-50 2 0,-1 1 0,1 1 0,-1 1 0,0 0 0,0 1 0,0 0 0,0 1 0,28 12 0,-11-2 0,1-1 0,1-1 0,0-2 0,54 10 0,-70-16 0,0 0 0,0 2 0,23 9 0,-25-8 0,-1-1 0,2-1 0,-1 0 0,21 2 0,-12-2 0,-17-4 0,0 1 0,0-1 0,-1-1 0,1 1 0,15-2 0,-21 1 0,0-1 0,0 1 0,0-1 0,-1 0 0,1 0 0,0 1 0,0-1 0,0 0 0,-1 0 0,1-1 0,0 1 0,-1 0 0,1-1 0,-1 1 0,0 0 0,1-1 0,-1 0 0,0 1 0,0-1 0,0 0 0,0 0 0,0 1 0,0-1 0,-1 0 0,1 0 0,-1 0 0,1-4 0,4-50-1365,-6 28-5461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54.6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357 0 24575,'-14'0'0,"-8"0"0,-37 4 0,51-2 0,0-1 0,0 1 0,1 1 0,-1 0 0,1 0 0,-1 0 0,1 1 0,-7 4 0,7-4 0,0 1 0,1-1 0,0 1 0,0 0 0,0 1 0,1-1 0,-1 1 0,1 0 0,1 0 0,-1 1 0,1 0 0,0-1 0,1 1 0,-1 1 0,2-1 0,-1 0 0,1 1 0,0-1 0,0 1 0,1 0 0,0 0 0,0 12 0,-1 40 0,8 74 0,-4-128 0,-1 1 0,1-1 0,0 1 0,0-1 0,1 0 0,0 0 0,0 0 0,0 0 0,1 0 0,0-1 0,0 1 0,1-1 0,-1 0 0,1-1 0,0 1 0,0-1 0,1 0 0,-1 0 0,1 0 0,0-1 0,0 0 0,0 0 0,0-1 0,0 0 0,1 0 0,-1 0 0,1 0 0,0-1 0,-1-1 0,1 1 0,0-1 0,-1 0 0,1 0 0,0-1 0,0 0 0,-1 0 0,1-1 0,-1 1 0,8-4 0,-9 2 0,0 0 0,0 0 0,0-1 0,-1 1 0,1-1 0,-1 0 0,0 0 0,0 0 0,-1-1 0,1 0 0,-1 1 0,0-1 0,0 0 0,-1 0 0,1-1 0,-1 1 0,0 0 0,2-12 0,0-3 0,-1-1 0,0 1 0,-1-39 0,-2 46 0,0 1 0,-1 0 0,0 0 0,-1 0 0,-5-19 0,5 27 0,1 0 0,-1 0 0,0 0 0,0 1 0,0-1 0,-1 1 0,1-1 0,-1 1 0,0 0 0,0 0 0,0 0 0,0 0 0,0 1 0,-1-1 0,1 1 0,-1 0 0,0 0 0,0 0 0,1 1 0,-6-2 0,-11-2 0,-1 1 0,1 2 0,-1 0 0,1 1 0,-1 1 0,-24 3 0,-4-1 0,43-2 0,0 0 0,1 1 0,-1-1 0,0 1 0,0 1 0,1-1 0,-1 1 0,1 0 0,-1 0 0,1 0 0,-6 5 0,9-6 0,-1 1 0,1 0 0,1 0 0,-1 0 0,0 0 0,0 0 0,1 0 0,-1 1 0,1-1 0,0 0 0,0 1 0,0-1 0,0 1 0,0 0 0,0-1 0,1 1 0,-1 0 0,1-1 0,0 1 0,-1 0 0,2 0 0,-1-1 0,0 1 0,0 0 0,1-1 0,0 4 0,1 1 0,0 0 0,0 0 0,0-1 0,1 1 0,0-1 0,0 0 0,1 0 0,0 0 0,0 0 0,0 0 0,1-1 0,0 0 0,0 0 0,6 5 0,8 4 0,1-1 0,40 21 0,13 8 0,-60-33-105,1 0 0,-1-1 0,1-1 0,1 0 0,0-1 0,0 0 0,0-1 0,0-1 0,1-1 0,-1 0 0,1-1 0,26 1 0,-15-3-6721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55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24575,'388'0'0,"-356"-2"0,0-1 0,37-8 0,-34 4 0,54-2 0,-26 8-1365,-35 1-5461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55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24575,'1'1'0,"1"-1"0,-1 0 0,0 1 0,0-1 0,0 1 0,0-1 0,0 1 0,0-1 0,0 1 0,0 0 0,0-1 0,0 1 0,0 0 0,-1 0 0,1 0 0,0 0 0,-1 0 0,1 0 0,0 0 0,-1 0 0,1 0 0,-1 0 0,1 0 0,-1 0 0,0 0 0,1 3 0,6 33 0,-7-33 0,6 84 0,-6 115 0,-3-74 0,4-93 0,-3 0 0,0 0 0,-14 62 0,15-90-98,0-4-43,1 0 1,-1-1-1,0 1 0,0 0 0,0 0 0,0 0 1,0-1-1,-3 5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8:57.7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0 104 24575,'3'-1'0,"-1"0"0,1-1 0,-1 1 0,0-1 0,1 0 0,-1 1 0,0-1 0,0 0 0,0-1 0,0 1 0,-1 0 0,1 0 0,-1-1 0,1 1 0,-1-1 0,1-2 0,7-9 0,-5 9 0,0 0 0,0 0 0,1 1 0,0-1 0,0 1 0,0 0 0,0 0 0,1 0 0,0 1 0,-1 0 0,8-2 0,-12 4 0,-1 1 0,1 0 0,-1 0 0,1 0 0,-1 0 0,1 0 0,-1 0 0,1 0 0,-1 0 0,1 0 0,-1 0 0,1 0 0,-1 0 0,1 1 0,-1-1 0,1 0 0,-1 0 0,1 0 0,-1 1 0,0-1 0,1 0 0,-1 1 0,1-1 0,-1 0 0,0 1 0,1-1 0,-1 0 0,0 1 0,1 0 0,1 17 0,-12 26 0,8-36 0,-1 4 0,0 0 0,1 0 0,1 0 0,0 1 0,0-1 0,1 0 0,1 0 0,4 22 0,-4-30 0,0 1 0,0 0 0,1-1 0,0 0 0,0 1 0,0-1 0,0 0 0,1 0 0,0 0 0,0 0 0,0-1 0,0 1 0,0-1 0,1 1 0,-1-1 0,1 0 0,0-1 0,0 1 0,0-1 0,0 0 0,1 0 0,-1 0 0,1 0 0,-1-1 0,8 2 0,0 0 0,0-2 0,0 1 0,0-1 0,0-1 0,0 0 0,13-2 0,-20 1 0,0 0 0,0 0 0,1 0 0,-1-1 0,0 0 0,0 0 0,0 0 0,-1 0 0,1-1 0,-1 0 0,1 0 0,-1 0 0,0-1 0,0 1 0,0-1 0,3-4 0,4-10 0,-1 0 0,-1-1 0,-1 0 0,-1 0 0,0-1 0,-2 0 0,6-30 0,-6 28 0,-3 99 0,-2-56 0,1-14 0,0-1 0,-1 1 0,0 0 0,0-1 0,-1 1 0,0-1 0,0 1 0,0-1 0,-1 0 0,0 1 0,-6 11 0,8-18 0,0 0 0,0 0 0,0 0 0,0 1 0,0-1 0,0 0 0,0 0 0,0 0 0,-1 0 0,1 0 0,0 0 0,0 1 0,0-1 0,0 0 0,0 0 0,-1 0 0,1 0 0,0 0 0,0 0 0,0 0 0,0 0 0,-1 0 0,1 0 0,0 0 0,0 0 0,0 0 0,0 0 0,-1 0 0,1 0 0,0 0 0,0 0 0,0 0 0,0 0 0,-1 0 0,1 0 0,0 0 0,0 0 0,0 0 0,0 0 0,-1-1 0,1 1 0,0 0 0,0 0 0,-5-10 0,0-12 0,5 12 0,-1 1 0,2 0 0,-1-1 0,1 1 0,1-1 0,0 1 0,0 0 0,1 0 0,0 0 0,0 0 0,1 1 0,0-1 0,1 1 0,0 0 0,10-13 0,-13 17 0,1 1 0,0-1 0,1 1 0,-1 0 0,0 0 0,1 0 0,0 1 0,0-1 0,-1 1 0,2 0 0,-1 0 0,0 0 0,0 0 0,0 1 0,1 0 0,-1-1 0,1 2 0,-1-1 0,1 1 0,-1-1 0,1 1 0,0 0 0,-1 1 0,1-1 0,-1 1 0,1 0 0,-1 0 0,0 0 0,1 1 0,-1 0 0,0 0 0,0 0 0,0 0 0,5 4 0,5 3 0,-1 1 0,0 1 0,11 13 0,-18-18 0,0 0 0,0 1 0,-1 0 0,0 0 0,-1 0 0,1 0 0,4 13 0,-8-18 0,-1-1 0,1 0 0,-1 0 0,1 0 0,-1 0 0,0 1 0,0-1 0,1 0 0,-1 0 0,0 1 0,0-1 0,0 0 0,-1 0 0,1 1 0,0-1 0,0 0 0,-1 0 0,1 0 0,0 0 0,-1 1 0,1-1 0,-1 0 0,0 0 0,1 0 0,-1 0 0,0 0 0,0 0 0,0 0 0,1 0 0,-1-1 0,0 1 0,0 0 0,0 0 0,0-1 0,0 1 0,-1-1 0,1 1 0,0-1 0,0 1 0,0-1 0,0 0 0,-3 1 0,2-1 0,0 0 0,0 0 0,0 0 0,0 0 0,0 0 0,0 0 0,0-1 0,0 1 0,0-1 0,0 1 0,0-1 0,0 0 0,0 0 0,0 0 0,1 0 0,-1 0 0,0 0 0,0 0 0,1-1 0,-1 1 0,1-1 0,0 1 0,-1-1 0,1 0 0,0 1 0,-2-4 0,2 1 0,-1 0 0,1-1 0,0 1 0,0-1 0,0 1 0,0-1 0,1 1 0,0-1 0,0 0 0,0 1 0,0-1 0,1 0 0,0 1 0,0-1 0,0 1 0,0-1 0,1 1 0,0 0 0,0 0 0,0-1 0,0 1 0,1 1 0,-1-1 0,1 0 0,0 1 0,0-1 0,1 1 0,-1 0 0,1 0 0,4-4 0,-4 5 0,-1-1 0,1 0 0,0 1 0,0 0 0,0 0 0,0 0 0,0 0 0,0 1 0,1 0 0,-1-1 0,0 2 0,1-1 0,-1 0 0,1 1 0,-1 0 0,1 0 0,-1 0 0,1 1 0,-1-1 0,0 1 0,1 0 0,-1 0 0,0 1 0,1-1 0,-1 1 0,0 0 0,0 0 0,0 0 0,-1 1 0,1 0 0,5 4 0,10 14 0,-1 1 0,15 23 0,-19-24 0,1 0 0,31 31 0,-39-46 0,1 0 0,0-1 0,-1 0 0,2 0 0,-1-1 0,0 0 0,1-1 0,0 1 0,0-2 0,0 1 0,0-1 0,12 1 0,-14-3 0,-1 1 0,1-1 0,-1 0 0,0 0 0,1 0 0,-1-1 0,1 0 0,-1-1 0,0 1 0,0-1 0,0 0 0,0-1 0,0 0 0,0 0 0,-1 0 0,1 0 0,-1-1 0,7-6 0,1-4 0,-1 0 0,-1 0 0,12-21 0,-18 26 0,0 1 0,-1-1 0,0 0 0,0 0 0,-1-1 0,-1 1 0,4-18 0,-6 25 0,0 0 0,0 0 0,0-1 0,0 1 0,0 0 0,-1 0 0,1 0 0,0 0 0,-1 0 0,0 0 0,1 0 0,-1 0 0,0 0 0,0 1 0,0-1 0,0 0 0,-1 0 0,1 1 0,-3-3 0,1 1 0,0 1 0,0 0 0,0 0 0,0 0 0,-1 0 0,1 1 0,-1-1 0,0 1 0,1 0 0,-5-1 0,-5 0 0,0 0 0,-1 1 0,1 1 0,0 0 0,-16 2 0,26-1 0,-1-1 0,1 1 0,0 0 0,-1-1 0,1 2 0,0-1 0,0 0 0,-1 0 0,1 1 0,0 0 0,0 0 0,1 0 0,-1 0 0,0 0 0,1 0 0,-1 1 0,1-1 0,0 1 0,0 0 0,0-1 0,0 1 0,0 0 0,1 0 0,-1 1 0,1-1 0,0 0 0,0 0 0,0 1 0,0-1 0,0 0 0,1 1 0,0-1 0,-1 1 0,1-1 0,1 6 0,0-2 0,-1 0 0,1 0 0,1 0 0,-1 0 0,1 0 0,0 0 0,1-1 0,0 1 0,0-1 0,0 0 0,1 0 0,0 0 0,0 0 0,0-1 0,1 1 0,10 8 0,-4-6 0,1-1 0,0 0 0,1-1 0,-1 0 0,1-1 0,0 0 0,1-1 0,-1-1 0,1 0 0,20 1 0,15-1 0,81-5 0,-39-2 0,-64 4 0,6 2 0,0-3 0,0 0 0,0-3 0,0 0 0,0-2 0,31-10 0,-53 12 0,1 0 0,0 0 0,-1-1 0,1 0 0,-1 0 0,16-12 0,-24 14 0,0 0 0,0 0 0,0 0 0,0 0 0,-1 0 0,1-1 0,-1 1 0,0-1 0,0 1 0,0-1 0,-1 0 0,1 0 0,-1 0 0,0 0 0,0 0 0,-1 0 0,1 0 0,-1 0 0,0 0 0,0-8 0,0 9 0,0 0 0,-1 1 0,1-1 0,-1 0 0,1 1 0,-1-1 0,0 0 0,0 1 0,0-1 0,0 1 0,-1-1 0,1 1 0,-1 0 0,1 0 0,-1 0 0,0 0 0,-4-4 0,2 3 0,0 0 0,0 1 0,-1-1 0,1 1 0,-1 0 0,1 1 0,-1-1 0,0 1 0,-6-2 0,-1 1 0,0 1 0,-1 1 0,1-1 0,0 2 0,0 0 0,0 0 0,-18 5 0,21-3 0,0 0 0,1 1 0,0 0 0,0 0 0,0 1 0,0 0 0,0 0 0,1 1 0,0 0 0,0 0 0,1 1 0,0 0 0,-8 10 0,11-12 0,-1 0 0,1 0 0,0 1 0,0-1 0,1 1 0,0 0 0,0-1 0,0 1 0,0 0 0,1 0 0,0 0 0,0 0 0,1 0 0,0 1 0,0-1 0,0 0 0,1 0 0,0 0 0,0 0 0,1 0 0,1 6 0,-2-11 0,-1 1 0,1-1 0,-1 1 0,1-1 0,-1 1 0,1-1 0,0 1 0,0-1 0,0 0 0,0 0 0,0 1 0,0-1 0,0 0 0,0 0 0,0 0 0,1 0 0,-1 0 0,0 0 0,1-1 0,-1 1 0,1 0 0,-1-1 0,1 1 0,-1-1 0,1 1 0,-1-1 0,1 0 0,-1 0 0,1 1 0,0-1 0,-1 0 0,1 0 0,-1-1 0,1 1 0,-1 0 0,1-1 0,0 1 0,-1 0 0,1-1 0,-1 0 0,2 0 0,3-2 0,-1-1 0,0 1 0,0-1 0,0 0 0,0 0 0,0 0 0,-1-1 0,0 1 0,5-7 0,6-13 0,-9 13 0,1 1 0,0-1 0,1 1 0,0 1 0,18-17 0,-25 25 0,1-1 0,0 1 0,0 0 0,0 0 0,0 0 0,0 0 0,0 1 0,0-1 0,0 0 0,0 1 0,0-1 0,0 1 0,0 0 0,1 0 0,-1 0 0,3 0 0,-2 1 0,0 0 0,0 0 0,0 0 0,-1 0 0,1 1 0,0-1 0,-1 1 0,0 0 0,1-1 0,-1 1 0,0 0 0,0 1 0,0-1 0,0 0 0,2 4 0,1 1 0,2 2 0,-1 0 0,2-1 0,-1 1 0,17 13 0,-22-21 0,-1 0 0,0 0 0,1 0 0,-1 0 0,1-1 0,-1 1 0,1 0 0,-1-1 0,1 0 0,-1 1 0,1-1 0,0 0 0,-1 1 0,1-1 0,0 0 0,-1 0 0,3-1 0,-2 0 0,0 1 0,-1-1 0,1 0 0,-1 0 0,1 0 0,0 0 0,-1 0 0,0-1 0,1 1 0,-1 0 0,0-1 0,0 1 0,0-1 0,0 1 0,0-1 0,0 0 0,0 1 0,0-1 0,0-2 0,6-17 0,-6 17 0,0 0 0,0 0 0,0 0 0,1 0 0,0 1 0,0-1 0,0 1 0,4-7 0,-6 10 0,0 0 0,1 0 0,-1 0 0,0 0 0,0-1 0,0 1 0,1 0 0,-1 0 0,0 0 0,0 0 0,1 0 0,-1 0 0,0 0 0,0 0 0,0 0 0,1 0 0,-1 0 0,0 0 0,0 0 0,1 0 0,-1 0 0,0 0 0,0 0 0,0 0 0,1 0 0,-1 0 0,0 1 0,0-1 0,0 0 0,1 0 0,-1 0 0,0 0 0,0 0 0,0 1 0,0-1 0,0 0 0,1 0 0,-1 1 0,9 12 0,3 15 0,-10-22 0,41 97 0,-40-100 0,0-10 0,-2-12 0,-1 6 0,0 0 0,1 0 0,1-1 0,0 1 0,7-23 0,-8 33 0,1-1 0,0 0 0,0 0 0,0 1 0,1-1 0,-1 1 0,1 0 0,0 0 0,0 0 0,0 0 0,0 0 0,1 0 0,-1 1 0,1 0 0,-1 0 0,1 0 0,0 0 0,0 0 0,0 1 0,0 0 0,0-1 0,7 0 0,1 0 0,1 0 0,0 1 0,0 0 0,-1 1 0,1 0 0,0 1 0,0 1 0,0 0 0,21 6 0,-26-5 0,1 0 0,-1 1 0,1 0 0,-1 0 0,0 1 0,-1 0 0,1 0 0,-1 1 0,0 0 0,-1 0 0,1 1 0,-1 0 0,0 0 0,6 10 0,4 14 0,-11-19 0,1-1 0,1 1 0,13 16 0,-19-26 0,1 0 0,-1 0 0,1 0 0,0 0 0,0-1 0,0 1 0,0-1 0,0 0 0,0 1 0,0-1 0,0 0 0,1 0 0,-1 0 0,0 0 0,1-1 0,-1 1 0,0-1 0,1 1 0,-1-1 0,1 0 0,-1 0 0,1 0 0,-1 0 0,5-1 0,-5 0-62,1 0 0,-1 0 0,1-1 0,-1 1 0,0-1 0,0 0 0,0 1 0,0-1 0,0 0 0,0 0 0,0 0 0,0 0-1,-1-1 1,1 1 0,-1 0 0,0-1 0,1 1 0,-1-1 0,0 1 0,-1-1 0,2-5 0,4-15-6764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3.4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24575,'0'388'0,"0"-376"0,1-1 0,0 1 0,1-1 0,0 0 0,0 1 0,2-1 0,-1 0 0,1-1 0,9 17 0,-4-11 0,1-2 0,0 1 0,1-1 0,1-1 0,19 18 0,-12-13 0,-10-9 0,0 0 0,1 0 0,0-2 0,19 13 0,-26-18 0,1-1 0,-1 1 0,1-1 0,0 0 0,0 0 0,-1 0 0,1 0 0,0-1 0,0 1 0,0-1 0,0 0 0,0-1 0,0 1 0,0 0 0,0-1 0,-1 0 0,1 0 0,0 0 0,6-4 0,-2 2 0,-1-2 0,0 1 0,0-1 0,0 0 0,0 0 0,-1-1 0,0 0 0,0 0 0,-1-1 0,1 0 0,-2 1 0,1-2 0,-1 1 0,6-12 0,2-10 0,-2-1 0,12-49 0,-13 41 0,0-7 0,-3 0 0,-1 0 0,-3-1 0,-4-62 0,1 56 0,-1 160 0,4 128 0,2-213 0,9 34 0,-8-36 0,5 38 0,-8-33-1365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4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0 24575,'-5'1'0,"1"-1"0,-1 1 0,1 0 0,0 0 0,-1 1 0,1-1 0,0 1 0,0 0 0,0 0 0,0 0 0,0 1 0,1-1 0,-1 1 0,1 0 0,-1 0 0,1 0 0,0 0 0,0 1 0,1-1 0,-1 1 0,1 0 0,0 0 0,-1 0 0,2 0 0,-1 0 0,-2 9 0,2-7 0,0 0 0,0 0 0,1 0 0,0 0 0,0 1 0,1-1 0,-1 0 0,1 1 0,1-1 0,-1 0 0,1 1 0,0-1 0,1 0 0,-1 0 0,1 0 0,0 0 0,1 0 0,5 10 0,3-2 0,0 0 0,1-1 0,1-1 0,0 0 0,29 20 0,-36-27 0,1 1 0,-1 0 0,9 13 0,13 11 0,-24-27 0,-1 0 0,0 0 0,0 0 0,0 0 0,-1 1 0,1-1 0,-1 1 0,0-1 0,0 1 0,0 0 0,0 0 0,-1 0 0,1 0 0,-1 0 0,0 1 0,0-1 0,-1 0 0,1 0 0,-1 5 0,-1-6 0,1 0 0,-1 0 0,1 0 0,-1 0 0,0 0 0,0-1 0,-1 1 0,1 0 0,0-1 0,-1 1 0,0 0 0,1-1 0,-1 0 0,0 0 0,0 1 0,-1-1 0,1 0 0,0-1 0,-1 1 0,1 0 0,-1-1 0,1 1 0,-1-1 0,0 0 0,0 0 0,1 0 0,-7 1 0,-102 20 0,90-19 0,28-13 0,28-16 0,4 0 0,64-55 0,-6 2 0,-90 75 0,-2 0 0,1 0 0,0-1 0,-1 0 0,0 0 0,0 0 0,0-1 0,-1 0 0,0 0 0,0 0 0,0 0 0,-1-1 0,0 1 0,0-1 0,-1 0 0,3-10 0,-6 5 0,-6 18 0,-6 19 0,9-8 0,0 1 0,2 0 0,0 0 0,1 0 0,0 0 0,2 0 0,0 0 0,1 0 0,1 0 0,1-1 0,8 25 0,-9-36 0,0-1 0,0 0 0,0 0 0,1 0 0,0 0 0,0 0 0,1-1 0,-1 1 0,1-1 0,0 0 0,0-1 0,0 1 0,0-1 0,7 3 0,-7-3 0,0-1 0,0 0 0,0 0 0,0 0 0,0-1 0,0 0 0,1 0 0,-1 0 0,1 0 0,-1-1 0,0 0 0,1 0 0,-1-1 0,1 1 0,-1-1 0,7-2 0,-9 1 0,0 0 0,0 0 0,0 0 0,0 0 0,-1 0 0,1-1 0,-1 1 0,1-1 0,-1 0 0,0 1 0,0-1 0,0 0 0,-1 0 0,1-1 0,-1 1 0,1 0 0,-1 0 0,0-1 0,0 1 0,-1-1 0,1 1 0,0-6 0,0-12 0,0 1 0,-3-35 0,1 36 0,1 16 0,0-21 0,3 21 0,4 13 0,-4 0 0,1 0 0,-1 1 0,-1-1 0,0 1 0,1 12 0,-1-5 0,-1-32 0,1 0 0,0 0 0,1 0 0,0 1 0,1-1 0,1 1 0,0 0 0,14-23 0,-4 10 0,-10 15 0,1 0 0,0 1 0,1 0 0,0 0 0,0 1 0,1-1 0,0 2 0,1-1 0,0 1 0,0 0 0,1 1 0,12-7 0,-9 7-91,1 1 0,0 0 0,0 1 0,0 0 0,0 1 0,1 1 0,-1 0 0,1 1 0,0 1 0,0 0 0,0 1 0,0 1 0,-1 0 0,24 5 0,-16 1-6735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5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67 1 24575,'-1'10'0,"0"0"0,-1 0 0,0 0 0,-7 19 0,-5 29 0,9 255 0,7-173 0,-3-115 0,-1-1 0,-1 1 0,-10 42 0,7-37 0,2 1 0,1 0 0,2 42 0,0-98 0,0-3 0,2 1 0,4-35 0,-4 53 0,1 0 0,0 0 0,0 0 0,1 0 0,1 1 0,-1-1 0,1 1 0,0 0 0,1 0 0,0 0 0,11-12 0,-13 16 0,1 0 0,-1 1 0,1-1 0,0 1 0,0 0 0,1 0 0,-1 1 0,0-1 0,1 1 0,0 0 0,-1 0 0,7-2 0,-8 4 0,-1 0 0,1 0 0,-1 0 0,1 0 0,-1 1 0,1-1 0,-1 0 0,0 1 0,1 0 0,-1 0 0,0 0 0,1 0 0,-1 0 0,0 0 0,0 0 0,0 1 0,0-1 0,0 1 0,0 0 0,-1-1 0,1 1 0,0 0 0,-1 0 0,1 0 0,-1 0 0,0 0 0,2 4 0,2 4 0,-1 1 0,1 0 0,-2 0 0,0 1 0,3 20 0,4 11 0,-2-9 0,-3-14 0,0 0 0,1-1 0,12 25 0,-18-43 0,0-1 0,0 0 0,0 0 0,1 0 0,-1 0 0,0 1 0,0-1 0,0 0 0,0 0 0,0 0 0,0 0 0,1 1 0,-1-1 0,0 0 0,0 0 0,0 0 0,0 0 0,1 0 0,-1 0 0,0 1 0,0-1 0,0 0 0,1 0 0,-1 0 0,0 0 0,0 0 0,0 0 0,1 0 0,-1 0 0,0 0 0,0 0 0,0 0 0,1 0 0,-1 0 0,0 0 0,0 0 0,0 0 0,1 0 0,-1-1 0,8-7 0,4-16 0,-11 23 0,29-66-1365,-23 44-5461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5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24575,'5'0'0,"3"6"0,-1 6 0,-2 8 0,-1 5 0,-2 4 0,0 3 0,4-5 0,1 0 0,5-1 0,0 2 0,-1 1 0,-3-4-8191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5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24575,'5'0'0,"2"6"0,0 6 0,-1 2-8191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5.9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24575,'0'13'0,"0"-1"0,1 1 0,1 0 0,0-1 0,6 23 0,-5-28 0,0 0 0,0-1 0,1 1 0,-1-1 0,2 0 0,-1 0 0,0 0 0,1 0 0,0-1 0,1 0 0,8 7 0,23 14 0,-26-20 0,0 1 0,-1 0 0,0 1 0,-1 0 0,0 1 0,0 0 0,14 18 0,-22-25 0,-1 0 0,1 0 0,-1 0 0,1 0 0,-1 0 0,0 0 0,0 0 0,0 0 0,0 0 0,0 0 0,0 0 0,0 0 0,-1 0 0,1 0 0,-1-1 0,0 1 0,1 0 0,-1 0 0,0 0 0,0 0 0,0-1 0,0 1 0,0 0 0,-1-1 0,1 1 0,0-1 0,-1 1 0,1-1 0,-1 0 0,0 0 0,1 0 0,-1 0 0,0 0 0,1 0 0,-1 0 0,0 0 0,0-1 0,0 1 0,0-1 0,0 1 0,0-1 0,0 0 0,0 0 0,0 0 0,0 0 0,0 0 0,0 0 0,-2-1 0,3 1-38,0-1 0,0 0 0,0 1 1,0-1-1,0 0 0,0 0 0,0 0 0,1 1 0,-1-1 0,0 0 0,1 0 0,-1 0 0,0 0 0,1 0 0,-1-1 0,1 1 1,0 0-1,-1 0 0,1 0 0,0 0 0,0 0 0,0-1 0,0 1 0,0 0 0,0 0 0,0 0 0,0-1 0,0 1 0,0 0 1,1 0-1,-1 0 0,0 0 0,1 0 0,-1-1 0,2 0 0,3-16-6788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6.2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1 24575,'0'772'0,"1"-765"14,-1-1-1,-1 1 0,0-1 0,1 0 1,-2 1-1,1-1 0,-1 0 1,-2 6-1,3-10-66,0 0 0,0 0 0,-1 0 0,1 0 0,0-1 0,-1 1 0,1 0 0,-1-1 0,1 0 0,-1 1 0,0-1 0,0 0-1,1 0 1,-1 0 0,0 0 0,0 0 0,0 0 0,0 0 0,0-1 0,0 1 0,-1-1 0,1 1 0,0-1 0,0 0 0,0 0 0,0 0 0,-3 0 0,-19-4-6773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6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1 151 24575,'0'-1'0,"0"0"0,0 0 0,0 0 0,1 0 0,-1 0 0,1 0 0,-1 0 0,0 0 0,1 0 0,0 1 0,-1-1 0,1 0 0,-1 0 0,1 0 0,0 1 0,0-1 0,-1 0 0,1 1 0,0-1 0,0 0 0,0 1 0,0-1 0,0 1 0,0 0 0,0-1 0,1 1 0,31-9 0,-22 7 0,21-6 0,-3 0 0,0 2 0,0 0 0,47-1 0,215 8 0,-287-1 0,0 0 0,-1 0 0,1 0 0,0 0 0,0 1 0,-1-1 0,1 1 0,0 0 0,-1 0 0,1 1 0,-1-1 0,7 4 0,-9-3 0,1 0 0,0 0 0,0 0 0,-1 1 0,1-1 0,-1 0 0,0 0 0,0 1 0,0-1 0,0 1 0,0 0 0,0-1 0,-1 1 0,1-1 0,-1 1 0,0 0 0,0-1 0,0 1 0,0 3 0,-5 90 0,2-59 0,2 56 0,1-90 0,1 0 0,-1 0 0,1 0 0,0 0 0,0 0 0,0 0 0,0-1 0,0 1 0,0 0 0,1 0 0,0-1 0,2 4 0,-3-5 0,-1-1 0,0 1 0,1-1 0,-1 0 0,1 1 0,-1-1 0,1 0 0,-1 1 0,1-1 0,-1 0 0,1 0 0,0 1 0,-1-1 0,1 0 0,-1 0 0,1 0 0,0 0 0,-1 0 0,1 0 0,-1 0 0,1 0 0,-1 0 0,1 0 0,0 0 0,0 0 0,0-1 0,0 0 0,1 0 0,-1 0 0,0 0 0,0 0 0,0 0 0,0 0 0,0 0 0,0 0 0,0-1 0,0 1 0,0 0 0,-1 0 0,2-3 0,3-12 0,0 1 0,-1-1 0,-1 1 0,-1-1 0,0 0 0,-1 0 0,-1-1 0,0 1 0,-1 0 0,-1 0 0,-5-22 0,1 23 0,0 0 0,-1 1 0,0 0 0,-1 0 0,-1 1 0,0 0 0,-22-23 0,11 13 0,18 19 15,-1 1 0,0 0 0,-1 0 0,1 0 0,0 0 0,-1 0 0,-5-2 0,8 4-72,0 1 0,-1-1 0,1 0 0,0 1-1,-1 0 1,1-1 0,0 1 0,-1 0 0,1-1 0,-1 1 0,1 0 0,-1 0-1,1 0 1,0 0 0,-1 1 0,1-1 0,-1 0 0,1 1 0,0-1 0,-1 1 0,1-1-1,0 1 1,0-1 0,-1 1 0,-1 1 0,-8 10-6769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7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24575,'1'0'0,"0"0"0,0 0 0,0 1 0,0-1 0,0 0 0,0 1 0,0-1 0,0 1 0,0-1 0,-1 1 0,1-1 0,0 1 0,0 0 0,-1 0 0,1-1 0,0 1 0,-1 0 0,1 0 0,0-1 0,-1 1 0,1 0 0,-1 0 0,0 0 0,1 0 0,-1 0 0,1 1 0,7 32 0,-6-23 0,7 30 0,3-2 0,29 70 0,-38-108 0,-1-8 0,0-12 0,-4-42 0,1 45 0,0 0 0,1 0 0,0 1 0,1-1 0,1 0 0,1 0 0,7-26 0,-9 40 0,0 0 0,0 0 0,0-1 0,0 1 0,0 0 0,1 0 0,-1 0 0,1 0 0,0 1 0,-1-1 0,1 0 0,0 1 0,0-1 0,0 1 0,0-1 0,0 1 0,0 0 0,1 0 0,-1 0 0,0 0 0,0 1 0,1-1 0,-1 0 0,1 1 0,-1 0 0,1-1 0,-1 1 0,0 0 0,5 1 0,-2 0 0,-1-1 0,1 2 0,0-1 0,-1 1 0,1-1 0,0 1 0,-1 0 0,0 1 0,1-1 0,-1 1 0,0 0 0,-1 0 0,1 0 0,3 4 0,-4-4 0,0 0 0,0 0 0,0 0 0,0 0 0,0-1 0,1 1 0,-1-1 0,7 3 0,-9-5 0,0 1 0,1-1 0,-1 0 0,0 0 0,1 0 0,-1 0 0,1 0 0,-1 0 0,0 0 0,1 0 0,-1 0 0,0-1 0,0 1 0,1 0 0,-1-1 0,0 0 0,0 1 0,1-1 0,-1 0 0,0 1 0,0-1 0,0 0 0,0 0 0,0 0 0,0 0 0,0 0 0,0 0 0,-1 0 0,3-2 0,-1 0 0,0 0 0,0 1 0,0-1 0,0 1 0,1 0 0,0 0 0,-1-1 0,1 2 0,5-4 0,-7 5 0,0-1 0,0 1 0,0 0 0,0 0 0,0-1 0,0 1 0,0 0 0,0 0 0,0 0 0,0 0 0,0 0 0,0 1 0,0-1 0,0 0 0,0 0 0,0 1 0,0-1 0,0 1 0,0-1 0,0 0 0,0 1 0,0 0 0,0-1 0,-1 1 0,1 0 0,0-1 0,0 1 0,-1 0 0,1 0 0,0-1 0,-1 1 0,1 0 0,-1 0 0,1 0 0,-1 0 0,1 2 0,8 19 0,0 0 0,-2 1 0,0 0 0,-2 0 0,5 43 0,-6-45 0,1-1 0,0-1 0,12 26 0,-10-29 0,-1 0 0,-1 1 0,0-1 0,-1 1 0,2 24 0,-3-7 0,10 37 0,-7-40 0,4 58 0,-9-60 0,2 1 0,12 52 0,-12-70 0,-1 1 0,0-1 0,-1 1 0,0-1 0,-1 1 0,-1 16 0,1-26 0,-1 1 0,0-1 0,0 1 0,1-1 0,-2 1 0,1-1 0,0 0 0,-1 0 0,0 0 0,1 0 0,-1 0 0,0 0 0,-1 0 0,1 0 0,0-1 0,-1 1 0,0-1 0,1 0 0,-1 0 0,0 0 0,0 0 0,0 0 0,-1-1 0,1 1 0,0-1 0,-7 2 0,-14 1 0,0-1 0,-1-1 0,1-1 0,-1-1 0,-42-7 0,63 7 0,1-1 0,-1 1 0,0-1 0,1 0 0,-1-1 0,1 1 0,0-1 0,-1 1 0,1-1 0,0 0 0,0 0 0,0-1 0,0 1 0,1 0 0,-5-5 0,3 1 0,0 1 0,1-1 0,-1 0 0,1 0 0,0 0 0,0-1 0,-2-11 0,0-5 0,1-1 0,1 1 0,0-42 0,3 57 0,0 0 0,1-1 0,0 1 0,0 0 0,1 0 0,0 1 0,0-1 0,1 0 0,0 1 0,0-1 0,1 1 0,0 0 0,9-12 0,-3 6 0,2 1 0,0 1 0,0 0 0,1 0 0,25-15 0,37-28 0,-45 31 0,55-32 0,-13 19-55,-31 17-382,-2-2 1,60-42-1,-81 48-6389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7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45 24575,'10'-1'0,"0"0"0,1-1 0,-1 0 0,19-7 0,29-5 0,256 9 0,-175 7 0,343-2 0,-480 0-52,4 0-135,0 0-1,1 0 0,-1-1 1,0 0-1,0 0 1,7-2-1,0-4-6638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08.1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349 1 24575,'36'0'0,"0"1"0,0 2 0,61 13 0,-86-13 0,1 0 0,-1 1 0,-1 0 0,1 1 0,0 0 0,-1 1 0,0 0 0,0 0 0,-1 1 0,14 13 0,-17-15 0,1 0 0,0-1 0,0 1 0,0-1 0,9 4 0,-8-5 0,0 1 0,-1 0 0,1 1 0,10 8 0,4 6 0,-17-16 0,-1 1 0,1 0 0,-1-1 0,1 2 0,-1-1 0,0 0 0,-1 1 0,1 0 0,-1-1 0,0 1 0,0 1 0,0-1 0,-1 0 0,0 1 0,0-1 0,0 1 0,1 7 0,-3-6 0,1 0 0,-1 0 0,0 0 0,-1 0 0,0 0 0,0-1 0,-1 1 0,1 0 0,-1 0 0,-1-1 0,1 1 0,-1-1 0,0 0 0,-1 0 0,0 0 0,0 0 0,0-1 0,0 1 0,-1-1 0,-7 7 0,-10 6 0,0 0 0,-1-1 0,-41 22 0,-52 11 0,-65 40 0,137-69 0,0-2 0,-64 18 0,74-26 0,-36 5 134,17-6-1633,25-2-5327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27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1 208 24575,'114'2'0,"128"-5"0,-143-12 0,-64 9 0,56-4 0,-9 9 0,-36 2 0,1-3 0,55-8 0,-8-10-9,-47 9-89,1 2 0,78-4 0,-80 11-281,0-2-1,0-2 1,86-22 0,-92 17 512,2-2 213,1 2 0,-1 3 0,55-6 0,-40 8-1408,-36-1-5764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27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0 24575,'18'1'0,"-1"-1"0,1 2 0,-1 0 0,0 2 0,1-1 0,25 11 0,-33-10 0,0 1 0,0 0 0,0 0 0,-1 1 0,0 1 0,0-1 0,0 1 0,-1 1 0,0 0 0,0 0 0,9 14 0,-12-13 0,0-1 0,-1 1 0,0 0 0,-1 0 0,0 1 0,-1-1 0,0 1 0,0-1 0,-1 1 0,0 14 0,0 8 0,-8 57 0,7-80 0,-1 0 0,-1 0 0,0 0 0,0 0 0,-1 0 0,0-1 0,0 1 0,-1-1 0,0 0 0,-1 0 0,0 0 0,0-1 0,0 1 0,-1-1 0,0 0 0,-1-1 0,-8 7 0,-6 4 0,0 1 0,-25 26 0,-13 12 0,-61 51-1365,102-93-5461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28.6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333 36 24575,'-10'0'0,"-1"-2"0,1 1 0,0-1 0,-19-7 0,-29-5 0,41 12 0,0-1 0,0 2 0,0 0 0,1 1 0,-26 2 0,39-1 0,-1-1 0,1 1 0,0 0 0,-1 0 0,1 0 0,0 0 0,0 0 0,0 1 0,0-1 0,0 1 0,0 0 0,0 0 0,1 0 0,-1 0 0,1 1 0,-1-1 0,1 1 0,0-1 0,0 1 0,0 0 0,0 0 0,1 0 0,-1 0 0,1 0 0,-1 0 0,1 0 0,0 1 0,0 3 0,-2 4 0,1 0 0,1 1 0,-1-1 0,2 1 0,0-1 0,0 1 0,1-1 0,1 1 0,0-1 0,0 0 0,1 0 0,0 0 0,1 0 0,1 0 0,-1-1 0,2 1 0,-1-1 0,2-1 0,-1 1 0,9 9 0,5 4 0,0 1 0,23 39 0,-40-57 0,0-1 0,0 1 0,-1 0 0,0 0 0,0 1 0,0-1 0,-1 0 0,0 1 0,0-1 0,0 1 0,-1-1 0,0 1 0,-1 7 0,1-13 0,0-1 0,-1 1 0,1-1 0,0 0 0,0 1 0,0-1 0,0 1 0,0-1 0,0 0 0,0 1 0,0-1 0,0 1 0,0-1 0,0 1 0,0-1 0,0 0 0,0 1 0,0-1 0,1 1 0,-1-1 0,0 0 0,0 1 0,0-1 0,1 0 0,-1 1 0,0-1 0,0 0 0,1 1 0,-1-1 0,0 0 0,1 1 0,-1-1 0,0 0 0,1 0 0,-1 1 0,0-1 0,1 0 0,-1 0 0,1 0 0,-1 0 0,0 0 0,1 0 0,-1 1 0,1-1 0,0 0 0,24-12 0,21-28 0,-32 27 0,0-1 0,1 2 0,1 0 0,0 1 0,0 1 0,33-16 0,-22 13 0,45-33 0,-19 8 0,-17 12 0,-2-1 0,60-60 0,-86 79 0,-3 1 0,0 0 0,1 1 0,0 0 0,7-5 0,-12 10 0,0 1 0,-1-1 0,1 0 0,-1 1 0,1 0 0,0-1 0,-1 1 0,1-1 0,0 1 0,0 0 0,-1 0 0,1-1 0,0 1 0,0 0 0,-1 0 0,1 0 0,0 0 0,0 0 0,0 0 0,-1 0 0,1 0 0,0 0 0,0 0 0,-1 0 0,1 1 0,0-1 0,0 0 0,-1 0 0,1 1 0,0-1 0,-1 1 0,1-1 0,0 1 0,-1-1 0,1 1 0,0-1 0,-1 1 0,1-1 0,-1 1 0,1-1 0,-1 1 0,0 0 0,1 0 0,-1-1 0,0 1 0,1 0 0,-1-1 0,0 1 0,0 0 0,1 0 0,-1 0 0,0 0 0,4 22 0,-1 0 0,-1 0 0,-1 0 0,-1 0 0,-1 0 0,-5 25 0,-9 29 0,9-56 0,2 0 0,-3 26 0,6-27 0,-1 0 0,-1-1 0,-1 0 0,-1 1 0,0-2 0,-2 1 0,-11 25 0,17-42-97,-1 0-1,1 0 1,0 0-1,-1 0 1,1 0-1,-1 0 1,1-1-1,-1 1 1,0 0-1,0-1 1,0 0-1,0 1 0,-3 1 1,-6-1-6729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28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24575,'2'-1'0,"1"1"0,-1-1 0,1 0 0,-1 0 0,0 0 0,1 0 0,-1 0 0,4-3 0,13-6 0,12 4 0,1 1 0,-1 1 0,1 1 0,0 2 0,48 5 0,-7-2 0,-42-2-85,-18-1-171,1 1 0,0 0 0,-1 1 0,25 5 0,-18 2-6570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29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0 118 24575,'516'0'0,"-490"-2"0,0-1 0,0-2 0,0 0 0,-1-2 0,0-1 0,32-14 0,33-10 0,44 6-1365,-113 19-5461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29.6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0 24575,'2'116'0,"-5"123"0,1-226 0,-1-1 0,0 0 0,-1 1 0,0-2 0,-1 1 0,0 0 0,-1-1 0,-1 0 0,-7 10 0,-12 23 0,14-29 0,12-15 0,0 0 0,-1 0 0,1 0 0,0 0 0,0 0 0,0 0 0,-1 0 0,1 0 0,0 0 0,0-1 0,-1 1 0,1 0 0,0 0 0,0 0 0,0 0 0,-1 0 0,1-1 0,0 1 0,0 0 0,0 0 0,0 0 0,0-1 0,-1 1 0,1 0 0,0 0 0,0 0 0,0-1 0,0 1 0,0 0 0,0 0 0,0-1 0,0 1 0,0 0 0,0 0 0,0-1 0,0 1 0,0 0 0,-1-38 0,1 30 0,-1-10 0,1-1 0,1 0 0,1 1 0,1-1 0,0 1 0,1 0 0,1 0 0,1 0 0,12-26 0,-11 30 0,0-1 0,1 1 0,0 1 0,1-1 0,1 1 0,0 1 0,0 0 0,2 0 0,-1 1 0,20-14 0,-14 14 0,-9 4 0,1 1 0,0 1 0,1-1 0,-1 1 0,1 1 0,0 0 0,0 0 0,0 1 0,18-3 0,-20 4 0,0 1 0,0 1 0,0-1 0,0 1 0,0 1 0,0 0 0,0 0 0,0 0 0,-1 1 0,1 0 0,0 0 0,-1 1 0,0 0 0,1 0 0,-1 1 0,0 0 0,-1 0 0,1 1 0,-1 0 0,0 0 0,0 0 0,0 1 0,-1 0 0,8 11 0,-2-1 0,12 18 0,37 42 0,-55-70 0,0 0 0,-1 0 0,0 0 0,-1 0 0,1 1 0,-1 0 0,-1-1 0,1 1 0,-1 0 0,0 0 0,1 9 0,-1-1 0,-1 0 0,0 0 0,-1 1 0,-3 18 0,2-29 0,0 1 0,0-1 0,-1 0 0,0 0 0,0 0 0,0 0 0,-1 0 0,1 0 0,-1 0 0,0-1 0,-1 0 0,1 1 0,-1-1 0,0 0 0,0-1 0,0 1 0,0-1 0,-1 0 0,1 0 0,-1 0 0,0 0 0,0-1 0,-10 3 0,-8 3 0,0-1 0,-1-1 0,-44 5 0,-2 2 0,47-7 0,0-2 0,-25 2 0,-190-5 64,124-2-1493,86 1-5397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59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24575,'1'3'0,"0"-1"0,0 1 0,0 0 0,0 0 0,0-1 0,1 1 0,-1 0 0,1-1 0,0 0 0,0 1 0,-1-1 0,2 0 0,1 3 0,11 11 0,5 13 0,2-2 0,42 41 0,3 4 0,141 153 0,-133-147 0,-8-2-264,38 37-227,-64-73 491,-1 1 0,50 67 0,-34-38 0,-33-44 0,28 42 0,-33-40 68,5 10 275,38 46 1,-48-74-238,-12-11-155,-1 1 0,1 0 0,-1 0 0,1 0 0,-1 0 0,1-1 0,-1 1 0,0 0 0,1 0 0,-1-1 0,1 1 0,-1 0 0,0-1 0,1 1 0,-1-1-1,0 1 1,1 0 0,-1-1 0,0 1 0,0-1 0,1 1 0,-1-1 0,0 1 0,0-1 0,0 1 0,0-1 0,0 1 0,0-1 0,1 0 0,1-13-6777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49:59.3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981 1 24575,'-7'0'0,"1"2"0,0-1 0,0 1 0,0-1 0,1 2 0,-7 2 0,-3 1 0,3-1 0,1 2 0,0-1 0,0 1 0,1 1 0,0 0 0,0 0 0,1 1 0,0 0 0,1 1 0,-12 15 0,-18 20 0,-6 2 0,-58 81 0,-1 23 0,29-36 0,-34 44 0,61-89 0,37-52 0,-2 0 0,0-1 0,-2-1 0,-21 23 0,23-27 0,1 1 0,0 0 0,1 0 0,-13 24 0,-18 23 0,-46 57 0,84-114-118,5-6 156,8-18 162,19-29-1685,-15 29-5341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00.0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452 2 24575,'-82'-2'0,"-92"5"0,168-2 0,0 0 0,0 1 0,0 0 0,1 0 0,-1 0 0,1 1 0,0 0 0,-1 0 0,1 0 0,1 1 0,-1 0 0,0 0 0,1 0 0,0 0 0,0 1 0,0 0 0,0-1 0,1 1 0,-3 6 0,-4 6 0,1 0 0,1 1 0,0 0 0,-7 30 0,8-19 0,-3 37 0,-1 3 0,4-30 0,1-1 0,3 1 0,0 0 0,6 64 0,-3-96 0,1 1 0,1-1 0,0 0 0,0 0 0,0 0 0,0 0 0,1 0 0,1-1 0,-1 1 0,1-1 0,0 0 0,0 0 0,1 0 0,-1 0 0,2-1 0,9 9 0,-7-9 0,-1 1 0,1-2 0,1 1 0,-1-1 0,1 0 0,-1-1 0,1 0 0,0 0 0,0-1 0,0 0 0,1-1 0,16 1 0,-11-1 0,17-1 0,33-2 0,-56 1 0,0 0 0,0-1 0,-1 0 0,1 0 0,-1-1 0,1 0 0,-1 0 0,13-9 0,-2 1-86,-13 8-56,0-1 0,0 1 0,-1-1 0,0 0 0,0 0-1,0-1 1,0 1 0,6-9 0,-1-4-6684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01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02.7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1 24575,'5'1'0,"0"1"0,-1 0 0,1 0 0,0 0 0,-1 1 0,0-1 0,1 1 0,-1 0 0,0 0 0,0 1 0,-1-1 0,4 5 0,7 5 0,92 90 0,-71-66 0,44 36 0,-17-17-204,-1 2-1,95 120 1,-124-135 204,48 85 0,-75-116 31,0-1-1,-1 1 1,0 0 0,-1 0-1,0 0 1,0 0 0,-2 0-1,1 1 1,-2 17 0,0-23-14,0 1 0,0-1 0,-1 0 0,0 0 0,-1 0 0,1 0 0,-1 0 0,-1 0 0,1 0 0,-1 0 0,0-1 0,-1 0 0,0 1 0,0-1 0,0-1 0,-1 1 0,-6 6 0,-44 29-17,-16 14 0,45-35 0,-1 0 0,-1-2 0,-39 20 0,-1 0 0,-75 60 0,102-75 0,0-1 0,-73 26 0,79-33 0,10-6-1365,3-3-5461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03.6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24575,'1095'0'0,"-1086"0"-273,0-1 0,0 1 0,1-1 0,10-3 0,1-4-6553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03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706 0 24575,'8'0'0,"-1"1"0,1-1 0,0 1 0,-1 1 0,1-1 0,-1 1 0,0 1 0,1-1 0,8 6 0,-1 0 0,-1 2 0,0 0 0,14 13 0,85 61 0,-74-57 0,-2 1 0,47 45 0,-42-31 0,-2 1 0,-2 3 0,56 87 0,-87-119 0,-1 0 0,0 1 0,-1 0 0,-1 0 0,0 1 0,-1-1 0,-1 1 0,0-1 0,-1 1 0,-1 0 0,0 0 0,-1 0 0,-1-1 0,-6 25 0,5-32-6,-1 1 0,0-1 0,0 0 0,-1 0 0,0 0 0,-1-1 0,1 1 0,-1-1 0,-1-1 0,1 1 0,-1-1-1,0 0 1,-16 9 0,-7 3-175,-1 0 0,-40 14-1,31-17 182,-66 16 0,-4 1 0,-32 15-916,119-40 849,0-1 0,-45 5 0,47-9 71,1 1-1,-1 1 1,1 1-1,-27 10 1,21-5-102,0-2 1,0-1 0,-32 4-1,-43 12 115,-95 36 80,142-49-723,30-8-4935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18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1 24575,'-1'0'0,"-1"1"0,1-1 0,-1 1 0,1 0 0,0-1 0,-1 1 0,1 0 0,0 0 0,-1 0 0,1 0 0,0 0 0,0 0 0,0 0 0,0 1 0,0-1 0,0 0 0,0 1 0,0-1 0,1 0 0,-2 2 0,-14 34 0,15-33 0,-6 19 0,1 0 0,0 0 0,-1 31 0,-5 17 0,-46 123 0,57-190 0,-5 18 0,0 1 0,2-1 0,1 1 0,1 0 0,1 38 0,-1 17 0,-1-55 0,-8 34 0,6-36 0,-5 41 0,7 2 0,6 95 0,-3-156 4,0-1 0,0 0-1,0 1 1,1-1-1,-1 1 1,1-1 0,-1 0-1,1 1 1,0-1 0,0 0-1,0 0 1,0 0-1,0 0 1,0 0 0,1 0-1,-1 0 1,1 0 0,0 0-1,-1 0 1,1-1-1,0 1 1,0-1 0,0 1-1,0-1 1,0 0 0,0 0-1,0 0 1,0 0-1,1 0 1,-1 0 0,0-1-1,5 1 1,0-1-139,0 0 0,-1 0 0,1-1 0,0 0 0,0-1 0,0 1 0,-1-1 0,1-1 0,-1 1 0,8-5 0,11-6-6691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19.3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390 2 24575,'-71'-2'0,"-82"4"0,146-1 0,0 0 0,-1 0 0,1 1 0,0 0 0,0 0 0,0 1 0,1 0 0,-1 0 0,0 0 0,1 1 0,0 0 0,0 0 0,0 1 0,0-1 0,1 1 0,-10 11 0,10-8 0,0 0 0,0 0 0,0 0 0,1 1 0,0 0 0,1-1 0,0 1 0,0 0 0,1 1 0,0-1 0,1 0 0,-1 15 0,2-18 0,-1 9 0,0 0 0,2 0 0,-1 0 0,2 0 0,4 19 0,-5-31 0,0-1 0,0 1 0,0 0 0,0-1 0,0 1 0,0-1 0,0 0 0,1 1 0,0-1 0,-1 0 0,1 0 0,0 0 0,0 0 0,0 0 0,0 0 0,0-1 0,1 1 0,-1-1 0,0 1 0,1-1 0,-1 0 0,1 0 0,-1 0 0,1 0 0,0 0 0,-1-1 0,1 1 0,0-1 0,0 0 0,-1 0 0,1 0 0,0 0 0,0 0 0,-1-1 0,1 1 0,4-2 0,1 0 0,0-1 0,0 0 0,0 0 0,0-1 0,0 0 0,-1-1 0,0 1 0,0-1 0,0-1 0,-1 1 0,12-14 0,-1 0 0,-1 0 0,23-40 0,-17 16 0,5-9 0,10-8 0,-37 60 0,0-1 0,0 1 0,0 0 0,1 0 0,-1 0 0,0 0 0,0 0 0,0 0 0,0 0 0,0 0 0,1-1 0,-1 1 0,0 0 0,0 0 0,0 0 0,0 0 0,1 0 0,-1 0 0,0 0 0,0 0 0,0 0 0,1 0 0,-1 0 0,0 0 0,0 0 0,0 0 0,0 0 0,1 0 0,-1 0 0,0 1 0,0-1 0,0 0 0,0 0 0,1 0 0,-1 0 0,0 0 0,0 0 0,0 0 0,0 0 0,0 1 0,0-1 0,1 0 0,-1 0 0,7 11 0,3 15 0,1 1 32,1-1-1,1 0 1,20 29-1,-17-29-528,-1 0 0,19 47 0,-27-52-6329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19.8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24575,'36'-2'0,"-13"1"0,-1 1 0,34 3 0,-52-2 0,1-1 0,-1 1 0,0 0 0,0 0 0,0 0 0,1 1 0,-1-1 0,0 1 0,-1 0 0,1 1 0,0-1 0,0 0 0,-1 1 0,0 0 0,1 0 0,-1 0 0,0 0 0,4 7 0,-5-8 0,-1 1 0,0 0 0,0 1 0,0-1 0,0 0 0,0 0 0,0 0 0,-1 0 0,1 1 0,-1-1 0,0 0 0,0 1 0,0-1 0,-1 0 0,1 0 0,-1 1 0,0-1 0,0 0 0,0 0 0,0 0 0,0 0 0,-1 0 0,1 0 0,-1 0 0,0 0 0,0-1 0,0 1 0,-4 2 0,-6 8 0,-1 0 0,-1-2 0,0 1 0,-17 9 0,7-5 0,14-8 0,1 0 0,0 1 0,0 0 0,-11 15 0,17-21 0,1 0 0,-1 1 0,1-1 0,0 1 0,0-1 0,0 1 0,0 0 0,1 0 0,0 0 0,-1 0 0,1 0 0,1 0 0,-1 0 0,1 0 0,-1 0 0,1 1 0,1 3 0,0-6 0,0 0 0,0 0 0,0 0 0,0 0 0,0 0 0,0 0 0,1-1 0,-1 1 0,1-1 0,-1 1 0,1-1 0,0 1 0,-1-1 0,1 0 0,0 0 0,0 0 0,0 0 0,0 0 0,0 0 0,0 0 0,0-1 0,0 1 0,0-1 0,3 1 0,7 1 0,1-1 0,24 1 0,-30-2 0,26 0 0,-6 1 0,1-1 0,0-1 0,51-9 0,-70 7-71,-1 0 1,1-1-1,-1 0 0,-1 0 0,1-1 1,0 0-1,-1 0 0,0-1 0,11-11 0,-10 9-586,7-5-6169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20.4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234 0 24575,'-1'3'0,"1"-1"0,-1 1 0,0 0 0,0-1 0,0 1 0,0-1 0,0 0 0,-3 4 0,-5 13 0,-3 25 0,1 1 0,3 0 0,1 0 0,-1 84 0,10-111 0,2-14 0,8-25 0,-3 4 0,12-24 0,24-68 0,-18 39 0,-26 67 0,1 1 0,-1-1 0,1 0 0,-1 1 0,1-1 0,0 1 0,0-1 0,3-2 0,5 3 0,-9 3 0,0-1 0,-1 1 0,1-1 0,0 1 0,-1 0 0,1-1 0,-1 1 0,1 0 0,-1 0 0,1-1 0,-1 1 0,1 0 0,-1 0 0,0 0 0,1 0 0,-1 1 0,4 14 0,-1-1 0,1 26 0,5 25 0,4-14 0,36 127 0,-43-161 0,-1 0 0,-1 0 0,-1 0 0,3 36 0,-8 78 0,0-56 0,3 12 0,-3 81 0,0-161 0,0 0 0,0 0 0,-1 0 0,0 0 0,0-1 0,-1 1 0,0-1 0,0 0 0,-1 0 0,1 0 0,-2 0 0,1-1 0,-1 0 0,0 0 0,0-1 0,-10 7 0,-8 6 0,-1-2 0,-1 0 0,-33 13 0,50-24 0,-1-2 0,0 1 0,0-1 0,-1-1 0,1 0 0,-1 0 0,1-1 0,-1 0 0,1-1 0,-1 0 0,0-1 0,1 0 0,-19-5 0,26 4 0,-1 0 0,1 0 0,0 0 0,0-1 0,0 0 0,0 1 0,1-1 0,-1 0 0,1 0 0,0-1 0,0 1 0,0 0 0,0-1 0,0 1 0,1-1 0,-1 0 0,1 1 0,0-1 0,0 0 0,1 0 0,-1 0 0,1-8 0,-1 0 0,1-1 0,0 1 0,1-1 0,0 0 0,6-23 0,0 20 0,0 0 0,1 1 0,0 0 0,2 0 0,-1 1 0,2 0 0,16-17 0,-8 8 0,4-5 0,-9 9 0,1 1 0,2 0 0,21-18 0,-18 21 0,1 1 0,32-16 0,-29 17 0,37-26 0,-36 22 0,1 1 0,42-19 0,-40 22 0,-1-1 0,37-27 0,24-19 0,15-12 0,-92 61 0,-1 1 0,0-1 0,-1 0 0,15-23 0,17-21 0,-31 41 5,0 0 0,0-1-1,-1 0 1,9-22-1,3-5-1392,-10 22-5438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21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228 1 24575,'1'57'0,"-3"94"0,-1-126 0,0-1 0,-1 1 0,-1-1 0,-9 25 0,-9 21 0,11-31 0,-2 0 0,-36 71 0,-21 11 0,66-113 0,-10 12 0,10-23 0,3-16 0,2-2 0,0 1 0,2 0 0,0-1 0,1 1 0,1 0 0,1 1 0,1-1 0,16-37 0,-7 17 0,-11 29 0,0 0 0,1 0 0,9-16 0,6-6 0,-11 16 0,1 0 0,0 2 0,1-1 0,1 1 0,1 1 0,0 0 0,24-20 0,-36 33 0,0 0 0,0 0 0,1 0 0,-1 0 0,0 0 0,1 0 0,-1 1 0,0-1 0,1 0 0,-1 1 0,1-1 0,-1 1 0,1-1 0,0 1 0,-1 0 0,1 0 0,-1 0 0,1 0 0,-1 0 0,1 0 0,0 0 0,-1 0 0,1 1 0,-1-1 0,1 0 0,-1 1 0,1-1 0,-1 1 0,1 0 0,-1 0 0,1-1 0,-1 1 0,0 0 0,0 0 0,1 0 0,-1 0 0,0 1 0,0-1 0,0 0 0,0 0 0,0 1 0,1 1 0,2 7 0,0 0 0,0 0 0,0 1 0,-1-1 0,1 14 0,0-8 0,3 14 0,2 0 0,1-1 0,19 38 0,-21-48 0,10 37 0,-12-36 0,15 38 0,-13-40 0,0 0 0,-2 0 0,7 29 0,-11-39 0,-1 1 0,0-1 0,0 0 0,0 1 0,-1-1 0,-1 1 0,1-1 0,-1 0 0,-1 1 0,-3 12 0,3-18 0,0 0 0,0 0 0,0 0 0,0 0 0,0 0 0,-1-1 0,0 1 0,1-1 0,-1 1 0,0-1 0,0 0 0,0 0 0,0 0 0,-1-1 0,1 1 0,0-1 0,-1 0 0,1 0 0,-1 0 0,1 0 0,-1 0 0,0-1 0,-6 0 0,4 1 0,-1-1 0,1 0 0,0 0 0,-1-1 0,1 0 0,0 0 0,0-1 0,0 1 0,0-1 0,0 0 0,0-1 0,0 0 0,-5-3 0,3-1 0,0-1 0,0 1 0,1-1 0,0-1 0,1 0 0,-1 0 0,2 0 0,-6-12 0,0-2 0,1 0 0,-9-35 0,18 54 0,0-1 0,0 1 0,0-1 0,1 1 0,0-1 0,-1 1 0,2-1 0,-1 0 0,1 1 0,-1-1 0,1 1 0,1 0 0,-1-1 0,0 1 0,1 0 0,0 0 0,0 0 0,0 0 0,1 0 0,-1 0 0,6-5 0,-4 4 0,1 0 0,0 1 0,1 0 0,-1 0 0,1 0 0,-1 0 0,1 1 0,0 0 0,0 0 0,1 1 0,-1 0 0,1 0 0,-1 0 0,8 0 0,0 0 0,1 0 0,-1-1 0,0-1 0,0 0 0,0-1 0,-1 0 0,1-1 0,12-8 0,6-5 0,-21 13 0,1 0 0,-2-1 0,1-1 0,15-13 0,12-11-1365,-20 22-5461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21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0 24575,'2'115'0,"-5"127"0,-12-143 0,8-64 0,-3 56 0,10-62 0,0-9 0,-1 1 0,0-1 0,-9 38 0,6-38 0,3-16 0,1 0 0,-1 1 0,0-1 0,0 0 0,0 0 0,0 0 0,-1 1 0,1-1 0,-1-1 0,0 1 0,-1 0 0,1 0 0,0-1 0,-5 5 0,7-8 0,-1 0 0,1 0 0,-1 0 0,1 0 0,-1 0 0,1 0 0,-1 0 0,1 0 0,-1 0 0,1 0 0,-1-1 0,1 1 0,0 0 0,-1 0 0,1 0 0,-1-1 0,1 1 0,-1 0 0,1 0 0,0-1 0,-1 1 0,1 0 0,0-1 0,-1 1 0,1 0 0,0-1 0,-1 1 0,1-1 0,0 1 0,0 0 0,-1-1 0,1 1 0,0-1 0,0 1 0,0-1 0,0 1 0,0-1 0,0 1 0,0-1 0,0 1 0,0-1 0,-5-23 0,5 23 0,-3-28 0,2 0 0,1 0 0,1-1 0,1 1 0,2 0 0,10-40 0,-8 43 0,-3 9 0,1 1 0,0 0 0,1 0 0,1 0 0,0 1 0,1 0 0,1 0 0,13-20 0,12-13 0,-24 33 0,2 1 0,14-18 0,-21 28 0,0 0 0,0 0 0,0 0 0,1 1 0,-1 0 0,1 0 0,0 0 0,0 0 0,0 1 0,0 0 0,9-2 0,8-3 0,-13 4 0,0 0 0,1 0 0,-1 1 0,11 0 0,-18 1 0,-1 1 0,1 0 0,-1 0 0,1 0 0,0 0 0,-1 0 0,1 1 0,-1-1 0,1 1 0,0-1 0,-1 1 0,1-1 0,-1 1 0,0 0 0,1-1 0,-1 1 0,1 0 0,-1 0 0,0 0 0,0 0 0,0 0 0,1 1 0,-1-1 0,0 0 0,0 0 0,-1 1 0,1-1 0,0 1 0,1 2 0,-1 0 0,1 0 0,-1 0 0,0 0 0,0 0 0,-1 0 0,1 0 0,-1 0 0,0 0 0,0 0 0,0 0 0,-1 0 0,1 0 0,-1 0 0,0 0 0,0 0 0,-1 0 0,-1 5 0,-1-3 0,1-1 0,-1 0 0,0 0 0,0 0 0,-1 0 0,1 0 0,-1-1 0,0 0 0,0 0 0,-8 4 0,-140 89 0,143-91 0,1 1 0,-1 0 0,1 0 0,0 0 0,0 1 0,1 1 0,-11 14 0,17-20 0,0-1 0,1 0 0,-1 0 0,1 1 0,0-1 0,0 1 0,0-1 0,0 1 0,0-1 0,0 1 0,1-1 0,-1 1 0,1 0 0,0 0 0,0-1 0,0 1 0,0 0 0,0-1 0,0 1 0,1 0 0,0-1 0,-1 1 0,1 0 0,0-1 0,0 1 0,0-1 0,1 0 0,-1 1 0,0-1 0,1 0 0,0 0 0,-1 0 0,1 0 0,0 0 0,0 0 0,0 0 0,4 2 0,2 1 0,-1 0 0,1 0 0,0-1 0,0 0 0,0-1 0,0 0 0,1 0 0,11 2 0,3-1 0,42 1 0,-20-3 0,35 12 0,-57-9 0,39 4 0,83 7 0,-83-8 0,64 2 0,87-12-1365,-186 2-5461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22.1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24575,'516'0'0,"-482"3"0,0 0 0,0 2 0,60 18 0,-60-14 0,2-1 0,-1-1 0,49 2 0,0-9 0,-78 0 55,-11-1-1475,-7 1-5406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22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585 1 24575,'15'-1'0,"-1"2"0,0 0 0,1 0 0,-1 2 0,17 4 0,-25-5 0,0 0 0,0 1 0,-1 0 0,1 0 0,-1 0 0,1 1 0,-1-1 0,0 1 0,-1 0 0,1 1 0,-1-1 0,1 1 0,-1 0 0,4 7 0,-1 1 0,0 0 0,-1 0 0,-1 1 0,0 0 0,0 0 0,-2 0 0,0 0 0,0 1 0,-2-1 0,1 1 0,-2-1 0,0 1 0,-1 0 0,0-1 0,-1 1 0,-1-1 0,-7 25 0,5-31 0,1 1 0,-2-1 0,1 0 0,-1 0 0,0-1 0,-1 0 0,1 0 0,-1 0 0,-1-1 0,1 0 0,-12 7 0,-16 14 0,15-13-105,0 0-1,-1 0 1,-1-2 0,-27 11-1,-31 17-53,-116 84 159,141-97 0,43-22 0,0 0 0,1 1 0,0 0 0,-15 10 0,9-3-136,-1-1 0,-1 0 0,0-2 1,-30 12-1,30-13-6690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0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24575,'0'645'0,"-2"-618"0,-1 0 0,-11 49 0,1-14 0,-1 1 0,8-41 0,2 0 0,-4 33 0,8-51 0,-9 105 0,7-93 0,-1 0 0,0 0 0,-1-1 0,-11 26 0,15-40-32,0 0 1,-1 0-1,1 0 0,0 0 0,-1-1 1,1 1-1,-1 0 0,1 0 0,-1 0 1,0 0-1,1 0 0,-1-1 0,0 1 1,1 0-1,-1-1 0,0 1 0,0 0 1,0-1-1,0 1 0,0-1 0,0 1 1,1-1-1,-1 0 0,0 1 0,0-1 1,0 0-1,0 0 0,0 1 0,-1-1 1,1 0-1,0 0 0,0 0 0,0 0 1,0-1-1,0 1 0,0 0 0,0 0 1,0-1-1,0 1 0,0 0 0,0-1 1,-1 0-1,-9-8-6794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0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24575,'0'6'0,"1"1"0,0-1 0,0 1 0,0 0 0,1-1 0,0 0 0,1 1 0,3 7 0,32 49 0,-12-21 0,21 33 0,7 13 0,-48-78 0,0-1 0,1 0 0,0 0 0,11 10 0,10 13 0,-19-19 0,1 0 0,0 0 0,1-2 0,0 1 0,1-1 0,0-1 0,1 0 0,0-1 0,0 0 0,1-1 0,23 10 0,-2-5 0,-15-4 0,1-2 0,-1 0 0,2-2 0,-1 0 0,33 3 0,116-8 0,-83-1 0,-76 1 0,1-1 0,0 0 0,-1-1 0,1 0 0,-1-1 0,0 0 0,0-1 0,0 0 0,0 0 0,0-1 0,-1-1 0,0 0 0,14-11 0,4-5 0,-17 15 0,-1-1 0,0-1 0,-1 0 0,9-10 0,118-133 0,-20 7 0,-91 118-106,2-2-523,48-41-1,-58 57-6196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1.7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548 37 24575,'0'-1'0,"-1"0"0,1 0 0,0 0 0,-1 0 0,1 0 0,-1 0 0,1 0 0,-1 0 0,0 0 0,1 0 0,-1 0 0,0 0 0,0 0 0,0 0 0,1 0 0,-1 1 0,0-1 0,0 0 0,0 1 0,0-1 0,0 1 0,0-1 0,-1 1 0,1 0 0,0-1 0,-2 1 0,-35-7 0,35 6 0,-54-4 0,0 3 0,-89 7 0,138-4 0,-1 0 0,0 0 0,1 1 0,-1 1 0,1-1 0,0 1 0,0 1 0,0-1 0,0 1 0,1 1 0,-13 8 0,11-4 0,0-1 0,1 1 0,0 0 0,0 1 0,1-1 0,0 2 0,-9 19 0,9-16 0,0 0 0,2 0 0,-1 1 0,2 0 0,0 0 0,1 0 0,1 0 0,0 1 0,0 27 0,3-32 0,0 0 0,1 0 0,0 0 0,1 0 0,0-1 0,0 1 0,1-1 0,1 0 0,0 0 0,0 0 0,1-1 0,0 1 0,0-2 0,12 13 0,12 11 0,2-2 0,0-1 0,2-1 0,1-2 0,48 27 0,160 95 0,-237-145 0,0 1 0,-1 0 0,1 0 0,-1 1 0,0-1 0,0 1 0,0 0 0,-1 0 0,0 1 0,0-1 0,0 1 0,4 10 0,-7-14 0,0 1 0,0-1 0,0 1 0,0-1 0,-1 1 0,0 0 0,1-1 0,-1 1 0,0 0 0,0-1 0,0 1 0,-1-1 0,1 1 0,-1 0 0,1-1 0,-1 1 0,0-1 0,0 1 0,0-1 0,0 1 0,0-1 0,-1 0 0,1 0 0,-1 1 0,1-1 0,-1 0 0,0-1 0,0 1 0,0 0 0,0 0 0,0-1 0,0 1 0,-1-1 0,-2 2 0,-28 8 0,32-11 0,1 1 0,-1-1 0,0 0 0,1 0 0,-1 0 0,0 1 0,0-1 0,1 0 0,-1 0 0,0 0 0,0 0 0,1 0 0,-1 0 0,0 0 0,0-1 0,1 1 0,-1 0 0,0 0 0,1-1 0,-1 1 0,0 0 0,1-1 0,-1 1 0,0 0 0,1-1 0,-1 1 0,1-1 0,-1 1 0,1-1 0,-1 1 0,1-1 0,-1 0 0,1 1 0,0-1 0,-1 0 0,1 1 0,0-1 0,-1 0 0,1 1 0,0-1 0,0 0 0,0-1 0,0 1 0,0-1 0,1 1 0,-1-1 0,1 1 0,-1 0 0,1-1 0,0 1 0,-1-1 0,1 1 0,0 0 0,0 0 0,0 0 0,0-1 0,0 1 0,1 0 0,0-1 0,26-18 0,-16 12 0,86-57 0,11-9 0,-61 38-1365,-25 20-5461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1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172 0 24575,'0'485'0,"1"-470"0,1 0 0,0 1 0,8 24 0,5 28 0,-14-62 0,0 0 0,-1 0 0,0-1 0,0 1 0,-1 0 0,1 0 0,-1 0 0,-3 10 0,3-14 0,0 0 0,1 0 0,-1 0 0,0 0 0,0 0 0,0-1 0,0 1 0,0 0 0,-1-1 0,1 1 0,0 0 0,-1-1 0,1 0 0,-1 1 0,0-1 0,1 0 0,-1 0 0,0 0 0,0 0 0,0 0 0,1 0 0,-1 0 0,0-1 0,0 1 0,0-1 0,0 1 0,0-1 0,-1 0 0,1 0 0,0 0 0,0 0 0,0 0 0,0 0 0,0-1 0,0 1 0,0-1 0,0 1 0,0-1 0,0 0 0,0 0 0,1 0 0,-4-2 0,-2 0 0,0-2 0,0 1 0,1-1 0,-1 0 0,1 0 0,0-1 0,0 0 0,1 0 0,-8-11 0,-27-43-1365,27 45-5461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2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 24575,'2'0'0,"1"-1"0,-1 1 0,1-1 0,-1 0 0,0 0 0,1 0 0,-1 0 0,4-3 0,13-5 0,13 2 0,1 2 0,0 2 0,0 0 0,0 3 0,40 3 0,1-1 0,-11-4 0,-38 1 0,1 0 0,-1 2 0,0 1 0,30 5 0,-49-6-48,-1 1-1,1 0 0,-1 0 0,0 0 0,0 0 1,0 1-1,0 0 0,0 0 0,-1 0 1,1 1-1,-1-1 0,0 1 0,0 0 1,0 0-1,0 1 0,-1-1 0,0 1 1,0 0-1,0 0 0,0 0 0,-1 0 1,0 0-1,0 0 0,-1 1 0,1-1 0,-1 1 1,1 10-1,1 11-6777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2.3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24575,'10'7'0,"0"0"0,0 0 0,1-1 0,0 0 0,1-1 0,-1 0 0,18 4 0,2-3 0,-1 0 0,2-2 0,-1-2 0,0-1 0,53-4 0,-8 0 0,471 3 0,-538 0-273,1 0 0,0-1 0,-1 0 0,10-3 0,2-3-6553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2.9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24575,'1'11'0,"0"-1"0,1 0 0,0 0 0,7 19 0,5 29 0,-10 10 0,-6 80 0,4 56 0,13-127 0,-10-57 0,-1 1 0,2 23 0,-4 69 0,-5-105 0,-3-16 0,-5-15 0,4-11 0,2-1 0,1-1 0,2 1 0,5-69 0,-1 28 0,-3 28 0,4-60 0,-2 96 0,1 0 0,0 0 0,1 1 0,0-1 0,1 0 0,10-19 0,-4 11 0,-4 8 0,0 0 0,0 1 0,1 0 0,12-14 0,-15 22 0,0-1 0,0 1 0,0 0 0,0 0 0,0 0 0,1 0 0,-1 1 0,1 0 0,0 0 0,-1 0 0,1 0 0,0 1 0,0 0 0,10-1 0,31-2 0,0 3 0,86 7 0,-120-4 0,-1 1 0,0 0 0,0 0 0,0 1 0,-1 1 0,1 0 0,-1 0 0,0 1 0,0 0 0,9 8 0,15 14 0,38 40 0,-54-51 0,4 7 0,-1 0 0,-1 1 0,30 48 0,-46-63 0,1 0 0,-1 0 0,-1 1 0,0-1 0,0 1 0,-1 0 0,0 0 0,0 18 0,-1 3 0,-7 54 0,6-82 0,-1 0 0,1-1 0,-1 1 0,0 0 0,-1-1 0,1 1 0,-1-1 0,1 0 0,-1 1 0,0-1 0,0 0 0,0 0 0,-1 0 0,1 0 0,-5 3 0,2-2 0,-1 0 0,1 0 0,-1-1 0,0 0 0,0 0 0,0 0 0,0-1 0,-8 2 0,-8 1 0,0-1 0,-1-2 0,1 0 0,-25-1 0,-36-1 0,-125-4 0,205 4-105,-1-1 0,1 1 0,-1-1 0,1 0 0,0 0 0,-1 0 0,1 0 0,0-1 0,0 1 0,0-1 0,0 0 0,-4-3 0,-6-9-6721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7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325 0 24575,'-5'1'0,"-1"-1"0,0 1 0,1 0 0,-1 1 0,1-1 0,0 1 0,-1 0 0,1 0 0,0 1 0,0 0 0,1 0 0,-8 5 0,-6 7 0,-28 29 0,31-28 0,6-4 0,1 0 0,0 0 0,0 1 0,1 1 0,1-1 0,0 1 0,-6 23 0,-7 12 0,14-33 0,0 0 0,1 0 0,-4 29 0,-4 20 0,-26 122 0,32-153 0,1 0 0,2 1 0,1-1 0,2 1 0,5 37 0,-5-66 0,1 0 0,0 0 0,0-1 0,0 1 0,1 0 0,0-1 0,0 1 0,0-1 0,1 0 0,0 1 0,0-1 0,0-1 0,1 1 0,-1 0 0,1-1 0,0 0 0,8 7 0,-6-7 0,1 0 0,0 0 0,1-1 0,-1 0 0,1 0 0,-1 0 0,1-1 0,0 0 0,0-1 0,0 0 0,0 0 0,9-1 0,146-2-1365,-135 1-5461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8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24575,'0'838'0,"0"-830"0,1-4 0,-1 0 0,0 1 0,0-1 0,0 0 0,0 0 0,-1 0 0,0 0 0,1 0 0,-2 0 0,1 0 0,0 0 0,-1-1 0,-3 8 0,5-11 0,-1 0 0,1 0 0,0 0 0,0 1 0,0-1 0,0 0 0,0 0 0,-1 0 0,1 0 0,0 0 0,0 0 0,0 0 0,0 0 0,0 0 0,-1 0 0,1 0 0,0 0 0,0 1 0,0-1 0,0 0 0,-1 0 0,1 0 0,0-1 0,0 1 0,0 0 0,-1 0 0,1 0 0,0 0 0,0 0 0,0 0 0,0 0 0,0 0 0,-1 0 0,1 0 0,0 0 0,0 0 0,0 0 0,0-1 0,0 1 0,-1 0 0,1 0 0,0 0 0,0 0 0,-5-11 0,0-12 0,4 7 0,0-1 0,0 1 0,2 0 0,0-1 0,1 1 0,0 0 0,2 0 0,0 0 0,0 1 0,1-1 0,14-26 0,-15 36 0,-1 1 0,2-1 0,-1 1 0,0 0 0,1 1 0,0-1 0,0 1 0,1 0 0,-1 0 0,1 0 0,0 1 0,0 0 0,0 0 0,0 0 0,1 1 0,-1 0 0,0 0 0,10-1 0,11-1 0,0 2 0,0 0 0,33 4 0,-33-2 0,-13 1 0,-1 1 0,1 0 0,-1 1 0,0 0 0,1 1 0,-2 0 0,1 1 0,0 1 0,-1 0 0,0 0 0,-1 1 0,1 1 0,-1 0 0,-1 1 0,1 0 0,-2 0 0,1 1 0,8 12 0,-14-16 0,-1 0 0,0 0 0,0 0 0,0 1 0,-1-1 0,0 1 0,0-1 0,0 1 0,-1 0 0,0 0 0,0 9 0,-1-13 0,0 0 0,0 1 0,0-1 0,-1 0 0,1 0 0,-1 1 0,1-1 0,-1 0 0,0 0 0,-1 0 0,1 0 0,0 0 0,-1 0 0,0 0 0,1 0 0,-1-1 0,0 1 0,0-1 0,-1 1 0,1-1 0,0 0 0,-1 0 0,0 0 0,1 0 0,-5 2 0,-16 5 0,-1-1 0,0-1 0,-1-1 0,1-1 0,-1-1 0,0-2 0,0 0 0,0-2 0,-40-3 0,63 2 0,-1 1 0,1 0 0,0 0 0,-1-1 0,1 0 0,0 1 0,-1-1 0,1 0 0,0 0 0,0 0 0,0 0 0,0-1 0,0 1 0,-3-2 0,5 2 0,0 1 0,0-1 0,-1 1 0,1 0 0,0-1 0,0 1 0,0-1 0,-1 1 0,1-1 0,0 1 0,0-1 0,0 1 0,0-1 0,0 1 0,0-1 0,0 1 0,0 0 0,0-1 0,0 1 0,0-1 0,0 1 0,0-1 0,1 1 0,-1-1 0,0 1 0,1-1 0,16-15 0,-6 11 17,0 1 0,0 0 0,0 0-1,1 1 1,-1 1 0,23-2 0,29-8-1500,-41 5-5343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9.0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1 24575,'-25'0'0,"10"-1"0,0 1 0,0 1 0,0 0 0,-19 4 0,30-4 0,0 0 0,0 1 0,1-1 0,-1 1 0,0 0 0,1-1 0,-1 2 0,1-1 0,0 0 0,-1 1 0,1-1 0,0 1 0,1 0 0,-1 0 0,0 0 0,1 1 0,0-1 0,0 0 0,0 1 0,-3 6 0,2-1 0,1 1 0,-1-1 0,1 1 0,1 0 0,0 0 0,0 0 0,1 0 0,1 0 0,-1 0 0,4 16 0,-2-18 0,0 0 0,0 0 0,0 0 0,1 0 0,0 0 0,1-1 0,0 1 0,0-1 0,0 0 0,1 0 0,0 0 0,1-1 0,6 7 0,-10-12 0,0 1 0,0 0 0,0 0 0,0-1 0,0 1 0,0-1 0,1 1 0,-1-1 0,1 0 0,-1 0 0,1 0 0,-1-1 0,1 1 0,0 0 0,-1-1 0,1 0 0,0 0 0,-1 1 0,1-2 0,0 1 0,-1 0 0,1 0 0,0-1 0,-1 0 0,1 1 0,-1-1 0,1 0 0,-1 0 0,1 0 0,-1-1 0,0 1 0,4-3 0,-1-1 0,1 0 0,-2-1 0,1 1 0,-1-1 0,1 0 0,-2 0 0,1 0 0,-1 0 0,0-1 0,0 1 0,2-9 0,5-14 0,-2-1 0,9-60 0,-18 112 0,1 0 0,1-1 0,1 1 0,1-1 0,1 1 0,1-1 0,1 0 0,1-1 0,9 22 0,-15-40-27,0 0 0,1 0-1,-1 0 1,0 0 0,1 0-1,-1 0 1,1 0 0,0 0 0,-1 0-1,1-1 1,0 1 0,0-1-1,0 1 1,0-1 0,0 0-1,1 0 1,-1 0 0,0 0-1,1 0 1,-1-1 0,0 1 0,1 0-1,-1-1 1,1 0 0,-1 0-1,0 0 1,1 0 0,-1 0-1,1 0 1,-1-1 0,1 1-1,-1-1 1,0 1 0,1-1 0,-1 0-1,0 0 1,0 0 0,1 0-1,-1-1 1,0 1 0,0 0-1,0-1 1,-1 1 0,1-1-1,0 0 1,0 0 0,-1 0 0,1 0-1,1-3 1,7-14-6799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49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0 24575,'-2'1'0,"1"-1"0,0 0 0,0 1 0,0-1 0,0 1 0,0-1 0,0 1 0,0-1 0,0 1 0,0 0 0,0-1 0,0 1 0,0 0 0,1 0 0,-1 0 0,0 0 0,1-1 0,-1 1 0,0 0 0,1 0 0,-1 0 0,1 1 0,-1-1 0,1 0 0,0 0 0,-1 2 0,-6 34 0,7-33 0,-1 2 0,1 1 0,-1 0 0,1-1 0,1 1 0,-1 0 0,1-1 0,1 1 0,-1-1 0,1 1 0,0-1 0,0 0 0,1 1 0,0-1 0,0 0 0,0-1 0,1 1 0,0-1 0,0 1 0,0-1 0,1 0 0,0-1 0,0 1 0,0-1 0,9 6 0,-11-9 0,0 1 0,0 0 0,0 1 0,0-1 0,0 0 0,0 1 0,-1 0 0,1-1 0,-1 1 0,0 0 0,0 0 0,0 1 0,0-1 0,0 0 0,-1 1 0,0-1 0,1 1 0,0 3 0,-2-4 0,0-1 0,-1 1 0,1-1 0,0 1 0,-1 0 0,1-1 0,-1 1 0,0-1 0,0 1 0,0-1 0,0 1 0,0-1 0,-1 0 0,1 1 0,-1-1 0,1 0 0,-1 0 0,0 0 0,0 0 0,0 0 0,0-1 0,0 1 0,0-1 0,0 1 0,-5 1 0,-13 7 0,0-1 0,-35 10 0,38-14 0,15-5 0,10-4 0,16-6 0,2 1 0,-1-2 0,0 0 0,0-2 0,29-21 0,-3 9 0,-38 20 0,-1 0 0,22-14 0,-4-1 0,-19 14 0,0-1 0,0 0 0,-1-1 0,18-18 0,-26 24 0,1-1 0,-1 0 0,0 0 0,0-1 0,0 1 0,-1 0 0,1-1 0,-1 1 0,0-1 0,0 1 0,0-1 0,0 0 0,-1 1 0,1-1 0,-1 0 0,0 0 0,0 1 0,-1-1 0,1 0 0,-1 1 0,-1-7 0,-5-3 0,-1 17 0,-1 24 0,6-14 0,2 0 0,0 1 0,0-1 0,1 0 0,1 1 0,1-1 0,4 22 0,-5-31 0,1 0 0,-1 0 0,1 0 0,0 0 0,1-1 0,-1 1 0,1-1 0,-1 1 0,1-1 0,1 0 0,-1 0 0,1-1 0,-1 1 0,1-1 0,0 1 0,0-1 0,0 0 0,1-1 0,-1 1 0,1-1 0,0 0 0,-1 0 0,1 0 0,8 1 0,21 2 0,0-2 0,0-2 0,64-4 0,-11-1 0,-58 4-273,-1-1 0,1-2 0,-1-1 0,31-7 0,-37 5-6553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0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235 33 24575,'0'-1'0,"0"0"0,-1 0 0,1 0 0,-1 0 0,1 0 0,-1-1 0,1 1 0,-1 0 0,1 0 0,-1 0 0,0 1 0,0-1 0,0 0 0,1 0 0,-1 0 0,0 0 0,0 1 0,0-1 0,0 0 0,0 1 0,0-1 0,0 1 0,-1-1 0,1 1 0,0 0 0,-2-1 0,-35-6 0,35 6 0,-8 0 0,0 0 0,0 0 0,0 1 0,0 1 0,0 0 0,-18 3 0,26-3 0,-1 0 0,1 1 0,-1-1 0,1 0 0,-1 1 0,1 0 0,0 0 0,0 0 0,-1 0 0,2 0 0,-1 1 0,0-1 0,0 1 0,1 0 0,-1 0 0,1 0 0,0 0 0,0 0 0,0 1 0,1-1 0,-1 0 0,1 1 0,-2 3 0,-1 20 0,0 0 0,2 0 0,1 1 0,1-1 0,2 1 0,5 30 0,-7-56 0,0 1 0,0-1 0,0 1 0,1-1 0,-1 1 0,1-1 0,-1 0 0,1 1 0,0-1 0,0 0 0,0 0 0,1 1 0,-1-1 0,0 0 0,1 0 0,-1 0 0,1-1 0,0 1 0,0 0 0,0-1 0,-1 1 0,1-1 0,1 1 0,-1-1 0,0 0 0,0 0 0,0 0 0,1 0 0,3 1 0,-3-2 0,-1-1 0,1 1 0,0 0 0,0-1 0,0 1 0,0-1 0,0 0 0,0 0 0,-1 0 0,1 0 0,0 0 0,-1-1 0,1 1 0,-1-1 0,1 0 0,-1 0 0,0 0 0,0 0 0,0 0 0,0 0 0,0 0 0,0-1 0,-1 1 0,3-4 0,8-17 0,-1 0 0,-1 0 0,7-28 0,-1 5 0,-9 26 0,-4 11 0,0-1 0,0 1 0,1-1 0,1 1 0,8-14 0,-12 22 0,0-1 0,1 1 0,-1 0 0,0-1 0,0 1 0,1 0 0,-1 0 0,1 0 0,-1 0 0,1 0 0,-1 1 0,1-1 0,0 0 0,-1 1 0,1-1 0,0 1 0,0-1 0,-1 1 0,1 0 0,0 0 0,0 0 0,0 0 0,-1 0 0,1 0 0,0 0 0,0 1 0,-1-1 0,1 1 0,0-1 0,0 1 0,-1-1 0,1 1 0,-1 0 0,1 0 0,-1 0 0,1 0 0,-1 0 0,2 2 0,4 2 0,-1 0 0,0 1 0,0-1 0,-1 1 0,1 1 0,-1-1 0,-1 1 0,1 0 0,-1 0 0,0 0 0,-1 0 0,0 1 0,4 13 0,-3-5 0,-1 1 0,0 0 0,-1 0 0,-1 0 0,-2 24 0,0-73 0,-1 14 0,1 0 0,3-30 0,-1 43 0,0 1 0,-1-1 0,2 0 0,-1 0 0,0 1 0,1-1 0,0 1 0,0 0 0,0-1 0,1 1 0,-1 0 0,1 0 0,0 0 0,0 1 0,7-7 0,1 2 0,1 1 0,0 1 0,0 0 0,0 0 0,1 1 0,0 1 0,0 0 0,0 1 0,0 0 0,1 1 0,-1 0 0,1 2 0,-1-1 0,27 4 0,-36-3 0,0 1 0,0 0 0,0 0 0,0 0 0,0 1 0,0-1 0,0 1 0,0 0 0,-1 0 0,1 0 0,-1 0 0,1 1 0,-1 0 0,3 3 0,0 0 0,-1 0 0,0 0 0,-1 1 0,0 0 0,0-1 0,6 16 0,-3-2 0,-1 0 0,0 1 0,-2-1 0,4 39 0,2-7 62,-7-42-300,-1-1 0,0 1 0,0 0 1,-1 0-1,0 16 0,-4-9-6588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2.3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 24575,'-1'56'0,"-1"-27"0,2-1 0,1 1 0,1-1 0,10 48 0,1-34 0,36 80 0,-38-96 0,-9-18 0,1-1 0,0 0 0,0 0 0,1 0 0,0 0 0,7 9 0,-9-14 0,-1-1 0,1 1 0,0-1 0,0 0 0,0 1 0,0-1 0,0 0 0,0 0 0,0 0 0,0-1 0,0 1 0,0 0 0,0-1 0,1 1 0,-1-1 0,0 0 0,0 0 0,1 0 0,-1 0 0,0 0 0,0 0 0,1-1 0,-1 1 0,0-1 0,0 0 0,0 1 0,4-3 0,-2 1 0,0 0 0,0 0 0,-1 0 0,1 0 0,-1-1 0,1 0 0,-1 0 0,0 0 0,0 0 0,0 0 0,0 0 0,-1-1 0,1 0 0,-1 1 0,0-1 0,3-6 0,1-6 0,-1 0 0,7-33 0,-3 9 0,14-22 0,-16 44 0,-1 1 0,0-1 0,-1 0 0,2-19 0,-6 25 0,-1 8 0,0 0 0,1 0 0,-1 1 0,1-1 0,-1 0 0,1 0 0,0 1 0,1-1 0,-1 0 0,1 1 0,-1-1 0,1 1 0,2-4 0,-3 7 0,-1 0 0,0 0 0,1 0 0,-1 0 0,1 0 0,-1 0 0,0 0 0,1 0 0,-1 0 0,0 0 0,1 0 0,-1 0 0,1 0 0,-1 0 0,0 0 0,1 0 0,-1 0 0,0 1 0,1-1 0,-1 0 0,0 0 0,1 0 0,-1 1 0,0-1 0,0 0 0,1 0 0,-1 1 0,0-1 0,0 0 0,1 1 0,-1-1 0,0 0 0,0 1 0,0-1 0,1 0 0,-1 1 0,0-1 0,0 0 0,0 1 0,0-1 0,0 0 0,0 1 0,0-1 0,0 1 0,0-1 0,0 0 0,0 1 0,0 0 0,4 21 0,19 122 0,-19-121 0,-2-11 0,1 0 0,0 0 0,0 0 0,1 0 0,8 15 0,-11-24 0,1 0 0,0 0 0,1 0 0,-1 0 0,0 0 0,1-1 0,0 1 0,-1-1 0,1 0 0,0 0 0,0 0 0,0 0 0,0-1 0,1 1 0,-1-1 0,0 0 0,1 0 0,-1 0 0,1 0 0,-1 0 0,1-1 0,-1 1 0,6-1 0,-2-1-227,-1 1-1,1-1 1,-1 0-1,0-1 1,12-3-1,3-3-6598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3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24575,'-9'0'0,"0"0"0,-1 0 0,1 0 0,0 1 0,-1 0 0,-17 5 0,24-5 0,1 1 0,-1-1 0,0 1 0,1-1 0,-1 1 0,1 0 0,-1 0 0,1 0 0,0 0 0,0 0 0,0 1 0,0-1 0,0 1 0,1-1 0,-1 1 0,1 0 0,-1-1 0,1 1 0,0 0 0,0 0 0,0 0 0,0 4 0,-1 2 0,0 1 0,1-1 0,0 1 0,0-1 0,1 1 0,0 0 0,1-1 0,0 1 0,1-1 0,0 1 0,0-1 0,1 0 0,0 0 0,8 15 0,-2-8 0,1-1 0,1 0 0,0 0 0,1-1 0,1-1 0,24 21 0,46 27 0,-6-4 0,-75-56 0,-1 0 0,0 0 0,1 0 0,-1 0 0,0 0 0,0 0 0,0 0 0,0 0 0,0 1 0,0-1 0,0 0 0,-1 1 0,1-1 0,0 0 0,-1 1 0,1-1 0,-1 1 0,1-1 0,-1 1 0,0-1 0,0 1 0,0 0 0,1-1 0,-2 1 0,1-1 0,0 1 0,0-1 0,0 1 0,-1-1 0,1 1 0,-1-1 0,1 1 0,-1-1 0,1 1 0,-1-1 0,0 0 0,0 1 0,0-1 0,0 0 0,0 0 0,0 0 0,0 1 0,0-1 0,0 0 0,-1-1 0,1 1 0,0 0 0,-1 0 0,1 0 0,0-1 0,-1 1 0,1-1 0,-1 1 0,1-1 0,-1 0 0,-1 1 0,2-1 0,1 0 0,0 0 0,-1 1 0,1-1 0,0 0 0,0 0 0,-1 0 0,1 0 0,-1 0 0,1 0 0,0 0 0,-1 0 0,1 0 0,0 0 0,-1 0 0,1 0 0,0 0 0,-1 0 0,1 0 0,0 0 0,-1-1 0,1 1 0,0 0 0,0 0 0,-1 0 0,1 0 0,0-1 0,-1 1 0,1 0 0,0 0 0,0-1 0,-1 1 0,3-12 0,15-13 0,4 7 0,1 0 0,46-28 0,-16 12 0,-46 29 0,0 0 0,0-1 0,0 0 0,6-8 0,15-16 0,-22 25 0,-1-1 0,1 0 0,-1 0 0,0 0 0,0 0 0,0-1 0,-1 1 0,0-1 0,0 0 0,-1 0 0,0 0 0,0 0 0,-1-1 0,0 1 0,0 0 0,-1-1 0,0 1 0,0 0 0,0-1 0,-1 1 0,0 0 0,-4-14 0,4 20 0,1-1 0,-1 0 0,1 1 0,-1-1 0,0 0 0,1 1 0,-1-1 0,0 1 0,0-1 0,0 1 0,0-1 0,0 1 0,-1 0 0,1 0 0,0 0 0,-1-1 0,1 1 0,0 0 0,-1 0 0,0 1 0,1-1 0,-1 0 0,1 0 0,-1 1 0,0-1 0,1 1 0,-1 0 0,0-1 0,0 1 0,1 0 0,-1 0 0,0 0 0,0 0 0,1 0 0,-4 1 0,2 0 0,1 1 0,-1-1 0,1 1 0,-1-1 0,1 1 0,0 0 0,0 0 0,0 0 0,0 0 0,0 0 0,0 1 0,0-1 0,1 0 0,-1 1 0,1-1 0,-1 1 0,1 0 0,0 0 0,0-1 0,-1 7 0,-2 12 0,1 1 0,1-1 0,1 32 0,1-41 0,1-1 0,0 0 0,1 1 0,0-1 0,0 0 0,1 0 0,1-1 0,6 15 0,-6-19 0,1 0 0,-1-1 0,1 0 0,0 1 0,0-2 0,1 1 0,-1-1 0,1 1 0,0-2 0,0 1 0,1-1 0,-1 0 0,1 0 0,-1 0 0,1-1 0,0 0 0,0-1 0,0 1 0,0-2 0,0 1 0,9 0 0,-6-1 0,1 0 0,-1 0 0,0-1 0,0 0 0,0-1 0,0 0 0,0-1 0,-1 0 0,1 0 0,-1-1 0,0 0 0,0-1 0,0 0 0,12-9 0,-14 7 0,-2 0 0,1 1 0,-1-2 0,0 1 0,0-1 0,-1 1 0,6-17 0,15-24 0,-25 48 0,1-1 0,-1 1 0,0-1 0,1 1 0,-1-1 0,0 1 0,1-1 0,-1 1 0,1 0 0,-1-1 0,0 1 0,1-1 0,-1 1 0,1 0 0,-1 0 0,1-1 0,0 1 0,-1 0 0,1 0 0,-1 0 0,1-1 0,-1 1 0,1 0 0,0 0 0,-1 0 0,1 0 0,-1 0 0,1 0 0,0 0 0,13 14 0,6 35 0,-17-38 0,7 13 0,-1 1 0,-1 0 0,8 46 0,-19-126 0,6-66 0,-3 115 0,1 1 0,-1 0 0,2-1 0,-1 1 0,0 0 0,1 0 0,0-1 0,0 1 0,5-7 0,0 3 0,-1 0 0,2 1 0,13-12 0,7-9 0,-19 20 0,0 0 0,0 0 0,1 1 0,0 0 0,0 1 0,12-7 0,-8 7 0,1-2 0,1 1 0,0 0 0,0 2 0,1 0 0,0 0 0,0 2 0,0 0 0,25-3 0,20 7-1365,-34 0-5461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4.4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1 24575,'1'57'0,"1"-29"0,-2 0 0,-1 0 0,-1 0 0,-10 47 0,5-44 0,2 1 0,2 0 0,0-1 0,3 38 0,-3 38 0,0-83 0,-2 0 0,0 0 0,-12 29 0,8-24 0,-8 40 0,2 10 0,6-36 0,2 1 0,-2 51 0,10-49 0,0-16 0,-4 35 0,2-57 0,0-1 0,0 1 0,-1-1 0,0 0 0,0 1 0,-1-1 0,0 0 0,0 0 0,-8 10 0,11-16 0,0 0 0,-1-1 0,1 1 0,0-1 0,-1 1 0,1-1 0,0 1 0,-1-1 0,1 1 0,-1-1 0,1 1 0,0-1 0,-1 0 0,1 1 0,-1-1 0,0 0 0,1 1 0,-1-1 0,1 0 0,-1 0 0,1 1 0,-1-1 0,0 0 0,1 0 0,-1 0 0,1 0 0,-1 0 0,0 0 0,1 0 0,-1 0 0,1 0 0,-2 0 0,1-1 0,0 0 0,0 0 0,0 0 0,1 0 0,-1 0 0,0 0 0,0 0 0,1 0 0,-1-1 0,1 1 0,-1 0 0,1 0 0,-1-1 0,1 0 0,-7-46 0,6 35 0,0 1 0,1-1 0,0 1 0,1 0 0,1-1 0,0 1 0,1 0 0,0 0 0,0 0 0,2 1 0,-1-1 0,1 1 0,1 0 0,0 0 0,1 1 0,0-1 0,0 2 0,11-12 0,-12 14 0,1 1 0,-1 0 0,1 0 0,0 0 0,1 1 0,-1 0 0,1 0 0,0 1 0,0 0 0,1 1 0,-1 0 0,1 0 0,-1 0 0,1 1 0,0 1 0,16-2 0,-13 2 0,0 1 0,-1 0 0,1 1 0,0 0 0,22 6 0,-27-5 0,0 1 0,-1-1 0,1 1 0,-1 0 0,0 1 0,0 0 0,0 0 0,0 0 0,-1 1 0,0-1 0,7 9 0,22 22 0,15 16 0,-45-47 0,-1 1 0,0 0 0,0-1 0,0 1 0,0 1 0,-1-1 0,0 0 0,0 0 0,2 9 0,-4-12 0,1 1 0,-1 0 0,0-1 0,0 1 0,0-1 0,0 1 0,-1 0 0,1-1 0,-1 1 0,1-1 0,-1 1 0,0-1 0,0 1 0,0-1 0,0 0 0,-1 1 0,1-1 0,-1 0 0,1 0 0,-1 0 0,0 0 0,1 0 0,-1-1 0,0 1 0,0 0 0,-1-1 0,1 1 0,0-1 0,-3 1 0,-7 4 0,0-1 0,-1-1 0,0 0 0,-20 3 0,3 0 0,7 0 0,-1-2 0,-1 0 0,1-2 0,-1 0 0,0-2 0,-29-1 0,52-1 0,0 1 0,-1 0 0,1 0 0,0-1 0,0 1 0,0-1 0,0 0 0,0 1 0,0-1 0,0 0 0,0 0 0,1 0 0,-1-1 0,-2-1 0,4 3 0,-1-1 0,0 0 0,1 0 0,-1 0 0,0 0 0,1 0 0,0 0 0,-1 0 0,1 0 0,-1 0 0,1 0 0,0 0 0,0 0 0,0 0 0,0 0 0,-1 0 0,1 0 0,1 0 0,-1 0 0,0-2 0,1 0 0,0 0 0,0 0 0,1 1 0,-1-1 0,0 0 0,1 1 0,0-1 0,0 1 0,0-1 0,0 1 0,0 0 0,0 0 0,1 0 0,-1 0 0,1 0 0,-1 0 0,1 1 0,3-2 0,10-3 0,0 1 0,1 1 0,-1 1 0,1 0 0,0 1 0,0 1 0,-1 1 0,1 0 0,20 3 0,-16-1 0,0-1 0,0-1 0,0-1 0,0-1 0,29-7 0,20-10 0,58-18 0,-114 31 0,0 0 0,0-1 0,0 0 0,-1-1 0,22-18 0,-31 21 0,0 1 0,-1-1 0,0 0 0,0-1 0,0 1 0,0 0 0,-1-1 0,0 1 0,0-1 0,-1 0 0,0 0 0,1-9 0,-1 11 0,-1 0 0,0 0 0,0 0 0,0 1 0,-1-1 0,1 0 0,-1 0 0,0 0 0,-1-4 0,1 6 0,0 1 0,0-1 0,0 0 0,1 1 0,-2-1 0,1 1 0,0 0 0,0-1 0,0 1 0,-1 0 0,1 0 0,0 0 0,-1 0 0,1 0 0,-1 0 0,1 0 0,-1 0 0,0 0 0,1 1 0,-3-1 0,1 0 0,0 1 0,0 0 0,1 0 0,-1 0 0,0 0 0,0 0 0,0 0 0,1 1 0,-1 0 0,0-1 0,0 1 0,1 0 0,-1 0 0,1 0 0,-1 1 0,1-1 0,-1 1 0,1-1 0,0 1 0,0 0 0,0 0 0,0 0 0,0 0 0,0 0 0,0 0 0,1 1 0,-3 3 0,0 1 0,-1 1 0,2-1 0,-1 1 0,1 0 0,0 0 0,1 1 0,-3 15 0,3-6 0,0 0 0,2 0 0,0 0 0,1 0 0,1-1 0,0 1 0,10 32 0,-10-43 0,0-1 0,1 1 0,-1-1 0,1 0 0,1 0 0,-1 0 0,1 0 0,0-1 0,1 1 0,-1-1 0,1 0 0,0 0 0,0-1 0,1 1 0,-1-1 0,1-1 0,0 1 0,0-1 0,1 0 0,-1 0 0,0 0 0,1-1 0,8 2 0,19 0 0,-1-1 0,0-1 0,1-2 0,52-7 0,-81 6 5,0 1 0,0-1 0,0-1 0,0 1 0,0-1-1,0 1 1,0-2 0,0 1 0,-1 0 0,1-1 0,-1 0 0,0 0 0,0 0-1,0-1 1,6-6 0,-1-1-123,-1-1 1,0 0-1,-1-1 0,7-16 1,-1 3-738,-2 4-5971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5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24575,'0'1128'0,"0"-1120"0,1-4 0,-1 0 0,0 0 0,0 0 0,0 0 0,0 0 0,-1 0 0,0 0 0,1 0 0,-1 0 0,-1-1 0,1 1 0,-1 0 0,1 0 0,-4 4 0,5-8 0,0 0 0,0 0 0,0 0 0,-1 0 0,1 1 0,0-1 0,0 0 0,0 0 0,0 0 0,-1 0 0,1 0 0,0 0 0,0 0 0,0 0 0,0 0 0,-1 0 0,1 0 0,0 0 0,0 0 0,0 0 0,-1 0 0,1 0 0,0 0 0,0 0 0,0 0 0,-1 0 0,1 0 0,0 0 0,0 0 0,0 0 0,0 0 0,-1 0 0,1 0 0,0 0 0,0-1 0,0 1 0,0 0 0,0 0 0,-1 0 0,1 0 0,0-1 0,-5-9 0,0-14 0,4 17 0,0-1 0,1 0 0,0 0 0,1 0 0,0 0 0,0 0 0,0 0 0,1 0 0,0 0 0,1 1 0,-1-1 0,2 1 0,-1 0 0,1 0 0,0 0 0,0 0 0,1 0 0,0 1 0,0 0 0,0 0 0,1 1 0,0-1 0,0 1 0,1 0 0,-1 1 0,1 0 0,8-4 0,2 0 0,1 1 0,0 0 0,0 2 0,0 0 0,1 1 0,-1 1 0,1 1 0,0 1 0,33 1 0,-14-1 0,-12 0 0,37 3 0,-58-2 0,1 1 0,-1 0 0,1 0 0,-1 0 0,1 1 0,-1 0 0,0 0 0,0 0 0,0 1 0,0-1 0,0 1 0,6 5 0,-6-2 0,0 1 0,-1-1 0,0 1 0,0 0 0,0 0 0,-1 0 0,0 1 0,0-1 0,1 9 0,-1-8 0,-1 0 0,1 0 0,1 0 0,-1-1 0,1 1 0,10 13 0,-12-19 0,0 0 0,1 0 0,-1 0 0,1 0 0,-1-1 0,1 1 0,0-1 0,0 1 0,-1-1 0,1 0 0,0 0 0,0 0 0,0 0 0,1-1 0,-1 1 0,0-1 0,0 0 0,0 0 0,0 0 0,0 0 0,0-1 0,0 1 0,5-2 0,3-1 0,-1 0 0,0-1 0,1 0 0,-2 0 0,1-1 0,0-1 0,-1 0 0,0 0 0,0 0 0,-1-1 0,9-9 0,-1-1 0,0-1 0,-1 0 0,-1-1 0,14-24 0,-24 35 0,-1 1 0,0-1 0,0-1 0,-1 1 0,1 0 0,-2-1 0,1 1 0,-1-1 0,-1 1 0,0-1 0,0 0 0,0 1 0,-1-1 0,0 1 0,-1-1 0,0 1 0,0-1 0,-1 1 0,0 0 0,-1 0 0,1 1 0,-7-11 0,6 15 0,0-1 0,0 1 0,0-1 0,-1 1 0,1 0 0,-1 1 0,0-1 0,1 1 0,-1 0 0,0 0 0,-1 0 0,1 1 0,0 0 0,0 0 0,0 0 0,-1 0 0,1 1 0,-7 1 0,4-2 0,1 2 0,-1-1 0,1 1 0,-1 0 0,1 1 0,-1 0 0,1 0 0,0 1 0,0-1 0,0 1 0,0 1 0,-9 6 0,10-4 0,0 0 0,1 1 0,-1-1 0,1 1 0,1 1 0,-1-1 0,1 1 0,1-1 0,0 1 0,0 0 0,0 0 0,1 1 0,0-1 0,0 1 0,1-1 0,0 1 0,1-1 0,0 1 0,0-1 0,1 1 0,0-1 0,4 14 0,-5-19 0,1-1 0,0 0 0,0 0 0,0 0 0,0 0 0,0 0 0,0 0 0,0-1 0,1 1 0,-1 0 0,1-1 0,-1 1 0,1 0 0,0-1 0,-1 0 0,1 1 0,0-1 0,0 0 0,0 0 0,0 0 0,0 0 0,3 0 0,-2-1 0,0 0 0,1 0 0,-1 0 0,0 0 0,0 0 0,0-1 0,0 0 0,0 1 0,1-1 0,-1-1 0,0 1 0,-1 0 0,6-3 0,6-5 0,-1-1 0,0 0 0,0-1 0,17-20 0,-23 23 0,-1 1 0,0 0 0,1 1 0,-1 0 0,1 0 0,11-6 0,-17 11 0,0 0 0,0 1 0,1-1 0,-1 1 0,0-1 0,1 1 0,-1-1 0,0 1 0,1 0 0,-1 0 0,0-1 0,1 1 0,-1 0 0,1 0 0,-1 1 0,1-1 0,-1 0 0,0 0 0,1 1 0,-1-1 0,0 1 0,1-1 0,-1 1 0,0-1 0,0 1 0,1 0 0,-1 0 0,0 0 0,0-1 0,0 1 0,0 0 0,0 0 0,0 1 0,0-1 0,0 0 0,-1 0 0,1 0 0,0 1 0,-1-1 0,1 0 0,0 3 0,13 26 0,-8-17 0,0 1 0,1-1 0,0-1 0,12 15 0,0 0-682,23 39-1,-31-46-6143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5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24575,'3'0'0,"1"1"0,-1-1 0,0 1 0,1 0 0,-1 0 0,0 0 0,1 1 0,-1-1 0,0 1 0,0-1 0,0 1 0,0 0 0,0 0 0,4 5 0,36 43 0,-18-20 0,120 117 0,-143-145-72,0 0 1,0 0-1,0 0 0,0-1 0,0 1 0,0-1 0,1 1 0,-1-1 1,0 0-1,1 0 0,-1 0 0,1 0 0,-1 0 0,1-1 0,0 1 1,-1-1-1,1 1 0,4-1 0,8-2-6754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5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24575,'0'6'0,"0"6"0,0 8 0,0 5 0,0 5 0,0 1 0,0 2 0,0 1 0,0-1 0,0 1 0,0-1 0,0 0 0,0-6-8191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6.0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24575,'0'6'0,"6"1"0,1 5 0,6 1 0,0 3 0,-2 5 0,-3 4 0,-3 4 0,4-4 0,-1-1 0,-1 2 0,4-4 0,0 0 0,-2 1 0,2-2 0,1 0 0,-3-4-8191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6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24575,'0'6'0,"0"7"0,0 7 0,0-1-8191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7.0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64 239 24575,'-3'-12'0,"-5"14"0,-7 17 0,11-10 0,-3 7 0,0 1 0,-9 29 0,15-43 0,0 1 0,1-1 0,-1 0 0,1 1 0,-1-1 0,1 1 0,0-1 0,0 1 0,1-1 0,-1 1 0,1-1 0,-1 1 0,1-1 0,0 0 0,1 1 0,-1-1 0,0 0 0,1 0 0,0 0 0,3 5 0,-5-8 0,1 1 0,-1-1 0,1 1 0,-1-1 0,1 1 0,-1-1 0,1 1 0,0-1 0,-1 1 0,1-1 0,0 0 0,-1 0 0,1 1 0,0-1 0,-1 0 0,1 0 0,0 0 0,0 0 0,-1 1 0,1-1 0,0 0 0,-1 0 0,1-1 0,0 1 0,0 0 0,0 0 0,17-15 0,5-29 0,-22 43 0,4-13 0,0 0 0,-1-1 0,-1 0 0,0 1 0,-1-1 0,0 0 0,-1 0 0,-1 0 0,0-1 0,-2 1 0,1 0 0,-5-14 0,6 28 0,0 0 0,0 1 0,0-1 0,0 0 0,0 1 0,0-1 0,-1 1 0,1-1 0,0 1 0,0-1 0,-1 0 0,1 1 0,0-1 0,-1 1 0,1-1 0,-1 1 0,1-1 0,0 1 0,-1 0 0,1-1 0,-1 1 0,1 0 0,-1-1 0,0 1 0,1 0 0,-1-1 0,1 1 0,-1 0 0,1 0 0,-1 0 0,-1-1 0,2 2 0,0-1 0,0 1 0,0-1 0,0 0 0,0 1 0,0-1 0,0 1 0,-1-1 0,1 1 0,0-1 0,0 0 0,1 1 0,-1-1 0,0 1 0,0-1 0,0 1 0,0-1 0,0 0 0,0 1 0,0-1 0,1 1 0,-1-1 0,0 0 0,0 1 0,1-1 0,-1 0 0,0 1 0,1-1 0,-1 0 0,0 1 0,1-1 0,-1 0 0,0 0 0,1 0 0,-1 1 0,0-1 0,1 0 0,-1 0 0,1 0 0,2 2 0,0 0 0,0-1 0,0 0 0,0 1 0,0-1 0,0-1 0,0 1 0,0 0 0,1-1 0,-1 1 0,0-1 0,0 0 0,4 0 0,49-8 0,-21 2 0,-29 5 0,20-2 0,1 1 0,0 2 0,41 3 0,-60-2 0,-1 0 0,1 1 0,-1 0 0,0 0 0,0 1 0,1 0 0,-1 0 0,-1 1 0,1-1 0,-1 2 0,1-1 0,-1 1 0,0 0 0,-1 0 0,1 0 0,-1 1 0,5 6 0,0 2 0,0 1 0,-1 0 0,0 1 0,-1 0 0,-1 0 0,0 1 0,5 21 0,-13-31 0,-6-12 0,-8-16 0,14 19 0,-4-7 0,0-1 0,0-1 0,0 1 0,2-1 0,-1 1 0,1-1 0,1 0 0,0 0 0,0 0 0,1-1 0,1 1 0,0 0 0,0 0 0,1-1 0,1 1 0,0 0 0,0 0 0,5-11 0,-4 15 0,2 1 0,-1 0 0,1 0 0,0 0 0,0 0 0,1 1 0,0 0 0,9-7 0,19-17 0,-15 9-1365,-2 4-5461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0:57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1 24575,'5'0'0,"0"1"0,0 0 0,0 0 0,0 0 0,-1 1 0,1-1 0,0 1 0,0 0 0,-1 1 0,0-1 0,1 1 0,-1 0 0,0 0 0,0 0 0,-1 1 0,1-1 0,-1 1 0,6 7 0,17 15 0,-6-6 0,0 1 0,-2 1 0,31 49 0,13 14 0,-22-26 0,-29-42 0,1 0 0,17 19 0,-21-26 0,0 0 0,-1 0 0,0 1 0,-1 0 0,0 1 0,-1-1 0,0 1 0,-1 0 0,5 22 0,-5-13 0,0 0 0,-2 0 0,0 0 0,-2 0 0,-2 24 0,1-37 0,0-1 0,-1 1 0,0 0 0,-1-1 0,0 0 0,0 1 0,0-1 0,-1-1 0,0 1 0,-1 0 0,-8 9 0,-7 7 0,-41 34 0,19-18 0,-100 87 0,68-63 0,47-41 0,-1-2 0,-38 22 0,1-2 0,48-26-1365,3 0-5461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29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32 24575,'1'-1'0,"-1"0"0,0 0 0,1 0 0,-1 0 0,1 0 0,-1 0 0,1 0 0,-1 0 0,1 0 0,0 0 0,-1 0 0,1 0 0,0 0 0,0 0 0,0 1 0,0-1 0,-1 0 0,1 1 0,0-1 0,0 1 0,0-1 0,1 1 0,-1-1 0,0 1 0,0-1 0,2 1 0,34-7 0,-33 7 0,4-2 0,1 1 0,0 1 0,0 0 0,0 0 0,0 0 0,-1 1 0,11 3 0,-16-3 0,0 0 0,0 0 0,0 0 0,-1 1 0,1-1 0,0 1 0,-1 0 0,1 0 0,-1-1 0,0 2 0,0-1 0,0 0 0,0 0 0,0 1 0,0-1 0,0 1 0,-1 0 0,0-1 0,1 1 0,-1 0 0,0 0 0,0 0 0,0 0 0,0 3 0,0-1 0,-1-1 0,1 0 0,-1 1 0,0-1 0,0 1 0,0-1 0,0 0 0,-1 1 0,0-1 0,0 0 0,0 0 0,-1 1 0,1-1 0,-1 0 0,0 0 0,0 0 0,0-1 0,-1 1 0,1 0 0,-5 4 0,-6 4 0,0 0 0,0 0 0,-30 18 0,28-21 0,1 1 0,1 1 0,-16 14 0,-5 8 0,26-27 0,1 0 0,0 1 0,0 0 0,1 0 0,0 1 0,0 0 0,-5 9 0,11-16 0,-1 0 0,1 0 0,-1 0 0,1 0 0,-1 0 0,1 0 0,0 0 0,0 0 0,-1 0 0,1 0 0,0 0 0,0 0 0,0 0 0,0 0 0,0 0 0,0 0 0,1 0 0,-1 1 0,0-1 0,1 0 0,-1 0 0,0-1 0,1 1 0,-1 0 0,2 1 0,-1 0 0,1-1 0,-1 1 0,1-1 0,-1 0 0,1 0 0,0 0 0,0 0 0,0 0 0,0 0 0,0 0 0,0-1 0,2 1 0,9 1 0,-1 0 0,1-1 0,17 0 0,-23-1 0,226-4-1365,-205 4-5461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29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0 24575,'0'5'0,"0"-1"0,1 1 0,-1-1 0,1 1 0,0-1 0,0 0 0,1 1 0,-1-1 0,1 0 0,0 0 0,0 0 0,6 7 0,-1-2 0,2 1 0,-1-2 0,13 11 0,-13-13 0,0 1 0,-1-1 0,0 2 0,-1-1 0,1 1 0,6 11 0,-1 2 0,-1 1 0,-1 0 0,-2 1 0,0 0 0,-1 0 0,4 26 0,-9-42 0,-1 1 0,-1-1 0,1 0 0,-1 1 0,0-1 0,-1 1 0,0-1 0,0 0 0,-1 0 0,1 1 0,-2-1 0,1 0 0,-1-1 0,0 1 0,0 0 0,-1-1 0,0 0 0,0 0 0,0 0 0,-1 0 0,0 0 0,0-1 0,-1 0 0,-6 5 0,-19 10 0,0-2 0,-2-2 0,-59 23 0,46-21 0,-45 31-1365,69-38-5461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6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548 0 24575,'-28'0'0,"0"1"0,-55 9 0,73-8 0,1 1 0,-1 0 0,1 0 0,0 1 0,0 0 0,0 1 0,0-1 0,1 2 0,0-1 0,0 1 0,0 1 0,-6 7 0,-13 13 0,2 1 0,0 1 0,2 1 0,2 1 0,1 1 0,-19 38 0,-43 97 0,76-153 0,1-1 0,1 2 0,0-1 0,1 0 0,1 1 0,-1 15 0,3 90 0,1-72 0,0-40 0,-1-1 0,2 1 0,-1-1 0,1 1 0,0-1 0,0 1 0,1-1 0,0 0 0,0 0 0,7 10 0,2 2 0,2-2 0,21 24 0,-22-27-85,0 0 0,1-1-1,1 0 1,0-1 0,0-1-1,1-1 1,1 0 0,0-1-1,0 0 1,0-2 0,1 0-1,0-1 1,1 0 0,-1-2-1,36 4 1,-27-7-6741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7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24575,'1'0'0,"0"0"0,0 1 0,0-1 0,0 0 0,0 1 0,0-1 0,0 1 0,-1-1 0,1 1 0,0-1 0,0 1 0,0-1 0,0 1 0,-1 0 0,1-1 0,0 1 0,-1 0 0,1 0 0,-1 0 0,1-1 0,0 1 0,-1 0 0,0 0 0,1 0 0,-1 0 0,1 1 0,6 32 0,-4-23 0,5 25 0,0-8 0,-1 1 0,-2 1 0,2 42 0,-7 382 0,-1-199 0,1-248 0,0 1 0,0 0 0,0-1 0,-1 1 0,0-1 0,-1 1 0,0-1 0,0 1 0,0-1 0,-1 0 0,-4 7 0,7-14 0,0 0 0,0 0 0,0 0 0,0 0 0,0 0 0,0 0 0,0 1 0,0-1 0,0 0 0,0 0 0,0 0 0,-1 0 0,1 0 0,0 0 0,0 0 0,0 0 0,0 0 0,0 0 0,0 0 0,0 0 0,-1 0 0,1 0 0,0 0 0,0 0 0,0 0 0,0 0 0,0 0 0,0 0 0,-1 0 0,1 0 0,0 0 0,0 0 0,0 0 0,0 0 0,0 0 0,0 0 0,0 0 0,-1 0 0,1 0 0,0 0 0,0 0 0,0 0 0,0 0 0,0 0 0,0 0 0,0-1 0,0 1 0,0 0 0,-1 0 0,1 0 0,-3-10 0,-1-10 0,2-286 0,4 156 0,-2-267 0,0 408 0,0 1 0,1 0 0,0-1 0,0 1 0,1 0 0,0 0 0,1 0 0,0 0 0,0 0 0,1 0 0,-1 1 0,2 0 0,6-9 0,-8 12 0,0 0 0,0 1 0,1 0 0,-1 0 0,1 0 0,0 0 0,0 0 0,0 1 0,1 0 0,-1 0 0,0 0 0,1 0 0,-1 1 0,1 0 0,0 0 0,-1 0 0,1 0 0,0 1 0,0-1 0,-1 1 0,1 1 0,0-1 0,0 1 0,8 1 0,-6 1 0,0-1 0,1 2 0,-1-1 0,0 1 0,-1-1 0,1 2 0,-1-1 0,1 1 0,-1 0 0,-1 0 0,1 1 0,-1 0 0,0 0 0,0 0 0,0 1 0,-1-1 0,4 10 0,-4-10 0,-1 1 0,0 0 0,0 0 0,-1 0 0,1 0 0,-1 1 0,-1-1 0,0 0 0,0 1 0,0-1 0,-1 1 0,0-1 0,-1 1 0,1-1 0,-1 1 0,-1-1 0,0 1 0,-2 6 0,1-9 0,1-1 0,-1 0 0,0 0 0,0 0 0,-1-1 0,1 1 0,-1-1 0,1 0 0,-1 0 0,0 0 0,-1 0 0,1-1 0,0 0 0,-1 1 0,1-2 0,-8 3 0,-10 3 0,-1-1 0,-27 3 0,31-6 0,-30 11-1365,28-7-5461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7.5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24575,'1'0'0,"0"1"0,0-1 0,0 0 0,0 1 0,0-1 0,0 0 0,-1 1 0,1-1 0,0 1 0,0-1 0,0 1 0,0 0 0,-1-1 0,1 1 0,0 0 0,-1 0 0,1-1 0,0 1 0,-1 0 0,1 0 0,-1 0 0,1 1 0,10 26 0,-6-13 0,4 9 0,-1 0 0,-1 0 0,7 50 0,-1-8 0,-8-32-321,-1 1 0,-1 0-1,-3 39 1,0-72 241,0 25-6746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7.8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 24575,'5'0'0,"2"5"0,6 3 0,-1 5 0,-1 5 0,-3 6 0,-2 3 0,-9-2 0,-3 0 0,-6-4 0,-1-1 0,-4-3 0,1 1 0,3-3-8191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8.7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24575,'1'0'0,"0"1"0,0-1 0,0 0 0,0 0 0,0 1 0,0-1 0,0 1 0,0-1 0,0 1 0,0-1 0,-1 1 0,1-1 0,0 1 0,0 0 0,-1 0 0,1-1 0,0 1 0,-1 0 0,1 0 0,-1 0 0,1-1 0,-1 1 0,1 0 0,-1 0 0,1 0 0,-1 1 0,8 32 0,-6-23 0,7 24 0,-1-6 0,-2 0 0,-1 0 0,2 44 0,-6 394 0,-3-238 0,1-316 0,3-105 0,1 176 0,0-1 0,1 1 0,0 1 0,2-1 0,7-15 0,-7 17 0,0 0 0,-1-1 0,-1 0 0,0 0 0,3-27 0,-8-42 0,0 61 0,0 1 0,2 0 0,0 0 0,6-25 0,-5 39 0,1 0 0,0 0 0,1 0 0,0 0 0,0 1 0,1-1 0,0 1 0,9-11 0,-4 7 0,1 0 0,0 1 0,1 0 0,14-10 0,-18 16 0,0 0 0,0 0 0,0 1 0,1 0 0,0 1 0,-1-1 0,1 2 0,0-1 0,12 1 0,4 0 0,-1 1 0,29 4 0,-50-4 0,0 0 0,-1 0 0,1 1 0,0-1 0,0 1 0,-1-1 0,1 1 0,0 0 0,-1 0 0,1 1 0,-1-1 0,1 0 0,-1 1 0,0 0 0,1-1 0,-1 1 0,0 0 0,0 0 0,0 0 0,0 0 0,-1 1 0,1-1 0,-1 0 0,1 1 0,-1-1 0,0 1 0,0 0 0,0-1 0,0 1 0,0 0 0,-1-1 0,1 1 0,-1 3 0,0 0 0,0 0 0,-1 0 0,1 0 0,-2 0 0,1 0 0,0-1 0,-1 1 0,0 0 0,-1-1 0,1 0 0,-1 1 0,0-1 0,0 0 0,-8 9 0,-4 3 30,-1 0 0,-1-1 0,-23 17 0,30-26-216,0 0 1,0-1-1,-1 0 0,0-1 1,0 0-1,0 0 1,-23 4-1,11-5-6640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9.3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1 24575,'1'0'0,"0"0"0,-1 0 0,1 0 0,0 0 0,0 0 0,0 0 0,-1 0 0,1 1 0,0-1 0,0 0 0,0 1 0,-1-1 0,1 0 0,0 1 0,-1-1 0,1 1 0,0-1 0,-1 1 0,1-1 0,0 1 0,-1-1 0,1 1 0,-1 0 0,1-1 0,-1 1 0,0 0 0,1 0 0,-1-1 0,1 1 0,-1 0 0,0 0 0,0 0 0,0-1 0,1 1 0,-1 0 0,0 0 0,0 0 0,0-1 0,0 1 0,0 0 0,-1 0 0,1 0 0,0 0 0,0-1 0,0 1 0,-1 1 0,-16 40 0,15-37 0,1-4 0,-11 24 0,0 1 0,-15 52 0,27-76 0,-1 1 0,1-1 0,0 1 0,0-1 0,-1 1 0,1-1 0,1 1 0,-1-1 0,0 0 0,1 1 0,-1-1 0,1 1 0,0-1 0,0 0 0,0 0 0,0 1 0,0-1 0,0 0 0,0 0 0,4 3 0,-2-2 0,0 0 0,1 0 0,-1 0 0,1-1 0,0 0 0,0 1 0,0-1 0,0-1 0,0 1 0,8 1 0,6 1 0,2-1 0,-1-1 0,0 0 0,21-2 0,255-4 0,-281 4 24,1-1 0,0-1 0,0 0 0,14-4 0,-24 4-53,0 0 1,0 0-1,0 0 0,0 0 0,-1 0 1,8-6-1,-11 7-42,1 0-1,-1-1 1,1 1 0,-1-1-1,0 1 1,1-1 0,-1 1-1,0-1 1,0 0 0,0 0-1,0 1 1,0-1 0,-1 0-1,1 0 1,0 0 0,-1 0-1,1-3 1,-2-9-6755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9.6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24575,'5'0'0,"3"0"-8191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9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24575,'5'0'0,"2"0"-8191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49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24575,'5'0'0,"2"0"-8191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50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50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0 24575,'0'421'0,"-2"-395"0,-1 1 0,-9 42 0,5-38 0,-2 41 0,6 296 0,5-190 0,-2-164 0,0 23 0,0-35 0,0-22 0,0-660 0,1 664 0,0-1 0,1 1 0,1-1 0,0 1 0,2 0 0,-1 0 0,2 1 0,0-1 0,1 1 0,1 1 0,0-1 0,11-14 0,9-12 0,21-44 0,-18 30 0,-29 52 0,0-1 0,0 1 0,0 0 0,1 0 0,-1 0 0,1 0 0,0 0 0,0 1 0,0-1 0,0 1 0,0 0 0,0-1 0,1 2 0,-1-1 0,1 0 0,-1 1 0,1-1 0,0 1 0,0 0 0,3 0 0,-1 1 0,-1-1 0,1 2 0,-1-1 0,0 1 0,1 0 0,-1 0 0,0 0 0,0 1 0,1 0 0,-1 0 0,-1 0 0,1 0 0,5 5 0,-3-3 0,0 0 0,0 1 0,-1 1 0,1-1 0,-1 1 0,-1 0 0,1 0 0,-1 0 0,0 1 0,-1 0 0,0 0 0,0 0 0,0 1 0,-1-1 0,0 1 0,0 0 0,-1 0 0,0 0 0,1 8 0,-4-11 0,1-1 0,-1 0 0,0 0 0,-1 0 0,1 0 0,-1 0 0,1 0 0,-1 0 0,-1-1 0,1 1 0,0-1 0,-1 1 0,0-1 0,1 0 0,-1 0 0,-1 0 0,1 0 0,0-1 0,-1 1 0,-3 1 0,-6 4 0,1 0 0,-1-1 0,-1-1 0,-21 7 0,-33 5 0,40-12 0,-37 14 0,22-2-59,15-6-376,0-2-1,-33 9 1,38-15-6391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51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24575,'0'2'0,"1"1"0,0 0 0,-1-1 0,1 0 0,0 1 0,0-1 0,1 1 0,2 3 0,5 13 0,3 19 0,-2-9 0,-1 0 0,6 43 0,-16-83 0,0 1 0,1-1 0,1 1 0,-1-1 0,2 1 0,0-1 0,0 1 0,0 0 0,9-19 0,-5 18 0,1 0 0,1 1 0,0 0 0,17-17 0,-23 25 0,1-1 0,-1 1 0,1 0 0,0 0 0,0 1 0,0-1 0,0 1 0,0-1 0,0 1 0,0 0 0,1 0 0,-1 0 0,0 1 0,1-1 0,-1 1 0,0 0 0,1 0 0,-1 0 0,0 0 0,1 1 0,-1-1 0,0 1 0,6 1 0,-6 0 0,0 0 0,0 0 0,0 0 0,0 0 0,-1 0 0,1 1 0,-1-1 0,1 1 0,-1-1 0,0 1 0,0 0 0,0 0 0,0 0 0,-1 0 0,1 0 0,1 6 0,17 59 0,-17-52 0,2 1-1365,-2-6-5461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51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297 0 24575,'5'2'0,"0"0"0,0 0 0,-1 1 0,1 0 0,-1 0 0,1 0 0,-1 0 0,0 0 0,0 1 0,-1 0 0,1-1 0,3 6 0,4 2 0,121 135 0,-67-70 0,-52-62 0,-1 0 0,0 2 0,-1-1 0,-1 1 0,-1 1 0,0 0 0,-1 0 0,-1 1 0,-1 0 0,0 0 0,-1 0 0,-1 1 0,-1 0 0,-1 0 0,0 0 0,-1 0 0,-1 0 0,-1 0 0,-1 0 0,-1-1 0,0 1 0,-9 25 0,10-37 0,-1 0 0,0-1 0,-1 0 0,0 0 0,0 0 0,0 0 0,-1 0 0,-10 9 0,-50 39 0,41-35 0,-10 8 0,-1 2 0,-72 45 0,85-61-130,1 2-1,-22 20 0,28-21 18,-2-1 0,0 0 0,0-2 0,-31 16 0,-85 26-1092,112-43-4824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32.3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24575,'0'1307'0,"0"-1875"-1365,0 540-5461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33.0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0 229 24575,'0'-14'0,"1"0"0,0 1 0,0-1 0,1 0 0,1 0 0,7-18 0,-9 27 0,1 0 0,1 1 0,-1-1 0,1 1 0,-1 0 0,1 0 0,0 0 0,1 0 0,-1 0 0,1 1 0,-1-1 0,1 1 0,0 0 0,1 0 0,-1 1 0,0-1 0,1 1 0,-1 0 0,1 0 0,0 0 0,6-1 0,7 0 0,1 1 0,31-1 0,-32 3 0,1-2 0,33-5 0,-16-1 0,0 3 0,1 0 0,-1 3 0,1 1 0,51 5 0,-79-3 0,0 1 0,0 0 0,-1 1 0,1 0 0,0 1 0,-1-1 0,0 2 0,0-1 0,0 1 0,-1 0 0,1 1 0,-1 0 0,-1 0 0,1 0 0,-1 1 0,0 0 0,0 0 0,-1 1 0,6 10 0,5 10 0,-1 2 0,-2 0 0,20 63 0,-26-72 0,-1 2 0,-1-1 0,-1 1 0,-1-1 0,0 25 0,-3-39 0,0 1 0,-1 0 0,0-1 0,-1 1 0,1-1 0,-2 0 0,1 1 0,-1-1 0,0 0 0,-1 0 0,0-1 0,0 1 0,-1-1 0,0 0 0,0 0 0,-8 8 0,-56 43 0,32-30 0,20-16 0,0-2 0,-1 0 0,0-1 0,-28 10 0,11-4 0,-20 7 0,33-14 0,0 1 0,0 1 0,-26 17 0,39-21 0,-1 0 0,1-1 0,-19 7 0,26-11 0,0 0 0,0 0 0,0 0 0,-1-1 0,1 1 0,0-1 0,0 1 0,-1-1 0,1 0 0,0 0 0,-1 0 0,1 0 0,0-1 0,0 1 0,-1-1 0,1 1 0,0-1 0,0 0 0,0 0 0,0 0 0,0 0 0,0 0 0,0 0 0,-2-2 0,3 2 0,1 1 0,-1-1 0,0 0 0,1 0 0,0 0 0,-1 0 0,1 0 0,0 0 0,-1 0 0,1 0 0,0 0 0,0-1 0,0 1 0,0 0 0,0 0 0,0 0 0,0 0 0,0 0 0,0 0 0,0 0 0,1 0 0,-1 0 0,0 0 0,1 0 0,-1 0 0,1 0 0,-1 0 0,1 0 0,0 0 0,-1 0 0,1 1 0,0-1 0,1-1 0,32-30 0,-28 27 0,27-18 54,-27 20-256,0-1-1,0 1 0,0-2 0,-1 1 1,0 0-1,7-8 0,0-5-6623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33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33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 24575,'0'-5'0,"0"-3"-8191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36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0 164 24575,'2'1'0,"-1"-1"0,1 1 0,-1 0 0,1-1 0,-1 1 0,1 0 0,-1 0 0,0 0 0,1 0 0,-1 0 0,0 0 0,0 0 0,0 1 0,0-1 0,0 0 0,0 1 0,1 1 0,15 27 0,-16-29 0,5 15 0,-1 1 0,0 0 0,-1-1 0,-1 2 0,0-1 0,-2 0 0,0 0 0,-2 30 0,1-20 0,1 0 0,6 41 0,9 5 0,-5-26 0,-1 1 0,-3 0 0,2 58 0,-11 202 0,2-1263 0,0 940 0,1 1 0,0-1 0,1 0 0,1 0 0,0 1 0,1-1 0,1 1 0,11-26 0,-14 37 0,0 1 0,-1-1 0,1 1 0,0-1 0,1 1 0,-1 0 0,0 0 0,0 0 0,1 0 0,-1 0 0,1 0 0,0 1 0,0-1 0,-1 1 0,1 0 0,0 0 0,0 0 0,5-1 0,-4 2 0,1-1 0,-1 2 0,0-1 0,1 0 0,-1 1 0,0 0 0,0 0 0,1 0 0,-1 0 0,0 1 0,0-1 0,4 4 0,0-1 0,1 2 0,-1-1 0,0 1 0,-1 0 0,0 1 0,0 0 0,0 0 0,-1 1 0,0-1 0,0 1 0,5 10 0,-6-4 0,1 0 0,-2 0 0,0 0 0,-1 0 0,0 0 0,-1 1 0,-1 0 0,0-1 0,-1 1 0,0 0 0,-2-1 0,1 1 0,-6 20 0,5-30 0,0-1 0,-1 1 0,1-1 0,-1 1 0,0-1 0,0 0 0,0 0 0,0 0 0,-1-1 0,1 1 0,-9 5 0,-4 2 0,1-2 0,-18 9 0,-22 13 0,42-24 0,1 0 0,-2-1 0,1-1 0,-1 0 0,0 0 0,0-2 0,0 1 0,-16 0 0,-31 9 0,46-11 0,15-7 0,25-15 0,-13 11 0,27-20 0,64-37 0,-102 65 0,250-132 0,-213 109 0,46-25 0,-81 48 0,-1 0 0,1 0 0,-1-1 0,1 1 0,-1-1 0,0 0 0,1 1 0,-1-1 0,0 0 0,0 0 0,-1 0 0,1-1 0,0 1 0,-1 0 0,1-1 0,-1 1 0,0-1 0,1 1 0,0-4 0,-3 2 0,-3 13 0,-4 16 0,3 11 0,0 66 0,5-85 0,1 0 0,1 1 0,0-1 0,2 0 0,10 32 0,-11-42 0,1 0 0,0 0 0,0-1 0,0 1 0,1-1 0,0 0 0,0 0 0,1-1 0,-1 1 0,1-1 0,0 0 0,1-1 0,-1 0 0,1 0 0,0 0 0,0-1 0,9 3 0,13 4 0,0-1 0,60 9 0,-75-16 0,11 3 0,-1-1 0,1-1 0,0-2 0,0 0 0,0-2 0,48-7 0,-67 6 8,1 0 0,-1-1 0,1 0 0,-1 0 0,0-1 0,0 0 0,-1 0 0,1 0 0,-1-1 0,0 1 0,0-1 0,0-1 0,-1 1 0,4-6 0,-5 8-58,-1 0 1,-1 0-1,1 0 1,0 0-1,-1-1 1,0 1-1,1 0 1,-1 0-1,-1-1 1,1 1-1,0-1 1,-1 1-1,0-1 1,1 1-1,-1-1 1,-1 1-1,1-1 1,-1 1-1,1-1 1,-1 1-1,0-1 1,0 1-1,0 0 1,-1 0-1,1-1 1,-1 1-1,0 0 1,0 0-1,-2-3 1,-11-8-6777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1:36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263 298 24575,'6'0'0,"1"-1"0,-1 0 0,1-1 0,-1 0 0,0 0 0,1 0 0,-1-1 0,11-5 0,-5 0 0,1 0 0,-2 0 0,13-11 0,-20 15 0,0-2 0,0 1 0,-1 0 0,0-1 0,1 1 0,-2-1 0,1 0 0,-1 0 0,0 0 0,0 0 0,0 0 0,-1-1 0,1-8 0,-1 7 0,0-1 0,-1 0 0,0 0 0,0 0 0,-1 0 0,0 0 0,-1 0 0,0 1 0,-3-10 0,3 15 0,1 0 0,-1 0 0,0 0 0,-1 0 0,1 1 0,0-1 0,-1 0 0,1 1 0,-1 0 0,0-1 0,0 1 0,0 1 0,0-1 0,0 0 0,-1 1 0,1-1 0,0 1 0,-1 0 0,1 0 0,-1 0 0,1 1 0,-5-1 0,-11-1 0,1 1 0,-1 1 0,-20 2 0,16 0 0,3-2 0,1 1 0,0-1 0,0 2 0,0 1 0,-30 8 0,44-10 0,0 1 0,1 0 0,-1 0 0,1 0 0,-1 1 0,1 0 0,0-1 0,0 2 0,0-1 0,0 0 0,1 1 0,-1-1 0,1 1 0,0 0 0,0 0 0,0 1 0,1-1 0,0 0 0,-1 1 0,2 0 0,-1-1 0,-2 10 0,-2 45-1365,6-32-5461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18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347 1 24575,'0'30'0,"-2"0"0,-1 1 0,-1-1 0,-2 0 0,-1-1 0,-1 0 0,-1 0 0,-15 31 0,-118 244 0,114-234 0,17-40 0,-28 53 0,29-63 0,1 0 0,1 1 0,1 0 0,-6 34 0,-1-2 0,11-38 0,7-14 0,13-21 0,-2 3 0,157-116 0,-169 130 0,31-21 0,57-30 0,-80 48 0,0 1 0,1 1 0,-1 0 0,1 0 0,0 1 0,0 0 0,1 1 0,-1 1 0,22 0 0,-31 1 0,0 0 0,-1 0 0,1 1 0,0-1 0,0 1 0,-1 0 0,1 0 0,0 0 0,-1 0 0,1 0 0,-1 1 0,1-1 0,-1 1 0,0-1 0,0 1 0,0 0 0,0 0 0,0 0 0,0 0 0,2 3 0,-2 0 0,1 0 0,-1-1 0,0 1 0,0 0 0,0 0 0,-1 1 0,0-1 0,0 0 0,0 0 0,0 7 0,-1-2 0,0 0 0,-1 0 0,0 1 0,0-1 0,-1-1 0,0 1 0,-1 0 0,0 0 0,-1-1 0,0 0 0,-5 10 0,6-15 0,0 0 0,0-1 0,-1 1 0,1-1 0,-1 0 0,0 0 0,1 0 0,-1-1 0,0 1 0,-1-1 0,-4 2 0,-54 15 0,4-1 0,52-14 0,-1-1 0,0 0 0,0 0 0,-1-1 0,1 0 0,0-1 0,-15 1 0,21-2 0,0 0 0,-1 0 0,1 0 0,0-1 0,0 1 0,0-1 0,0 0 0,0 1 0,0-1 0,0 0 0,1 0 0,-1 0 0,0 0 0,0-1 0,1 1 0,-1 0 0,0-1 0,1 1 0,0-1 0,-1 0 0,1 1 0,0-1 0,0 0 0,0 0 0,0 0 0,0 0 0,0 0 0,0 0 0,1 0 0,-1 0 0,1 0 0,0 0 0,-1 0 0,1 0 0,0-4 0,0 1-195,0-1 0,1 0 0,-1 1 0,1-1 0,1 0 0,2-8 0,3-8-6631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640 0 24575,'1'6'0,"1"0"0,0-1 0,0 1 0,0-1 0,1 0 0,0 1 0,6 8 0,-3-4 0,85 165 0,-81-154 0,-2 0 0,0 0 0,-1 1 0,-1-1 0,-1 2 0,4 42 0,-1-13 0,-5-38 0,-1 0 0,-1 0 0,0 26 0,-1-36 0,-1-1 0,1 1 0,-1-1 0,1 1 0,-1-1 0,0 0 0,0 0 0,-1 1 0,1-1 0,0 0 0,-1 0 0,0 0 0,0 0 0,0-1 0,0 1 0,0 0 0,-1-1 0,1 0 0,-1 1 0,0-1 0,-4 3 0,-103 47 0,2-9 0,14-6 0,54-21 8,-54 15 1,54-20-114,-57 26 0,67-25-252,0-1 0,-51 12 1,42-14-713,13-2-4790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0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125 127 24575,'-1'10'0,"-1"0"0,1-1 0,-2 1 0,1 0 0,-5 11 0,-3 9 0,3-6 0,-1-1 0,-2 0 0,0-1 0,-22 36 0,18-44 0,14-14 0,-1 0 0,1 0 0,0 0 0,-1 1 0,1-1 0,-1 0 0,1 0 0,0 0 0,-1 0 0,1 0 0,0 0 0,-1 0 0,1 0 0,-1 0 0,1 0 0,0 0 0,-1-1 0,1 1 0,0 0 0,-1 0 0,1 0 0,0 0 0,-1 0 0,1-1 0,0 1 0,-1-1 0,0 0 0,0 0 0,0-1 0,0 1 0,1-1 0,-1 1 0,1-1 0,-1 0 0,1 1 0,-1-1 0,1 1 0,0-1 0,0 0 0,0 1 0,0-1 0,0 0 0,0 1 0,1-3 0,4-18 0,1 1 0,2 0 0,0 0 0,1 1 0,15-26 0,-15 28 0,-2 7 0,0 1 0,1-1 0,0 1 0,1 0 0,10-9 0,14-15 0,-25 25 0,0 2 0,1-1 0,0 1 0,0 0 0,0 1 0,1 0 0,0 1 0,0 0 0,19-7 0,-22 10 0,1-1 0,-1 1 0,1 0 0,0 1 0,0 0 0,-1 0 0,1 0 0,0 1 0,0 1 0,0-1 0,0 1 0,0 0 0,0 1 0,11 4 0,-16-4 0,1 0 0,-1 0 0,0 0 0,0 1 0,0-1 0,0 1 0,0 0 0,0 0 0,-1 0 0,0 0 0,1 0 0,-1 1 0,0-1 0,-1 1 0,1-1 0,-1 1 0,1 0 0,-1-1 0,0 1 0,0 0 0,-1 0 0,1 0 0,-1 6 0,0-1 0,0 0 0,0-1 0,-1 1 0,0 0 0,-1-1 0,0 1 0,0-1 0,0 0 0,-7 12 0,12-24 0,0-1 0,0 1 0,0 0 0,1 0 0,0 0 0,-1 0 0,1 0 0,1 1 0,-1-1 0,9-4 0,-1 1 0,0 0 0,1 1 0,0 0 0,1 1 0,-1 0 0,21-3 0,-31 7 0,-1 1 0,1-1 0,0 1 0,0 0 0,0 0 0,0 0 0,-1 0 0,1 0 0,0 1 0,0-1 0,0 1 0,-1 0 0,1 0 0,0 0 0,-1 0 0,1 1 0,0-1 0,-1 1 0,0-1 0,1 1 0,-1 0 0,0 0 0,0 0 0,0 0 0,0 0 0,0 0 0,-1 1 0,1-1 0,-1 0 0,1 1 0,-1 0 0,0-1 0,0 1 0,0 0 0,0-1 0,-1 1 0,1 0 0,-1 3 0,1 7-124,-1 0 0,0 0 0,-1 0 0,-1 0 0,0-1 0,-1 1-1,0-1 1,-1 1 0,0-1 0,-11 21 0,4-14-6702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1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24575,'5'0'0,"2"6"0,0 6 0,4 2 0,0 4 0,-1 4 0,-4 5 0,-1 2 0,-3 2 0,-1 1 0,0 1 0,4-6 0,1-1 0,1 0 0,-2 1 0,-1 1 0,-2-3-8191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1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0 128 24575,'0'-5'0,"0"-8"0,6-2 0,7 3 0,6 2 0,7 3 0,3 4 0,-3-5 0,0 1 0,0 0 0,2 2 0,-4-4 0,0 0 0,0 1 0,3 3 0,-5 1-8191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1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 24575,'57'1'0,"-29"1"0,1-2 0,-1-1 0,1-1 0,45-10 0,70-14 0,-49 11 0,-64 10-1365,-3 0-5461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1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24575,'6'0'0,"6"0"0,8 0 0,5 0 0,4 0 0,3 0 0,1 0 0,0 0 0,1 0 0,-1 0 0,0 0 0,0 0 0,-6-6 0,-2-1 0,0 0 0,2 2 0,1 1 0,-4 1-8191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2.5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24575,'0'6'0,"0"6"0,0 8 0,0 5 0,6-1 0,1 1 0,1 1 0,-3 2 0,0 1 0,-3 2 0,0 1 0,-2 0 0,0 0 0,0 1 0,-1-6-8191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2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0 162 24575,'0'-5'0,"0"-8"0,6-1 0,7 1 0,1-1 0,4 0 0,5 3 0,3 4 0,3 2 0,-4-2 0,0-1 0,1 1 0,-4-4 0,0 0 0,1 2 0,3 3 0,2 1 0,-4 3-8191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6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6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7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66 24575,'5'0'0,"8"0"0,1 6 0,4 1 0,-1-5 0,-3-10 0,-10-2 0,-11 0 0,-5-3 0,-5 0 0,-5 2 0,-5 3 0,-2 4 0,8 1 0,8 2-8191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2:37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420 0 24575,'0'3'0,"1"-1"0,0 1 0,-1-1 0,1 1 0,0-1 0,0 0 0,0 1 0,3 3 0,5 12 0,-4 1 0,-1 0 0,-1 0 0,0 0 0,-2 0 0,0 0 0,-1 1 0,-1-1 0,-7 35 0,7-47 0,-2-1 0,1 0 0,0 0 0,-1 0 0,0 0 0,-1-1 0,1 1 0,-1-1 0,0 0 0,0 0 0,-1 0 0,1-1 0,-1 1 0,-8 5 0,-6 2 0,0-1 0,0-1 0,-21 8 0,-24 12 0,7-1 0,31-16 0,-45 28 0,21-11-1365,28-20-5461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4.6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0 24575,'-1'3'0,"1"-1"0,-1 1 0,0-1 0,0 1 0,0-1 0,0 0 0,0 1 0,-3 3 0,-5 13 0,-2 38 0,10-47 0,0 1 0,-1-1 0,0 0 0,-1 0 0,0 0 0,-1 0 0,-8 16 0,-3 2 0,0 1 0,-10 31 0,-10 22 0,-5-3 0,37-78 0,1-9 0,0-10 0,3 7 0,-1 1 0,1 0 0,1 0 0,0 0 0,0 0 0,1 0 0,1 0 0,-1 1 0,1-1 0,1 1 0,0 0 0,0 0 0,1 1 0,7-9 0,-7 10 0,0 0 0,0 1 0,1 0 0,0 0 0,0 1 0,0-1 0,1 2 0,-1-1 0,1 1 0,1 0 0,-1 1 0,0 0 0,1 0 0,0 0 0,0 2 0,11-3 0,-16 4 0,102-4 0,-95 4 0,1 1 0,0 0 0,-1 1 0,1 0 0,-1 1 0,21 7 0,-28-8 0,-1 0 0,0 1 0,0-1 0,0 0 0,0 1 0,0 0 0,0 0 0,-1 0 0,1 0 0,-1 0 0,0 0 0,0 1 0,0-1 0,0 1 0,-1-1 0,1 1 0,-1 0 0,0-1 0,0 1 0,-1 0 0,1 4 0,1 9 0,-1 0 0,0 0 0,-3 22 0,1-37 0,3 3 0,4-13 0,9-21 0,-11 21 0,1 1 0,0-1 0,0 1 0,1 1 0,-1-1 0,2 1 0,-1 0 0,1 0 0,0 1 0,0-1 0,0 2 0,1-1 0,-1 1 0,1 0 0,0 1 0,1 0 0,-1 0 0,17-3 0,-23 6 0,-1-1 0,1 1 0,0 0 0,0 0 0,-1 0 0,1 0 0,0 0 0,0 0 0,-1 1 0,1-1 0,0 1 0,-1-1 0,1 1 0,0-1 0,-1 1 0,1 0 0,-1 0 0,1 0 0,-1 0 0,2 1 0,0 1 0,-2-1 0,1 0 0,0 1 0,0 0 0,-1-1 0,1 1 0,-1 0 0,0 0 0,0 0 0,1 5 0,1 8 0,-2-1 0,0 0 0,-1 29 0,-1-31 0,1 4-170,1 0-1,1 1 0,0-1 1,1 0-1,1 0 0,0 0 1,12 27-1,-6-26-6655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4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24575,'-2'103'0,"5"117"0,19-98 0,-14-84 0,-7-34-124,0 0 0,0 0 0,0 0 0,1 0 0,-1-1 0,1 1-1,0 0 1,0-1 0,0 1 0,4 3 0,9 7-6702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5.1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64 24575,'125'2'0,"139"-5"0,-138-19 0,-93 15 0,71-22-1365,-81 25-5461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5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68 24575,'5'0'0,"8"0"0,1-5 0,5-3 0,3 1 0,4-4 0,3-1 0,2 3 0,1 2 0,1 3 0,0 1 0,0 2 0,0 1 0,-1 0 0,1 1 0,-6-1-8191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5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1 109 24575,'114'2'0,"127"-5"0,-222 2 0,0-1 0,0 0 0,-1-2 0,0 0 0,0-2 0,0 1 0,0-2 0,-1-1 0,19-10 0,29-20-1365,-43 26-5461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6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24575,'1'3'0,"-1"0"0,1-1 0,0 0 0,-1 1 0,1-1 0,0 1 0,1-1 0,1 4 0,6 13 0,-2 13 0,-2 1 0,-1 0 0,-2 0 0,-1 0 0,-5 40 0,2 1 0,2 427 0,0-878 0,2 359 0,0 0 0,2 0 0,0 1 0,1-1 0,1 1 0,0 0 0,1 0 0,1 0 0,1 1 0,14-21 0,-18 31 0,0 0 0,0 0 0,1 0 0,0 1 0,6-5 0,17-16 0,-22 18 0,0 1 0,1 0 0,0 0 0,1 1 0,-1 0 0,1 1 0,0 0 0,0 0 0,1 1 0,0 0 0,11-3 0,-15 5 0,0 1 0,0 0 0,0 0 0,0 1 0,0-1 0,0 1 0,0 1 0,0-1 0,0 1 0,0 0 0,0 0 0,-1 1 0,1 0 0,0 0 0,-1 0 0,1 1 0,-1 0 0,0 0 0,1 0 0,5 5 0,1 5 0,-1 0 0,0 1 0,-1 0 0,0 1 0,-1 0 0,-1 0 0,0 1 0,6 20 0,23 41 0,-31-65 0,-1 1 0,0-1 0,-1 1 0,0 0 0,-1 0 0,0 1 0,1 21 0,-2-5 0,-2 0 0,-5 40 0,4-64 0,0-1 0,0 1 0,-1-1 0,1 0 0,-1 0 0,-1 0 0,1 0 0,-1 0 0,0 0 0,0 0 0,0-1 0,-7 8 0,-4 2 0,-1-1 0,-21 15 0,0 0 0,29-23 0,0-1 0,0 1 0,-1-1 0,1-1 0,-1 1 0,-9 1 0,10-2 0,0-1 0,0 1 0,0 0 0,1 0 0,-1 1 0,-10 8 0,16-6 0,10-3 0,11-1 0,47 1 0,93-7 0,-144 1 0,0 0 0,0-1 0,-1 0 0,1-1 0,22-11 0,71-43 0,-77 40 0,-12 7 0,0 0 0,-1-2 0,-1 0 0,0-1 0,26-29 0,-38 39 0,-1-1 0,0 0 0,-1-1 0,1 1 0,-1-1 0,0 0 0,-1 0 0,0 0 0,0 0 0,0-1 0,-1 1 0,0-1 0,-1 0 0,1 0 0,-1 1 0,-1-1 0,0 0 0,0 0 0,0 0 0,-3-10 0,1 13 0,1-1 0,-2 1 0,1 0 0,-1 0 0,0 0 0,0 0 0,0 1 0,0-1 0,-1 1 0,0 0 0,0 0 0,0 0 0,0 1 0,-1-1 0,1 1 0,-1 0 0,0 0 0,0 1 0,0-1 0,0 1 0,-1 0 0,1 0 0,-7 0 0,0-1 0,1 1 0,-1 0 0,0 1 0,1 0 0,-1 1 0,0 1 0,0 0 0,1 0 0,-1 1 0,-12 4 0,18-5 0,0 1 0,1 0 0,-1 1 0,1-1 0,0 1 0,-1 0 0,1 1 0,1-1 0,-1 1 0,0 0 0,1 0 0,0 0 0,0 1 0,-5 7 0,3-3 0,1 1 0,1 0 0,0 1 0,0-1 0,1 1 0,-4 19 0,-3 19 0,3-20 0,1 1 0,-3 52 0,9-73 0,0-1 0,0 1 0,1-1 0,0 1 0,1-1 0,0 0 0,0 0 0,1 0 0,0 0 0,0 0 0,1 0 0,-1-1 0,2 0 0,7 11 0,-8-14 4,1 0 0,-1 0 0,1 0-1,0-1 1,0 0 0,0 0 0,0 0-1,1 0 1,-1-1 0,1 0 0,0 0 0,-1-1-1,1 1 1,0-1 0,10 0 0,12 1-132,0-2 0,30-3 1,-16 1-916,-14 1-5783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6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 24575,'-7'0'0,"0"0"0,1 0 0,-1 1 0,1 0 0,-1 0 0,1 1 0,-1 0 0,1 0 0,0 0 0,0 1 0,0 0 0,0 0 0,0 0 0,1 1 0,-1 0 0,1 0 0,0 0 0,0 1 0,1 0 0,-1 0 0,1 0 0,0 0 0,1 1 0,-1-1 0,1 1 0,0 0 0,0 0 0,1 0 0,0 0 0,0 1 0,0-1 0,0 9 0,-3 28 0,1-1 0,3 1 0,8 83 0,-7-119 0,1 1 0,0-1 0,0 0 0,1 0 0,0 0 0,0 0 0,0-1 0,1 1 0,0-1 0,0 1 0,1-1 0,0 0 0,0 0 0,0 0 0,1-1 0,0 0 0,0 1 0,0-2 0,1 1 0,0-1 0,0 1 0,0-2 0,0 1 0,0-1 0,1 0 0,-1 0 0,1-1 0,0 1 0,0-2 0,0 1 0,0-1 0,14 1 0,173-1 73,-98-3-1511,-68 2-5388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7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1 24575,'0'3'0,"-1"1"0,0-1 0,-1 1 0,1-1 0,-1 1 0,1-1 0,-1 1 0,0-1 0,0 0 0,-1 0 0,1 0 0,-4 3 0,-14 21 0,5 12 0,2 1 0,-11 47 0,11-35 0,4-7 0,3-1 0,1 1 0,2 1 0,6 74 0,-2-34 0,0-72 0,0-1 0,0 1 0,2-1 0,0 0 0,0 0 0,7 17 0,5 4 0,19 34 0,-2 3 0,-23-49 0,1-1 0,18 32 0,13 16 0,-31-49 0,2 0 0,0-1 0,1 0 0,19 20 0,-14-20-119,-4-3 245,31 25 1,-40-37-277,1 0 0,1 0 0,-1 0 0,0-1 0,1 0 0,0 0 1,0-1-1,0 0 0,8 2 0,11 0-6676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7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24575,'1'0'0,"0"0"0,1 0 0,-1 1 0,0-1 0,0 1 0,0-1 0,0 1 0,0-1 0,0 1 0,0 0 0,0-1 0,-1 1 0,1 0 0,0 0 0,0 0 0,0 0 0,-1 0 0,1 0 0,-1 0 0,1 0 0,0 0 0,-1 0 0,0 0 0,1 0 0,-1 0 0,1 2 0,6 34 0,-7-33 0,24 137 0,-15-84 0,7 22 0,-15-76 0,5 25 0,-6-27 0,1 0 0,-1 1 0,0-1 0,0 0 0,0 0 0,0 1 0,0-1 0,0 0 0,0 1 0,0-1 0,-1 0 0,1 0 0,-1 1 0,1-1 0,-1 0 0,1 0 0,-2 2 0,1-3 0,1 0 0,-1-1 0,1 1 0,-1-1 0,1 1 0,-1-1 0,1 1 0,-1-1 0,1 1 0,-1-1 0,1 1 0,0-1 0,-1 0 0,1 1 0,0-1 0,0 0 0,0 1 0,-1-1 0,1 0 0,0 1 0,0-1 0,0 0 0,0 1 0,0-2 0,-4-21 0,-1-26 0,2-1 0,6-81 0,-2 128 0,-1 0 0,1 0 0,-1 0 0,1 0 0,0 0 0,0 0 0,0 0 0,0 1 0,1-1 0,-1 0 0,1 1 0,0-1 0,0 1 0,0-1 0,0 1 0,0 0 0,5-4 0,-3 3 0,0 1 0,1-1 0,-1 1 0,1 0 0,0 0 0,-1 1 0,1-1 0,0 1 0,0 0 0,7 0 0,-2 0 0,0 1 0,0 0 0,0 1 0,0 0 0,0 0 0,0 1 0,-1 1 0,1-1 0,-1 2 0,17 7 0,-18-6 0,0 0 0,0 1 0,0 0 0,-1 0 0,0 1 0,-1 0 0,1 0 0,-1 0 0,-1 1 0,7 11 0,2 8 0,-1 0 0,8 28 0,6 13 0,-27-68 0,0 1 0,0-1 0,0 0 0,0 1 0,0-1 0,0 1 0,1-1 0,-1 1 0,0-1 0,0 0 0,0 1 0,1-1 0,-1 1 0,0-1 0,0 0 0,1 1 0,-1-1 0,0 0 0,1 1 0,-1-1 0,0 0 0,1 0 0,-1 1 0,0-1 0,1 0 0,-1 0 0,1 0 0,-1 1 0,1-1 0,-1 0 0,0 0 0,1 0 0,0 0 0,5-15 0,-2-41 0,-4 44 0,1 9 0,-1 0 0,0 0 0,1 0 0,-1 0 0,1 1 0,0-1 0,0 0 0,0 0 0,0 1 0,0-1 0,1 1 0,-1-1 0,1 1 0,0 0 0,0-1 0,0 1 0,0 0 0,2-2 0,-3 3 0,0 1 0,0 0 0,0-1 0,0 1 0,0 0 0,0-1 0,-1 1 0,1 0 0,0 0 0,0 0 0,0 0 0,0 0 0,0 0 0,0 0 0,0 0 0,0 0 0,0 0 0,0 0 0,0 1 0,2 0 0,-1 0 0,0 0 0,0 1 0,0-1 0,0 1 0,0-1 0,0 1 0,-1 0 0,1 0 0,0 0 0,-1 0 0,2 3 0,6 9-136,-1 0-1,-1 0 1,-1 1-1,0-1 1,-1 1-1,0 1 1,-1-1-1,-1 1 0,2 30 1,-4-19-6690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8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24575,'1'9'0,"1"0"0,0 0 0,0 0 0,1-1 0,0 1 0,5 8 0,1 6 0,2 6 0,1-1 0,-2 1 0,-1 0 0,-1 0 0,-2 0 0,6 61 0,-12-89 0,0 18 0,0-1 0,2 1 0,0 0 0,6 20 0,-7-34 15,0-1 0,0 0 0,0 1 0,-1-1 0,1 1 0,-1-1 0,-1 7 0,1-10-80,0 1 1,-1-1-1,1 1 1,-1 0-1,1-1 1,-1 1-1,0-1 0,0 1 1,1-1-1,-1 0 1,0 1-1,0-1 1,-1 0-1,1 0 0,0 0 1,0 0-1,-1 0 1,1 0-1,0 0 1,-1 0-1,1 0 1,-3 1-1,-15 4-6761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08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1 256 24575,'0'-5'0,"0"-8"0,5-1 0,8 1 0,1-2 0,4 2 0,4 2 0,-1-2 0,0 1 0,3 3 0,-2-3 0,-1 0 0,-2-2 0,-1-5 0,4 1 0,2-2 0,-2-2 0,-5 1-8191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5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1 623 24575,'6'-1'0,"1"-1"0,-1 0 0,0 0 0,0 0 0,0-1 0,0 0 0,0 0 0,0 0 0,-1-1 0,0 0 0,0 0 0,7-8 0,8-3 0,-1-1 0,0-1 0,-2 0 0,1-1 0,-2-1 0,-1-1 0,0 0 0,-1-1 0,-2-1 0,0 0 0,-1 0 0,8-26 0,20-29 0,-25 52 0,20-51 0,-31 69 0,-1 0 0,0 0 0,0 0 0,-1 0 0,0 0 0,-1 0 0,1 0 0,-1 0 0,0-1 0,-1 1 0,0 0 0,-3-11 0,4 17 0,0 0 0,0 0 0,-1 0 0,1-1 0,-1 1 0,1 0 0,-1 0 0,1 0 0,-1 0 0,0 0 0,1 1 0,-1-1 0,0 0 0,0 0 0,1 0 0,-1 1 0,0-1 0,0 0 0,-1 0 0,1 1 0,0 0 0,1-1 0,-1 1 0,0 0 0,0 0 0,0 0 0,1 1 0,-1-1 0,0 0 0,0 0 0,1 0 0,-1 0 0,0 1 0,1-1 0,-1 0 0,0 1 0,1-1 0,-1 1 0,0-1 0,1 0 0,-2 2 0,0 0 0,-1 1 0,1 0 0,0-1 0,-1 1 0,1 0 0,0 0 0,1 1 0,-1-1 0,0 0 0,0 4 0,-2 12 0,0 0 0,-1 37 0,4-35 0,-1 1 0,-5 23 0,-1-12 0,-6 64 0,13-85 0,1 0 0,0 0 0,0 0 0,2 0 0,-1 0 0,1 0 0,1 0 0,7 20 0,-9-29 0,1 0 0,0 0 0,-1 0 0,1 0 0,0 0 0,0 0 0,1-1 0,-1 1 0,1-1 0,-1 1 0,1-1 0,0 0 0,-1 0 0,1 0 0,0-1 0,0 1 0,1-1 0,-1 1 0,0-1 0,0 0 0,1 0 0,-1-1 0,1 1 0,-1-1 0,0 0 0,1 1 0,-1-1 0,1-1 0,-1 1 0,1-1 0,-1 1 0,0-1 0,1 0 0,2-1 0,2-1 0,-1 0 0,1 0 0,-1 0 0,0-1 0,0 0 0,0 0 0,-1-1 0,1 0 0,-1 0 0,0-1 0,-1 1 0,1-1 0,7-11 0,11-24-1365,-15 22-5461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6.0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24575,'6'0'0,"7"0"0,6 0 0,6 0 0,4 0 0,3 0 0,1 0 0,1 0 0,-1 0 0,0 0 0,-5 0-8191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6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0 201 24575,'2'0'0,"0"0"0,0-1 0,0 1 0,0-1 0,0 1 0,-1-1 0,1 0 0,0 0 0,0 0 0,-1 0 0,1 0 0,-1 0 0,1 0 0,-1-1 0,1 1 0,2-4 0,19-29 0,-16 24 0,73-109 0,-80 117 0,1 1 0,0 0 0,-1 0 0,1 0 0,0 0 0,0 0 0,-1 0 0,1 0 0,0 0 0,0 0 0,0 0 0,0 0 0,0 0 0,0 1 0,1-1 0,-1 0 0,0 1 0,0-1 0,0 1 0,1-1 0,-1 1 0,0 0 0,1 0 0,-1-1 0,0 1 0,1 0 0,-1 0 0,2 0 0,-1 2 0,-1-1 0,1 0 0,-1 0 0,0 1 0,1-1 0,-1 1 0,0-1 0,0 1 0,0-1 0,0 1 0,-1 0 0,1 0 0,0-1 0,-1 1 0,1 0 0,-1 0 0,1 0 0,-1-1 0,0 1 0,0 3 0,14 77 0,-6-45 0,4 73 0,-11-83-112,0-4 194,-1 1 0,-5 41 0,3-58-182,1 0 0,-1 0 0,0-1 0,0 1 0,0-1 0,-1 0 0,0 0 0,-1 0 1,1 0-1,-1 0 0,0-1 0,-1 1 0,1-1 0,-7 5 0,-4 2-6726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6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78 24575,'0'-1'0,"1"0"0,-1 0 0,0 0 0,1-1 0,-1 1 0,1 0 0,-1 0 0,1 0 0,0 0 0,-1 0 0,1 1 0,0-1 0,0 0 0,-1 0 0,1 0 0,0 1 0,0-1 0,0 0 0,0 1 0,0-1 0,0 1 0,0-1 0,0 1 0,0-1 0,0 1 0,1 0 0,0-1 0,35-5 0,-33 5 0,54-3 0,87 5 0,40-2 0,-108-14 0,-57 10 0,0 1 0,24-2 0,12-2-1365,-35 1-5461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9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1 24575,'-5'5'0,"-8"2"0,-6 0 0,-7-1 0,2 3 0,0 1 0,-2-1 0,-2-3 0,-2-2 0,5-1-8191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9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24575,'3'0'0,"0"0"0,0 0 0,-1 1 0,1 0 0,0 0 0,0-1 0,-1 1 0,1 1 0,0-1 0,-1 0 0,1 1 0,-1-1 0,0 1 0,1 0 0,-1 0 0,0 0 0,3 4 0,3 4 0,0 1 0,11 20 0,-3-4 0,175 256 0,-126-176 0,-15-27 0,-32-49 0,34 45 0,-46-68 0,-1 0 0,0 1 0,0-1 0,3 11 0,-5-11 0,1-1 0,0 1 0,0 0 0,1-1 0,6 8 0,30 37-1365,-28-38-5461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19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808 1 24575,'-6'0'0,"-3"0"0,0 0 0,0 0 0,0 0 0,0 1 0,0 1 0,0-1 0,0 2 0,1-1 0,-17 8 0,4 0 0,10-5 0,1 0 0,1 1 0,-1 0 0,1 0 0,0 1 0,-9 8 0,-154 140 0,112-110 0,32-24 0,-28 25 0,-62 58 0,30-27 0,59-45 112,25-26-408,0-1 1,-1 0 0,0 0-1,-9 8 1,-2-2-6531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20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1 24575,'1'3'0,"0"0"0,0-1 0,0 1 0,0 0 0,1 0 0,-1-1 0,1 1 0,-1-1 0,1 1 0,0-1 0,0 0 0,0 0 0,3 3 0,10 12 0,-11-9 0,1 0 0,-1 1 0,-1 0 0,0 0 0,0 0 0,-1 0 0,0 0 0,0 0 0,-1 1 0,-1-1 0,1 10 0,-1-13 0,0 0 0,-1 0 0,0 0 0,0 0 0,0 0 0,0-1 0,-1 1 0,0 0 0,0-1 0,-1 1 0,1-1 0,-1 0 0,0 0 0,-1 0 0,1 0 0,-1 0 0,0-1 0,-5 5 0,-13 6 0,0-1 0,-1-2 0,0 0 0,-1-1 0,0-1 0,-47 11 0,6-11-1365,35-7-5461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23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24575,'4'0'0,"1"1"0,0-1 0,-1 1 0,1 0 0,-1 0 0,1 1 0,-1-1 0,0 1 0,1 0 0,-1 1 0,0-1 0,0 1 0,0-1 0,-1 1 0,6 6 0,5 5 0,-1 0 0,17 27 0,9 10 0,-8-18 0,16 16 0,41 58 0,-3 7 0,-72-94 0,0 0 0,-1 0 0,17 45 0,3 14 0,-21-56 0,-1 1 0,-1 0 0,-1 1 0,-1 0 0,-1 0 0,3 38 0,-6 21 0,-8 88 0,3-160 0,0-1 0,-1 0 0,0 0 0,-1 0 0,-1-1 0,-8 17 0,6-14 0,1 1 0,0 0 0,-4 17 0,-22 64 0,20-64 0,-9 35 0,21-65-17,-17 58 156,15-54-288,0 0 1,0-1-1,0 1 0,-1-1 1,1 0-1,-1 0 0,0 0 0,0 0 1,-8 7-1,-5 0-6677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25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 24575,'0'-1'0,"1"0"0,-1 0 0,0 0 0,1 0 0,-1 0 0,1 0 0,-1 0 0,1 0 0,0 0 0,-1 0 0,1 1 0,0-1 0,-1 0 0,1 0 0,0 1 0,0-1 0,0 0 0,0 1 0,0-1 0,0 1 0,0-1 0,0 1 0,1-1 0,32-10 0,-22 7 0,13-4 0,1 2 0,-1 0 0,1 2 0,32-2 0,105 6 0,-143 0 0,-120 42-1365,79-32-5461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26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0 24575,'-2'2'0,"-1"-1"0,1 1 0,-1-1 0,1 1 0,0 0 0,0-1 0,0 1 0,0 0 0,0 1 0,0-1 0,0 0 0,1 0 0,-1 1 0,1-1 0,0 1 0,-2 3 0,-5 7 0,-2 1 0,1 1 0,0 0 0,1 0 0,1 1 0,-8 23 0,4 0 0,-7 46 0,13-61 0,-2-1 0,-12 29 0,12-35 0,1 0 0,0 0 0,2 1 0,0 0 0,-3 23 0,4-7 0,-9 38 0,6-41 0,-4 57 0,10 267 0,1-340 0,1 1 0,0-1 0,1 1 0,1-1 0,0 0 0,1 0 0,1-1 0,7 15 0,7 9 0,41 59 0,-53-85 0,-4-5 0,0-1 0,1 1 0,0-1 0,0 0 0,0 0 0,1-1 0,11 10 0,-16-15-31,-1 0-1,1 0 0,-1 0 0,1 0 0,-1 0 1,1 0-1,-1 0 0,0 0 0,1 0 1,-1 0-1,1 0 0,-1 0 0,1-1 1,-1 1-1,1 0 0,-1 0 0,0 0 1,1-1-1,-1 1 0,0 0 0,1-1 1,-1 1-1,0 0 0,1 0 0,-1-1 1,0 1-1,1-1 0,-1 1 0,0 0 1,0-1-1,0 1 0,1-1 0,-1 1 1,0-1-1,0 1 0,0 0 0,0-1 1,0 1-1,0-1 0,0 1 0,0-1 1,0 0-1,3-14-6794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29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24575,'1'2'0,"0"1"0,0 0 0,1-1 0,-1 1 0,0-1 0,1 1 0,0-1 0,0 1 0,-1-1 0,1 0 0,1 0 0,3 3 0,2 4 0,9 12 0,-2 1 0,0 0 0,21 47 0,-21-39 0,33 49 0,25 39 0,-34-53 0,-29-46 0,-1 0 0,9 24 0,-12-27 0,0-1 0,1 0 0,1 0 0,16 23 0,-18-29 0,-1 1 0,1-1 0,-2 1 0,6 13 0,-8-15 0,2 0 0,-1 0 0,1 0 0,0 0 0,1-1 0,9 12 0,-14-18 0,1-1 0,-1 1 0,0-1 0,1 1 0,-1-1 0,1 1 0,-1-1 0,1 0 0,-1 1 0,1-1 0,0 1 0,-1-1 0,1 0 0,-1 1 0,1-1 0,0 0 0,-1 0 0,1 0 0,0 0 0,-1 1 0,1-1 0,0 0 0,-1 0 0,1 0 0,0 0 0,-1 0 0,1-1 0,0 1 0,-1 0 0,2 0 0,-1-1 0,0 0 0,0 0 0,0 0 0,0 0 0,0 0 0,0-1 0,-1 1 0,1 0 0,0 0 0,-1-1 0,1 1 0,-1 0 0,1-3 0,6-45 0,-7 48 0,1-30-1365,-1 2-5461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0.0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1 24575,'0'40'0,"-2"1"0,-8 54 0,8-82 0,-1 0 0,-1 0 0,0-1 0,-1 1 0,0-1 0,-1 0 0,0 0 0,-1-1 0,0 0 0,-1 0 0,-10 12 0,10-13 0,0 0 0,1 1 0,0 0 0,1 1 0,-8 21 0,-6 9 0,10-20 0,1 1 0,-7 24 0,8-22 0,-18 41 0,15-40 0,1 0 0,2 1 0,1-1 0,-6 40 0,10-46 0,-3 44 0,6-52 0,-1 1 0,0 0 0,0-1 0,-2 0 0,-4 18 0,6-29-30,1 1 0,-1-1-1,1 1 1,-1-1 0,0 1-1,0-1 1,0 0 0,0 1-1,0-1 1,0 0 0,0 0-1,0 0 1,0 0-1,-1 0 1,1 0 0,0 0-1,-1 0 1,1 0 0,0-1-1,-1 1 1,1 0 0,-1-1-1,0 1 1,1-1 0,-1 0-1,1 0 1,-1 1 0,1-1-1,-1 0 1,0 0 0,1 0-1,-1-1 1,1 1 0,-1 0-1,0-1 1,1 1 0,-1-1-1,1 1 1,-1-1 0,1 0-1,0 1 1,-1-1 0,1 0-1,-2-1 1,-11-10-6796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0.3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24575,'934'0'-1365,"-907"0"-5461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1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4 24575,'2'104'0,"-5"115"0,-5-187 0,1-25 0,6-7 0,0-1 0,1 1 0,-1 0 0,0-1 0,1 1 0,-1 0 0,1-1 0,-1 1 0,1-1 0,-1 1 0,1-1 0,-1 1 0,1-1 0,-1 0 0,1 1 0,-1-1 0,1 1 0,0-1 0,-1-1 0,-6-12 0,1-1 0,0 0 0,1 0 0,1 0 0,0 0 0,1-1 0,-1-25 0,3 29 0,1 0 0,0 1 0,1-1 0,1 0 0,0 1 0,0-1 0,1 1 0,0 0 0,1 0 0,1 0 0,5-11 0,-6 17 0,0 0 0,-1 1 0,1-1 0,1 1 0,-1 0 0,1 0 0,-1 1 0,1-1 0,0 1 0,0 0 0,1 0 0,-1 1 0,1 0 0,-1 0 0,1 0 0,0 0 0,0 1 0,-1 0 0,1 0 0,0 1 0,0-1 0,0 1 0,0 1 0,0-1 0,0 1 0,0 0 0,0 0 0,0 1 0,-1 0 0,1 0 0,-1 0 0,1 1 0,-1-1 0,0 1 0,0 1 0,0-1 0,9 8 0,-1 5 0,-1 0 0,0 1 0,-1 0 0,-1 0 0,-1 1 0,0 1 0,-1-1 0,6 23 0,-8-2 0,-6-38 0,0 0 0,1 0 0,-1 0 0,0 0 0,0-1 0,0 1 0,0 0 0,-1 0 0,1 0 0,0 0 0,0 0 0,-1 0 0,1 0 0,0-1 0,-1 1 0,1 0 0,0 0 0,-1 0 0,0-1 0,1 1 0,-1 0 0,1-1 0,-1 1 0,0 0 0,1-1 0,-1 1 0,0-1 0,0 1 0,1-1 0,-1 1 0,0-1 0,0 0 0,0 1 0,0-1 0,0 0 0,1 0 0,-1 1 0,0-1 0,-1 0 0,0-1 0,1 1 0,-1-1 0,1 1 0,0-1 0,-1 0 0,1 0 0,0 0 0,0 0 0,0 1 0,0-2 0,0 1 0,0 0 0,0 0 0,0 0 0,0 0 0,0-1 0,0 1 0,1 0 0,-1 0 0,1-1 0,-1 1 0,1-1 0,-1 1 0,1-1 0,0-1 0,-8-41 0,8 41 0,-1-6 0,0-1 0,1 1 0,1-1 0,-1 1 0,1 0 0,1-1 0,0 1 0,0 0 0,1 0 0,7-16 0,-8 22 0,0-1 0,0 1 0,0 0 0,0 0 0,1 0 0,-1 0 0,1 0 0,0 0 0,0 1 0,0-1 0,0 1 0,0 0 0,0 0 0,1 0 0,-1 1 0,1-1 0,-1 1 0,1-1 0,0 1 0,0 1 0,-1-1 0,1 0 0,0 1 0,0 0 0,0 0 0,0 0 0,-1 0 0,1 0 0,6 2 0,-7-1 0,1-1 0,-1 1 0,0 0 0,1 0 0,-1 1 0,0-1 0,0 1 0,0-1 0,0 1 0,0 0 0,0 0 0,-1 0 0,1 1 0,0-1 0,-1 1 0,0-1 0,0 1 0,0 0 0,0 0 0,0-1 0,0 2 0,-1-1 0,1 0 0,-1 0 0,1 5 0,1 6 0,0 0 0,-2 0 0,0 0 0,-1 28 0,1 9 0,3-37-1365,2-6-5461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1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24575,'-2'114'0,"5"127"0,6-204-22,1 4 124,-10-39-187,0 1 0,0-1 0,0 0 0,0 0 0,0 0 0,0 0 0,-1 0 0,1 0 0,-1 0 0,1 0 0,-1 0 0,0 0 0,0 0 0,0-1 0,0 1 0,-1 2 0,-9 7-6741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2.1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0 148 24575,'1'-1'0,"-1"-1"0,0 1 0,1 0 0,-1 0 0,1 0 0,-1 0 0,1 0 0,-1 0 0,1 0 0,0 0 0,-1 0 0,1 0 0,0 1 0,0-1 0,0 0 0,0 0 0,0 1 0,0-1 0,0 0 0,0 1 0,0-1 0,0 1 0,0-1 0,0 1 0,0 0 0,0 0 0,1-1 0,36-6 0,-35 7 0,75-16 0,-52 10 0,35-5 0,27-5 0,-63 10 0,1 1 0,27-2 0,-35 6-97,1 1-44,0 0 0,0-2 0,0 0 0,-1-2 1,1 0-1,-1 0 0,0-2 0,29-12 0,-29 8-6685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2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24575,'31'0'0,"1"-2"0,-1-1 0,46-11 0,-33 7-51,0 2 0,0 2 1,72 4-1,-52 0-1111,-36-1-5664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2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24575,'6'0'0,"6"0"0,8 0 0,5 0 0,4 0 0,3 0 0,1 0 0,1 0 0,-1 0 0,0 0 0,0 0 0,0 0 0,0 0 0,-1 0 0,-5 0-8191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3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24575,'0'1179'0,"0"-1845"0,1 650 0,0-1 0,2 1 0,0-1 0,1 1 0,0 0 0,1 0 0,1 1 0,1-1 0,0 1 0,1 0 0,0 1 0,1 0 0,1 1 0,18-21 0,-14 23 0,0-1 0,0 2 0,1 0 0,1 1 0,-1 0 0,2 1 0,-1 1 0,28-8 0,-40 14 0,0-1 0,1 1 0,-1 0 0,0 1 0,0-1 0,1 1 0,-1 0 0,0 0 0,1 0 0,-1 0 0,0 1 0,1 0 0,-1 0 0,0 0 0,0 0 0,0 1 0,0 0 0,0 0 0,0 0 0,0 0 0,-1 0 0,1 1 0,-1-1 0,0 1 0,0 0 0,6 6 0,-4-2 0,-1 1 0,1-1 0,-1 1 0,-1 0 0,1 0 0,-1 0 0,0 0 0,-1 0 0,0 1 0,-1-1 0,0 1 0,1 12 0,-2-15 9,0 0-1,0 0 1,-1-1-1,0 1 1,0 0 0,0-1-1,-1 1 1,0-1-1,0 1 1,0-1-1,-1 0 1,1 0-1,-5 6 1,1-3-221,-1 0 0,0 0 0,0-1-1,-1 0 1,0-1 0,-14 10 0,4-6-6614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3.4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24575,'0'6'0,"0"6"0,0 8 0,5 0 0,2 2 0,0 3 0,-1 2 0,3-3 0,1 0 0,-2 1 0,-2 2 0,-2 2 0,-2 1 0,-1 1 0,-6-4 0,-8-8 0,-1-6-8191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3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 24575,'5'0'0,"8"0"0,6 0 0,6 0 0,5 0 0,1 0 0,2 0 0,1 0 0,-1 0 0,1 0 0,-1 0 0,-1 0 0,1 0 0,-6-6 0,-2-1 0,-6 0-8191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3: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24575,'5'1'0,"0"1"0,0 1 0,0-1 0,-1 0 0,1 1 0,-1 0 0,0 0 0,0 1 0,0-1 0,0 1 0,-1 0 0,5 5 0,2 2 0,12 13 0,-1 0 0,-1 2 0,26 45 0,10 14 0,-42-63 0,-2 1 0,0 1 0,-1 0 0,-1 1 0,10 40 0,2 4 0,-17-51 0,0 0 0,-2 0 0,3 32 0,-4-27 0,9 41 0,-2-21 0,-3 1 0,-2 0 0,-1 1 0,-5 66 0,0-30 0,2-69 0,-1 1 0,-1-1 0,0 0 0,0 1 0,-1-1 0,-1 0 0,0 0 0,-1-1 0,0 1 0,0-1 0,-13 18 0,6-13 0,-1 0 0,0-1 0,-1 0 0,-1-1 0,0-1 0,-27 18 0,-34 9-1365,56-28-5461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28.4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2097 39 24575,'-5'-1'0,"1"0"0,-1 0 0,1 0 0,-1 0 0,1-1 0,-8-3 0,-13-4 0,-24 1 0,1 3 0,-2 1 0,-97 6 0,52 0 0,-682-2-1003,724 3 1003,-70 11 0,68-5 0,-64 0 0,-264-11 0,367 3-171,1 0 0,-1 1-1,1 1 1,0 0 0,0 1 0,-17 7 0,23-6-5819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28.7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451 1 24575,'-12'0'0,"1"2"0,-1-1 0,1 1 0,0 1 0,0 0 0,0 1 0,0 0 0,1 1 0,-1 0 0,-14 10 0,1 1 0,0 2 0,-40 37 0,43-35 0,1 0 0,0 2 0,-25 36 0,29-33 0,9-17 0,2 0 0,-1 0 0,1 1 0,0 0 0,1 0 0,0 1 0,-4 12 0,-3 28 0,4-25 0,1 1 0,1 0 0,1 0 0,2 0 0,0 44 0,3-67 0,-1 1 0,1 0 0,0 0 0,0 0 0,1-1 0,-1 1 0,1 0 0,-1-1 0,1 1 0,0-1 0,1 0 0,-1 0 0,0 0 0,1 0 0,0 0 0,0 0 0,0-1 0,0 1 0,0-1 0,0 0 0,6 3 0,6 2 0,0-1 0,0 0 0,32 6 0,-11-2 0,-15-5 0,1-1 0,0-1 0,31 1 0,-29-3 0,0 1 0,38 9 0,-20-3-57,1-2 0,-1-1 0,1-3 0,60-3 0,-42 0-1023,-33 0-5746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29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24575,'1'0'0,"0"1"0,0-1 0,0 0 0,0 0 0,0 1 0,0-1 0,-1 1 0,1-1 0,0 1 0,0-1 0,0 1 0,0 0 0,-1-1 0,1 1 0,0 0 0,-1 0 0,1-1 0,-1 1 0,1 0 0,0 0 0,-1 0 0,1 1 0,10 27 0,-6-14 0,2 1 0,-2 1 0,0 1 0,-1-1 0,-1 0 0,-1 1 0,1 30 0,1-1 0,23 87 0,-10-48 0,-11-62 0,-1 1 0,2 30 0,9 66 0,-9-81 0,3 56 0,-11-36 0,0-37 0,1 0 0,1 0 0,1-1 0,9 40 0,39 112 0,-49-170 0,0-1 0,0 1 0,0-1 0,1 1 0,0-1 0,0 0 0,0 0 0,0 0 0,0 0 0,0 0 0,1 0 0,-1 0 0,1-1 0,0 0 0,0 1 0,0-1 0,0 0 0,0 0 0,0 0 0,1-1 0,-1 1 0,1-1 0,-1 0 0,1 0 0,-1 0 0,7 0 0,9 2 0,1-2 0,0 0 0,37-4 0,-23 1 0,-24 1-73,10 1 124,0-1-1,0-1 1,25-6-1,-41 7-121,0 0 0,1-1 0,-1 1 0,0-1 0,0 1-1,0-1 1,0 0 0,-1-1 0,1 1 0,-1-1 0,1 0-1,-1 1 1,0-2 0,0 1 0,0 0 0,0 0 0,-1-1-1,1 0 1,-1 1 0,4-9 0,0-9-6755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29.6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24575,'-5'0'0,"-1"0"0,1 0 0,0 0 0,-1 1 0,1 0 0,0 0 0,0 0 0,0 1 0,-10 4 0,13-5 0,-1 1 0,1 0 0,-1 1 0,1-1 0,0 0 0,0 1 0,0-1 0,0 1 0,0-1 0,1 1 0,-1 0 0,1 0 0,-1 0 0,1 0 0,0 0 0,0 0 0,0 6 0,0-2 0,0 1 0,1 0 0,1-1 0,-1 1 0,1 0 0,0-1 0,1 1 0,0-1 0,0 0 0,0 1 0,1-1 0,0 0 0,1 0 0,0-1 0,0 1 0,0-1 0,9 10 0,-9-10 0,1-2 0,-1 1 0,1 0 0,1-1 0,-1 0 0,0 0 0,1-1 0,0 1 0,8 2 0,-10-4 0,0-1 0,0 0 0,0 0 0,0 0 0,0 0 0,0-1 0,0 0 0,1 0 0,-1 0 0,0 0 0,0-1 0,0 1 0,0-1 0,0 0 0,7-3 0,-9 3 0,1 0 0,-1 0 0,0-1 0,1 1 0,-1-1 0,0 1 0,0-1 0,0 0 0,0 0 0,0 0 0,-1 0 0,1 0 0,-1 0 0,1 0 0,1-5 0,9-36 0,-6 16 0,-6 27 0,0 0 0,0-1 0,0 1 0,0 0 0,0 0 0,0-1 0,0 1 0,0 0 0,0 0 0,0-1 0,0 1 0,1 0 0,-1 0 0,0 0 0,0-1 0,0 1 0,0 0 0,1 0 0,-1 0 0,0-1 0,0 1 0,1 0 0,-1 0 0,0 0 0,0 0 0,0 0 0,1 0 0,-1-1 0,0 1 0,1 0 0,-1 0 0,0 0 0,0 0 0,1 0 0,-1 0 0,0 0 0,0 0 0,1 0 0,10 8 0,6 17 0,-12-14 0,0 1 0,-1 0 0,3 14 0,-6-19 0,1 0 0,-1 0 0,1 0 0,1 0 0,-1 0 0,1-1 0,0 1 0,1-1 0,-1 0 0,1 0 0,0 0 0,1-1 0,8 9 0,-11-13-57,1 1 0,-1-1 1,1-1-1,0 1 0,-1 0 0,1-1 0,0 1 0,-1-1 0,1 0 0,0 0 0,-1 0 1,1 0-1,0 0 0,0 0 0,-1-1 0,1 0 0,-1 1 0,1-1 0,0 0 1,-1 0-1,0 0 0,1-1 0,3-2 0,14-7-6769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29.8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24575,'0'5'0,"5"2"0,2 6 0,6 0 0,-1 3 0,5-1 0,-2-8 0,-3-6-8191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30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457 293 24575,'1'0'0,"1"1"0,0-1 0,0 1 0,0 0 0,-1-1 0,1 1 0,-1 0 0,1 0 0,0 0 0,-1 1 0,0-1 0,1 0 0,-1 0 0,0 1 0,0-1 0,1 1 0,-1-1 0,0 1 0,0 0 0,0 1 0,17 36 0,-7-8 0,-3-9 0,0 0 0,-2 1 0,7 44 0,3 29 0,-9-66 0,-2 1 0,1 34 0,-4-20 0,0-17 0,-2 1 0,0-1 0,-2 0 0,-6 34 0,3-47 0,-1-1 0,0 0 0,-1-1 0,0 1 0,-1-1 0,0-1 0,-1 1 0,-1-2 0,0 1 0,0-1 0,-1-1 0,-1 0 0,-13 10 0,-7 1 0,-2-2 0,1 0 0,-64 23 0,-38-12 0,124-28 0,7-1 0,-1 0 0,1-1 0,0 1 0,0-1 0,0 0 0,-1 0 0,1 0 0,0-1 0,0 1 0,0-1 0,-1 0 0,1 0 0,0 0 0,0-1 0,0 0 0,-4-2 0,5 2 0,1-1 0,0 1 0,-1-1 0,1 1 0,0-1 0,0 0 0,1 0 0,-1 0 0,0 0 0,1 0 0,0 0 0,0-1 0,0 1 0,0 0 0,0 0 0,1-1 0,-1 1 0,1-1 0,0 1 0,0 0 0,1-5 0,0-2 0,0-1 0,1 0 0,0 1 0,1-1 0,0 1 0,1 0 0,0 0 0,0 0 0,11-16 0,6-6 0,36-42 0,-30 41 0,5-3 0,2 0 0,41-32 0,27-27 0,-81 75 0,0 1 0,1 1 0,2 0 0,27-15 0,-37 23 0,1-1 0,-1 0 0,22-24 0,10-9 0,-42 41 0,19-16 0,0-1 0,-1-1 0,21-26 0,-38 42 0,-1-1 0,0 1 0,0-1 0,0 0 0,-1 0 0,0 0 0,0 0 0,-1-1 0,1 1 0,-2-1 0,1 1 0,-1-1 0,0 0 0,0 0 0,0 0 0,-1 0 0,0 1 0,-1-1 0,-2-13 0,-4 7 0,0 18 0,-2 23 0,3 23 0,3 0 0,2 0 0,7 60 0,-6-107 0,1 1 0,-1-1 0,1 0 0,0 1 0,1-1 0,-1 0 0,1 0 0,-1 0 0,1 0 0,1 0 0,-1 0 0,0 0 0,1-1 0,0 1 0,0-1 0,0 0 0,4 3 0,-2-2 0,1 0 0,-1-1 0,1 0 0,0 0 0,0-1 0,0 1 0,0-1 0,1-1 0,-1 1 0,12 0 0,-4-1 0,0 0 0,0-2 0,0 0 0,1 0 0,-1-1 0,0-1 0,-1 0 0,1-1 0,-1-1 0,18-8 0,-24 9 0,0 0 0,0 0 0,-1-1 0,1 0 0,-2-1 0,1 1 0,0-1 0,-1 0 0,0 0 0,0-1 0,5-11 0,2-5 0,-1-1 0,9-31 0,-1 2 0,-18 50 0,1-1 0,-1 1 0,1 0 0,0-1 0,0 1 0,0 0 0,0 0 0,0 0 0,1 0 0,-1 1 0,1-1 0,4-2 0,-6 4 0,-1 1 0,1-1 0,0 1 0,0 0 0,0 0 0,0-1 0,-1 1 0,1 0 0,0 0 0,0 0 0,0 0 0,0 0 0,0 0 0,0 0 0,0 0 0,-1 0 0,1 1 0,0-1 0,0 0 0,1 1 0,0 0 0,0 1 0,0-1 0,0 1 0,0 0 0,0-1 0,-1 1 0,1 0 0,-1 0 0,0 0 0,1 0 0,0 2 0,4 9 0,-1 0 0,0 1 0,-2-1 0,1 1 0,2 22 0,1 4 0,10 80 0,-19-348 0,4 112 0,-3 96 0,2 0 0,0 0 0,1 0 0,8-35 0,-8 48 0,0 1 0,1 0 0,0 0 0,0 0 0,1 0 0,-1 0 0,1 1 0,0-1 0,1 1 0,-1 0 0,1 0 0,0 1 0,0 0 0,1 0 0,-1 0 0,1 0 0,0 1 0,7-3 0,0 1-170,0 0-1,0 1 0,1 1 1,-1 0-1,1 1 0,0 1 1,14 0-1,0 0-6655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54:31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 1 24575,'1'0'0,"1"1"0,-1 0 0,1-1 0,-1 1 0,0 0 0,1 0 0,-1 0 0,0-1 0,0 1 0,1 1 0,-1-1 0,0 0 0,0 0 0,0 0 0,0 1 0,-1-1 0,1 0 0,0 1 0,1 2 0,13 33 0,-13-33 0,11 30 0,-3-1 0,0 2 0,-2-1 0,-2 1 0,-1 0 0,1 50 0,-8 366 0,2-440 0,-1-1 0,0 0 0,0 0 0,-1 0 0,0 0 0,-1 0 0,0 0 0,-1-1 0,0 1 0,0-1 0,-1 0 0,0 0 0,-1-1 0,0 0 0,0 0 0,-1 0 0,0 0 0,0-1 0,-14 10 0,21-16 0,-1-1 0,0 1 0,1-1 0,-1 1 0,0-1 0,1 1 0,-1-1 0,0 1 0,0-1 0,0 0 0,1 1 0,-1-1 0,0 0 0,0 0 0,0 0 0,1 1 0,-1-1 0,0 0 0,0 0 0,0 0 0,0 0 0,0-1 0,1 1 0,-1 0 0,0 0 0,0 0 0,0-1 0,0 1 0,1 0 0,-2-2 0,0 1 0,1-1 0,0 1 0,0-1 0,0 0 0,0 1 0,0-1 0,0 0 0,1 0 0,-1 0 0,1 1 0,-1-1 0,0-4 0,0-7 0,0 1 0,1-1 0,2-15 0,0 16 0,0-1 0,1 1 0,0 0 0,1 0 0,0 0 0,1 0 0,1 1 0,0 0 0,0 0 0,1 0 0,9-11 0,12-10 0,1 1 0,33-27 0,7-7 0,-60 52 0,-15 11 0,-22 15 0,20-6 0,0 0 0,0 1 0,1 0 0,0 0 0,1 1 0,0 0 0,0 0 0,1 0 0,0 1 0,1 0 0,-6 17 0,5-11 0,1 1 0,1-1 0,0 1 0,1 0 0,1 0 0,2 30 0,0-39 0,1 0 0,0 0 0,0 0 0,0 0 0,1-1 0,1 1 0,-1-1 0,1 0 0,0 0 0,1 0 0,-1 0 0,1-1 0,1 0 0,-1 0 0,1 0 0,0-1 0,1 0 0,-1 0 0,1 0 0,0-1 0,0 0 0,0 0 0,1-1 0,-1 0 0,1 0 0,0-1 0,0 0 0,12 2 0,205 23 0,46-23 0,-156-5 0,-108 1-109,-2 0 13,-1 1-1,1-1 0,0-1 1,-1 1-1,1-1 0,0 1 1,-1-1-1,1 0 1,-1-1-1,1 1 0,-1-1 1,5-3-1,-2-2-6729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06.9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24575,'5'0'0,"3"-6"0,-2-1-8191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1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24575,'-1'70'0,"3"83"0,2-130 0,1 0 0,2 0 0,0 0 0,1-1 0,16 31 0,-12-27 0,25 40 0,-28-52 0,-1-1 0,0 1 0,-1 0 0,-1 0 0,6 20 0,-7-14 0,1-1 0,1 0 0,1 0 0,12 21 0,-13-26 0,-1 1 0,-1 0 0,4 17 0,-4-14 0,14 33 0,7-5 28,-19-34-307,0 0 1,0 0-1,-1 1 1,5 16-1,-6-6-6547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1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1101 0 24575,'-10'1'0,"0"0"0,1 1 0,-1 0 0,1 0 0,-1 1 0,1 0 0,-10 5 0,-60 34 0,-21 36 0,30-36 0,1 4 0,-83 71 0,142-109 0,0 0 0,-1-1 0,-22 11 0,22-13 0,1 1 0,1-1 0,-1 2 0,1-1 0,-11 11 0,2-1 0,0-2 0,-1 0 0,0 0 0,-1-2 0,-22 10 0,13-6 0,-44 30 0,61-37 0,0-1 0,-1-1 0,0 0 0,0-1 0,-26 9 0,34-14 0,0 1 0,0 0 0,0 0 0,0 1 0,0-1 0,0 1 0,1 0 0,-1 0 0,1 1 0,0 0 0,0-1 0,0 1 0,1 1 0,-6 5 0,11-1-1365,4-2-5461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3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315 1 24575,'2'114'0,"-5"127"0,0-222 0,-1 0 0,0-1 0,-1 0 0,-2 0 0,1-1 0,-11 19 0,6-15 0,2 1 0,1 1 0,-6 23 0,6-15 0,-19 46 0,4-11 0,1 17 26,15-55-212,0 0-1,-2-1 1,-24 52-1,25-61 176,1 0-1,1 0 0,0 0 1,-5 32-1,6-26 231,-1 0 1,-9 23-1,-4 4-1464,12-29-5581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3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0 194 24575,'12'-1'0,"-1"-1"0,1 0 0,-1-1 0,0 0 0,0 0 0,21-11 0,28-8 0,91-6 0,99-44 0,-199 64 0,-40 7 0,0 0 0,0-1 0,14-4 0,-25 6 0,1 0 0,-1 0 0,1 0 0,-1 0 0,1 0 0,-1 0 0,1-1 0,-1 1 0,1 0 0,0 0 0,-1 0 0,1-1 0,-1 1 0,0 0 0,1 0 0,-1-1 0,1 1 0,-1 0 0,1-1 0,-1 1 0,0-1 0,1 1 0,-1-1 0,0 1 0,1 0 0,-1-1 0,0 1 0,0-1 0,1 1 0,-1-1 0,0 0 0,0 0 0,-16-6 0,-30 0 0,32 6 0,1 1 0,-1 0 0,1 1 0,-1 1 0,1 0 0,-1 0 0,1 1 0,0 1 0,0 0 0,0 1 0,1 1 0,0 0 0,0 0 0,0 1 0,1 1 0,0 0 0,0 0 0,1 1 0,-14 15 0,9-8 0,1 0 0,1 0 0,-12 20 0,20-27 0,0 0 0,1 1 0,0-1 0,0 1 0,1 0 0,0 1 0,1-1 0,-2 13 0,3-15 0,1 0 0,-1 0 0,1 0 0,1 0 0,-1 0 0,1 0 0,1 0 0,-1 0 0,1 0 0,1 0 0,3 7 0,-4-11 0,1 0 0,-1 0 0,1 0 0,0 0 0,0-1 0,1 1 0,-1-1 0,1 0 0,-1 0 0,1 0 0,0-1 0,0 1 0,0-1 0,1 0 0,-1 0 0,0-1 0,1 1 0,-1-1 0,1 0 0,7 1 0,12 2 0,0-2 0,-1 0 0,1-1 0,0-2 0,0-1 0,0 0 0,0-2 0,-1 0 0,32-11 0,-34 4-1365,-5 0-5461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4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0 24575,'1'77'0,"1"-31"0,-2 0 0,-3 1 0,-10 61 0,2-52 0,7-27 0,-3 0 0,-17 50 0,12-48 0,1-8 0,1 1 0,1 0 0,1 1 0,1-1 0,2 1 0,0 1 0,-1 29 0,5-27 0,-2 0 0,-8 30 0,5-29 0,-3 53 0,9-77 0,-1 5 0,1 0 0,0 0 0,1 0 0,0 0 0,4 18 0,-4-25 0,0 0 0,1-1 0,-1 1 0,1 0 0,-1-1 0,1 0 0,0 1 0,0-1 0,0 0 0,0 0 0,0 0 0,0 0 0,0 0 0,1 0 0,-1-1 0,1 1 0,0-1 0,-1 1 0,1-1 0,0 0 0,0 0 0,0-1 0,-1 1 0,5 0 0,53 3-1365,-31-4-5461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4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361 1 24575,'-71'-1'0,"-82"3"0,147-1 0,-1 1 0,0-1 0,1 1 0,-1 0 0,1 0 0,-1 1 0,1 0 0,0 0 0,0 0 0,0 1 0,1 0 0,-1 0 0,1 1 0,0-1 0,0 1 0,-8 10 0,10-11 0,0 1 0,0-1 0,0 1 0,1 0 0,0 0 0,-1 0 0,2 0 0,-1 0 0,1 0 0,-1 0 0,1 1 0,1-1 0,-1 0 0,1 1 0,0-1 0,0 1 0,1-1 0,-1 0 0,1 1 0,0-1 0,3 9 0,-2-11 0,0 0 0,0 0 0,0 0 0,0 0 0,0-1 0,1 1 0,-1-1 0,1 1 0,0-1 0,-1 0 0,1 0 0,0 0 0,0 0 0,1 0 0,-1-1 0,0 1 0,0-1 0,1 0 0,-1 0 0,1-1 0,-1 1 0,6 0 0,11 1 0,-1-1 0,39-3 0,-36 1 0,15-1 0,0-2 0,67-14 0,-94 17 0,-1 0 0,0 1 0,0 0 0,0 0 0,1 1 0,-1 1 0,0-1 0,0 1 0,0 1 0,-1 0 0,1 0 0,11 7 0,-5-4 0,0-1 0,-1 0 0,24 4 0,-33-8-68,-1-1 0,1 1-1,0-1 1,0 0 0,0 0 0,0-1-1,0 1 1,0-1 0,-1 0 0,1 0-1,0-1 1,0 0 0,-1 0 0,1 0-1,-1 0 1,0 0 0,0-1 0,0 0-1,5-4 1,6-6-6758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5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586 159 24575,'0'549'0,"0"-538"0,-1 1 0,0-1 0,0 0 0,-2 0 0,1 0 0,-1 0 0,-1-1 0,-4 11 0,-3 1 0,-1-1 0,-24 32 0,-3 4 0,23-32 0,-2 0 0,-1 0 0,-24 23 0,37-41 0,-2-1 0,1 0 0,-1 0 0,0 0 0,0-1 0,-1-1 0,1 1 0,-1-1 0,0-1 0,0 0 0,-1 0 0,1-1 0,0 0 0,-12 1 0,8-2 0,0 0 0,0-1 0,0-1 0,0 0 0,0 0 0,0-1 0,0-1 0,1 0 0,-15-7 0,21 8 0,1-1 0,0 0 0,0 0 0,0 0 0,0 0 0,1-1 0,-1 0 0,1 0 0,0-1 0,0 1 0,0-1 0,1 1 0,0-1 0,0 0 0,0-1 0,0 1 0,1 0 0,0-1 0,0 1 0,1-1 0,-1 0 0,0-9 0,-1-13 0,0 0 0,4-46 0,-1 62 0,2 0 0,-1 0 0,2 0 0,-1 0 0,2 0 0,-1 0 0,2 1 0,8-18 0,-5 19 0,0 0 0,1 0 0,0 1 0,1 0 0,0 0 0,0 1 0,14-8 0,22-19 0,-22 17 10,0 2-1,2 0 1,0 2-1,1 1 1,43-15-1,-29 12-342,58-33 0,-28 14 333,-51 26 0,0-1 0,0 0 0,19-15 0,-23 14-135,2 1 0,-1 0 0,28-10 0,9-4-76,16-7 187,15-8 146,90-58 366,-137 77-281,-30 16-136,1 0 0,-1 0 0,-1 0 0,1-1 0,-1-1-1,0 1 1,8-9 0,-9 8-71,0-1 0,0 1 0,-1-2 0,0 1 0,7-14 0,-12 20 0,1 0 0,-1 0 0,1 0 0,-1 0 0,0 0 0,0 0 0,0 0 0,0 0 0,1 0 0,-1 0 0,-1 0 0,1 0 0,0 0 0,0 0 0,0 0 0,0 0 0,-1 0 0,1 0 0,0 0 0,-1 0 0,1 0 0,-2-1 0,1 0 0,-1 1 0,1 0 0,-1 0 0,0 0 0,0 0 0,0 0 0,1 0 0,-1 1 0,0-1 0,0 0 0,0 1 0,0 0 0,0-1 0,0 1 0,0 0 0,-3 0 0,2 0 0,0 1 0,0-1 0,0 0 0,0 1 0,0 0 0,0 0 0,0 0 0,1 0 0,-1 0 0,0 0 0,1 1 0,-1-1 0,1 1 0,-1 0 0,1 0 0,0 0 0,0 0 0,0 0 0,0 0 0,0 0 0,-2 3 0,-3 7 0,-1 1 0,2-1 0,-7 18 0,1-5 0,5-8 0,1 0 0,1-1 0,0 2 0,1-1 0,1 0 0,1 1 0,0 0 0,1-1 0,1 1 0,1 0 0,1 0 0,5 29 0,-5-41 0,0-1 0,0 1 0,0-1 0,1 1 0,0-1 0,0 0 0,0 0 0,1 0 0,-1 0 0,1-1 0,0 1 0,1-1 0,-1 0 0,1 0 0,-1-1 0,1 0 0,0 1 0,1-1 0,-1-1 0,0 1 0,1-1 0,9 3 0,-4-3 0,1 1 0,0-1 0,0-1 0,0 0 0,1-1 0,-1 0 0,0-1 0,0 0 0,0-1 0,15-4 0,-20 4 0,0-1 0,-1 1 0,0-1 0,0-1 0,0 1 0,0-1 0,0 0 0,-1 0 0,1-1 0,-1 1 0,-1-1 0,1 0 0,0-1 0,6-10 0,5-5 0,-15 20 0,0-1 0,0 1 0,1 0 0,-1-1 0,0 1 0,0 0 0,1 0 0,-1 0 0,0 0 0,1 0 0,-1 0 0,1 0 0,0 1 0,-1-1 0,1 0 0,-1 1 0,4-1 0,-4 1 0,0 0 0,0 1 0,0-1 0,0 0 0,0 0 0,0 1 0,0-1 0,0 1 0,0-1 0,0 1 0,0-1 0,0 1 0,-1 0 0,1-1 0,0 1 0,0 0 0,0 0 0,-1-1 0,1 1 0,0 2 0,4 5 0,-1 1 0,0 0 0,0 0 0,-1 0 0,2 10 0,-1-3 0,12 56 0,-14-179 0,-4 59 0,1 23 0,1 1 0,0-1 0,7-37 0,-6 55 0,1-1 0,0 1 0,0 0 0,1 0 0,0 1 0,0-1 0,0 1 0,1-1 0,0 1 0,0 0 0,1 0 0,0 1 0,0-1 0,0 1 0,1 0 0,7-5 0,2 0 0,0 0 0,1 1 0,0 1 0,0 1 0,0 0 0,1 1 0,23-6 0,-4 4 0,-5 1 0,-1 1 0,1 1 0,33-1 0,-4 5 0,203 4 0,-232 2-1365,-3 2-5461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5.4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 24575,'806'0'0,"-782"-1"-195,-1 0 0,1-2 0,-1-1 0,0 0 0,0-2 0,24-9 0,-26 5-6631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5.7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24575,'9'1'0,"-1"0"0,0 1 0,1 1 0,-1-1 0,0 1 0,0 1 0,0-1 0,-1 1 0,1 1 0,-1-1 0,0 1 0,8 8 0,40 22 0,-21-16 0,55 40 0,-59-38 0,5 7 0,-1 1 0,41 45 0,-61-60 0,-6-5 0,-1 0 0,0 0 0,0 0 0,-1 1 0,0 0 0,-1 0 0,0 0 0,0 1 0,-2 0 0,1 0 0,-1 0 0,-1 0 0,2 17 0,-3-19 0,0 0 0,-1 0 0,-1 0 0,1 0 0,-1 1 0,-1-1 0,0 0 0,0-1 0,-1 1 0,0 0 0,-1-1 0,1 1 0,-2-1 0,1 0 0,-1-1 0,0 1 0,-7 7 0,1-4 0,0 0 0,-1 0 0,0-1 0,-1-1 0,0 0 0,0-1 0,-1 0 0,-28 11 0,7-4 0,-1-1 0,-56 14 0,73-23-160,0 1-1,-34 16 0,39-15-722,-10 3-5943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6.6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24575,'2'1'0,"-1"-1"0,1 1 0,-1 0 0,1-1 0,-1 1 0,0 0 0,1 0 0,-1 0 0,0 0 0,1 0 0,-1 0 0,0 1 0,0-1 0,0 0 0,0 0 0,0 1 0,1 1 0,15 27 0,-17-29 0,5 10 0,-1 0 0,0 0 0,-1 1 0,0-1 0,-1 1 0,2 22 0,-4 71 0,-1-86 0,1-47 0,1-50 0,0 69 0,0 1 0,1-1 0,0 1 0,0-1 0,0 1 0,1 0 0,7-13 0,-2 7 0,1-1 0,1 2 0,0-1 0,1 1 0,23-21 0,-27 28 0,0 0 0,1 1 0,0 0 0,0 0 0,1 1 0,0 0 0,-1 0 0,1 1 0,0 0 0,0 1 0,1 0 0,9-1 0,-9 2 0,0 0 0,0 0 0,-1 1 0,1 1 0,0 0 0,0 0 0,14 4 0,-20-3 0,0-1 0,0 1 0,0 0 0,0 0 0,0 0 0,-1 1 0,1-1 0,-1 1 0,1 0 0,-1 0 0,0 0 0,0 0 0,0 1 0,-1-1 0,1 1 0,-1-1 0,0 1 0,0 0 0,2 4 0,15 44 0,16 68 0,-24-56 0,-10-61 0,-1 0 0,1 1 0,-1-1 0,0 0 0,0 1 0,-1-1 0,1 0 0,-1 1 0,1-1 0,-1 0 0,0 0 0,0 0 0,-1 1 0,1-1 0,0 0 0,-4 3 0,5-5 0,-1-1 0,1 0 0,-1 0 0,1 0 0,-1 1 0,1-1 0,-1 0 0,1 0 0,-1 0 0,1 0 0,-1 0 0,1 0 0,-1 0 0,1 0 0,-1 0 0,1 0 0,-1 0 0,1 0 0,-1-1 0,1 1 0,-1 0 0,1 0 0,-1-1 0,1 1 0,-1 0 0,1 0 0,-1-1 0,1 1 0,-1 0 0,1-1 0,0 1 0,-1-1 0,1 1 0,-1-1 0,-11-16 0,7 8 0,1-1 0,0 0 0,1 0 0,0 0 0,1 0 0,0-1 0,0 1 0,0-12 0,1-7 0,4-50 0,-1 71 0,-1 0 0,1 1 0,0-1 0,1 0 0,0 1 0,0-1 0,0 1 0,1 0 0,0 0 0,7-9 0,-9 13 0,0 1 0,1-1 0,-1 0 0,0 1 0,1 0 0,-1-1 0,1 1 0,0 0 0,0 0 0,0 0 0,0 1 0,0-1 0,0 1 0,0-1 0,1 1 0,-1 0 0,0 1 0,1-1 0,-1 0 0,1 1 0,-1 0 0,1 0 0,-1 0 0,1 0 0,-1 1 0,4 0 0,-4 0 0,-1 0 0,1 1 0,-1-1 0,1 1 0,-1-1 0,0 1 0,1 0 0,-1 0 0,0 0 0,0 0 0,-1 1 0,1-1 0,0 0 0,-1 1 0,1-1 0,-1 1 0,0-1 0,0 1 0,0 0 0,0 0 0,0-1 0,-1 1 0,1 5 0,1 9 0,0 0 0,-2 31 0,-1-35 0,-2 59 0,0-29 0,4 59 0,0-90 0,1 0 0,0 0 0,0 0 0,1 0 0,1-1 0,0 1 0,0-1 0,1 0 0,11 17 0,-13-24 0,1 0 0,-1 0 0,1-1 0,0 1 0,1-1 0,-1 0 0,0 0 0,1 0 0,0-1 0,0 0 0,0 1 0,0-2 0,0 1 0,0-1 0,0 1 0,0-1 0,9 0 0,12 1 0,1-2 0,36-3 0,-22 1 0,-21 2 0,-6 0 0,1 0 0,0-1 0,0 0 0,0-1 0,-1-1 0,1 0 0,-1-1 0,24-10 0,33-19 0,134-42 0,-189 70-195,-1-1 0,0-1 0,0 0 0,0-1 0,-1-1 0,19-15 0,-17 12-6631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7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0 24575,'1'63'0,"0"-19"0,-1 0 0,-3-1 0,-9 54 0,8-75 0,2-11 0,0 0 0,-1 1 0,-5 11 0,6-19 0,1-1 0,-1 1 0,0-1 0,-1 1 0,1-1 0,-1 0 0,1 0 0,-1 0 0,0 0 0,0-1 0,0 1 0,-7 3 0,-8 3 0,-1 0 0,0-2 0,0-1 0,0 0 0,-27 4 0,-19 6 0,91-12 0,21-2 0,286-3-1365,-305 1-5461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8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24575,'0'6'0,"5"1"0,8 0 0,1 4 0,-2 5 0,3 1 0,-1 2 0,-3 4 0,-3 3 0,-3 3 0,-9-3 0,-2-2 0,-7-4 0,-1 0 0,-3-3 0,-4 0 0,1 3 0,4-1-8191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1:59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24575,'0'246'0,"0"-261"0,0 1 0,1 0 0,0 0 0,1 0 0,0 0 0,1 0 0,1 1 0,0-1 0,1 1 0,11-23 0,-10 26 0,0-1 0,1 1 0,-1 1 0,2-1 0,0 1 0,0 1 0,11-10 0,-17 16 0,1-1 0,0 2 0,0-1 0,0 0 0,-1 0 0,2 1 0,-1 0 0,0-1 0,0 1 0,0 1 0,0-1 0,1 0 0,-1 1 0,0-1 0,1 1 0,-1 0 0,1 0 0,-1 1 0,0-1 0,1 0 0,-1 1 0,0 0 0,0 0 0,0 0 0,1 0 0,-1 1 0,0-1 0,0 1 0,-1 0 0,4 2 0,-1 0 0,1 1 0,-2-1 0,1 1 0,0 0 0,-1 0 0,0 1 0,-1-1 0,1 1 0,4 11 0,18 58 0,-18-49 0,-4-27 0,3-12 0,9-26 0,-8 18 0,-4 14 0,0 0 0,0 0 0,0 1 0,1-1 0,0 1 0,0 0 0,0 0 0,1 1 0,0 0 0,0 0 0,0 0 0,1 1 0,7-5 0,-11 8 0,0-1 0,1 1 0,-1 0 0,0-1 0,1 2 0,-1-1 0,1 0 0,0 1 0,-1-1 0,1 1 0,0 0 0,-1 0 0,1 1 0,-1-1 0,1 1 0,-1-1 0,1 1 0,-1 0 0,1 1 0,-1-1 0,0 0 0,1 1 0,-1 0 0,0 0 0,0 0 0,0 0 0,0 0 0,-1 1 0,1-1 0,2 5 0,1 1 2,0 1 0,-1 0-1,0 0 1,-1 1 0,0 0 0,-1 0-1,0 0 1,0 0 0,-1 0 0,1 13-1,9 28-1385,-6-29-5442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0.2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89 24575,'0'93'0,"0"-56"0,0-31 0,0-12 0,-1-11 0,1 2 0,0 0 0,1-1 0,0 1 0,6-23 0,-6 34 0,0 0 0,1 0 0,0 0 0,-1 0 0,2 0 0,-1 0 0,0 0 0,1 1 0,-1-1 0,1 1 0,0-1 0,0 1 0,1 0 0,-1 0 0,1 1 0,-1-1 0,1 1 0,0 0 0,0 0 0,6-3 0,8-2 0,-7 2 0,1 0 0,0 1 0,1 1 0,12-3 0,-23 6 0,0-1 0,0 1 0,0 0 0,0 0 0,0 0 0,0 0 0,0 0 0,0 0 0,0 0 0,0 1 0,0-1 0,0 1 0,0 0 0,0-1 0,0 1 0,0 0 0,0 0 0,-1 0 0,1 0 0,0 1 0,-1-1 0,1 0 0,-1 1 0,1-1 0,-1 1 0,1-1 0,-1 1 0,0 0 0,0 0 0,0-1 0,1 3 0,9 28 0,7 36 0,-10-35 0,14 34 0,-21-64 0,1 0 0,-1 1 0,1-1 0,0 0 0,0 0 0,0 0 0,0 0 0,1-1 0,-1 1 0,1 0 0,-1-1 0,1 0 0,0 0 0,0 0 0,0 0 0,1 0 0,3 2 0,-1-2 0,0-1 0,0 1 0,0-1 0,1 0 0,-1-1 0,0 1 0,0-1 0,0 0 0,9-2 0,7-2 0,0-1 0,0-1 0,0-1 0,28-14 0,24-3 134,-19 8-1633,-35 9-5327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5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0 412 24575,'1'-1'0,"-1"-1"0,1 1 0,-1-1 0,1 1 0,-1-1 0,1 1 0,0-1 0,0 1 0,0 0 0,0-1 0,0 1 0,0 0 0,0 0 0,0-1 0,0 1 0,2-1 0,27-19 0,-17 12 0,1-1 0,0-1 0,-1 0 0,-1-1 0,0-1 0,0 0 0,15-24 0,101-156 0,-101 137 0,-23 54 0,-2 10 0,-1 10 0,-3 33 32,-3 0 0,-2 0 0,-13 49 0,8-46-530,3 1 1,-4 67-1,13-94-6328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5.6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414 1 24575,'5'0'0,"0"1"0,0 0 0,0 1 0,0-1 0,-1 1 0,1 0 0,0 0 0,-1 1 0,0-1 0,1 1 0,-1 0 0,0 0 0,-1 1 0,1-1 0,0 1 0,-1-1 0,0 1 0,0 0 0,4 8 0,-1-3 0,0 0 0,-1 1 0,0-1 0,-1 2 0,0-1 0,0 0 0,-1 1 0,2 12 0,-2-2 0,-1 0 0,-1-1 0,-1 1 0,-3 24 0,2-40 0,1 0 0,-1 0 0,0 0 0,-1-1 0,1 1 0,-1-1 0,0 1 0,0-1 0,0 0 0,0 1 0,-1-1 0,0 0 0,0-1 0,0 1 0,0 0 0,-1-1 0,1 0 0,-1 0 0,0 0 0,0 0 0,0 0 0,0-1 0,-9 4 0,-4 0 0,-60 22 0,-149 34 0,99-35-1365,99-24-5461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6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451 32 24575,'3'0'0,"-1"-1"0,1 1 0,-1-1 0,1 0 0,-1 0 0,0 0 0,1 0 0,3-3 0,13-6 0,-11 7 0,0 1 0,1 0 0,-1 0 0,1 1 0,-1 0 0,1 1 0,-1 0 0,15 1 0,-20 0 0,0 0 0,0-1 0,0 1 0,0 0 0,0 1 0,-1-1 0,1 0 0,0 1 0,-1-1 0,1 1 0,-1 0 0,1 0 0,-1 0 0,0 0 0,0 1 0,0-1 0,0 0 0,0 1 0,-1 0 0,1-1 0,-1 1 0,1 0 0,-1-1 0,0 1 0,0 0 0,-1 0 0,2 4 0,-1-1 0,0-1 0,-1 1 0,1 0 0,-1 0 0,0-1 0,0 1 0,-1 0 0,0-1 0,0 1 0,0 0 0,-1-1 0,0 1 0,0-1 0,0 0 0,-1 0 0,1 0 0,-1 0 0,0 0 0,-1 0 0,1-1 0,-1 1 0,0-1 0,0 0 0,-6 4 0,-10 7 0,-1-1 0,-1-1 0,0-1 0,-32 13 0,-2 2 0,-5 1 0,-97 31 0,134-51 0,10-3 0,-1 0 0,0-2 0,0 1 0,0-2 0,0 0 0,-1-1 0,-24-1 0,27-5 0,18-3 0,22-5 0,14 7 0,0 1 0,1 3 0,75 4 0,-32 0 0,268-1 0,-333 0 34,0 1-1,-1 1 0,27 7 0,-23-4-782,42 4 0,-39-8-6077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6.5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24575,'3'0'0,"1"0"0,-1 0 0,0 1 0,0-1 0,0 1 0,0 0 0,0 0 0,0 0 0,0 0 0,0 1 0,0-1 0,0 1 0,-1-1 0,1 1 0,0 0 0,2 3 0,-1-1 0,-1 0 0,1 1 0,-1-1 0,0 1 0,0 0 0,-1 0 0,1 0 0,2 9 0,0 2 0,-1 1 0,-1 0 0,-1 0 0,1 35 0,-2-41 0,-2 0 0,1 0 0,-1 0 0,-1-1 0,0 1 0,0-1 0,-6 15 0,5-19 0,0 0 0,0 0 0,-1 0 0,1-1 0,-1 0 0,-1 0 0,1 0 0,-1 0 0,0 0 0,0-1 0,0 0 0,-1 0 0,-7 4 0,-17 8 0,12-6 0,0 1 0,1 0 0,-23 19 0,2-4-1365,20-17-5461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8.1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0 24575,'4'5'0,"-1"-1"0,0 1 0,0 0 0,0 0 0,-1 1 0,0-1 0,0 0 0,0 1 0,0-1 0,-1 1 0,0-1 0,0 8 0,1 6 0,-1 1 0,-1 23 0,-1-29 0,-1 1 0,-1-1 0,0 0 0,0 0 0,-2-1 0,-9 23 0,-2-4 0,-31 44 0,-28 48 0,72-121 0,2 0 0,-1 0 0,0 0 0,1 0 0,-1 1 0,1-1 0,0 1 0,0-1 0,0 1 0,1-1 0,-1 1 0,1-1 0,0 1 0,0-1 0,0 1 0,2 6 0,-1-8 0,0 1 0,0-1 0,0 0 0,1 0 0,-1 0 0,1 0 0,-1 0 0,1 0 0,0 0 0,0 0 0,0 0 0,0-1 0,0 1 0,0-1 0,0 0 0,0 0 0,1 1 0,-1-1 0,0-1 0,1 1 0,-1 0 0,1-1 0,-1 1 0,4 0 0,8 1 0,0-1 0,0 0 0,0-1 0,1 0 0,-1-2 0,0 1 0,0-1 0,21-7 0,8-5 0,55-27 0,-74 31 0,140-56 0,-142 57 0,-13 6 0,0 0 0,-1-1 0,0 0 0,0-1 0,14-9 0,-20 12 0,0 0 0,0 1 0,-1-1 0,1 0 0,-1 0 0,1 0 0,-1 0 0,0-1 0,0 1 0,0 0 0,0 0 0,0-1 0,0 1 0,-1-1 0,1 1 0,-1 0 0,0-1 0,0 1 0,0-1 0,0 1 0,0-1 0,0 1 0,-1-1 0,1 1 0,-1 0 0,1-1 0,-2-2 0,1 3 0,0 0 0,0-1 0,0 1 0,0 0 0,0 0 0,0 0 0,0 0 0,-1 0 0,1 0 0,-1 1 0,1-1 0,-1 0 0,0 1 0,0-1 0,0 1 0,1 0 0,-1-1 0,-1 1 0,1 0 0,0 0 0,0 0 0,0 1 0,0-1 0,-1 0 0,1 1 0,0 0 0,-1-1 0,1 1 0,0 0 0,-1 0 0,1 0 0,0 1 0,-5 0 0,4 0 0,0-1 0,0 1 0,0 0 0,0 1 0,0-1 0,1 0 0,-1 1 0,0 0 0,1-1 0,-1 1 0,1 0 0,0 0 0,-1 1 0,1-1 0,0 0 0,0 1 0,1-1 0,-1 1 0,0 0 0,1-1 0,0 1 0,0 0 0,-1 0 0,2 0 0,-2 3 0,1-2 0,1-1 0,-1 1 0,1-1 0,0 0 0,0 1 0,0-1 0,0 1 0,1-1 0,-1 1 0,1-1 0,0 0 0,0 1 0,0-1 0,0 0 0,1 0 0,-1 0 0,1 0 0,0 0 0,0 0 0,0 0 0,0-1 0,1 1 0,-1-1 0,1 1 0,-1-1 0,1 0 0,0 0 0,0 0 0,0 0 0,0-1 0,0 1 0,0-1 0,0 0 0,1 0 0,5 1 0,11 2 0,0-1 0,0-1 0,0-1 0,39-2 0,-42 0 0,-12 1 0,15 0 0,1-2 0,-1 0 0,25-6 0,-40 7 0,0 0 0,0-1 0,0 0 0,0 0 0,-1 0 0,1 0 0,-1-1 0,1 0 0,-1 0 0,0 0 0,0 0 0,0-1 0,-1 0 0,1 1 0,-1-1 0,0-1 0,0 1 0,3-5 0,-6 7 0,1-1 0,0 1 0,0 0 0,0 0 0,1 0 0,-1 0 0,0 1 0,1-1 0,-1 0 0,1 0 0,0 1 0,-1-1 0,3 0 0,-3 1 0,1 1 0,-1 0 0,0 0 0,0 1 0,0-1 0,1 0 0,-1 0 0,0 1 0,0-1 0,0 0 0,0 1 0,0-1 0,1 1 0,-1-1 0,0 1 0,0 0 0,-1 0 0,1-1 0,0 1 0,0 0 0,0 0 0,0 0 0,-1 0 0,1 0 0,0 0 0,0 2 0,17 20 0,-10-13 0,0 1 0,1-1 0,0 0 0,13 11 0,-21-21 0,0 1 0,0 0 0,1-1 0,-1 1 0,0-1 0,0 1 0,0-1 0,0 0 0,0 1 0,1-1 0,-1 0 0,0 0 0,0 0 0,0 0 0,1 0 0,-1 0 0,0 0 0,0 0 0,1-1 0,-1 1 0,0 0 0,2-1 0,0-1 0,0 0 0,0 1 0,0-1 0,0 0 0,-1-1 0,1 1 0,-1 0 0,4-4 0,-1-1 0,1-1 0,-1 1 0,0-1 0,0 0 0,5-14 0,1-7 0,-1 0 0,-2-1 0,8-53 0,-17 92 0,-1 1 0,0-1 0,-1 0 0,-7 16 0,2-12 0,2 2 0,0-1 0,0 1 0,1-1 0,1 2 0,0-1 0,1 0 0,1 1 0,0 15 0,1-26 0,1 0 0,1-1 0,-1 1 0,1 0 0,-1-1 0,1 1 0,1-1 0,-1 1 0,1-1 0,-1 1 0,1-1 0,0 0 0,1 0 0,-1 0 0,1 0 0,0 0 0,0-1 0,0 1 0,0-1 0,1 0 0,-1 0 0,1 0 0,0 0 0,0 0 0,0-1 0,0 0 0,0 0 0,1 0 0,-1 0 0,0-1 0,1 0 0,0 0 0,7 1 0,20 2 0,0-2 0,0-1 0,62-7 0,-89 6 0,0-2 0,0 1 0,0 0 0,-1-1 0,1 0 0,-1 0 0,1 0 0,-1-1 0,0 0 0,0 1 0,0-1 0,0-1 0,0 1 0,-1-1 0,1 1 0,-1-1 0,0 0 0,0 0 0,-1 0 0,1-1 0,2-7 0,-2 6 0,0 0 0,-1 0 0,0 0 0,-1 0 0,1-1 0,-1 1 0,-1-1 0,1 1 0,-1 0 0,0-1 0,0 1 0,-1-1 0,0 1 0,0-1 0,0 1 0,-4-8 0,5 13 0,0 0 0,0 0 0,-1-1 0,1 1 0,-1 0 0,1 0 0,-1 0 0,1 0 0,-1 0 0,0 0 0,1 0 0,-1 0 0,0 0 0,0 0 0,0 0 0,0 0 0,0 0 0,0 1 0,0-1 0,0 0 0,0 1 0,0-1 0,0 1 0,0-1 0,-1 1 0,1-1 0,0 1 0,0 0 0,0 0 0,-1 0 0,1 0 0,0-1 0,0 2 0,-1-1 0,1 0 0,0 0 0,0 0 0,-1 1 0,1-1 0,0 0 0,0 1 0,0-1 0,0 1 0,-2 0 0,0 2 0,-1-1 0,1 1 0,0 0 0,0 0 0,0 0 0,0 0 0,1 1 0,-1-1 0,1 1 0,0 0 0,0 0 0,-2 5 0,1 0 0,0 0 0,0 0 0,1 0 0,1 1 0,0-1 0,0 1 0,1-1 0,0 1 0,2 15 0,-1-21 0,-1 0 0,1-1 0,0 1 0,0 0 0,1 0 0,-1-1 0,1 1 0,-1 0 0,1-1 0,1 0 0,-1 1 0,0-1 0,1 0 0,-1 0 0,1-1 0,0 1 0,0 0 0,0-1 0,0 0 0,1 1 0,-1-1 0,1-1 0,-1 1 0,1 0 0,5 1 0,0-1 0,-1 0 0,1 0 0,0-1 0,0 0 0,0-1 0,-1 0 0,1 0 0,0-1 0,9-2 0,-14 3 0,-1-1 0,0 0 0,1-1 0,-1 1 0,0 0 0,0-1 0,0 0 0,0 0 0,0 0 0,-1 0 0,1 0 0,-1 0 0,1-1 0,-1 1 0,0-1 0,0 0 0,0 1 0,0-1 0,0 0 0,0 0 0,-1-1 0,0 1 0,0 0 0,0 0 0,1-7 0,7-30-105,0-2-525,6-71 0,-14 86-6196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8.3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176 0 24575,'2'93'0,"-5"104"0,-1-171 0,-11 42 0,5-29 0,3-14 0,-1 0 0,-2-1 0,-17 33 0,12-26 0,-11 33 0,25-61-62,0 0 0,1-1 0,-1 1 0,0-1 0,0 1 0,-1-1 0,1 0 0,0 1 0,-1-1 0,0 0 0,1 0 0,-1 0-1,0 0 1,0 0 0,0-1 0,0 1 0,0 0 0,-1-1 0,1 0 0,0 1 0,-4 0 0,-8-1-6764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8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0 262 24575,'1'0'0,"0"0"0,0-1 0,0 1 0,0 0 0,-1 0 0,1-1 0,0 1 0,0-1 0,0 1 0,-1-1 0,1 1 0,0-1 0,0 1 0,-1-1 0,1 1 0,0-1 0,-1 0 0,1 0 0,-1 1 0,1-1 0,-1 0 0,1-1 0,10-24 0,-3 7 0,2 2 0,2 0 0,0 0 0,1 1 0,1 0 0,0 1 0,30-23 0,-34 30 0,1 1 0,1-1 0,-1 2 0,1 0 0,0 0 0,1 1 0,-1 1 0,1 0 0,0 0 0,0 2 0,21-3 0,22 3 0,83 6 0,-133-3 0,0 0 0,0 0 0,0 0 0,0 0 0,-1 1 0,1 0 0,0 0 0,-1 1 0,0-1 0,1 1 0,-1 1 0,0-1 0,-1 1 0,1-1 0,-1 1 0,1 1 0,-1-1 0,0 0 0,-1 1 0,1 0 0,-1 0 0,0 0 0,0 1 0,0-1 0,-1 0 0,0 1 0,0 0 0,-1 0 0,1-1 0,0 7 0,-1-2 0,0-1 0,-1 1 0,0-1 0,0 1 0,-1-1 0,-1 0 0,1 1 0,-1-1 0,-1 0 0,0 0 0,0 0 0,-1 0 0,0-1 0,0 1 0,-1-1 0,0 0 0,0 0 0,-11 10 0,5-6 0,0-1 0,-2 0 0,1 0 0,-1-2 0,-1 1 0,-25 12 0,22-14 0,8-5 0,0 1 0,0 0 0,1 1 0,-1 0 0,1 1 0,-11 9 0,18-15 0,1 0 0,0 1 0,0-1 0,0 0 0,0 0 0,-1 1 0,1-1 0,0 0 0,0 0 0,0 1 0,0-1 0,0 0 0,0 1 0,0-1 0,0 0 0,0 0 0,0 1 0,0-1 0,0 0 0,0 1 0,0-1 0,0 0 0,0 1 0,0-1 0,0 0 0,0 0 0,0 1 0,0-1 0,1 0 0,-1 0 0,0 1 0,0-1 0,0 0 0,0 0 0,1 1 0,-1-1 0,0 0 0,0 0 0,1 0 0,-1 1 0,0-1 0,0 0 0,1 0 0,-1 0 0,0 0 0,0 0 0,1 0 0,-1 0 0,0 0 0,1 1 0,-1-1 0,0 0 0,0 0 0,1 0 0,-1 0 0,1-1 0,20 4 0,-21-3 0,112 1 0,-78-2 0,0 1 0,0 1 0,47 9 0,-39-3 0,88 3 0,-46-5 0,16 11 0,-76-11 0,0-1 0,0-1 0,0 0 0,37-3 0,-58 0-124,0 0 0,1 0 0,-1-1 0,0 0 0,0 1 0,0-1-1,0-1 1,0 1 0,0 0 0,6-4 0,-3-3-6702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9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24575,'6'0'0,"2"0"-8191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09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6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100 200 24575,'1'71'0,"-3"81"0,1-144 0,0 0 0,0 0 0,-1-1 0,-1 1 0,-4 12 0,6-18 0,1 0 0,-1 0 0,0-1 0,0 1 0,0 0 0,0-1 0,0 1 0,0-1 0,0 1 0,-1-1 0,1 0 0,-1 0 0,1 1 0,-1-1 0,1 0 0,-1 0 0,1 0 0,-1 0 0,0-1 0,1 1 0,-1 0 0,0-1 0,0 1 0,0-1 0,0 0 0,0 1 0,1-1 0,-5 0 0,4-1 0,0 0 0,1 0 0,-1 0 0,0 0 0,0 0 0,0 0 0,1 0 0,-1-1 0,1 1 0,-1 0 0,1-1 0,-1 0 0,1 1 0,0-1 0,0 0 0,0 1 0,0-1 0,0 0 0,0 0 0,0 0 0,1 0 0,-1 0 0,1 0 0,-1 0 0,1-3 0,-2-9 0,0 0 0,0-21 0,2 28 0,-1-40 0,6-60 0,-2 88 0,0 0 0,1 0 0,1 1 0,0-1 0,17-34 0,-18 46 0,0 1 0,0-1 0,1 1 0,0 0 0,0 0 0,0 1 0,1 0 0,0 0 0,0 0 0,0 0 0,1 1 0,0 0 0,0 1 0,0-1 0,0 1 0,0 1 0,14-4 0,-7 3 0,-1 1 0,1 0 0,-1 0 0,1 2 0,-1 0 0,1 0 0,0 1 0,-1 1 0,19 5 0,-25-5 0,-1 0 0,1 1 0,-1 0 0,1 0 0,-1 1 0,0-1 0,0 1 0,-1 1 0,1-1 0,-1 1 0,0 0 0,0 0 0,-1 1 0,6 8 0,3 7 0,-1 0 0,16 42 0,-25-58 0,1 6 0,0 1 0,-1-1 0,3 13 0,-5-21 0,-1 0 0,1-1 0,-1 1 0,0 0 0,0 0 0,1-1 0,-2 1 0,1 0 0,0 0 0,-1-1 0,1 1 0,-1 0 0,0-1 0,0 1 0,0 0 0,0-1 0,0 1 0,-3 3 0,4-6 0,-1 0 0,1 0 0,0 0 0,-1 0 0,1 0 0,-1 0 0,1 0 0,0 0 0,-1 0 0,1 0 0,-1 0 0,1 0 0,0 0 0,-1 0 0,1 0 0,0-1 0,-1 1 0,1 0 0,-1 0 0,1 0 0,0-1 0,-1 1 0,1 0 0,0-1 0,0 1 0,-1 0 0,1 0 0,0-1 0,0 1 0,-1 0 0,1-1 0,0 1 0,0-1 0,0 1 0,0 0 0,0-1 0,-1 1 0,1 0 0,0-1 0,0 1 0,0-1 0,0 1 0,0 0 0,0-1 0,0 1 0,0-1 0,-5-21 0,5 15 0,-1 0 0,1 0 0,0 0 0,0 0 0,1 1 0,0-1 0,0 0 0,1 0 0,-1 1 0,1-1 0,1 1 0,0-1 0,0 1 0,0 0 0,0 0 0,1 0 0,0 1 0,0-1 0,1 1 0,-1 0 0,1 0 0,8-6 0,-5 5 0,1 0 0,0 1 0,-1 0 0,2 0 0,-1 1 0,0 0 0,1 0 0,0 1 0,0 1 0,0 0 0,0 0 0,0 1 0,0 0 0,18 1 0,-22 1 0,0 0 0,1 1 0,-1 0 0,0 0 0,0 1 0,0 0 0,-1 0 0,1 0 0,0 1 0,-1-1 0,0 1 0,0 1 0,0-1 0,-1 1 0,1-1 0,-1 1 0,0 1 0,5 8 0,-1-1 0,-1 0 0,0 0 0,0 0 0,-2 1 0,0 0 0,0 0 0,2 19 0,-6-28-170,0 1-1,0 0 0,-1 0 1,0 0-1,-1-1 0,1 1 1,-2 6-1,-4 8-6655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7.5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441 38 24575,'-104'2'0,"-115"-5"0,187-6 0,24 1 0,8 8 0,0-1 0,1 1 0,-1-1 0,0 1 0,1-1 0,-1 1 0,1-1 0,-1 1 0,1-1 0,0 1 0,-1-1 0,1 1 0,-1 0 0,1-1 0,0 1 0,-1 0 0,1 0 0,0 0 0,-1-1 0,1 1 0,1 0 0,22-4 0,1 0 0,0 2 0,0 0 0,0 2 0,37 4 0,-53-2 0,-1-1 0,0 1 0,0 0 0,0 1 0,0 0 0,0 0 0,0 1 0,-1 0 0,0 0 0,0 0 0,0 1 0,0 0 0,-1 1 0,0-1 0,0 1 0,0 1 0,-1-1 0,0 1 0,5 8 0,-7-11 0,0 1 0,-1 0 0,0 0 0,0 0 0,0 0 0,-1 0 0,1 0 0,-1 0 0,0 1 0,-1-1 0,1 0 0,-1 1 0,0-1 0,-1 1 0,1-1 0,-1 0 0,0 1 0,0-1 0,-1 0 0,1 0 0,-1 0 0,0 0 0,-1 0 0,1 0 0,-1-1 0,0 1 0,0-1 0,-1 0 0,1 0 0,-7 6 0,-8 5 0,-1-1 0,-1-1 0,0-1 0,-1-1 0,-41 16 0,19-8 0,26-12 0,-1-1 0,-27 6 0,-5 1 0,-16 3 0,73-17 0,30-9 0,1 2 0,62-5 0,111 13 0,-97 1 0,-94 0 0,-1 1 0,0 1 0,27 7 0,-24-4 0,46 4 0,-8-6 0,103-8 0,-160 4-59,0 0 0,0-1-1,0 1 1,-1-1-1,1 0 1,0 1 0,0-1-1,0-1 1,-1 1 0,1 0-1,0-1 1,-1 1 0,0-1-1,1 0 1,-1 0-1,0 0 1,0 0 0,0 0-1,0-1 1,0 1 0,0 0-1,2-6 1,4-12-6767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7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0 24575,'0'6'0,"0"6"0,0 8 0,0 5 0,0 4 0,0 3 0,0 1 0,0 1 0,0-1 0,0 0 0,0 0 0,0 0 0,-5-6 0,-2-2 0,0 1 0,-4-5 0,0-6-8191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8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86 24575,'3'0'0,"0"-1"0,0 0 0,0 0 0,0-1 0,-1 1 0,1 0 0,-1-1 0,1 0 0,-1 1 0,0-1 0,1 0 0,-1 0 0,2-4 0,13-8 0,-10 10 0,23-16 0,-29 20 0,0-1 0,-1 1 0,1 0 0,0-1 0,-1 1 0,1-1 0,-1 1 0,1-1 0,-1 1 0,1-1 0,-1 1 0,1-1 0,-1 1 0,1-1 0,-1 0 0,0 1 0,1-1 0,-1 0 0,0 1 0,0-1 0,0 0 0,1 1 0,-1-1 0,0 0 0,0 0 0,0 1 0,0-1 0,0 0 0,0 0 0,0 1 0,0-1 0,-1 0 0,1 0 0,0 0 0,-1 1 0,1 0 0,0-1 0,-1 1 0,1 0 0,0 0 0,0 0 0,-1 0 0,1-1 0,0 1 0,-1 0 0,1 0 0,0 0 0,-1 0 0,1 0 0,0 0 0,-1 0 0,1 0 0,0 0 0,-1 0 0,1 0 0,0 0 0,-1 0 0,1 1 0,0-1 0,-1 0 0,1 0 0,0 0 0,-1 0 0,1 0 0,0 1 0,-1-1 0,1 0 0,0 0 0,0 1 0,0-1 0,-1 0 0,1 0 0,0 1 0,0-1 0,0 0 0,-1 1 0,1-1 0,0 1 0,-10 16 0,8-15 0,-21 38 0,14-26 0,1-1 0,0 2 0,1-1 0,-7 23 0,12-32 0,1 0 0,0 0 0,0 0 0,1 0 0,0 0 0,0 1 0,0-1 0,0 0 0,1 0 0,0 0 0,0 0 0,0 0 0,1 0 0,-1 0 0,1 0 0,0 0 0,1-1 0,3 7 0,-2-6 0,1 1 0,-1-1 0,1 1 0,0-1 0,0-1 0,1 1 0,-1-1 0,1 0 0,0 0 0,0-1 0,13 6 0,3-1 0,1 0 0,28 4 0,-1 0 0,-34-8 24,1 0 0,0-1 0,-1-1 0,33 1 0,-43-3-111,1 0-1,-1-1 1,0 0 0,0 0-1,0 0 1,-1-1 0,1 1-1,0-2 1,0 1-1,-1 0 1,1-1 0,-1 0-1,0 0 1,0-1 0,0 0-1,8-7 1,0-7-6739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8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24575,'3'0'0,"-1"-1"0,1 0 0,-1 1 0,0-1 0,1 0 0,-1 0 0,0 0 0,4-3 0,13-5 0,0 4 0,0 2 0,0 0 0,27 0 0,-25 2 0,1-1 0,32-8 0,90-14 0,-50 10 0,-46 8 0,-1 2 0,82 4 0,34-3 0,-131-2-1365,-5-2-5461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8.8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24575,'2'1'0,"1"0"0,0 0 0,0 0 0,-1 0 0,1 0 0,0 0 0,-1 0 0,0 1 0,1 0 0,-1-1 0,0 1 0,4 3 0,26 28 0,-31-31 0,69 85 0,30 31 0,-92-109 0,0 1 0,0 0 0,-1 0 0,0 0 0,-1 1 0,0 0 0,-1 0 0,0 1 0,0-1 0,3 18 0,-4-10 0,-1 0 0,0 1 0,-2 0 0,0-1 0,-3 37 0,0-47 0,0 0 0,0-1 0,-1 1 0,0-1 0,0 0 0,-1 0 0,0 0 0,0 0 0,-1-1 0,0 1 0,0-1 0,-1-1 0,0 1 0,0-1 0,-1 0 0,0 0 0,0-1 0,0 0 0,-13 7 0,16-10-106,3-2 32,0 0 0,0 1 0,0-1 0,1 0 0,-1 1 0,0-1-1,0 1 1,0-1 0,1 1 0,-1-1 0,0 1 0,0 0 0,1-1 0,-1 1 0,1 0 0,-2 1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9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0 24575,'0'581'0,"0"-580"0,-4 48 0,4-48 0,0 1 0,0-1 0,-1 1 0,1-1 0,0 1 0,-1-1 0,1 1 0,-1-1 0,0 0 0,1 1 0,-1-1 0,0 0 0,0 0 0,0 1 0,0-1 0,0 0 0,0 0 0,0 0 0,0 0 0,0 0 0,-1 0 0,1-1 0,0 1 0,-1 0 0,1-1 0,0 1 0,-1-1 0,-2 2 0,2-3-11,0 0-1,1 0 1,-1 1 0,0-1-1,1 0 1,-1-1-1,0 1 1,1 0 0,0 0-1,-1-1 1,1 1-1,0 0 1,-1-1 0,1 0-1,0 1 1,0-1-1,0 0 1,0 1-1,1-1 1,-2-2 0,-3-6-1115,-6-7-5700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9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24575,'26'-2'0,"1"-1"0,-1-1 0,0-1 0,37-13 0,-35 9 0,1 2 0,0 0 0,40-2 0,-12 6 0,79 7 0,-133-4-136,1 0-1,-1 1 1,1-1-1,-1 1 1,0 0-1,1 0 1,-1 0-1,0 1 0,7 3 1,-4 2-6690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19.6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 24575,'420'0'0,"-408"0"-227,-1-1-1,1 0 1,0-1-1,-1 0 1,13-5-1,-3 0-6598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20.8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1 103 24575,'-1'70'0,"3"84"0,-1-148 0,0-1 0,0 1 0,1-1 0,-1 1 0,1-1 0,0 0 0,0 0 0,1 0 0,0 0 0,0 0 0,0 0 0,0-1 0,5 5 0,-6-7 0,-1 0 0,1-1 0,0 1 0,0-1 0,0 1 0,0-1 0,0 0 0,0 0 0,1 0 0,-1 0 0,0 0 0,0 0 0,1 0 0,-1-1 0,1 1 0,-1-1 0,0 0 0,1 0 0,-1 0 0,1 0 0,-1 0 0,1 0 0,-1-1 0,0 1 0,1-1 0,-1 0 0,0 0 0,1 1 0,-1-1 0,0-1 0,0 1 0,3-2 0,7-7 0,0 0 0,-1-1 0,0 0 0,-1-1 0,0 0 0,-1-1 0,-1 0 0,10-18 0,24-33 0,-8 12 0,-22 34 0,1-1 0,20-22 0,-28 35 0,-1 1 0,0-1 0,0 0 0,-1-1 0,0 1 0,4-9 0,8-16 0,-15 30 0,0 0 0,0 1 0,1-1 0,-1 1 0,0-1 0,0 1 0,1-1 0,-1 1 0,0-1 0,1 1 0,-1-1 0,1 1 0,-1-1 0,1 1 0,-1-1 0,1 1 0,-1 0 0,1-1 0,-1 1 0,1 0 0,-1-1 0,1 1 0,-1 0 0,1 0 0,0 0 0,-1 0 0,1-1 0,0 1 0,-1 0 0,2 0 0,-1 1 0,-1 0 0,1 0 0,0-1 0,-1 1 0,1 0 0,0 0 0,-1 0 0,1 0 0,-1 0 0,1 0 0,-1 0 0,0 0 0,1 0 0,-1 0 0,0 2 0,6 43 0,-7 45 0,2 19 0,-1-107 0,1 0 0,0 1 0,-1-1 0,1 0 0,1 0 0,-1 1 0,0-1 0,1 0 0,-1 0 0,1-1 0,0 1 0,0 0 0,0 0 0,0-1 0,1 1 0,-1-1 0,1 0 0,-1 0 0,1 0 0,0 0 0,0 0 0,0-1 0,0 1 0,0-1 0,0 0 0,0 1 0,0-2 0,1 1 0,3 0 0,-2 1 0,1-2 0,0 1 0,0-1 0,0 0 0,0 0 0,0 0 0,0-1 0,-1 0 0,1 0 0,0 0 0,-1-1 0,1 0 0,-1 0 0,1-1 0,-1 1 0,6-5 0,3-3 0,-1 2 0,-1-1 0,-1 0 0,0-1 0,0 0 0,-1 0 0,14-20 0,36-38 0,-54 61 0,0 0 0,1 1 0,0 0 0,12-9 0,-11 10 0,0-1 0,-1 0 0,10-10 0,-16 15 0,-1 0 0,1 1 0,-1-1 0,1 0 0,0 1 0,-1-1 0,1 0 0,-1 0 0,0 0 0,1 0 0,-1 1 0,0-1 0,1 0 0,-1 0 0,0 0 0,0 0 0,0 0 0,0-1 0,0 2 0,0-1 0,0 1 0,-1-1 0,1 1 0,0 0 0,0-1 0,-1 1 0,1 0 0,0-1 0,-1 1 0,1 0 0,0 0 0,-1-1 0,1 1 0,0 0 0,-1 0 0,1 0 0,0-1 0,-1 1 0,1 0 0,-1 0 0,1 0 0,-1 0 0,1 0 0,0 0 0,-1 0 0,-2 0 0,1 0 0,0 0 0,0 0 0,0 0 0,0 1 0,0-1 0,0 1 0,0-1 0,0 1 0,0 0 0,0 0 0,0 0 0,0 0 0,-3 2 0,1 2 0,0 0 0,1-1 0,-1 1 0,1 1 0,0-1 0,0 0 0,1 1 0,0 0 0,0-1 0,0 1 0,1 0 0,-1 0 0,1 0 0,1 0 0,-1 0 0,1 7 0,0-4 0,0 0 0,1-1 0,0 1 0,0-1 0,1 1 0,0-1 0,1 1 0,0-1 0,0 0 0,8 14 0,20 16 0,-20-26 0,0 0 0,-2 1 0,17 26 0,-25-36 0,1-1 0,-1 1 0,0-1 0,0 1 0,0 0 0,0-1 0,-1 1 0,1 0 0,-1 0 0,1 0 0,-1-1 0,0 1 0,0 0 0,0 0 0,-1 0 0,1-1 0,-1 1 0,0 0 0,1 0 0,-1-1 0,0 1 0,0 0 0,-1-1 0,1 1 0,-1-1 0,1 0 0,-4 4 0,2-3 0,0 0 0,-1-1 0,1 1 0,-1-1 0,0 0 0,0 0 0,0 0 0,0-1 0,0 1 0,0-1 0,0 0 0,-1 0 0,1 0 0,-9 0 0,11-1 0,0 0 0,0 0 0,0 0 0,0 0 0,0 0 0,-1 0 0,1-1 0,0 1 0,0-1 0,0 1 0,0-1 0,0 0 0,0 0 0,0 0 0,1 0 0,-1 0 0,0 0 0,0 0 0,1-1 0,-1 1 0,1 0 0,-1-1 0,1 0 0,-1 1 0,1-1 0,0 0 0,0 0 0,0 0 0,0 1 0,0-1 0,-1-4 0,1 1 0,1 1 0,-1-1 0,1 0 0,-1 0 0,1 1 0,1-1 0,-1 0 0,1 1 0,0-1 0,0 0 0,0 1 0,0-1 0,1 1 0,0-1 0,0 1 0,0 0 0,5-7 0,2 0 0,1 0 0,-1 1 0,2 1 0,17-14 0,27-25 0,-51 44 0,0-1 0,0 0 0,-1 0 0,1 0 0,-1 0 0,0 0 0,-1-1 0,1 1 0,2-11 0,-3 3 0,0 0 0,0 0 0,-1-23 0,-2 57 0,1-6 0,0-1 0,0 1 0,3 15 0,-2-25 0,0 0 0,0 0 0,1 0 0,-1 0 0,1-1 0,0 1 0,1 0 0,-1-1 0,1 1 0,0-1 0,0 0 0,0 0 0,8 7 0,0-2 0,1 0 0,1-1 0,0 0 0,0-1 0,0-1 0,1 0 0,0-1 0,0 0 0,0-1 0,1-1 0,20 3 0,16-2 0,103-5 0,-67-1 0,-35 3-81,-35 1-79,0-1-1,0-1 1,0 0-1,0-2 1,0 0-1,0-1 0,24-7 1,-27 3-6666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21.0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 24575,'66'1'0,"1"-4"0,90-14 0,-85 8 0,1 3 0,131 6 0,-83 2 0,298-2-1365,-406 0-5461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21.3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24575,'8'0'0,"0"1"0,-1 0 0,1 1 0,0-1 0,-1 1 0,0 1 0,1-1 0,-1 1 0,0 1 0,-1-1 0,1 1 0,0 0 0,-1 1 0,8 7 0,7 7 0,-1 2 0,28 37 0,0 0 0,-43-51 0,0 0 0,0 0 0,-1 0 0,0 1 0,-1 0 0,1-1 0,-2 1 0,1 1 0,-1-1 0,0 0 0,-1 0 0,1 1 0,-1 8 0,0 13 0,-2 0 0,-4 39 0,4-63 0,0 1 0,0 0 0,-1-1 0,0 1 0,0-1 0,-1 1 0,1-1 0,-1 0 0,-1 0 0,1 0 0,-1-1 0,0 1 0,0-1 0,-9 8 0,-1-1 0,0-1 0,-1-1 0,0 0 0,-17 7 0,18-10 0,0 0 0,1 1 0,0 0 0,1 1 0,0 1 0,0 0 0,-11 12 0,-11 23-1365,19-27-5461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29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344 0 24575,'-5'130'0,"3"-110"0,-1-1 0,-1 0 0,-1 0 0,-11 30 0,9-27 0,0 0 0,-6 40 0,10-43 0,-1 0 0,0-1 0,-2 0 0,-12 31 0,-1-7 0,3 0 0,-13 48 0,14-41 0,-21 49 0,44-114 0,1 2 0,0-1 0,1 1 0,1 0 0,1 1 0,-1 1 0,2 0 0,0 0 0,0 1 0,1 1 0,0 0 0,1 1 0,0 1 0,1 0 0,19-7 0,-14 7 0,1 2 0,0 0 0,1 1 0,-1 1 0,1 1 0,0 0 0,39 3 0,-60 0 0,1 1 0,0-1 0,-1 1 0,1 0 0,0 0 0,-1 0 0,1 0 0,-1 0 0,1 1 0,-1-1 0,0 1 0,3 1 0,-4-2 0,-1-1 0,1 1 0,-1 0 0,1-1 0,-1 1 0,1 0 0,-1-1 0,0 1 0,1 0 0,-1-1 0,0 1 0,0 0 0,0 0 0,1 0 0,-1-1 0,0 1 0,0 0 0,0 0 0,0-1 0,0 1 0,0 0 0,-1 0 0,1 0 0,0-1 0,0 1 0,0 0 0,-1-1 0,1 1 0,0 0 0,-1 0 0,1-1 0,-1 1 0,1-1 0,-1 1 0,1 0 0,-1-1 0,1 1 0,-1-1 0,0 1 0,1-1 0,-1 1 0,0-1 0,1 0 0,-1 1 0,0-1 0,0 1 0,-13 7 0,0-1 0,0 0 0,-1-1 0,0 0 0,0-1 0,-1-1 0,1 0 0,-1-1 0,-20 1 0,-21-1 0,-72-5 0,38-1 0,-57 3 0,653 0 0,-469-2 0,0-2 0,43-9 0,-5 0 0,-52 10 0,0-1 0,0-1 0,-1-1 0,1-1 0,-2-1 0,1-1 0,-1 0 0,25-17 0,-42 24 0,0-1 0,0 0 0,0 1 0,0-1 0,-1 0 0,1-1 0,-1 1 0,0 0 0,0-1 0,0 1 0,0-1 0,-1 0 0,0 1 0,3-8 0,-4 9 0,0 0 0,1 0 0,-1 0 0,0 1 0,0-1 0,0 0 0,0 0 0,0 0 0,-1 1 0,1-1 0,-1 0 0,1 0 0,-1 0 0,1 1 0,-1-1 0,0 0 0,0 1 0,0-1 0,0 1 0,0-1 0,0 1 0,0 0 0,0-1 0,-1 1 0,1 0 0,-1 0 0,1 0 0,-1 0 0,1 0 0,-1 0 0,1 0 0,-1 0 0,-2 0 0,2 0 0,1 1 0,-1-1 0,1 1 0,-1-1 0,1 1 0,-1 0 0,1 0 0,-1 0 0,1 0 0,-1 0 0,1 0 0,-1 0 0,1 0 0,-1 1 0,1-1 0,0 1 0,-1-1 0,1 1 0,-1-1 0,1 1 0,0 0 0,-2 1 0,1-1 0,0 2 0,0-1 0,0 0 0,0 0 0,1 0 0,-1 1 0,1-1 0,0 1 0,-1-1 0,1 1 0,0 3 0,-3 6 0,2 0 0,-1 1 0,2-1 0,-1 15 0,2-21 0,-1-1 0,1 0 0,0 0 0,1 0 0,-1 0 0,1 0 0,0 0 0,1 0 0,-1 0 0,1-1 0,0 1 0,0 0 0,0-1 0,1 1 0,-1-1 0,1 0 0,0 0 0,0 0 0,1 0 0,-1 0 0,1-1 0,0 0 0,0 0 0,0 0 0,0 0 0,1 0 0,-1-1 0,1 0 0,-1 0 0,1 0 0,0 0 0,8 1 0,20 3 0,0-2 0,0-1 0,1-1 0,-1-2 0,37-4 0,22 0 0,-83 4 0,-1-1 0,1 1 0,-1-1 0,1-1 0,-1 0 0,1 0 0,-1-1 0,0 0 0,0 0 0,0-1 0,10-6 0,-14 7 0,0 0 0,-1 0 0,1 0 0,0-1 0,-1 1 0,0-1 0,0 0 0,0 0 0,0 0 0,-1-1 0,0 1 0,0 0 0,0-1 0,0 0 0,-1 1 0,1-1 0,-1 0 0,0 0 0,-1 0 0,1 0 0,-1-5 0,0 7 0,0 1 0,-1-1 0,1 1 0,0-1 0,-1 0 0,0 1 0,0-1 0,0 1 0,0-1 0,0 1 0,0 0 0,-1-1 0,1 1 0,-1 0 0,1 0 0,-1 0 0,0 0 0,0 0 0,-3-2 0,1 1 0,0 0 0,0 1 0,-1 0 0,1-1 0,-1 1 0,0 1 0,0-1 0,1 1 0,-1 0 0,-6-1 0,5 1 0,0 1 0,0 0 0,0 0 0,0 0 0,0 1 0,0 0 0,0 0 0,-9 3 0,12-3 0,0 0 0,0 1 0,0-1 0,1 1 0,-1-1 0,0 1 0,1 0 0,-1 0 0,1 0 0,0 0 0,0 0 0,0 0 0,0 1 0,0-1 0,0 1 0,-1 3 0,1-4 0,1 0 0,0 0 0,0 0 0,0 0 0,0 0 0,1 1 0,-1-1 0,0 0 0,1 0 0,0 1 0,-1-1 0,1 0 0,0 1 0,0-1 0,1 0 0,-1 1 0,0-1 0,1 0 0,-1 1 0,1-1 0,0 0 0,0 0 0,0 0 0,0 1 0,0-1 0,0 0 0,0-1 0,1 1 0,-1 0 0,1 0 0,-1 0 0,1-1 0,0 1 0,0-1 0,0 0 0,0 1 0,0-1 0,0 0 0,3 2 0,0-2 0,0 1 0,0-1 0,-1 0 0,1 0 0,0-1 0,0 1 0,0-1 0,0 0 0,0 0 0,0-1 0,0 1 0,0-1 0,-1 0 0,1-1 0,0 1 0,-1-1 0,1 0 0,6-3 0,8-9 0,36-31 0,-6 4 0,-49 40 0,1 0 0,-1 1 0,1-1 0,0 1 0,-1-1 0,1 0 0,0 1 0,0-1 0,0 1 0,-1 0 0,1-1 0,0 1 0,0-1 0,0 1 0,0 0 0,0 0 0,0 0 0,-1 0 0,1-1 0,0 1 0,0 0 0,0 0 0,0 1 0,0-1 0,0 0 0,0 0 0,0 0 0,0 1 0,-1-1 0,1 0 0,0 1 0,0-1 0,1 1 0,0 2 0,0 0 0,-1 0 0,1-1 0,-1 1 0,0 0 0,1 0 0,-1 0 0,0 4 0,0-3 0,0 0 0,1 0 0,-1-1 0,0 1 0,1-1 0,0 1 0,0-1 0,3 4 0,-4-6 0,1 1 0,0 0 0,-1-1 0,1 1 0,0-1 0,0 0 0,0 1 0,0-1 0,0 0 0,5 1 0,-6-1 0,0-1 0,0 0 0,0 0 0,0 0 0,0 0 0,0 0 0,0 0 0,1 0 0,-1-1 0,0 1 0,0 0 0,0-1 0,0 1 0,0 0 0,0-1 0,0 1 0,1-2 0,2-2 0,0 0 0,0 0 0,-1 0 0,1-1 0,-1 0 0,0 1 0,3-9 0,-4 9 0,-1 0 0,1 1 0,0-1 0,1 0 0,-1 1 0,1 0 0,-1-1 0,1 1 0,0 0 0,0 0 0,0 1 0,6-5 0,-8 7 0,0 0 0,0 0 0,-1 1 0,1-1 0,0 0 0,0 0 0,0 0 0,-1 1 0,1-1 0,0 0 0,0 1 0,-1-1 0,1 1 0,0-1 0,-1 1 0,1-1 0,0 1 0,-1-1 0,1 1 0,-1 0 0,1-1 0,-1 1 0,1 0 0,-1-1 0,0 1 0,1 0 0,-1 0 0,0-1 0,1 3 0,3 3 0,-1-10 0,1-9 0,1-1 0,0 1 0,0 0 0,1 0 0,1 1 0,0 0 0,1 0 0,13-15 0,-18 23 0,1 1 0,-1-1 0,1 1 0,0 0 0,0 0 0,0 0 0,1 0 0,-1 1 0,1 0 0,0 0 0,7-3 0,-8 5 0,0-1 0,0 1 0,-1 0 0,1 0 0,0 0 0,0 0 0,0 1 0,-1-1 0,1 1 0,0 0 0,-1 0 0,1 0 0,0 1 0,-1-1 0,0 1 0,1 0 0,3 3 0,-2-2 0,-1 1 0,1-1 0,-1 1 0,0 0 0,-1 0 0,1 1 0,-1-1 0,1 1 0,-1-1 0,-1 1 0,1 0 0,-1 0 0,4 10 0,-3-3 0,0 0 0,-1 1 0,-1-1 0,0 0 0,-1 14 0,1-32 0,-1-1 0,1 1 0,0 0 0,0 0 0,1 0 0,4-11 0,-4 13 0,-1 0 0,1 1 0,0 0 0,0-1 0,1 1 0,-1 0 0,1 0 0,-1 0 0,1 0 0,0 1 0,0-1 0,0 1 0,1 0 0,-1 0 0,0 0 0,1 0 0,4-1 0,-4 1 4,0 1 0,0-1-1,0 1 1,0 1 0,0-1 0,1 0-1,-1 1 1,0 0 0,0 0 0,0 0-1,1 1 1,-1-1 0,0 1 0,0 0-1,0 0 1,0 1 0,0-1 0,0 1-1,0 0 1,-1 0 0,1 0 0,-1 0-1,1 1 1,-1-1 0,0 1 0,0 0-1,0 0 1,0 0 0,0 0 0,-1 1-1,5 6 1,-1 1-153,-1 1 1,1-1-1,-2 1 1,0 0-1,0 0 1,-1 1-1,-1-1 1,0 1-1,0 17 1,-1-1-6678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29.7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1 710 24575,'5'-1'0,"-1"1"0,1-1 0,0 0 0,0 0 0,-1-1 0,1 1 0,0-1 0,-1 0 0,0-1 0,1 1 0,-1-1 0,0 1 0,0-1 0,-1-1 0,1 1 0,-1 0 0,1-1 0,4-7 0,20-16 0,-20 18 0,0 0 0,0 0 0,-1-1 0,-1 1 0,1-2 0,8-18 0,-9 16 0,2-1 0,-1 2 0,17-21 0,-1 5 0,34-57 0,-32 27 0,-6 13 0,15-26 0,30-95 0,-63 165 0,-1-1 0,0 1 0,0 0 0,1 0 0,-1-1 0,1 1 0,-1 0 0,1 0 0,0 0 0,-1 0 0,1 0 0,0 0 0,0 0 0,0 0 0,-1 0 0,1 0 0,0 0 0,3-1 0,-4 2 0,1 0 0,-1 0 0,1 0 0,0 1 0,-1-1 0,1 0 0,-1 0 0,1 1 0,0-1 0,-1 0 0,1 1 0,-1-1 0,1 0 0,-1 1 0,0-1 0,1 1 0,-1-1 0,1 1 0,-1-1 0,0 1 0,1-1 0,-1 1 0,0 0 0,0-1 0,1 2 0,2 5 0,-1 0 0,1 0 0,-1 0 0,2 15 0,0 267 0,-7-153 0,3-130 0,0 0 0,0 0 0,-1 0 0,0 0 0,0 0 0,-1-1 0,0 1 0,0 0 0,0-1 0,-5 10 0,5-13 0,1 0 0,-1 0 0,1 0 0,-1 0 0,0-1 0,1 1 0,-1-1 0,0 1 0,0-1 0,0 0 0,0 0 0,0 0 0,-1 0 0,1 0 0,0 0 0,0 0 0,-1-1 0,1 1 0,0-1 0,-1 0 0,1 0 0,0 0 0,-1 0 0,1 0 0,-1 0 0,1 0 0,0-1 0,-1 0 0,1 1 0,-3-2 0,0 0 0,0-1 0,1 1 0,-1-1 0,1 0 0,0 0 0,0 0 0,0-1 0,0 1 0,0-1 0,1 0 0,-1 0 0,1 0 0,0-1 0,1 1 0,-1-1 0,1 0 0,0 1 0,0-1 0,0 0 0,1 0 0,0 0 0,-2-8 0,3 10 0,-1 0 0,1-1 0,-1 1 0,1 0 0,0-1 0,0 1 0,0-1 0,1 1 0,-1 0 0,1-1 0,0 1 0,0 0 0,0 0 0,0 0 0,1 0 0,-1 0 0,1 0 0,0 0 0,-1 0 0,2 0 0,-1 1 0,0-1 0,0 1 0,1 0 0,-1-1 0,1 1 0,0 0 0,-1 0 0,1 1 0,0-1 0,0 1 0,1-1 0,-1 1 0,0 0 0,4-1 0,23-2 0,-1 2 0,1 0 0,-1 2 0,36 5 0,15-1 0,-48-4-73,-18-1-185,1 1-1,-1 1 1,0 0-1,20 4 1,-14 2-6568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1.6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1 24575,'0'9'0,"1"12"0,-1 0 0,-2 1 0,0-1 0,-7 29 0,-7 6 0,7-27 0,1 0 0,1 0 0,2 1 0,-3 39 0,6-40 0,-2 0 0,-1 0 0,-11 36 0,15-78 0,1 2 0,-1 1 0,2-1 0,1-17 0,1 20 0,0-1 0,1 1 0,-1 0 0,2 0 0,-1 0 0,1 1 0,0-1 0,0 1 0,1 1 0,0-1 0,1 1 0,-1 0 0,1 0 0,0 1 0,0 0 0,1 0 0,0 0 0,0 1 0,0 0 0,0 1 0,0 0 0,1 0 0,0 1 0,-1 0 0,1 1 0,0 0 0,0 0 0,0 0 0,16 3 0,-21-2 0,-1 0 0,0 1 0,0 0 0,1 0 0,-1 0 0,0 0 0,0 0 0,0 1 0,0-1 0,0 1 0,0 0 0,0 0 0,-1 0 0,1 0 0,-1 1 0,1-1 0,-1 1 0,0-1 0,0 1 0,0 0 0,0 0 0,-1-1 0,1 1 0,-1 1 0,0-1 0,1 0 0,-1 0 0,-1 0 0,1 1 0,0-1 0,-1 0 0,0 6 0,1-4 0,-1 0 0,0 0 0,0-1 0,0 1 0,-1 0 0,0 0 0,0-1 0,0 1 0,0-1 0,-1 1 0,1-1 0,-1 1 0,0-1 0,-1 0 0,1 0 0,-1 0 0,0 0 0,0 0 0,0-1 0,0 1 0,-1-1 0,-7 6 0,-28 6 0,98-28 0,-30 6 0,0 1 0,1 2 0,0 0 0,0 2 0,-1 2 0,32 2 0,77-3 0,-116-2 0,35-10 0,-38 8 0,0 1 0,27-3 0,-9 7 0,-20 0 0,1 0 0,29-5 0,-43 4 0,-1 1 0,0-1 0,1 0 0,-1 0 0,0 0 0,0 0 0,0-1 0,0 1 0,0-1 0,0 0 0,0 0 0,0 0 0,-1 0 0,1 0 0,-1-1 0,1 1 0,-1-1 0,0 0 0,3-4 0,-5 6 0,1 0 0,-1 0 0,1 0 0,-1 0 0,1 0 0,-1 0 0,0 0 0,0 0 0,1-1 0,-1 1 0,0 0 0,0 0 0,0 0 0,0 0 0,0 0 0,-1 0 0,1 0 0,0 0 0,0-1 0,-1 1 0,1 0 0,-1 0 0,1 0 0,-1 0 0,1 0 0,-1 0 0,0 0 0,-1-1 0,-1 0 0,1 0 0,0 1 0,-1-1 0,1 1 0,0-1 0,-1 1 0,0 0 0,1 0 0,-6-1 0,-6-1 0,-1 1 0,1 0 0,-18 1 0,31 1 0,-23-1 0,7-1 0,0 1 0,0 1 0,0 1 0,1 0 0,-1 1 0,0 1 0,-30 10 0,44-12 0,0 1 0,0 0 0,0 0 0,0 1 0,0-1 0,0 0 0,1 1 0,-1 0 0,1 0 0,0-1 0,0 1 0,0 1 0,0-1 0,0 0 0,1 0 0,-1 1 0,1-1 0,0 1 0,0-1 0,0 1 0,0 5 0,1-6 0,-1 0 0,1 0 0,0 0 0,0 0 0,0 0 0,1 0 0,-1-1 0,1 1 0,0 0 0,0 0 0,0 0 0,0-1 0,0 1 0,0 0 0,1-1 0,-1 1 0,1-1 0,0 0 0,-1 0 0,1 1 0,0-1 0,1 0 0,-1-1 0,0 1 0,0 0 0,1 0 0,3 1 0,2 0 0,1 0 0,0 0 0,0-1 0,0 0 0,0 0 0,1-1 0,-1-1 0,0 1 0,0-1 0,1-1 0,14-2 0,-6-1 0,1-1 0,-1 0 0,0-2 0,29-13 0,9-3 0,-46 20 0,0 0 0,1-1 0,-2-1 0,1 1 0,0-2 0,-1 1 0,0-1 0,10-9 0,-10 6 0,5-4 0,-22 34 0,3-12 0,1 0 0,0 1 0,-5 19 0,8-26 0,1 0 0,-1 0 0,0 0 0,1 1 0,0-1 0,0 0 0,0 0 0,0 0 0,0 0 0,1 1 0,-1-1 0,1 0 0,0 0 0,0 0 0,0 0 0,3 5 0,-4-7 0,1 0 0,0-1 0,0 1 0,-1-1 0,1 1 0,0-1 0,0 1 0,-1-1 0,1 1 0,0-1 0,0 0 0,0 1 0,0-1 0,0 0 0,0 0 0,-1 0 0,1 0 0,0 0 0,0 0 0,0 0 0,0 0 0,0 0 0,0 0 0,0 0 0,0-1 0,-1 1 0,1 0 0,0 0 0,0-1 0,0 1 0,0-1 0,0 0 0,30-21 0,-21 14 0,-1 2 0,1 1 0,0 0 0,0 0 0,0 1 0,1 1 0,0 0 0,-1 0 0,23-2 0,-21 4 0,1-1 0,-1-1 0,0 0 0,-1-1 0,1 0 0,18-9 0,-28 11 0,0 1 0,0-1 0,0 1 0,1 0 0,-1 0 0,1 0 0,-1 0 0,1 1 0,-1-1 0,1 0 0,-1 1 0,5 0 0,-6 0 0,1 1 0,-1-1 0,0 1 0,1-1 0,-1 1 0,0 0 0,0 0 0,0 0 0,0 0 0,1 0 0,-1 0 0,0 0 0,-1 0 0,1 0 0,0 0 0,0 1 0,0-1 0,-1 0 0,1 1 0,-1-1 0,1 0 0,0 3 0,-1-4 0,0 0 0,0 0 0,0 1 0,1-1 0,-1 0 0,0 0 0,0 0 0,0 0 0,0 0 0,1 0 0,-1 0 0,0 0 0,0 0 0,0 0 0,1 0 0,-1 0 0,0 0 0,0 0 0,0 0 0,0 0 0,1 0 0,-1 0 0,0-1 0,0 1 0,0 0 0,0 0 0,1 0 0,-1 0 0,0 0 0,0 0 0,0 0 0,0-1 0,0 1 0,0 0 0,1 0 0,-1 0 0,0 0 0,0 0 0,0-1 0,0 1 0,0 0 0,0 0 0,0 0 0,0 0 0,0-1 0,0 1 0,0 0 0,0 0 0,0 0 0,0-1 0,0 1 0,7-14 0,-5 11 0,0-3 0,1 0 0,0 0 0,1 0 0,0 1 0,-1-1 0,2 1 0,-1 0 0,0 0 0,1 1 0,0-1 0,0 1 0,1 0 0,-1 0 0,1 1 0,0-1 0,0 2 0,0-1 0,0 0 0,0 1 0,1 0 0,-1 1 0,1-1 0,-1 1 0,1 0 0,8 1 0,-2-1 17,-1 1 0,1 0 1,-1 1-1,0 0 0,1 1 0,20 6 0,-30-7-61,0 0 1,-1 0-1,1 0 0,0 0 1,0 0-1,-1 1 0,1-1 1,-1 1-1,1 0 0,-1-1 1,0 1-1,0 0 0,0 1 1,0-1-1,0 0 0,0 1 0,0-1 1,-1 1-1,1-1 0,-1 1 1,0 0-1,0-1 0,0 1 1,0 0-1,0 0 0,-1 0 1,1 0-1,-1 0 0,0 0 1,1 0-1,-2 0 0,1 0 1,-1 4-1,-3 11-6782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2.3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1 24575,'2'82'0,"-5"92"0,0-148 0,-13 44 0,7-32 0,-5 5 0,14-41 0,-1 0 0,0 0 0,0 0 0,1-1 0,-1 1 0,0 0 0,-1 0 0,1-1 0,0 1 0,0-1 0,-1 1 0,1-1 0,-1 0 0,1 0 0,-1 1 0,0-1 0,1 0 0,-1 0 0,-2 0 0,3-1 0,0 0 0,0 0 0,0 0 0,0-1 0,0 1 0,0-1 0,0 1 0,0-1 0,0 1 0,0-1 0,0 1 0,1-1 0,-1 0 0,0 1 0,0-1 0,1 0 0,-1 0 0,0 1 0,1-1 0,-1 0 0,1 0 0,-1 0 0,1 0 0,-1 0 0,1 0 0,0 0 0,0 0 0,-1 0 0,1 0 0,0 0 0,0 0 0,0-1 0,-5-40 0,5 39 0,-2-19 0,2 0 0,1-1 0,0 1 0,9-40 0,-8 53 0,0 1 0,1-1 0,0 0 0,1 1 0,0-1 0,0 1 0,1 0 0,0 1 0,0-1 0,1 1 0,-1 0 0,2 0 0,-1 1 0,12-9 0,-4 7 0,0 0 0,0 2 0,1-1 0,0 2 0,0 0 0,1 1 0,23-3 0,-34 6 0,0 0 0,0 1 0,0-1 0,0 1 0,0 0 0,0 1 0,0-1 0,0 1 0,0 0 0,0 0 0,0 1 0,0 0 0,-1-1 0,1 2 0,6 3 0,-8-4 0,1 1 0,-1 0 0,0 1 0,0-1 0,0 0 0,-1 1 0,1 0 0,-1 0 0,0-1 0,0 1 0,0 1 0,-1-1 0,1 0 0,-1 0 0,0 0 0,0 1 0,0 7 0,1 70 0,-3-61 0,0-1 0,5 31 0,-3-45 0,1 1 0,-1 0 0,1-1 0,1 1 0,-1-1 0,1 1 0,0-1 0,0 0 0,1 0 0,0-1 0,6 8 0,2-2 0,0 0 0,0-1 0,1 0 0,14 8 0,-15-11 0,0 1 0,0 0 0,-1 1 0,0 1 0,13 15 0,-23-24 0,1 0 0,-1 1 0,0-1 0,0 0 0,0 1 0,-1-1 0,1 1 0,0 0 0,0-1 0,-1 1 0,1-1 0,-1 1 0,0 0 0,1 0 0,-1-1 0,0 1 0,0 0 0,0-1 0,0 1 0,0 0 0,-1 3 0,0-3 0,0 0 0,-1 0 0,1 0 0,0 0 0,-1 0 0,1-1 0,-1 1 0,1 0 0,-1-1 0,0 1 0,0-1 0,0 0 0,0 0 0,-3 2 0,-9 3 0,0-1 0,0 0 0,-1-1 0,-16 3 0,23-5 0,-17 3 0,0-1 0,-28 0 0,46-3 0,0-1 0,0 0 0,0-1 0,0 1 0,0-1 0,0-1 0,0 1 0,1-1 0,-1 0 0,0-1 0,1 0 0,-9-5 0,-23-18-1365,20 16-5461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4.3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195 0 24575,'1'71'0,"-3"82"0,-1-141 0,1 0 0,-2 0 0,0 0 0,0 0 0,-1 0 0,0-1 0,-1 0 0,-12 17 0,8-12 0,0 0 0,-11 31 0,18-40 0,0-1 0,0 1 0,-1-1 0,0 0 0,-8 9 0,11-12 0,-1-1 0,0 0 0,0 0 0,0 0 0,0 0 0,0-1 0,0 1 0,0 0 0,0-1 0,-1 0 0,1 1 0,-1-1 0,1 0 0,-1 0 0,0 0 0,1-1 0,-5 1 0,6-1 0,-1 0 0,1-1 0,0 1 0,0-1 0,-1 0 0,1 1 0,0-1 0,0 0 0,0 0 0,-1 0 0,1 0 0,0 1 0,0-2 0,1 1 0,-1 0 0,0 0 0,0 0 0,0 0 0,1-1 0,-1 1 0,1 0 0,-1 0 0,1-1 0,-1 1 0,1 0 0,0-1 0,-1-2 0,-3-39 0,5 37 0,-1 0 0,1 0 0,0 0 0,0 0 0,0 0 0,1 1 0,0-1 0,0 0 0,1 1 0,-1-1 0,1 1 0,0 0 0,1 0 0,-1 0 0,1 0 0,0 0 0,0 1 0,1 0 0,-1 0 0,1 0 0,0 1 0,0-1 0,0 1 0,1 0 0,-1 0 0,1 1 0,9-3 0,8 0 0,17-5 0,1 2 0,77-5 0,-111 13 0,3 0 0,0-1 0,0 2 0,0-1 0,0 2 0,17 3 0,-24-4 0,0 0 0,-1 1 0,1-1 0,-1 0 0,1 1 0,-1 0 0,1 0 0,-1 0 0,0 0 0,0 0 0,0 0 0,0 0 0,0 0 0,0 1 0,-1-1 0,1 1 0,-1 0 0,0-1 0,0 1 0,0 0 0,0 0 0,0 0 0,0-1 0,0 5 0,-1-3 0,1-1 0,-1 1 0,0 0 0,0 0 0,0 0 0,0 0 0,-1 0 0,0 0 0,0 0 0,0 0 0,0 0 0,0 0 0,-1-1 0,1 1 0,-3 3 0,0-1 0,0-1 0,-1 1 0,1-1 0,-1 0 0,0 0 0,0-1 0,-1 0 0,-6 5 0,-1-1 0,0-2 0,0 1 0,0-2 0,0 1 0,-1-2 0,0 0 0,-27 4 0,22-5 0,36-4 0,10 0 0,-7-1 0,0 0 0,35-10 0,22-3 0,-60 13 0,0 0 0,0-2 0,0 0 0,0-1 0,-1-1 0,0-1 0,0 0 0,0-1 0,-1 0 0,0-1 0,25-21 0,-38 28 0,1 0 0,-1 0 0,0 0 0,0-1 0,0 1 0,0-1 0,-1 1 0,1-1 0,-1 0 0,1 1 0,-1-1 0,0 0 0,0 0 0,0 0 0,-1 0 0,1 0 0,-1 0 0,1 0 0,-1 0 0,0-6 0,-1 7 0,0-1 0,0 1 0,0 0 0,0 0 0,0-1 0,-1 1 0,1 0 0,-1 0 0,1 0 0,-1 1 0,0-1 0,1 0 0,-1 1 0,0-1 0,0 1 0,0-1 0,-1 1 0,1 0 0,0 0 0,0 0 0,-1 0 0,1 0 0,0 1 0,-1-1 0,1 1 0,-3-1 0,-2 0 0,1 0 0,0 1 0,0 0 0,-1 0 0,1 0 0,0 1 0,0 0 0,0 0 0,0 0 0,0 1 0,0 0 0,0 0 0,0 0 0,0 1 0,1 0 0,-1 0 0,1 1 0,0-1 0,0 1 0,0 0 0,1 0 0,-1 1 0,1 0 0,0-1 0,1 1 0,-1 1 0,1-1 0,0 0 0,0 1 0,0 0 0,1-1 0,0 1 0,0 0 0,0 0 0,-1 13 0,2-7 0,-1 1 0,2 0 0,-1 0 0,2 0 0,3 23 0,-3-33 0,-1 0 0,1 1 0,1-1 0,-1 0 0,0 0 0,1 0 0,-1 0 0,1 0 0,0 0 0,0 0 0,0-1 0,1 1 0,-1-1 0,0 1 0,1-1 0,0 0 0,-1 0 0,1 0 0,0 0 0,0-1 0,0 1 0,0-1 0,1 0 0,-1 1 0,0-2 0,6 2 0,5 0 0,0 0 0,0-2 0,0 0 0,0 0 0,-1-1 0,1-1 0,0 0 0,0-1 0,-1-1 0,0 0 0,0-1 0,0 0 0,19-11 0,-4 0 0,-1-1 0,-1-2 0,-1-1 0,42-41 0,-49 34 0,-16 20 0,-13 18 0,7-5 0,1 0 0,-1 0 0,1 0 0,0 1 0,0 0 0,1-1 0,0 1 0,-2 10 0,-5 56 0,9-70 0,3-1 0,5-8 0,16-17 0,-8 6 0,-14 15 0,0 1 0,0-1 0,0 0 0,1 1 0,-1-1 0,0 1 0,1 0 0,-1 0 0,0 0 0,1 0 0,-1 0 0,1 1 0,-1-1 0,1 1 0,0-1 0,-1 1 0,1 0 0,0 0 0,-1 0 0,1 1 0,-1-1 0,1 1 0,0-1 0,-1 1 0,1 0 0,4 2 0,-5-3 0,0 1 0,0-1 0,0 0 0,0 0 0,0 0 0,0 0 0,1 0 0,-1 0 0,0-1 0,0 1 0,0-1 0,0 1 0,0-1 0,0 0 0,0 0 0,-1 0 0,1 0 0,0 0 0,0 0 0,-1 0 0,1-1 0,0 1 0,2-4 0,-2 3 0,0 0 0,1 0 0,-1 1 0,1-1 0,0 0 0,-1 1 0,6-2 0,-7 2 0,1 1 0,-1 0 0,1 0 0,-1 0 0,0 0 0,1 0 0,-1 0 0,0 1 0,1-1 0,-1 0 0,0 1 0,1-1 0,-1 1 0,0-1 0,0 1 0,1 0 0,-1-1 0,0 1 0,0 0 0,0 0 0,0 0 0,1 1 0,2 3 0,0 0 0,-1 0 0,0 0 0,0 0 0,0 0 0,0 1 0,-1-1 0,0 1 0,0 0 0,1 8 0,-2-7 0,1-1 0,0 1 0,1 0 0,-1-1 0,1 1 0,6 8 0,-4-14 0,-2-9 0,0-12 0,-3 13 0,1-11 0,0 0 0,2 0 0,6-27 0,-7 39 0,0 0 0,0 1 0,0-1 0,1 1 0,0 0 0,0 0 0,1 0 0,0 0 0,-1 0 0,1 1 0,1-1 0,-1 1 0,1 1 0,9-8 0,-1 4 0,-1 1 0,1 0 0,0 0 0,1 1 0,0 1 0,-1 0 0,25-2 0,-27 4 0,1 1 0,-1 1 0,0 0 0,0 0 0,0 1 0,0 1 0,0 0 0,0 0 0,0 1 0,14 6 0,-22-8 0,0 1 0,0-1 0,0 1 0,-1 0 0,1 0 0,0 0 0,-1 0 0,0 1 0,1-1 0,-1 1 0,0 0 0,0-1 0,-1 1 0,1 0 0,-1 0 0,1 0 0,-1 0 0,0 0 0,1 5 0,1 4 0,-2 0 0,1 1 0,-2 23 0,1 3 0,-1-38 2,0 0-1,0-1 1,0 1 0,0-1-1,0 1 1,0-1-1,0 1 1,0-1-1,0 1 1,0-1 0,1 1-1,-1-1 1,0 1-1,0-1 1,0 0-1,1 1 1,-1-1 0,0 1-1,1-1 1,-1 1-1,0-1 1,1 0-1,-1 1 1,0-1 0,1 0-1,-1 1 1,1-1-1,-1 0 1,1 0-1,-1 0 1,1 1 0,-1-1-1,1 0 1,-1 0-1,1 0 1,-1 0-1,1 0 1,19-6-470,-12 2-489,10-3-5869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4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453 1 24575,'-7'0'0,"-33"0"0,1 1 0,-57 9 0,84-7 0,0-1 0,0 2 0,0 0 0,0 0 0,0 1 0,1 1 0,0 0 0,0 0 0,1 1 0,0 0 0,-18 17 0,19-16 0,1 2 0,0-1 0,0 1 0,1 1 0,0-1 0,1 1 0,0 0 0,1 1 0,0-1 0,1 1 0,0 0 0,1 0 0,-2 17 0,-5 17 0,3-15 0,1 0 0,2 1 0,0 0 0,3 55 0,1-83 0,1 0 0,0 1 0,0-1 0,0 0 0,0 0 0,0 0 0,1 0 0,0-1 0,0 1 0,0 0 0,0-1 0,1 1 0,-1-1 0,1 0 0,0 0 0,5 5 0,-2-4 0,0 0 0,-1-1 0,1 0 0,1 1 0,-1-2 0,0 1 0,1-1 0,-1 0 0,13 2 0,-9-3 0,0 0 0,0 0 0,0-1 0,1 0 0,-1 0 0,0-1 0,0-1 0,0 0 0,0 0 0,0-1 0,0 0 0,-1-1 0,18-9 0,-14 3 0,0 0 0,-1-1 0,15-18 0,-19 21 0,-1-1 0,1 1 0,1 1 0,-1-1 0,1 1 0,1 1 0,-1 0 0,17-8 0,43-13-1365,-48 21-5461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5.3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0 192 24575,'1'-2'0,"-1"1"0,1-1 0,-1 1 0,1-1 0,0 1 0,0-1 0,0 1 0,0 0 0,0-1 0,0 1 0,0 0 0,0 0 0,0 0 0,1 0 0,-1 0 0,0 0 0,2-1 0,27-15 0,-28 16 0,12-4 0,0 0 0,1 1 0,0 0 0,0 1 0,0 1 0,0 0 0,0 1 0,1 1 0,14 1 0,-9-1 0,0 0 0,-1-1 0,1-1 0,23-6 0,-6 0 0,1 2 0,-1 2 0,1 1 0,52 3 0,-43 1 0,0-3 0,56-8 0,1-3-419,1 5-1,157 8 0,-111 2 613,-117-2-193,0-2 0,0-1 0,0-2 0,0-1 0,-1-1 0,37-14 0,-20 7-1187,-28 9-4751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5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415 1 24575,'35'30'0,"-28"-25"0,1 2 0,-1-1 0,0 1 0,11 13 0,74 120 0,-54-88 0,-26-38 0,-1 1 0,10 17 0,-15-20 0,3 2 0,-1 1 0,0 0 0,-1 0 0,0 1 0,-2 0 0,0 0 0,-1 0 0,0 0 0,1 21 0,-4-19 0,2 13 0,-2 1 0,-2 0 0,-1 0 0,-7 42 0,6-66 0,1-1 0,-1 0 0,0 0 0,-1 0 0,1 0 0,-1-1 0,-1 1 0,1-1 0,-1 0 0,0-1 0,-1 1 0,1-1 0,-1 0 0,0 0 0,0-1 0,-11 7 0,-10 2 0,0 0 0,0-2 0,-31 9 0,-31 13 0,54-20 0,1 0 0,-1-2 0,-1-2 0,0-1 0,-45 3 0,-50 14-1365,103-22-5461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8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0 24575,'0'1031'0,"-2"-1006"0,-1 1 0,-10 44 0,8-51 0,1 0 0,1 0 0,1 0 0,1 1 0,0-1 0,2 22 0,-1-41 0,0 1 0,0-1 0,0 1 0,0-1 0,0 1 0,0-1 0,1 1 0,-1-1 0,0 1 0,0-1 0,0 1 0,0-1 0,1 1 0,-1-1 0,0 1 0,0-1 0,1 0 0,-1 1 0,0-1 0,1 1 0,-1-1 0,0 0 0,1 1 0,-1-1 0,1 0 0,-1 0 0,0 1 0,1-1 0,-1 0 0,1 0 0,-1 0 0,1 1 0,-1-1 0,1 0 0,-1 0 0,1 0 0,-1 0 0,1 0 0,-1 0 0,1 0 0,-1 0 0,1 0 0,-1 0 0,1 0 0,-1-1 0,1 1 0,-1 0 0,1 0 0,-1 0 0,1-1 0,-1 1 0,1 0 0,-1 0 0,0-1 0,1 0 0,28-23 0,-23 17 0,6-3 0,0 0 0,1 1 0,0 0 0,1 1 0,0 0 0,0 1 0,1 1 0,17-6 0,-10 6 0,0 1 0,0 2 0,1 0 0,-1 1 0,28 1 0,11 3 0,71-3 0,-129 1-57,0 0 0,0 0 1,-1-1-1,1 1 0,0-1 0,0 0 0,0 0 0,-1 0 0,1 0 0,0 0 0,-1-1 1,1 1-1,-1-1 0,0 0 0,1 1 0,-1-1 0,0 0 0,0-1 0,0 1 1,-1 0-1,1 0 0,0-1 0,1-2 0,5-15-6769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8.4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97 24575,'3'0'0,"-1"0"0,1-1 0,-1 0 0,0 0 0,1 0 0,-1 0 0,0 0 0,4-3 0,13-5 0,0 5 0,0 0 0,1 1 0,25 0 0,-23 2 0,-1-1 0,33-7 0,-4 0 0,0 2 0,1 2 0,-1 2 0,74 7 0,-23-2 0,23 0 0,146-5 0,-177-12 111,-62 8-849,36-2 0,-39 8-6088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9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0 24575,'0'420'0,"-1"-400"0,-1 0 0,-1 0 0,-1 0 0,-1 0 0,-14 38 0,3-11 0,6-8 0,7-28 0,1 0 0,-1-1 0,-1 1 0,0-1 0,0 0 0,-7 9 0,-45 83 0,-2 3 0,32-79 0,10-18 0,16-8 0,0 0 0,-1 0 0,1 0 0,0 0 0,-1 0 0,1 0 0,-1 0 0,1 0 0,0 0 0,-1-1 0,1 1 0,0 0 0,-1 0 0,1 0 0,0 0 0,-1 0 0,1-1 0,0 1 0,0 0 0,-1 0 0,1-1 0,0 1 0,0 0 0,-1-1 0,1 1 0,0 0 0,0 0 0,0-1 0,-1 1 0,1 0 0,0-1 0,0 1 0,0-1 0,0 1 0,0-1 0,1-2 0,0-1 0,0 0 0,0 1 0,1 0 0,0-1 0,0 1 0,0 0 0,0 0 0,0 0 0,1 0 0,-1 0 0,1 0 0,3-2 0,5-7 0,-1 0 0,1 1 0,0 0 0,1 1 0,19-13 0,19-16 0,-28 19 0,2 2 0,0 0 0,40-22 0,-56 35 0,-1 0 0,0 0 0,0 0 0,0-1 0,11-13 0,-16 17 0,0-1 0,0 1 0,0-1 0,0 1 0,0-1 0,0 0 0,-1 0 0,0 0 0,1 0 0,-1 0 0,0 0 0,0 0 0,-1-1 0,1 1 0,-1 0 0,1 0 0,-1-1 0,-1-4 0,1 7 0,0 0 0,0 0 0,0 0 0,0 0 0,-1 1 0,1-1 0,0 0 0,-1 0 0,1 0 0,-1 0 0,1 0 0,-1 1 0,1-1 0,-1 0 0,0 1 0,1-1 0,-1 0 0,0 1 0,1-1 0,-1 0 0,0 1 0,0-1 0,0 1 0,1 0 0,-1-1 0,-1 1 0,0 0 0,0 0 0,1 0 0,-1 0 0,0 0 0,1 0 0,-1 1 0,1-1 0,-1 1 0,1-1 0,-1 1 0,1 0 0,-1-1 0,-2 3 0,-4 3 0,0 0 0,1 0 0,-12 13 0,2-1 0,1 0 0,-23 36 0,34-45 0,0-1 0,1 1 0,1 0 0,-1 0 0,1 1 0,1-1 0,0 0 0,0 1 0,-1 18 0,3-14 0,-1-2 0,0 1 0,1 0 0,1 0 0,0 0 0,4 14 0,-5-24 0,1 0 0,1 0 0,-1 0 0,0 0 0,1 0 0,-1 0 0,1 0 0,0-1 0,0 1 0,0 0 0,0-1 0,0 0 0,0 0 0,1 1 0,-1-1 0,1-1 0,0 1 0,0 0 0,-1-1 0,1 1 0,0-1 0,0 0 0,0 0 0,1 0 0,4 1 0,20 1 0,0-1 0,1-1 0,46-5 0,-8 0 0,-53 3 0,1-1 0,-1 0 0,0-1 0,0-1 0,0 0 0,-1-1 0,14-7 0,23-7 0,-32 14 0,37-6 0,4-2 0,115-24-1365,-147 31-5461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9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83 24575,'1545'0'-896,"-1526"-1"896,1-1 0,-1-1 0,27-8 0,-24 6 0,46-6 0,-66 11-32,58-8 175,-58 8-213,1-1 0,0 0 1,0 1-1,-1-1 0,1 0 0,0-1 0,-1 1 0,1 0 1,-1-1-1,1 1 0,-1-1 0,0 0 0,0 0 0,0 0 1,0 0-1,0 0 0,0 0 0,1-4 0,0-5-6009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39.8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382 1 24575,'33'29'0,"-25"-23"0,-1 1 0,1-1 0,-1 1 0,10 14 0,-7-9 0,1 1 0,15 14 0,13 14 0,16 16 0,-20-21 0,-14-12 0,24 38 0,7 9 0,-42-58 0,-2 0 0,1 0 0,-2 1 0,0 0 0,0 1 0,-1-1 0,-1 1 0,-1 0 0,0 1 0,3 26 0,-3-3 0,-2-1 0,-2 1 0,-5 47 0,4-76 0,-1-1 0,-1 0 0,1 1 0,-1-1 0,-1 0 0,0-1 0,0 1 0,-1-1 0,0 0 0,0 0 0,-1 0 0,0-1 0,0 1 0,-10 7 0,-8 6 0,-1-1 0,-52 32 0,-149 74-562,181-97 562,27-17 0,0 0 0,-1-1 0,0-1 0,-23 8 0,26-12 19,-34 11-664,-102 22 0,124-35-5713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41.4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0 362 24575,'82'2'0,"92"-4"0,-166 1 0,0-1 0,-1 1 0,1-1 0,-1 0 0,1-1 0,-1 0 0,0 0 0,0-1 0,0 0 0,0 0 0,9-7 0,2-5 0,-1 0 0,22-27 0,-21 22 0,-13 15 0,0-1 0,-1-1 0,0 1 0,0-1 0,0 0 0,-1 0 0,0 0 0,-1 0 0,0 0 0,0 0 0,-1-1 0,0 1 0,0-1 0,-1 1 0,0-1 0,0 0 0,-1 1 0,0-1 0,-5-15 0,4 20 0,0 1 0,-1 0 0,1-1 0,-1 1 0,0 0 0,0 0 0,0 1 0,0-1 0,0 0 0,-1 1 0,1 0 0,-1 0 0,1 0 0,-1 0 0,0 1 0,0 0 0,0-1 0,0 1 0,0 0 0,0 1 0,0-1 0,0 1 0,0 0 0,-6 0 0,3 0 0,0 0 0,0 0 0,0 1 0,1 0 0,-1 0 0,0 1 0,1 0 0,-1 0 0,1 0 0,-1 1 0,1 0 0,0 0 0,0 0 0,-5 5 0,7-4 0,1 0 0,0 1 0,0-1 0,0 0 0,0 1 0,1 0 0,0-1 0,0 1 0,0 0 0,0 0 0,1 0 0,0 1 0,0-1 0,0 7 0,0 11 0,3 46 0,0-38 0,-2-23 0,1-1 0,0 0 0,0 0 0,1 1 0,0-1 0,0-1 0,1 1 0,-1 0 0,2 0 0,-1-1 0,1 0 0,0 0 0,0 0 0,0 0 0,1 0 0,0-1 0,0 0 0,1 0 0,-1 0 0,1-1 0,0 0 0,1 0 0,-1 0 0,7 2 0,18 11 0,6 4 0,0-2 0,63 22 0,-80-36 0,1-1 0,-1-1 0,1-1 0,0 0 0,0-2 0,33-4 0,-48 3 0,0 0 0,0 0 0,0-1 0,0 0 0,-1-1 0,1 1 0,-1-1 0,1 0 0,-1 0 0,5-5 0,48-43 0,-40 33 0,-6 5 0,-2 0 0,1-1 0,-2 0 0,0-1 0,0 1 0,-2-2 0,1 1 0,-2-1 0,5-17 0,4-8 0,-14 38 0,0 0 0,1 1 0,-1-1 0,1 0 0,0 0 0,0 1 0,3-5 0,6 5 0,-11 2 0,1 1 0,0-1 0,-1 1 0,1 0 0,-1-1 0,1 1 0,0 0 0,-1-1 0,0 1 0,1 0 0,-1 0 0,1 0 0,-1-1 0,0 1 0,1 0 0,-1 2 0,3 7 0,-1 1 0,-1 1 0,0-1 0,0 0 0,-1 0 0,0 0 0,-1 0 0,0 1 0,-1-1 0,-1 0 0,1-1 0,-2 1 0,1 0 0,-7 12 0,9-22 0,1 0 0,-1 0 0,1 0 0,-1 0 0,0 0 0,1 0 0,-1 0 0,0 0 0,0 0 0,0 0 0,0-1 0,0 1 0,0 0 0,0 0 0,0-1 0,0 1 0,0-1 0,-1 1 0,1-1 0,0 0 0,1 0 0,-1 0 0,1 0 0,-1 0 0,1-1 0,-1 1 0,1 0 0,-1 0 0,1-1 0,-1 1 0,1 0 0,-1-1 0,1 1 0,-1 0 0,1-1 0,-1 1 0,1-1 0,0 1 0,-1-1 0,1 1 0,0-1 0,0 1 0,-1-1 0,1 0 0,-2-3 0,1 1 0,0-1 0,0 0 0,0 0 0,1 1 0,-1-1 0,1 0 0,0 0 0,1-7 0,0 4 0,1 1 0,0 0 0,0-1 0,1 1 0,0 0 0,0 1 0,0-1 0,1 0 0,0 1 0,0 0 0,0 0 0,0 0 0,1 0 0,0 1 0,0 0 0,0 0 0,12-7 0,-13 9 0,0 0 0,1 0 0,-1 0 0,1 0 0,-1 0 0,1 1 0,0 0 0,0 0 0,-1 0 0,1 1 0,0 0 0,0 0 0,0 0 0,0 0 0,0 1 0,-1 0 0,1 0 0,0 0 0,-1 0 0,1 1 0,0 0 0,-1 0 0,0 0 0,9 6 0,3 5 0,-1 1 0,0 1 0,-1 0 0,18 24 0,1 3 0,-20-30 0,0 0 0,0 0 0,17 11 0,7 4 0,-28-20 0,0-1 0,0 0 0,1 0 0,0-1 0,0-1 0,1 1 0,-1-2 0,1 1 0,0-2 0,0 1 0,16 0 0,13 0 0,77-6 0,-43 0 0,-22 4 0,-21 0 0,33-2 0,-56 0 0,0 0 0,0 0 0,0-1 0,0 0 0,0-1 0,0 1 0,-1-2 0,15-6 0,118-70 0,-117 68 0,-9 3 0,-1-1 0,1 0 0,-2 0 0,0-2 0,12-13 0,-21 21 0,1-2 0,0 1 0,-1 0 0,0-1 0,-1 1 0,1-1 0,-1 0 0,0 0 0,0 0 0,-1 0 0,0 0 0,0 0 0,0-1 0,-1 1 0,0 0 0,0 0 0,-1-1 0,1 1 0,-1 0 0,-1 0 0,1 0 0,-4-8 0,3 8 0,-1-1 0,1 0 0,-2 1 0,1-1 0,-1 1 0,0 0 0,0 0 0,0 0 0,-1 1 0,0-1 0,0 1 0,-1 0 0,1 1 0,-1 0 0,0-1 0,0 2 0,0-1 0,-14-5 0,-4 4 0,-1 1 0,0 1 0,0 1 0,0 1 0,-1 1 0,-30 4 0,-19 0 0,67-4 0,0 0 0,0 0 0,0 1 0,0 1 0,0-1 0,0 1 0,1 1 0,-1-1 0,1 1 0,-1 1 0,1-1 0,0 1 0,0 0 0,1 1 0,-1 0 0,1 0 0,0 0 0,1 1 0,-1 0 0,1 0 0,0 0 0,0 1 0,1-1 0,0 1 0,0 0 0,1 0 0,-1 1 0,2-1 0,-1 1 0,1 0 0,-2 12 0,-1 9 0,-1 38 0,5-56 0,1-1 0,1 0 0,0 0 0,0 0 0,0 0 0,2 0 0,3 13 0,-5-22 0,-1 1 0,0-1 0,1 0 0,-1 0 0,1 1 0,0-1 0,0 0 0,-1 0 0,1 0 0,0 1 0,0-1 0,0 0 0,0 0 0,0 0 0,0-1 0,0 1 0,1 0 0,-1 0 0,0-1 0,0 1 0,1 0 0,-1-1 0,0 0 0,1 1 0,-1-1 0,0 0 0,1 1 0,-1-1 0,1 0 0,-1 0 0,0 0 0,1 0 0,-1 0 0,1-1 0,-1 1 0,0 0 0,1-1 0,-1 1 0,0-1 0,1 1 0,-1-1 0,0 0 0,0 1 0,0-1 0,1 0 0,-1 0 0,0 0 0,1-1 0,8-7 0,1 0 0,-1-1 0,-1 0 0,9-12 0,-9 10 0,0 2-273,0-1 0,-1 0 0,0-1 0,7-14 0,-5 2-6553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4:12:41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24575,'0'1092'0,"1"-1059"0,3 0 0,7 37 0,-4-35 0,2 55 0,-8-79-341,-1-1 0,1 1-1,4 15 1,2-6-6485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9:21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1 528 24575,'12'0'0,"-1"-1"0,1 0 0,-1 0 0,0-1 0,1-1 0,-1 0 0,0 0 0,0-1 0,-1 0 0,1-1 0,-1-1 0,0 1 0,0-2 0,-1 1 0,13-11 0,-9 4 0,0 0 0,-1 0 0,18-26 0,11-11 0,-31 38 0,-1 0 0,1-1 0,-2 0 0,0 0 0,0-1 0,-2 0 0,1 0 0,-2 0 0,0-1 0,0 0 0,-2 0 0,0 0 0,0-1 0,-2 1 0,0-1 0,-2-26 0,1 40 0,0-1 0,-1 1 0,1-1 0,-1 1 0,0-1 0,0 1 0,0 0 0,0-1 0,0 1 0,0 0 0,-1 0 0,1-1 0,-1 1 0,1 0 0,-1 1 0,0-1 0,0 0 0,-3-2 0,1 2 0,-1-1 0,1 1 0,-1 0 0,1 0 0,-1 0 0,0 1 0,0 0 0,-9-2 0,-6 2 0,-1 1 0,1 0 0,-33 6 0,52-6 0,-4 1 0,1 0 0,-1 0 0,1 1 0,-1 0 0,1-1 0,0 1 0,-1 1 0,1-1 0,0 1 0,1-1 0,-1 1 0,0 1 0,1-1 0,-1 0 0,1 1 0,0-1 0,0 1 0,1 0 0,-1 0 0,1 0 0,0 0 0,0 1 0,-2 5 0,-2 9 0,0 1 0,1 0 0,-4 38 0,9-58 0,-7 39 0,-12 39 0,11-51 0,1 0 0,2 1 0,-4 48 0,7-47 0,-9 45 0,-1 15 0,11-81 0,1-1 0,0 1 0,0-1 0,1 1 0,0-1 0,0 1 0,1-1 0,0 0 0,0 1 0,1-1 0,0 0 0,0-1 0,1 1 0,-1-1 0,2 1 0,-1-1 0,0 0 0,1 0 0,0-1 0,1 0 0,-1 0 0,1 0 0,0 0 0,0-1 0,1 0 0,-1 0 0,1-1 0,0 0 0,0 0 0,0 0 0,0-1 0,0 0 0,1-1 0,-1 1 0,8-1 0,78 4 0,-82-5 0,-1-1 0,0 0 0,0 0 0,0-1 0,0 0 0,19-8 0,-26 9 0,0-1 0,0 0 0,0-1 0,0 1 0,-1 0 0,1-1 0,-1 1 0,0-1 0,1 0 0,-1 0 0,-1 0 0,1 0 0,0 0 0,-1 0 0,1 0 0,0-5 0,3-8 0,-1 0 0,3-19 0,-4 17 0,5-45 0,-11 127 0,6 80 0,-3-141-136,1 0-1,-1 0 1,1 0-1,-1 1 1,1-1-1,0 0 1,0 0-1,0 0 0,3 4 1,2-1-6690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9:21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24575,'-5'0'0,"-1"0"-8191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9:23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24575,'1'0'0,"0"0"0,0 1 0,1-1 0,-1 1 0,0 0 0,0-1 0,0 1 0,0 0 0,0 0 0,0 0 0,0 0 0,0 0 0,0 0 0,-1 0 0,1 0 0,0 0 0,-1 0 0,1 0 0,0 0 0,-1 0 0,0 1 0,1-1 0,-1 0 0,0 0 0,1 1 0,-1-1 0,0 2 0,5 42 0,-5-39 0,2 149 0,-3-126 0,1-38 0,1-1 0,0 1 0,0 0 0,1-1 0,0 1 0,1 0 0,0 0 0,0 1 0,1-1 0,0 1 0,1-1 0,0 1 0,8-10 0,19-26 0,-24 33 0,-1 0 0,2 0 0,0 1 0,10-9 0,-19 18 0,0 1 0,1-1 0,-1 1 0,1-1 0,0 1 0,-1 0 0,1-1 0,-1 1 0,1-1 0,0 1 0,-1 0 0,1 0 0,-1-1 0,1 1 0,0 0 0,0 0 0,-1 0 0,1 0 0,0 0 0,-1 0 0,1 0 0,0 0 0,-1 0 0,1 0 0,0 0 0,0 0 0,-1 0 0,1 0 0,0 1 0,0 0 0,1 0 0,-1 0 0,0 0 0,0 1 0,0-1 0,-1 0 0,1 1 0,0-1 0,0 1 0,-1-1 0,1 1 0,-1-1 0,1 4 0,3 53 0,-4-54 0,-2 46 0,0-37 0,1-1 0,1 1 0,0 0 0,0 0 0,1-1 0,1 1 0,4 15 0,-6-26 0,1-1 0,-1 1 0,1 0 0,0 0 0,0 0 0,0-1 0,0 1 0,0-1 0,0 1 0,0 0 0,1-1 0,-1 0 0,0 1 0,1-1 0,-1 0 0,1 0 0,0 0 0,-1 0 0,1 0 0,0 0 0,0 0 0,-1-1 0,1 1 0,0 0 0,0-1 0,0 0 0,0 1 0,0-1 0,0 0 0,0 0 0,0 0 0,0 0 0,-1-1 0,1 1 0,0 0 0,0-1 0,0 1 0,2-2 0,2 0 0,0-1 0,0 0 0,-1 0 0,1-1 0,0 0 0,-1 0 0,0 0 0,0 0 0,7-10 0,5-6 0,-10 10 0,1 0 0,0 1 0,1 0 0,17-14 0,-20 18 0,0 0 0,-1 0 0,0-1 0,0 0 0,0 0 0,-1 0 0,0 0 0,6-13 0,-7 15 0,-1-1 0,0 1 0,0-1 0,-1 0 0,1 0 0,-1 1 0,0-1 0,0 0 0,-1 0 0,0 0 0,1 0 0,-2 0 0,1 0 0,-2-6 0,2 10 0,0-1 0,0 1 0,-1 0 0,1 0 0,-1 0 0,1 0 0,-1 0 0,0 0 0,1 0 0,-1 0 0,0 0 0,0 0 0,0 0 0,1 0 0,-3-1 0,2 2 0,1 0 0,-1-1 0,1 1 0,-1 0 0,1 0 0,-1 0 0,0 0 0,1 0 0,-1 0 0,1 0 0,-1 0 0,1 0 0,-1 0 0,1 1 0,-1-1 0,1 0 0,-1 0 0,1 0 0,-1 1 0,1-1 0,-1 0 0,1 0 0,-1 1 0,0 0 0,-1 1 0,0 0 0,1 0 0,-1 0 0,0 0 0,1 0 0,-1 1 0,1-1 0,0 1 0,0-1 0,0 1 0,0 0 0,-1 3 0,0 4 0,0 1 0,1 0 0,0 0 0,1 0 0,0 0 0,1 0 0,0 0 0,0 0 0,2 0 0,-1 0 0,1-1 0,1 1 0,-1-1 0,2 0 0,0 0 0,9 14 0,-4-10 0,0 0 0,2 0 0,-1-1 0,2 0 0,18 14 0,-24-22 0,1 0 0,-1 0 0,1 0 0,0-1 0,0 0 0,1-1 0,9 4 0,-14-6 0,-1-1 0,1 1 0,0-1 0,0 1 0,-1-1 0,1 0 0,0 0 0,0-1 0,0 1 0,-1-1 0,1 0 0,0 0 0,-1 0 0,1 0 0,0-1 0,-1 0 0,0 1 0,1-1 0,4-4 0,0-1 0,0 0 0,0-1 0,-1 0 0,0 0 0,0-1 0,-1 1 0,6-11 0,2-9 0,12-33 0,-14 33 0,-11 26 0,0-1 0,1 0 0,-1 0 0,0 0 0,0 0 0,-1-1 0,1 1 0,-1 0 0,1 0 0,-1 0 0,0-1 0,0 1 0,-1 0 0,1 0 0,-1 0 0,1 0 0,-1 0 0,0-1 0,-2-4 0,1 6 0,0 0 0,0 0 0,0 0 0,0 0 0,-1 0 0,1 1 0,0-1 0,-1 1 0,1-1 0,-1 1 0,0 0 0,1 0 0,-1 0 0,0 0 0,1 0 0,-1 1 0,0 0 0,0-1 0,0 1 0,0 0 0,0 0 0,-3 1 0,2-1 0,0 1 0,0 0 0,0 0 0,0 0 0,0 0 0,0 1 0,0-1 0,1 1 0,-1 0 0,0 0 0,1 1 0,0-1 0,0 1 0,-1 0 0,1-1 0,1 1 0,-1 1 0,0-1 0,1 0 0,0 1 0,0-1 0,0 1 0,0-1 0,0 1 0,1 0 0,-2 5 0,1-2 0,-1 0 0,1 0 0,1 0 0,0 1 0,0-1 0,0 1 0,1-1 0,0 1 0,0-1 0,1 0 0,0 1 0,1-1 0,3 13 0,-4-17 0,0-1 0,0 0 0,0 0 0,1 0 0,-1 0 0,0 0 0,1 0 0,0-1 0,-1 1 0,1-1 0,0 1 0,0-1 0,0 1 0,0-1 0,0 0 0,0 0 0,0 0 0,0 0 0,0 0 0,1 0 0,-1-1 0,0 1 0,1-1 0,-1 0 0,0 1 0,1-1 0,-1 0 0,0 0 0,1-1 0,-1 1 0,1 0 0,-1-1 0,0 0 0,0 1 0,1-1 0,-1 0 0,0 0 0,0 0 0,0 0 0,0-1 0,0 1 0,0-1 0,0 1 0,-1-1 0,1 1 0,0-1 0,-1 0 0,1 0 0,-1 0 0,1-2 0,21-62 0,-13 31 0,-6 42 0,0 0 0,0 1 0,-1-1 0,2 10 0,-4-14 0,14 39 0,-7-16 0,2 0 0,0-1 0,22 37 0,-31-60 0,0 0 0,0 0 0,1-1 0,-1 1 0,1 0 0,-1-1 0,1 1 0,-1-1 0,1 1 0,0-1 0,0 0 0,0 0 0,0 1 0,0-2 0,4 3 0,-5-3 0,1 0 0,-1 0 0,1 0 0,-1 0 0,1 0 0,-1 0 0,1 0 0,-1 0 0,1-1 0,-1 1 0,1-1 0,-1 1 0,1-1 0,-1 0 0,0 1 0,1-1 0,1-2 0,1 0 0,-1 0 0,1-1 0,-1 1 0,0-1 0,-1 0 0,1 0 0,0 0 0,-1 0 0,0-1 0,0 1 0,-1-1 0,1 1 0,1-8 0,1-12 0,2 0 0,1 1 0,13-32 0,-4 10 0,-12 34 0,0-1 0,0 1 0,1 0 0,11-19 0,-16 29 0,1 1 0,-1 0 0,0-1 0,0 1 0,0-1 0,0 1 0,1 0 0,-1-1 0,0 1 0,0-1 0,1 1 0,-1 0 0,0-1 0,1 1 0,-1 0 0,0 0 0,1-1 0,-1 1 0,0 0 0,1 0 0,-1-1 0,1 1 0,-1 0 0,1 0 0,-1 0 0,0 0 0,1 0 0,-1 0 0,1 0 0,-1-1 0,1 1 0,-1 0 0,1 1 0,-1-1 0,0 0 0,1 0 0,-1 0 0,1 0 0,-1 0 0,1 0 0,-1 0 0,0 1 0,1-1 0,-1 0 0,1 0 0,-1 1 0,0-1 0,1 0 0,-1 1 0,0-1 0,1 0 0,-1 1 0,0-1 0,0 0 0,1 1 0,-1-1 0,0 1 0,0-1 0,0 0 0,0 1 0,1-1 0,-1 1 0,0-1 0,0 1 0,0-1 0,0 0 0,0 2 0,7 36 0,-7-31 0,6 28 0,0 0 0,3-1 0,12 34 0,-27-92 0,2 0 0,0 0 0,2 0 0,0-1 0,4-45 0,-2 66 0,1 0 0,-1 0 0,1 0 0,0 0 0,1 1 0,-1-1 0,0 0 0,1 1 0,0-1 0,0 1 0,0 0 0,0 0 0,1 0 0,-1 0 0,1 0 0,0 0 0,0 0 0,0 1 0,0 0 0,0-1 0,0 1 0,1 0 0,-1 1 0,1-1 0,0 1 0,-1-1 0,1 1 0,0 0 0,5 0 0,12-3 0,0 2 0,0 1 0,0 0 0,28 4 0,-14-1 0,349-1 0,-360 0-273,0 2 0,0 0 0,0 1 0,43 15 0,-44-11-6553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9:44.9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24575,'4'-1'0,"0"1"0,-1-1 0,1 0 0,-1-1 0,1 1 0,5-4 0,18-5 0,25 4 0,-1 2 0,99 5 0,-48 2 0,1316-3-1365,-1394 0-5461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9:49.5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24575,'1'2'0,"-1"0"0,1 0 0,0 0 0,0-1 0,0 1 0,0-1 0,0 1 0,1-1 0,-1 1 0,0-1 0,1 1 0,-1-1 0,1 0 0,-1 0 0,1 0 0,-1 0 0,1 0 0,2 1 0,32 15 0,82 28 0,-63-28 0,-45-15 0,0 0 0,-1 1 0,1 1 0,-1 0 0,15 8 0,-24-12 0,11 8 0,1-1 0,-1 0 0,1 0 0,1-1 0,-1-1 0,1 0 0,0-1 0,22 5 0,-24-7 0,-1 0 0,1 1 0,-1 0 0,0 0 0,0 1 0,-1 1 0,16 9 0,-20-12 0,0 1 0,-1 0 0,0 1 0,1-1 0,-1 1 0,0-1 0,-1 1 0,1 1 0,-1-1 0,0 0 0,0 1 0,0-1 0,0 1 0,-1 0 0,0 0 0,3 10 0,-5-13 0,1 0 0,-1 1 0,0-1 0,0 0 0,-1 0 0,1 1 0,0-1 0,-1 0 0,1 0 0,-1 1 0,0-1 0,0 0 0,0 0 0,0 0 0,0 0 0,0 0 0,0 0 0,-1 0 0,1-1 0,-1 1 0,1 0 0,-1-1 0,0 1 0,0-1 0,-3 3 0,-5 2 0,-1-1 0,0 1 0,-23 6 0,-11 7 0,19-4 0,10-5 0,-1 1 0,1 0 0,-22 20 0,16-13 0,0 0 0,-1-2 0,-42 23 0,38-24 0,1 1 0,-44 37 0,35-24-27,25-21-196,0 0 0,0 0 0,1 1 0,0 1 0,-10 14 0,10-10-6603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0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24575,'0'25'0,"-2"0"0,0 0 0,-9 37 0,-27 135 0,35-179 0,-2 1 0,0-1 0,-1 0 0,-15 32 0,-11 31 0,11-16 0,13-45 0,1 0 0,2 1 0,0 0 0,-4 39 0,8-47 0,0-3 0,1 0 0,0 0 0,0 0 0,1 0 0,2 12 0,-2-19 0,-1-1 0,1 1 0,0-1 0,0 0 0,0 0 0,0 1 0,1-1 0,-1 0 0,1 0 0,-1 0 0,1-1 0,0 1 0,-1 0 0,1 0 0,0-1 0,0 1 0,0-1 0,1 0 0,-1 0 0,0 1 0,0-1 0,1-1 0,-1 1 0,0 0 0,1-1 0,2 1 0,24 2 0,-1-1 0,1-1 0,41-5 0,7 0 0,128 4-1365,-184 0-5461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1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46 24575,'-8'-6'0,"0"0"0,-1 1 0,0 0 0,0 1 0,-1 0 0,1 0 0,-1 1 0,0 0 0,-13-2 0,20 5 0,0-1 0,0 1 0,0 0 0,0 0 0,0 0 0,1 1 0,-1-1 0,0 1 0,0 0 0,0 0 0,0 0 0,1 0 0,-1 0 0,0 0 0,1 1 0,-1-1 0,1 1 0,-4 3 0,2-1 0,0 0 0,1 0 0,0 1 0,0-1 0,0 1 0,1 0 0,0-1 0,-1 1 0,-1 9 0,-1 5 0,1 1 0,1 0 0,1 0 0,1 29 0,1-45 0,-1 0 0,2-1 0,-1 1 0,0 0 0,1 0 0,0 0 0,0-1 0,0 1 0,0 0 0,0-1 0,1 1 0,0-1 0,0 0 0,3 5 0,-3-6 0,-1-1 0,1 1 0,0-1 0,0 0 0,0 0 0,0 0 0,0 0 0,0 0 0,0 0 0,1 0 0,-1 0 0,0-1 0,0 0 0,1 1 0,-1-1 0,0 0 0,1 0 0,-1 0 0,0 0 0,0 0 0,1-1 0,-1 1 0,0-1 0,0 1 0,3-2 0,0 0 0,0 0 0,0-1 0,0 1 0,-1-1 0,1 0 0,-1 0 0,1-1 0,-1 1 0,0-1 0,0 0 0,-1 0 0,1-1 0,-1 1 0,0-1 0,0 1 0,-1-1 0,1 0 0,3-10 0,1-7 0,0 0 0,8-45 0,-15 67 0,-2 36 0,5 71 0,20 3-1365,-21-90-5461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1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24575,'0'-2'0,"0"1"0,1 0 0,-1 0 0,1 0 0,0 0 0,-1 0 0,1 0 0,0 0 0,0 0 0,0 0 0,-1 0 0,1 0 0,0 1 0,0-1 0,0 0 0,0 1 0,0-1 0,1 0 0,-1 1 0,0-1 0,0 1 0,0 0 0,0-1 0,1 1 0,-1 0 0,0 0 0,2 0 0,40-5 0,-39 5 0,10-1 0,0 1 0,1 0 0,-1 1 0,0 1 0,0 0 0,0 1 0,-1 0 0,27 11 0,-33-11 0,0 0 0,0 1 0,-1 0 0,1 1 0,-1-1 0,0 1 0,0 0 0,-1 1 0,0-1 0,1 1 0,-2 0 0,1 1 0,-1-1 0,0 1 0,0-1 0,-1 1 0,0 1 0,3 7 0,-5-10 0,-1-1 0,1 0 0,-1 0 0,1 0 0,-1 1 0,-1-1 0,1 0 0,-1 0 0,1 0 0,-1 1 0,0-1 0,-1 0 0,1 0 0,-1 0 0,1-1 0,-1 1 0,0 0 0,-1-1 0,1 1 0,-1-1 0,1 1 0,-1-1 0,0 0 0,0 0 0,-1-1 0,1 1 0,-1-1 0,1 1 0,-5 1 0,-25 21 0,27-20 0,0 0 0,-1 0 0,1 0 0,-12 5 0,7-4 0,1 0 0,0 1 0,0 1 0,-15 15 0,-4 1 0,19-15 0,-41 35 0,48-42 0,0 1 0,1 0 0,-1 0 0,1 0 0,0 0 0,0 0 0,0 1 0,1-1 0,-1 0 0,1 1 0,-1 0 0,1-1 0,0 1 0,0 4 0,1-6 0,0-1 0,0 1 0,1-1 0,-1 0 0,1 0 0,-1 1 0,1-1 0,-1 0 0,1 0 0,-1 1 0,1-1 0,0 0 0,0 0 0,0 0 0,0 0 0,0 0 0,0 0 0,0 0 0,0-1 0,0 1 0,0 0 0,0-1 0,0 1 0,1 0 0,-1-1 0,0 1 0,1-1 0,-1 0 0,0 1 0,3-1 0,44 4 0,-43-4 0,207-4 0,-202 3-136,1-1-1,-1-1 1,0 1-1,0-2 1,0 1-1,-1-1 1,1-1-1,-1 0 0,15-10 1,-8 3-6690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2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1 24575,'-2'65'0,"0"-39"0,1 0 0,2 1 0,0-1 0,7 30 0,-7-52 0,0-1 0,0 0 0,0 0 0,1 1 0,0-1 0,0 0 0,-1 0 0,2 0 0,-1-1 0,0 1 0,1 0 0,-1-1 0,1 0 0,0 1 0,-1-1 0,6 2 0,-7-3 0,1 0 0,-1-1 0,1 1 0,-1-1 0,1 1 0,-1-1 0,1 0 0,-1 1 0,1-1 0,-1 0 0,1 0 0,-1 0 0,1 0 0,-1 0 0,1-1 0,-1 1 0,1 0 0,-1-1 0,0 1 0,1-1 0,-1 1 0,1-1 0,-1 0 0,0 0 0,1 0 0,-1 1 0,0-1 0,0 0 0,0 0 0,0-1 0,0 1 0,0 0 0,0 0 0,0 0 0,0-1 0,-1 1 0,1 0 0,0-1 0,-1 1 0,1-2 0,3-8 0,-1 1 0,0 0 0,2-18 0,-4 20 0,1-1 0,-1 0 0,2 1 0,-1-1 0,1 1 0,5-8 0,-8 15 0,0 1 0,0-1 0,0 1 0,0-1 0,0 1 0,1 0 0,-1-1 0,0 1 0,0-1 0,1 1 0,-1 0 0,0-1 0,1 1 0,-1 0 0,0-1 0,1 1 0,-1 0 0,0-1 0,1 1 0,-1 0 0,1 0 0,-1 0 0,1-1 0,-1 1 0,0 0 0,1 0 0,-1 0 0,1 0 0,-1 0 0,1 0 0,-1 0 0,2 0 0,5 14 0,-2 24 0,-2 18 0,-7 75 0,2-108 0,-2 0 0,-1 0 0,-1-1 0,0 1 0,-2-1 0,-11 22 0,-2-10 0,-6 14 0,23-35 0,-1 0 0,-1-1 0,0 1 0,-1-2 0,0 1 0,0-1 0,-1 0 0,-1 0 0,-16 15 0,-30 27 0,47-44 0,-1 1 0,0-1 0,-1-1 0,0 1 0,0-2 0,-1 1 0,0-2 0,-16 9 0,8-8 0,10-2 0,-1-1 0,0-1 0,0 0 0,0 0 0,-17 2 0,25-5 0,0 0 0,0 0 0,0 0 0,0 0 0,0-1 0,0 1 0,0 0 0,0-1 0,0 0 0,0 1 0,0-1 0,1 0 0,-1 0 0,0 0 0,1 0 0,-1 0 0,0 0 0,1-1 0,-1 1 0,1-1 0,0 1 0,0-1 0,-1 1 0,1-1 0,0 0 0,0 1 0,0-1 0,1 0 0,-1 0 0,0 0 0,1 0 0,-1 1 0,1-1 0,-1 0 0,1-4 0,-3-18 0,2-1 0,0-1 0,1 1 0,5-30 0,-3 47 0,0 1 0,1-1 0,-1 0 0,2 1 0,-1 0 0,1 0 0,0 0 0,0 0 0,1 1 0,0-1 0,0 1 0,10-8 0,19-28 0,-22 28 0,0 0 0,0 1 0,2 0 0,18-14 0,20-19 0,62-54 0,-45 42 0,-18 20 99,-35 28-831,26-25 0,-30 23-6094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2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0 627 24575,'2'-9'0,"0"0"0,1 0 0,-1 0 0,2 1 0,-1-1 0,1 1 0,0 0 0,1 0 0,0 0 0,11-12 0,6-13 0,-4 3 0,-2 0 0,19-45 0,-24 46 0,-2 6 0,10-39 0,-14 44 0,1 0 0,1 1 0,1 0 0,1 1 0,15-24 0,11-22 0,-32 57 0,0-1 0,0 1 0,0 0 0,0 0 0,1 0 0,8-9 0,-11 14 0,0-1 0,0 0 0,0 0 0,0 1 0,0-1 0,0 1 0,0-1 0,1 1 0,-1-1 0,0 1 0,0 0 0,0 0 0,0-1 0,1 1 0,-1 0 0,0 0 0,0 0 0,0 0 0,0 1 0,1-1 0,-1 0 0,0 0 0,0 1 0,0-1 0,0 0 0,0 1 0,1-1 0,-1 1 0,0 0 0,0-1 0,0 1 0,0 0 0,-1 0 0,1-1 0,0 1 0,0 0 0,0 0 0,-1 0 0,1 0 0,0 0 0,0 2 0,4 4 0,-1 0 0,0 0 0,0 1 0,0-1 0,-1 1 0,-1 0 0,1 0 0,-1 0 0,2 14 0,-2 4 0,-2 46 0,-1-53 0,1 0 0,0 0 0,1 0 0,8 36 0,-4-35 0,-1-1 0,-1 1 0,0 0 0,-2 1 0,0-1 0,-3 22 0,2-40 0,0 1 0,0-1 0,0 0 0,-1 1 0,1-1 0,-1 0 0,0 0 0,0 0 0,1 1 0,-1-1 0,-1 0 0,1 0 0,0 0 0,0 0 0,-1-1 0,1 1 0,-4 2 0,4-3 0,-1 0 0,1 0 0,-1 0 0,0-1 0,1 1 0,-1-1 0,0 1 0,0-1 0,1 1 0,-1-1 0,0 0 0,0 0 0,1 0 0,-1 0 0,0 0 0,0-1 0,1 1 0,-3-1 0,-1 0 0,0-1 0,1 0 0,-1 0 0,1-1 0,0 1 0,-1-1 0,1 0 0,0 0 0,1 0 0,-1 0 0,0-1 0,1 0 0,0 0 0,0 0 0,-3-5 0,-23-35 0,17 26 0,1 0 0,-15-31 0,24 44 0,0 0 0,0 1 0,0-1 0,1 0 0,0 0 0,0 0 0,1 0 0,-1 0 0,1 0 0,0-1 0,0 1 0,1 0 0,0 0 0,-1 0 0,4-9 0,-2 11 0,0-1 0,1 2 0,-1-1 0,1 0 0,-1 0 0,1 1 0,0-1 0,0 1 0,0 0 0,0 0 0,0 0 0,0 0 0,1 1 0,-1-1 0,1 1 0,-1 0 0,5-1 0,9-3 0,1 1 0,20-2 0,9 3 0,79 4 0,-73 1 0,51-5 0,-43-11-1365,-43 9-5461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3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97 160 24575,'1'82'0,"-3"93"0,1-166 0,-1 0 0,0 0 0,0 1 0,-1-2 0,-1 1 0,1 0 0,-1-1 0,-1 1 0,0-1 0,0 0 0,0-1 0,-1 1 0,0-1 0,-9 8 0,14-15 0,1 1 0,-1 0 0,1-1 0,-1 1 0,1-1 0,-1 1 0,0-1 0,1 0 0,-1 1 0,0-1 0,0 0 0,1 1 0,-1-1 0,0 0 0,0 0 0,1 1 0,-1-1 0,0 0 0,0 0 0,1 0 0,-1 0 0,0 0 0,0 0 0,0 0 0,1-1 0,-1 1 0,-1 0 0,1-1 0,1 0 0,-1 0 0,1 0 0,-1 0 0,1 1 0,-1-1 0,1 0 0,-1 0 0,1 0 0,0 0 0,-1 0 0,1 0 0,0 0 0,0 0 0,0-1 0,0 1 0,0-1 0,0-5 0,1 0 0,-1 1 0,1-1 0,4-13 0,8-9 0,28-49 0,3-7 0,-31 56 0,1 0 0,1 1 0,2 0 0,0 2 0,2 0 0,26-28 0,-37 46 0,1 1 0,0 0 0,1 0 0,-1 1 0,1 0 0,0 1 0,1 0 0,-1 1 0,1 0 0,0 0 0,0 1 0,17-2 0,-2 2 0,1 0 0,-1 2 0,1 2 0,34 3 0,-54-2 0,-1-1 0,1 1 0,0 0 0,-1 0 0,1 0 0,-1 1 0,0 0 0,0 1 0,0-1 0,0 1 0,0 0 0,-1 1 0,0-1 0,6 7 0,0 2 0,0 1 0,0 0 0,-1 1 0,10 21 0,-17-31 0,0 1 0,-1-1 0,0 0 0,0 1 0,0 0 0,-1-1 0,0 1 0,0 0 0,0 0 0,-1 0 0,0 0 0,0-1 0,0 1 0,-1 0 0,1 0 0,-2 0 0,1 0 0,-1-1 0,-2 8 0,1-7 0,-1 0 0,1-1 0,-1 1 0,0-1 0,0 1 0,-1-1 0,0 0 0,0-1 0,0 1 0,0-1 0,-1 0 0,1 0 0,-1-1 0,0 0 0,0 0 0,-10 3 0,-20 8 0,10-3 0,1-2 0,-2 0 0,1-2 0,-1-1 0,0-1 0,-36 2 0,12-6 0,-155-4 0,169-5 0,36 8 0,-1-1 0,1 1 0,-1-1 0,1 1 0,0-1 0,-1 0 0,1 1 0,0-1 0,-1 0 0,1 0 0,0 0 0,0 0 0,0 0 0,0 0 0,0 0 0,0 0 0,0-1 0,0 1 0,1 0 0,-1 0 0,0-3 0,1 3 0,0 0 0,0 1 0,0-1 0,0 0 0,1 0 0,-1 0 0,0 1 0,1-1 0,-1 0 0,1 0 0,-1 1 0,1-1 0,-1 0 0,1 1 0,0-1 0,-1 0 0,1 1 0,0-1 0,-1 1 0,1-1 0,0 1 0,-1 0 0,1-1 0,0 1 0,0 0 0,0-1 0,0 1 0,-1 0 0,1 0 0,0 0 0,2 0 0,31-5 0,-32 5 0,12 0 0,0 0 0,-1 1 0,1 1 0,0 0 0,-1 1 0,21 6 0,79 36 0,-94-37 0,50 19 0,-37-15 0,-1 1 0,33 19 0,-42-21 0,0 0 0,26 7 0,5 4 0,4-1 0,-36-13 0,-1 0 0,28 15 0,-12-5 0,0-1 0,63 19 0,-12-4 0,-71-24-1365,-2 0-5461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3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24575,'0'-4'0,"0"2"0,0 7 0,0 2-8191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24575,'4'0'0,"7"0"0,5 0 0,4 0 0,-1 0-8191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5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24575,'1'26'0,"2"-1"0,9 42 0,-4-33 0,20 99 0,-26-125 0,0 0 0,0 0 0,1 0 0,1 0 0,-1-1 0,1 1 0,1-1 0,-1 0 0,1 0 0,0 0 0,1-1 0,0 0 0,0 0 0,0 0 0,0-1 0,1 0 0,0 0 0,0 0 0,1-1 0,-1 0 0,1-1 0,0 0 0,0 0 0,0 0 0,0-1 0,0 0 0,0-1 0,9 1 0,-8-2 0,-1 0 0,0 0 0,1 0 0,-1-1 0,0-1 0,1 1 0,-1-1 0,0-1 0,0 1 0,0-2 0,9-4 0,-11 4 0,-1 1 0,0-1 0,0-1 0,0 1 0,-1-1 0,1 1 0,-1-1 0,0-1 0,-1 1 0,1 0 0,-1-1 0,0 0 0,-1 0 0,1 0 0,2-9 0,3-12 0,-1-1 0,0 0 0,-3 0 0,0 0 0,0-31 0,-5-8 0,0 160 0,2 88 0,-1-179 0,0 0 0,1 1 0,-1-1 0,1 1 0,0-1 0,-1 0 0,1 0 0,0 1 0,0-1 0,1 0 0,-1 0 0,0 0 0,1 0 0,-1 0 0,1-1 0,0 1 0,-1 0 0,1-1 0,3 3 0,-1-2 0,0 0 0,0 0 0,1 0 0,-1-1 0,0 1 0,1-1 0,-1 0 0,0-1 0,1 1 0,4-1 0,0 0 0,0 0 0,0 0 0,-1-1 0,1-1 0,-1 1 0,1-2 0,-1 1 0,1-1 0,-1 0 0,13-8 0,-14 6 0,-1 0 0,0 0 0,-1-1 0,0 0 0,1 0 0,-2-1 0,1 1 0,-1-1 0,5-10 0,28-73 0,-27 64 0,-4 9 0,-1 0 0,-1-1 0,3-18 0,-6 28 0,0 0 0,-1 1 0,1-1 0,-2 0 0,1 0 0,-1 0 0,0 1 0,0-1 0,-4-10 0,2 14 0,1 0 0,-1 1 0,1 0 0,-1 0 0,0-1 0,0 1 0,0 1 0,-1-1 0,1 0 0,-1 1 0,1 0 0,-1 0 0,0 0 0,0 0 0,-6-1 0,8 2 0,0 0 0,0 0 0,0 1 0,1-1 0,-1 0 0,0 1 0,0 0 0,0 0 0,0-1 0,0 1 0,0 0 0,0 0 0,0 1 0,0-1 0,0 0 0,0 1 0,0-1 0,0 1 0,0 0 0,1-1 0,-1 1 0,0 0 0,0 0 0,1 0 0,-1 0 0,0 1 0,1-1 0,0 0 0,-1 1 0,1-1 0,0 1 0,-1-1 0,1 1 0,-1 2 0,1-1 0,-1 0 0,1 1 0,0-1 0,0 1 0,0-1 0,1 1 0,0-1 0,-1 1 0,1-1 0,0 1 0,0-1 0,1 1 0,-1-1 0,1 1 0,0-1 0,0 1 0,0-1 0,0 1 0,1-1 0,3 6 0,2 0 0,0 0 0,0 0 0,1-1 0,1 0 0,10 8 0,-9-8 0,0 1 0,0 0 0,11 15 0,-12-13 0,1 0 0,1-1 0,0 0 0,0-1 0,1 0 0,20 11 0,31 25 0,-62-44 0,0 0 0,1 0 0,-1 0 0,0 0 0,0 0 0,0 0 0,0 1 0,0-1 0,0 0 0,0 1 0,0-1 0,0 1 0,-1-1 0,1 1 0,-1 0 0,1-1 0,-1 1 0,0-1 0,1 4 0,-1-4 0,-1 1 0,1-1 0,-1 0 0,1 1 0,-1-1 0,1 0 0,-1 0 0,0 0 0,0 1 0,1-1 0,-1 0 0,0 0 0,0 0 0,0 0 0,0-1 0,0 1 0,0 0 0,-3 1 0,-2 1 0,0 0 0,-1 0 0,0-1 0,1 0 0,-1 0 0,0 0 0,-13 0 0,4 0 0,-10-2 0,27-4 0,16-6 0,81-50 0,-54 41 0,42-22 0,-77 35 0,-1-1 0,-1 0 0,1-1 0,-1 0 0,-1 0 0,1-1 0,-1 1 0,-1-1 0,0-1 0,0 1 0,-1-1 0,0 0 0,0 0 0,-1 0 0,3-18 0,-6 25 0,-1 0 0,1-1 0,0 1 0,-1 0 0,0 0 0,0 0 0,0 0 0,0-1 0,0 1 0,0 1 0,-1-1 0,0 0 0,1 0 0,-1 0 0,0 1 0,-1-1 0,1 1 0,0 0 0,-1-1 0,-4-2 0,6 4 0,0 0 0,0 0 0,-1 1 0,1-1 0,-1 0 0,1 1 0,0-1 0,-1 1 0,1-1 0,-1 1 0,1 0 0,-1-1 0,0 1 0,1 0 0,-1 0 0,1 0 0,-1 0 0,1 1 0,-1-1 0,1 0 0,-1 0 0,1 1 0,-1-1 0,1 1 0,-1 0 0,1-1 0,0 1 0,-1 0 0,1 0 0,0 0 0,0 0 0,-1 0 0,1 0 0,0 0 0,0 0 0,0 1 0,0-1 0,1 0 0,-1 0 0,0 1 0,0-1 0,1 1 0,-1 1 0,-3 6 0,1 1 0,1-1 0,0 1 0,0-1 0,1 1 0,0-1 0,1 13 0,6 68 0,-5-85 0,0 0 0,0 0 0,1-1 0,0 1 0,0 0 0,0-1 0,1 1 0,-1-1 0,1 1 0,0-1 0,0 0 0,1 0 0,-1-1 0,1 1 0,0-1 0,0 0 0,0 0 0,0 0 0,0 0 0,1-1 0,-1 1 0,1-1 0,0 0 0,9 2 0,-3-1 0,0 0 0,0-1 0,0 0 0,0-1 0,0 0 0,0-1 0,1 0 0,-1-1 0,0 0 0,15-4 0,-20 4 0,-1 0 0,0-1 0,1 0 0,-1 0 0,0 0 0,0-1 0,0 1 0,0-1 0,-1-1 0,8-5 0,-9 6 0,-1-1 0,1 1 0,-1-1 0,0 0 0,0 1 0,-1-1 0,1 0 0,-1 0 0,1 0 0,-1 0 0,-1-1 0,1 1 0,-1 0 0,1-6 0,0-4 0,-3 34 0,0 40 0,2-45 0,0-8 0,1 0 0,-1-1 0,0 1 0,-1 0 0,0 0 0,0-1 0,0 1 0,-1-1 0,1 1 0,-2-1 0,1 1 0,-1-1 0,-4 8 0,6-14 0,1 1 0,0-1 0,-1 1 0,1-1 0,0 1 0,-1-1 0,1 1 0,0-1 0,-1 0 0,1 1 0,-1-1 0,1 0 0,-1 1 0,1-1 0,-1 0 0,1 0 0,-1 0 0,1 1 0,-1-1 0,1 0 0,-1 0 0,1 0 0,-1 0 0,0 0 0,1 0 0,-1 0 0,1 0 0,-1 0 0,1 0 0,-1 0 0,0 0 0,-8-16 0,2-24 0,7 29 0,0 0 0,1 1 0,0-1 0,1 0 0,1 1 0,-1 0 0,1-1 0,1 1 0,0 0 0,1 1 0,6-13 0,-6 14 0,0 0 0,0 1 0,1-1 0,0 1 0,0 0 0,1 1 0,0-1 0,0 1 0,0 1 0,1-1 0,0 1 0,0 0 0,11-4 0,1 4 0,0 1 0,0 1 0,1 1 0,-1 1 0,0 0 0,41 5 0,4-1 0,5-4 0,64 3 0,-92 7-1365,-26-3-5461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6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24575,'-1'0'0,"0"1"0,0-1 0,0 1 0,-1-1 0,1 1 0,0 0 0,0-1 0,0 1 0,1 0 0,-1 0 0,0 0 0,0-1 0,0 1 0,0 0 0,1 0 0,-1 0 0,1 0 0,-1 1 0,0-1 0,1 0 0,0 0 0,-1 0 0,1 0 0,0 0 0,-1 1 0,1-1 0,0 2 0,-5 39 0,5-37 0,-1-1 0,1 1 0,0-1 0,0 1 0,0-1 0,0 1 0,1 0 0,0-1 0,-1 1 0,2-1 0,-1 0 0,0 1 0,1-1 0,0 0 0,0 0 0,0 0 0,1 0 0,-1 0 0,1 0 0,0-1 0,0 1 0,0-1 0,1 0 0,-1 0 0,1 0 0,0-1 0,-1 1 0,1-1 0,0 0 0,1 0 0,-1 0 0,6 2 0,20 7 0,62 13 0,-80-22 0,0 0 0,0-1 0,0-1 0,0 0 0,-1-1 0,1 0 0,0-1 0,20-5 0,7-3-48,-18 4-391,-1 0 0,32-14 0,-35 12-6387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6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64 24575,'-29'-1'0,"18"1"0,-1-1 0,1 1 0,-1 1 0,-19 3 0,29-4 0,-1 1 0,0 0 0,1 0 0,-1 0 0,1 0 0,0 0 0,-1 1 0,1-1 0,0 1 0,0-1 0,0 1 0,0 0 0,0 0 0,0 0 0,0 0 0,1 0 0,-1 0 0,1 0 0,-1 1 0,1-1 0,0 0 0,0 1 0,0-1 0,0 1 0,0 3 0,-1 3 0,0 0 0,1 1 0,0-1 0,0 0 0,1 1 0,1-1 0,0 1 0,0-1 0,0 0 0,1 0 0,7 18 0,-7-22 0,0 0 0,1 0 0,-1-1 0,1 1 0,1-1 0,-1 0 0,0 0 0,1 0 0,0 0 0,0-1 0,0 0 0,1 1 0,-1-1 0,1-1 0,-1 1 0,1-1 0,0 0 0,0 0 0,0 0 0,0-1 0,0 1 0,8 0 0,7 1 0,0-2 0,0 0 0,1-1 0,-1 0 0,0-2 0,31-6 0,-42 6 0,0-1 0,1 0 0,-1 0 0,0 0 0,0-1 0,0-1 0,-1 1 0,0-2 0,0 1 0,0-1 0,0 0 0,-1-1 0,0 1 0,-1-1 0,11-13 0,-14 13 0,0 1 0,0-1 0,-1 0 0,1 0 0,-2 0 0,1 0 0,-1 0 0,0 0 0,0-1 0,-1 1 0,0 0 0,0 0 0,0-1 0,-1 1 0,-1 0 0,1 0 0,-1 0 0,0 0 0,-1 0 0,1 0 0,-1 1 0,-1-1 0,1 1 0,-1 0 0,0 0 0,-1 0 0,1 0 0,-1 1 0,0 0 0,-1 0 0,-10-8 0,3 8-1365,3 5-5461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7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24575,'0'233'0,"0"-243"0,0-1 0,1 1 0,0 0 0,1 0 0,1 0 0,-1 0 0,1 0 0,1 0 0,0 1 0,6-12 0,-6 15 0,1-1 0,-1 1 0,1 0 0,0 1 0,0-1 0,1 1 0,0 0 0,-1 1 0,2-1 0,-1 1 0,0 0 0,1 1 0,0-1 0,0 1 0,7-2 0,4 1 0,-1 0 0,1 1 0,0 1 0,0 1 0,0 0 0,0 1 0,0 1 0,-1 1 0,24 5 0,-35-5 0,-1 0 0,0 0 0,0 1 0,0 0 0,0 0 0,0 0 0,-1 1 0,1 0 0,-1 0 0,0 0 0,0 0 0,0 0 0,-1 1 0,0 0 0,1 0 0,3 9 0,-2-4 0,0 1 0,-1 0 0,0 0 0,-1 0 0,0 0 0,-1 1 0,1 15 0,-3-25-106,2 15 345,-2-17-275,0 1-1,0-1 1,0 0-1,0 1 1,0-1-1,0 0 1,0 0-1,1 1 0,-1-1 1,0 0-1,0 1 1,0-1-1,0 0 1,0 0-1,0 1 1,1-1-1,-1 0 1,0 0-1,0 1 0,0-1 1,1 0-1,-1 0 1,0 0-1,0 1 1,1-1-1,-1 0 1,0 0-1,0 0 1,1 0-1,-1 0 0,0 1 1,1-1-1,-1 0 1,0 0-1,1 0 1,-1 0-1,0 0 1,0 0-1,1 0 1,0 0-1,4-4-6789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7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24575,'0'489'-1365,"0"-467"-5461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7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24575,'1'-2'0,"-1"0"0,1-1 0,0 1 0,0 0 0,0 0 0,0 0 0,0 0 0,0 0 0,0 0 0,1 0 0,-1 1 0,1-1 0,0 0 0,-1 1 0,1-1 0,0 1 0,3-2 0,35-21 0,-31 19 0,0 2 0,0-1 0,1 2 0,-1-1 0,1 1 0,0 1 0,15-2 0,74 5 0,-46 0 0,-2-2-1365,-29 1-5461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8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1 204 24575,'0'2'0,"1"-1"0,-1 0 0,1 0 0,-1 0 0,1 0 0,0 0 0,-1 0 0,1 0 0,0 0 0,0 0 0,0 0 0,0 0 0,0-1 0,0 1 0,0 0 0,0 0 0,0-1 0,0 1 0,0-1 0,0 1 0,0-1 0,0 0 0,1 1 0,-1-1 0,0 0 0,0 0 0,2 0 0,40 5 0,-39-5 0,1 1 0,-1-1 0,1 0 0,0 0 0,-1 0 0,1-1 0,-1 1 0,1-1 0,-1 0 0,1-1 0,-1 1 0,0-1 0,0 0 0,0 0 0,0 0 0,0 0 0,5-4 0,-6 2 0,0 1 0,0-1 0,0 0 0,0 0 0,-1 0 0,1 0 0,-1 0 0,-1 0 0,1-1 0,0 1 0,-1-1 0,0 1 0,0-1 0,0 1 0,-1-1 0,1-5 0,-1 0 0,0-1 0,0 1 0,-1-1 0,-1 1 0,1-1 0,-6-14 0,7 23 0,-1 0 0,1 0 0,-1-1 0,0 1 0,0 0 0,0 0 0,0 0 0,0 0 0,0 1 0,0-1 0,-1 0 0,1 0 0,-1 1 0,1-1 0,-1 1 0,0-1 0,1 1 0,-1 0 0,0-1 0,0 1 0,0 0 0,0 0 0,0 0 0,0 1 0,0-1 0,0 0 0,0 1 0,-1 0 0,1-1 0,0 1 0,0 0 0,0 0 0,-1 0 0,1 0 0,0 1 0,0-1 0,-3 1 0,3 0 0,0 0 0,0 0 0,0 1 0,0-1 0,0 0 0,0 1 0,1-1 0,-1 1 0,0 0 0,1-1 0,-1 1 0,1 0 0,0 0 0,0 0 0,-1 0 0,1 0 0,0 0 0,1 1 0,-1-1 0,0 0 0,1 0 0,-1 1 0,1 2 0,-2 9 0,1 0 0,1 24 0,0-28 0,0 6 0,0 2 0,0 0 0,2 0 0,4 22 0,-6-36 0,1 1 0,1-1 0,-1 0 0,0 0 0,1 0 0,0 0 0,0 0 0,0-1 0,1 1 0,-1-1 0,1 1 0,0-1 0,0 0 0,0 0 0,0 0 0,0 0 0,1-1 0,7 5 0,12 3-151,1 0-1,0-2 0,0-1 0,1-1 1,-1-1-1,2-1 0,-1-2 1,32 1-1,-35-3-6674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8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24575,'5'2'0,"0"-1"0,0 1 0,0 0 0,0 1 0,0-1 0,-1 1 0,1 0 0,-1 0 0,0 0 0,0 1 0,6 6 0,59 80 0,-55-76 25,1 0 0,0-1-1,1-1 1,17 11 0,-15-12-397,-1 1-1,-1 1 1,24 23 0,-29-23-6454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8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0 24575,'-4'0'0,"-7"0"0,-4 0 0,-1 4 0,-2 2 0,-2 4 0,-1 4 0,2 5 0,-1-1 0,5 1 0,3 1 0,5 2 0,3 1 0,2 2 0,6-4 0,3-6-8191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8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24575,'0'566'0,"0"-561"12,0-1 0,-1 1 0,1-1 0,-1 1 0,1 0 0,-1-1 0,-1 1 0,1-1 0,-3 5 0,3-7-86,0 0-1,-1 0 1,1 0 0,-1 0 0,0 0-1,1-1 1,-1 1 0,0 0 0,0-1-1,0 0 1,0 1 0,0-1 0,0 0-1,-1 0 1,1 0 0,0 0 0,0-1-1,-1 1 1,-2 0 0,-14 2-6752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49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24575,'24'-1'0,"0"-2"0,0-1 0,46-13 0,-41 9 0,58-8 0,126 13 40,-118 5-1445,-73-2-5421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1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24575,'720'0'0,"-697"-2"-163,1-2 0,-1 0 0,1-2 0,-1 0-1,-1-1 1,37-18 0,-54 23-60,17-7-6603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2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24575,'0'591'-1365,"0"-569"-5461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3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24575,'5'0'0,"5"0"0,1 5 0,4 0 0,3 1 0,2-2 0,-1-1-8191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2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24575,'1'4'0,"0"0"0,1 1 0,0-1 0,-1 0 0,2 0 0,-1 0 0,5 7 0,-2-2 0,113 159 0,-73-109 0,-34-46 0,0-1 0,2 0 0,25 19 0,-17-14 0,-19-16 0,0 1 0,0 0 0,0-1 0,0 1 0,0-1 0,1 1 0,-1-1 0,0 0 0,1 0 0,-1 0 0,1-1 0,-1 1 0,1-1 0,0 1 0,-1-1 0,1 0 0,0 0 0,-1 0 0,1 0 0,4-1 0,-4 0 0,0 0 0,0-1 0,-1 1 0,1-1 0,0 0 0,-1 0 0,1 0 0,-1 0 0,1 0 0,-1 0 0,0-1 0,0 1 0,0-1 0,2-4 0,2-3 0,0-1 0,-2 0 0,1 0 0,-1-1 0,-1 1 0,0-1 0,-1 0 0,1-12 0,1-47 0,-3 33 0,9-58 0,-5 66-682,1-43-1,-6 51-6143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2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24575,'1'0'0,"0"0"0,1 1 0,-1-1 0,0 1 0,0-1 0,0 1 0,0 0 0,0 0 0,0-1 0,0 1 0,0 0 0,0 0 0,-1 0 0,1 0 0,0 0 0,0 0 0,-1 0 0,1 0 0,-1 0 0,1 2 0,12 26 0,-12-26 0,9 30 0,7 37 0,-8-34 0,-4-6-52,-2 0 0,0-1 0,-4 59 0,0-43-1105,1-23-5669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3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24575,'0'4'0,"0"6"0,0 2-8191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3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24575,'1'1'0,"1"-1"0,-1 1 0,1 0 0,-1-1 0,1 1 0,-1 0 0,0 0 0,1 0 0,-1 0 0,0 0 0,0 0 0,0 1 0,0-1 0,0 0 0,0 1 0,1 1 0,17 28 0,-14-23 0,1 4 0,0 1 0,-1-1 0,-1 1 0,0 0 0,3 17 0,-4-14 0,2 0 0,-1 0 0,10 18 0,1 2 0,-2 1 0,-1 1 0,-2 1 0,-1-1 0,-2 1 0,1 40 0,-5-2-1365,-3-55-5461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4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1 177 24575,'1'-2'0,"-1"1"0,1-1 0,0 0 0,0 1 0,0-1 0,0 1 0,0-1 0,0 1 0,0 0 0,0-1 0,1 1 0,-1 0 0,0 0 0,1 0 0,-1 0 0,1 0 0,0 0 0,1 0 0,31-16 0,25-6 0,-42 16 0,-1 0 0,1 0 0,1 2 0,31-6 0,25-2 0,-50 8 0,1 1 0,29-1 0,-22 4 0,141 3 0,-167-1 0,-1 0 0,1 1 0,-1-1 0,0 1 0,0 0 0,0 0 0,0 1 0,0-1 0,-1 1 0,1 0 0,-1 1 0,1-1 0,-1 1 0,0 0 0,6 7 0,0 2 0,-1 0 0,0 1 0,-1 0 0,7 17 0,-10-18 0,-1 0 0,0 0 0,-1 1 0,0 0 0,-1-1 0,-1 1 0,-1 0 0,0 16 0,-1-62 0,0-40 0,2 65 0,-1 0 0,1 0 0,1 0 0,-1 0 0,1 0 0,1 0 0,-1 1 0,5-10 0,1 4 0,1 0 0,0 1 0,0 0 0,1 1 0,1 0 0,16-13 0,-8 7 0,-12 10 0,0 1 0,0-1 0,0 1 0,1 1 0,10-6 0,-17 10 0,0-1 0,1 0 0,-1 1 0,1 0 0,-1-1 0,1 1 0,-1 0 0,1-1 0,-1 1 0,1 0 0,-1 0 0,1 0 0,-1 0 0,1 1 0,-1-1 0,1 0 0,-1 1 0,1-1 0,-1 1 0,0-1 0,1 1 0,-1 0 0,1-1 0,-1 1 0,0 0 0,0 0 0,0 0 0,1 0 0,-1 0 0,0 0 0,0 1 0,0-1 0,-1 0 0,1 0 0,0 1 0,0-1 0,-1 0 0,2 4 0,24 61 0,22 80 0,-44-125-156,-1 0 0,-1 1 0,-1-1 0,-1 26 0,0-36-429,-1 12-6241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4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0 24575,'-4'0'0,"-2"4"0,0 7 0,-2 0 0,-1 4 0,-3-2 0,1 2 0,2 3 0,-2-2 0,1 0 0,3 3 0,1 2 0,3 2 0,2 1 0,0-3-8191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5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24575,'-1'0'0,"0"0"0,1 1 0,-1-1 0,0 0 0,0 0 0,0 1 0,0-1 0,1 0 0,-1 1 0,0-1 0,0 1 0,1-1 0,-1 1 0,0 0 0,1-1 0,-1 1 0,0 0 0,1-1 0,-1 1 0,1 0 0,-1 0 0,1-1 0,-1 1 0,1 0 0,0 0 0,0 0 0,-1 0 0,1-1 0,0 1 0,0 0 0,0 0 0,0 0 0,0 0 0,0 0 0,0 0 0,0 1 0,0 1 0,0-1 0,0 1 0,1 0 0,-1 0 0,1 0 0,-1 0 0,1 0 0,0-1 0,0 1 0,2 3 0,12 13 0,0-1 0,1 0 0,1-2 0,1 0 0,0 0 0,1-2 0,1 0 0,24 12 0,119 92 0,-132-101 0,19 14 0,-46-29 0,-1 1 0,1 0 0,-1 0 0,0 0 0,0 0 0,0 1 0,0-1 0,0 1 0,3 7 0,-5-10 0,-1 0 0,0 0 0,1 0 0,-1 1 0,0-1 0,1 0 0,-1 0 0,0 0 0,0 0 0,0 0 0,0 1 0,0-1 0,-1 0 0,1 0 0,0 0 0,0 0 0,-1 0 0,1 0 0,-1 0 0,1 1 0,-1-1 0,1 0 0,-1-1 0,0 1 0,1 0 0,-1 0 0,0 0 0,0 0 0,0 0 0,0-1 0,0 1 0,1 0 0,-1-1 0,0 1 0,-1-1 0,1 1 0,0-1 0,0 1 0,0-1 0,0 0 0,0 0 0,0 1 0,0-1 0,-2 0 0,-7 2 0,-1 0 0,1-1 0,-18 0 0,25-1 0,-363-3 0,361 3 8,1 0 0,0 0 0,0-1 0,0 0 0,0 1 0,0-1 0,0-1 0,0 1 0,0-1 0,0 1 0,0-1 0,1 0 0,-1 0 0,-3-3 0,6 4-49,0-1-1,0 1 1,0 0 0,0-1 0,0 1-1,0-1 1,0 1 0,0-1 0,1 0-1,-1 1 1,1-1 0,-1 0 0,1 1-1,0-1 1,-1 0 0,1 1 0,0-1-1,0 0 1,0 0 0,1 1 0,-1-1-1,0 0 1,0 1 0,1-1 0,-1 0-1,1 1 1,0-1 0,0 0 0,-1 1-1,1-1 1,0 1 0,0-1 0,0 1-1,0 0 1,3-3 0,7-8-6785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5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24575,'0'4'0,"0"7"0,5 4 0,1 6 0,-1 2 0,-1 2 0,0 2 0,-2-1 0,-1 1 0,-1 0 0,0-1 0,0 0 0,0 0 0,-1 0 0,-3-5 0,-2-5-8191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5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24575,'108'-2'0,"118"5"0,-220-3-91,0 1 0,-1-1 0,1 1 0,0 1 0,0-1 0,-1 1 0,1 0 0,-1 0 0,1 0 0,-1 1 0,0 0 0,0 0 0,0 1 0,8 7 0,-4 2-6735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5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24575,'108'2'0,"118"-5"0,-215 2-170,0-2-1,0 1 0,0-1 1,-1-1-1,0 0 0,1 0 1,9-7-1,-5 3-6655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6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24575,'1'11'0,"1"0"0,0 0 0,1-1 0,0 1 0,0-1 0,7 15 0,8 23 0,-8 22 0,-9-58 0,0 0 0,1 0 0,0-1 0,1 1 0,0 0 0,9 20 0,-6-19 0,-1-1 0,-1 1 0,0 1 0,-1-1 0,0 1 0,1 23 0,-6-87 0,3-174 0,0 216 0,0-1 0,0 1 0,1 0 0,0 0 0,1-1 0,0 1 0,0 1 0,1-1 0,0 0 0,0 1 0,0 0 0,1 0 0,0 0 0,1 1 0,0 0 0,0 0 0,0 0 0,0 0 0,1 1 0,0 0 0,0 1 0,1 0 0,-1 0 0,1 0 0,0 1 0,0 0 0,0 0 0,0 1 0,0 0 0,14-1 0,-12 2 0,1 1 0,-1 0 0,1 1 0,-1 0 0,1 0 0,-1 1 0,0 0 0,0 1 0,0 0 0,0 1 0,17 8 0,-17-6 0,0 1 0,0 0 0,-1 0 0,-1 0 0,1 1 0,-1 1 0,0-1 0,12 19 0,-4-2 0,-1 2 0,15 33 0,-28-56 0,0 0 0,0 1 0,-1-1 0,1 1 0,-1-1 0,0 1 0,0-1 0,-1 1 0,1 0 0,-1-1 0,0 1 0,0 0 0,0 0 0,-1-1 0,0 1 0,0-1 0,0 1 0,-3 8 0,0-8 0,1 0 0,-1 0 0,1 0 0,-1-1 0,-1 0 0,1 1 0,0-1 0,-1 0 0,0-1 0,0 1 0,0-1 0,-1 0 0,1-1 0,-7 3 0,-36 13 0,-1-1 0,-66 11 0,67-16 0,-86 17-1365,123-25-5461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6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24575,'25'0'0,"0"-2"0,0 0 0,37-9 0,-18 4 0,-1 2 0,1 2 0,83 5 0,-33 1 0,34-3-1365,-106 0-5461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6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24575,'0'488'-1365,"0"-466"-5461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36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24575,'5'1'0,"0"0"0,-1-1 0,1 2 0,-1-1 0,1 0 0,-1 1 0,1 0 0,-1 0 0,0 1 0,0-1 0,5 5 0,46 39 0,-35-28 0,46 45 0,-41-38 0,51 40 0,-64-56 0,0 2 0,-1 0 0,12 15 0,22 20 0,-27-28 0,23 26 0,10 11 0,52 56 0,-14-13 0,-78-85 0,1 0 0,9 17 0,17 19 0,0-3 0,-2 2 0,51 91 0,-78-124 0,-1 2-1365,-1-2-5461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37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1034 0 24575,'-5'0'0,"0"1"0,0-1 0,0 1 0,0 0 0,0 0 0,0 1 0,1 0 0,-1-1 0,0 1 0,1 1 0,-1-1 0,1 1 0,0 0 0,-5 3 0,-3 5 0,1 1 0,-1 0 0,-8 14 0,-15 14 0,6-5 0,21-24 0,-1-1 0,-17 17 0,-47 44 0,-87 78 0,150-140 0,-1 0 0,-20 12 0,-18 16 0,-52 37 0,83-59 0,-1-1 0,-33 19 0,-23 16 0,-110 87-1365,173-127-5461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37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24575,'83'-2'0,"91"4"0,-106 10 0,-48-7 0,37 3 0,117 8 0,-105-9-104,118-4 1,-121-3-1055,-44-1-5668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37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24575,'514'0'-1365,"-492"0"-5461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0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340 132 24575,'-1'-5'0,"1"0"0,-1 0 0,0 0 0,0 0 0,0 0 0,-1 1 0,0-1 0,0 0 0,0 1 0,0 0 0,-1-1 0,1 1 0,-1 0 0,0 0 0,-1 1 0,1-1 0,-1 1 0,1-1 0,-1 1 0,0 0 0,0 0 0,0 1 0,-1-1 0,-8-3 0,0 1 0,0 0 0,0 1 0,0 0 0,-1 1 0,0 0 0,1 1 0,-25 0 0,31 2 0,-1 0 0,1 0 0,0 0 0,-1 1 0,1 1 0,0-1 0,-14 5 0,17-4 0,1 1 0,0-1 0,-1 0 0,1 1 0,0-1 0,0 1 0,1 0 0,-1 0 0,1 0 0,-1 0 0,1 1 0,0-1 0,0 1 0,0-1 0,1 1 0,-3 6 0,0 8 0,0 0 0,0 1 0,2-1 0,1 1 0,0 0 0,1 0 0,3 19 0,-1 13 0,-2-46 0,0 1 0,1-1 0,-1 1 0,1-1 0,0 1 0,1-1 0,-1 0 0,1 1 0,0-1 0,1 0 0,-1 0 0,1 0 0,0-1 0,0 1 0,6 6 0,-3-6 0,0 0 0,0 0 0,1 0 0,-1-1 0,1 0 0,0 0 0,0 0 0,0-1 0,15 4 0,6-1 0,0-1 0,1-1 0,-1-1 0,54-2 0,-69-2-81,11 2-102,1-2-1,-1 0 1,0-2-1,0-1 1,0 0-1,24-9 1,-26 4-6643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1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30 24575,'-29'-10'0,"4"0"0,1 6 0,0 1 0,0 1 0,0 2 0,-31 2 0,52-1 0,-1-1 0,0 1 0,1 0 0,-1 0 0,1 0 0,-1 1 0,1-1 0,-1 1 0,1 0 0,0 0 0,0 0 0,0 0 0,0 0 0,0 1 0,1-1 0,-1 1 0,1 0 0,-1 0 0,1 0 0,0 0 0,0 0 0,0 0 0,1 0 0,-1 1 0,1-1 0,0 1 0,0-1 0,0 1 0,0 4 0,-2 11 0,1 1 0,0 0 0,2 0 0,2 25 0,0-12 0,-2-21 0,1 0 0,0 0 0,0 0 0,1-1 0,4 13 0,-3-18 0,0 1 0,0 0 0,0-1 0,1 0 0,0 0 0,0 0 0,1-1 0,-1 1 0,10 7 0,-8-7 0,0-1 0,0 1 0,1-1 0,0-1 0,0 1 0,0-1 0,0-1 0,1 1 0,-1-1 0,1 0 0,0-1 0,0 0 0,0 0 0,0-1 0,1 0 0,-1 0 0,15-2 0,-3 2 0,-11 0 0,0-1 0,1 1 0,-1-2 0,0 1 0,0-1 0,0-1 0,1 1 0,-1-2 0,-1 1 0,1-1 0,0-1 0,-1 1 0,11-7 0,-11 5 0,-1-1 0,0 1 0,0-1 0,-1 0 0,0-1 0,10-12 0,-13 14 0,0 0 0,-1-1 0,1 0 0,-1 1 0,0-1 0,-1 0 0,1 0 0,-1 0 0,0 0 0,0-11 0,0-1-113,0-6-137,0 1-1,-1-1 1,-1 0-1,-8-39 1,3 46-6576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1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82 24575,'1'0'0,"0"1"0,0-1 0,0 1 0,0-1 0,0 1 0,0-1 0,0 1 0,0 0 0,0 0 0,0-1 0,0 1 0,0 0 0,-1 0 0,1 0 0,0 0 0,0 0 0,-1 0 0,1 0 0,-1 0 0,1 0 0,-1 1 0,0-1 0,1 0 0,-1 0 0,0 0 0,0 1 0,1 1 0,3 39 0,-4-38 0,4 73 0,-8 107 0,4-183 0,0 1 0,0-1 0,0 1 0,0-1 0,0 1 0,-1-1 0,1 1 0,0-1 0,-1 1 0,1-1 0,-1 0 0,0 1 0,1-1 0,-1 0 0,0 1 0,0-1 0,0 0 0,-1 1 0,-5-6 0,2-15 0,1-25 0,2-1 0,6-77 0,-3 111 0,1-1 0,0 1 0,0 0 0,1 0 0,1 0 0,-1 1 0,2-1 0,0 1 0,0 0 0,1 0 0,7-10 0,-8 14 0,1 0 0,-1 1 0,1-1 0,0 1 0,0 0 0,0 1 0,1 0 0,0 0 0,-1 0 0,2 1 0,-1 0 0,0 0 0,0 1 0,1 0 0,0 0 0,13-1 0,-4 1 0,-1 1 0,0 0 0,1 1 0,23 4 0,-35-3 0,1 0 0,-1 1 0,0-1 0,1 1 0,-1 0 0,0 1 0,0-1 0,0 1 0,-1 0 0,1 1 0,-1-1 0,0 1 0,1-1 0,-2 1 0,1 1 0,5 6 0,6 11 0,0 0 0,-2 1 0,12 30 0,-19-39 0,-1 1 0,-1 1 0,0-1 0,-1 0 0,-1 1 0,1 27 0,-3-2 0,-2-74-1365,2 13-5461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2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24575,'0'618'0,"0"-611"17,0 0 0,0 0 1,-1 0-1,0 0 0,-1-1 0,-3 14 0,4-18-91,0 1-1,-1-1 1,1 1 0,-1-1 0,1 0-1,-1 0 1,0 1 0,1-1 0,-1 0-1,0-1 1,-1 1 0,1 0 0,0 0-1,0-1 1,-1 0 0,1 1 0,-1-1-1,1 0 1,-6 1 0,-10 2-6752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2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24575,'30'-1'0,"56"-11"0,-55 7 0,53-3 0,71 9-1365,-133-1-5461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2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0 117 24575,'1'1'0,"-1"0"0,0 0 0,1 0 0,-1 0 0,1 0 0,0 0 0,-1 0 0,1 0 0,0 0 0,0 0 0,0 0 0,-1 0 0,1 0 0,0 0 0,0-1 0,0 1 0,0 0 0,0-1 0,1 1 0,-1-1 0,0 1 0,0-1 0,0 0 0,0 1 0,1-1 0,-1 0 0,2 0 0,40 5 0,-39-4 0,5 0 0,-1-1 0,1 0 0,-1 0 0,0-1 0,17-3 0,-23 4 0,0-1 0,0 0 0,1 0 0,-1 0 0,0 0 0,0-1 0,0 1 0,0-1 0,0 1 0,0-1 0,0 0 0,-1 1 0,1-1 0,-1 0 0,1 0 0,-1 0 0,0 0 0,0 0 0,0-1 0,0 1 0,0 0 0,0-1 0,0 1 0,0-5 0,0-1 0,0 0 0,0 0 0,-1 1 0,0-15 0,0 21 0,0-1 0,0 0 0,-1 1 0,1-1 0,0 0 0,0 1 0,-1-1 0,1 1 0,-1-1 0,1 1 0,-1-1 0,0 1 0,0-1 0,0 1 0,1 0 0,-1-1 0,0 1 0,-1 0 0,1 0 0,0-1 0,0 1 0,0 0 0,-1 0 0,1 1 0,-1-1 0,1 0 0,0 0 0,-1 1 0,-1-2 0,2 3 0,0-1 0,0 0 0,0 0 0,0 0 0,0 1 0,0-1 0,0 0 0,0 1 0,0-1 0,0 1 0,0-1 0,0 1 0,1-1 0,-1 1 0,0 0 0,0-1 0,1 1 0,-1 0 0,0 0 0,1 0 0,-1-1 0,1 1 0,-1 0 0,1 0 0,-1 0 0,1 0 0,0 0 0,0 0 0,-1 0 0,1 2 0,-6 32 0,6-34 0,-3 36 0,2-1 0,5 53 0,-4-86 4,0 0 0,1 1-1,0-1 1,-1 0 0,1 1 0,0-1-1,1 0 1,-1 0 0,1 0 0,-1 0-1,1 0 1,0 0 0,0-1 0,0 1-1,0-1 1,1 1 0,-1-1 0,1 0-1,0 1 1,-1-2 0,1 1 0,0 0-1,0 0 1,0-1 0,0 0 0,0 1-1,1-1 1,-1 0 0,0-1 0,0 1-1,5 0 1,-4-1-66,0 0 0,1 0 0,-1 0 0,0 0 1,1-1-1,-1 0 0,0 0 0,0 0 0,0 0 0,0-1 0,0 0 0,0 1 1,0-1-1,-1-1 0,1 1 0,0-1 0,-1 1 0,0-1 0,0 0 0,0 0 1,0 0-1,0 0 0,4-8 0,2-8-6764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2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24575,'6'0'0,"0"1"0,0 0 0,0 0 0,1 1 0,-1-1 0,-1 2 0,1-1 0,0 0 0,10 7 0,49 37 0,-42-28 0,33 20 0,-29-20 0,48 40 0,-63-47 7,2-1 0,-1-1 0,1-1 0,29 14 0,1 0-1407,-28-12-5426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2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24575,'-11'0'0,"-8"0"0,0 0 0,-36 6 0,50-4 0,-1-1 0,1 1 0,-1 0 0,1 0 0,-1 0 0,1 1 0,0 0 0,0 0 0,0 0 0,1 0 0,-1 1 0,1 0 0,-8 8 0,4-2 0,1 0 0,-1 0 0,-7 17 0,13-23 0,0-1 0,1 1 0,-1 0 0,1 0 0,0 0 0,0 0 0,0 0 0,1 0 0,0 0 0,0 0 0,0 0 0,0 0 0,0 0 0,2 6 0,-2-9 3,0 0 0,1 0 0,-1-1 0,0 1 0,1 0 0,-1 0 0,0 0 0,1 0 0,-1-1 0,1 1 0,-1 0 0,1-1 0,0 1 0,-1 0 0,1-1 0,0 1 0,-1-1 0,1 1 0,0-1 0,0 1 0,0-1 0,-1 1 0,1-1 0,0 0 0,0 0 0,0 1 0,0-1 0,0 0 0,0 0 0,0 0 0,-1 0 0,1 0 0,0 0 0,0 0-1,0 0 1,0 0 0,0-1 0,0 1 0,1-1 0,2 0-215,0 0 0,0-1 0,-1 0 0,1 0 0,0 0 0,6-5 0,5-7-6614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3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0 24575,'-1'83'0,"3"92"0,2-147 0,2 1 0,15 46 0,-6-22 0,-6-22 0,12 53 0,-19-78 0,-1 1 0,-1 0 0,1 0 0,-1-1 0,-1 1 0,1 0 0,-1 0 0,0-1 0,-4 13 0,4-16 4,-1-1-1,1 0 0,-1 1 1,0-1-1,1 0 0,-1 0 1,0 0-1,0 0 0,0-1 1,0 1-1,-1 0 0,1-1 1,0 0-1,-1 1 0,1-1 1,-1 0-1,1 0 0,-1-1 1,1 1-1,-1 0 1,0-1-1,-4 1 0,-9 0-194,1 0-1,-29-3 0,26 0-675,-5 1-5959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3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0 104 24575,'6'-1'0,"-1"0"0,1 0 0,-1-1 0,0 0 0,1 0 0,-1-1 0,0 1 0,-1-1 0,8-5 0,13-6 0,-6 6 0,1 1 0,0 0 0,1 2 0,-1 0 0,1 1 0,31-1 0,27-6 0,-42 6 0,53-3 0,654 9-1365,-722-1-5461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6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24575,'3'4'0,"0"0"0,-1-1 0,1 1 0,-1 0 0,0 1 0,0-1 0,-1 0 0,1 0 0,-1 1 0,0-1 0,0 1 0,0 6 0,2 61 0,-3-52 0,-1 496 0,-2-483 0,0-1 0,-2 1 0,-2-1 0,-17 52 0,19-73-66,2-11 231,1-18-1629,1 1-5362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6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24575,'10'29'0,"0"-4"0,12 111 0,-18-105-197,0 1-1,-2 0 1,-2 44-1,-1-61-377,1-4-6251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6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24575,'0'5'0,"0"5"0,0 1-8191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8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1 100 24575,'1'4'0,"0"1"0,1 0 0,-1-1 0,1 1 0,0-1 0,0 0 0,1 0 0,4 6 0,5 11 0,-3-1 0,1-1 0,0 1 0,-2 0 0,0 1 0,-2 0 0,0 0 0,-1 0 0,3 32 0,-8-12 0,-1-99 0,1-78 0,1 132 0,-1 1 0,1-1 0,0 0 0,0 1 0,0-1 0,0 1 0,1 0 0,-1-1 0,1 1 0,0 0 0,0 0 0,0 0 0,1 0 0,-1 0 0,0 1 0,1-1 0,0 1 0,0-1 0,0 1 0,0 0 0,0 0 0,0 1 0,0-1 0,1 0 0,-1 1 0,1 0 0,-1 0 0,1 0 0,-1 0 0,6 0 0,-5 1 0,0-1 0,0 1 0,-1 0 0,1 0 0,0 1 0,0-1 0,-1 1 0,1 0 0,0 0 0,-1 0 0,1 0 0,-1 1 0,1-1 0,-1 1 0,0 0 0,0 0 0,1 0 0,-1 1 0,-1-1 0,1 1 0,0-1 0,-1 1 0,1 0 0,-1 0 0,0 0 0,0 0 0,0 1 0,0-1 0,1 6 0,17 51 0,28 72 0,-37-104 0,-7-16 0,1-1 0,0 1 0,0-1 0,1-1 0,9 14 0,-13-23 0,-1 1 0,0 0 0,1-1 0,-1 1 0,1-1 0,0 1 0,0-1 0,-1 0 0,1 0 0,0 0 0,0 0 0,0 0 0,0 0 0,0 0 0,1-1 0,-1 1 0,0-1 0,0 0 0,0 1 0,0-1 0,1 0 0,-1 0 0,0 0 0,0-1 0,0 1 0,1 0 0,-1-1 0,0 0 0,0 1 0,0-1 0,0 0 0,0 0 0,0 0 0,0 0 0,2-2 0,5-3 0,1 0 0,-1-1 0,0 1 0,-1-2 0,0 1 0,0-1 0,0-1 0,-1 1 0,0-1 0,-1 0 0,0-1 0,-1 0 0,0 0 0,0 0 0,-1 0 0,5-21 0,1-6 0,8-45 0,-17 74 0,0 1 0,-1-1 0,0 0 0,0 0 0,-1 0 0,0 1 0,0-1 0,-3-9 0,4 16 0,0 1 0,0-1 0,0 1 0,0-1 0,0 1 0,0-1 0,-1 1 0,1-1 0,0 1 0,0-1 0,0 1 0,-1-1 0,1 1 0,0-1 0,0 1 0,-1 0 0,1-1 0,0 1 0,-1-1 0,1 1 0,-1 0 0,1-1 0,0 1 0,-1 0 0,1 0 0,-1-1 0,1 1 0,-1 0 0,0 0 0,-6 12 0,0 26 0,7-26 0,-2 4 0,1 1 0,1 0 0,3 21 0,-2-33 0,0 0 0,0 0 0,0 0 0,1 0 0,0 0 0,0-1 0,0 1 0,1 0 0,-1-1 0,1 0 0,0 1 0,0-1 0,1-1 0,6 8 0,5 0 0,-1-1 0,1 0 0,1-1 0,0 0 0,0-2 0,1 0 0,-1 0 0,1-2 0,1 0 0,-1-1 0,1 0 0,0-2 0,0 0 0,0-1 0,0-1 0,35-4 0,19-12 0,-38 8 0,-19 2 0,1 0 0,-1 0 0,0-2 0,0 0 0,-1 0 0,0-2 0,-1 1 0,15-15 0,-19 16 0,0-1 0,0 0 0,-1-1 0,-1 1 0,1-1 0,9-19 0,-15 26 0,-1 1 0,0-1 0,1 0 0,-1 0 0,0 0 0,0 0 0,0 0 0,-1-1 0,1 1 0,-1 0 0,0 0 0,0 0 0,0 0 0,0-1 0,0 1 0,-1 0 0,0 0 0,1 0 0,-1 0 0,0 0 0,0 0 0,-1 0 0,1 0 0,-1 0 0,1 0 0,-1 1 0,0-1 0,0 1 0,0-1 0,-4-2 0,-2-1 0,0 0 0,0 1 0,-1 0 0,0 0 0,1 1 0,-2 1 0,1-1 0,0 1 0,-1 1 0,0 0 0,-13-2 0,-1 2 0,0 1 0,0 1 0,-37 5 0,56-5 0,0 1 0,0 0 0,0 0 0,0 1 0,1-1 0,-1 1 0,0 0 0,1 1 0,-1-1 0,1 1 0,0 0 0,0 0 0,0 0 0,0 0 0,1 1 0,-1 0 0,1-1 0,0 1 0,0 0 0,0 1 0,1-1 0,-1 0 0,1 1 0,0 0 0,-2 9 0,1-4 0,1 1 0,0 0 0,0 0 0,2 0 0,-1 0 0,1 1 0,1-1 0,0 0 0,0 0 0,7 21 0,-7-29 0,1 1 0,-1 0 0,1-1 0,0 1 0,0-1 0,1 0 0,-1 0 0,1 0 0,0 0 0,-1 0 0,1 0 0,0-1 0,1 0 0,-1 1 0,0-1 0,1 0 0,-1 0 0,1-1 0,0 1 0,-1-1 0,1 0 0,0 0 0,0 0 0,0 0 0,0-1 0,5 1 0,7 0 0,0-1 0,0 0 0,0-2 0,0 1 0,21-6 0,-29 4 0,1 0 0,0 0 0,-1-1 0,0 0 0,0 0 0,0-1 0,0 0 0,-1 0 0,13-12 0,12-8 0,-31 24 0,0 1 0,0-1 0,-1 1 0,1-1 0,0 1 0,0 0 0,0-1 0,0 1 0,0 0 0,0 0 0,0 0 0,0 0 0,0 0 0,0 0 0,0 0 0,0 0 0,0 0 0,0 1 0,0-1 0,0 0 0,0 1 0,0-1 0,0 0 0,0 1 0,0-1 0,-1 1 0,1-1 0,0 1 0,0 0 0,-1-1 0,2 2 0,25 30 0,-9-10 0,-16-20 0,1 0 0,0 0 0,0 0 0,0 0 0,0 0 0,0-1 0,1 1 0,-1-1 0,0 0 0,1 0 0,-1 0 0,0 0 0,1-1 0,-1 1 0,1-1 0,0 0 0,5-1 0,-7 1 0,0-1 0,1 1 0,-1-1 0,0 0 0,0 0 0,0 0 0,0 0 0,0 0 0,0-1 0,0 1 0,0 0 0,0-1 0,-1 0 0,1 1 0,0-1 0,-1 0 0,0 0 0,1 0 0,-1 0 0,0 0 0,0 0 0,0 0 0,0 0 0,0 0 0,-1-1 0,1 1 0,0-3 0,2-29 0,4-16 0,-7 48 0,1-1 0,0 1 0,0 0 0,0-1 0,0 1 0,0 0 0,0 0 0,0 0 0,1 0 0,-1 0 0,1 0 0,0 0 0,-1 0 0,1 1 0,0-1 0,4-2 0,-6 4 0,1 0 0,0-1 0,0 1 0,0 0 0,0-1 0,0 1 0,0 0 0,0 0 0,0 0 0,1 0 0,-1 0 0,0 0 0,0 0 0,0 1 0,0-1 0,0 0 0,0 0 0,0 1 0,-1-1 0,1 1 0,0-1 0,0 1 0,0-1 0,0 1 0,0-1 0,-1 1 0,1 0 0,0 0 0,0-1 0,-1 1 0,1 0 0,-1 0 0,1 0 0,0 0 0,-1 0 0,0 0 0,1-1 0,-1 1 0,1 1 0,16 48 0,-15-39 0,11 47 0,-13-65 0,0 0 0,1 0 0,0 0 0,1 1 0,-1-1 0,4-8 0,19-54 0,-21 60 0,1-1 0,0 1 0,1 0 0,0 0 0,1 1 0,0-1 0,0 1 0,1 1 0,14-15 0,3 2 0,43-28 0,-43 35-109,0 2 1,1 0-1,0 2 0,0 1 0,1 0 0,26-2 1,-33 5-496,3 1-6222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49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24575,'-11'0'0,"-5"0"0,0 0 0,0 1 0,-23 5 0,34-5 0,0 0 0,0 1 0,0 0 0,1 0 0,-1 0 0,1 0 0,-1 1 0,1 0 0,0 0 0,0 0 0,0 1 0,0-1 0,1 1 0,-7 7 0,-7 15 0,1 0 0,1 2 0,1-1 0,1 2 0,2 0 0,-10 36 0,12-34 0,2 1 0,0 0 0,2 1 0,2 0 0,0 37 0,5 367 0,-1-416 0,2 1 0,8 39 0,-1-12 0,-6-35 0,-1-1 0,1-1 0,1 1 0,0-1 0,1 1 0,1-1 0,14 21 0,-20-31 0,42 87-1365,-33-72-5461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1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24575,'-10'29'0,"1"-4"0,5-5 0,1 1 0,1-1 0,0 1 0,2 0 0,1-1 0,0 1 0,1 0 0,2-1 0,9 34 0,-12-51 0,0 0 0,1 0 0,-1-1 0,1 1 0,0 0 0,0-1 0,0 1 0,0-1 0,0 0 0,0 0 0,1 0 0,-1 0 0,1 0 0,-1 0 0,1-1 0,0 1 0,0-1 0,-1 0 0,1 0 0,0 0 0,0 0 0,0 0 0,0-1 0,0 1 0,1-1 0,-1 0 0,0 0 0,0 0 0,0 0 0,0-1 0,0 1 0,0-1 0,5-1 0,-2 0 0,0 1 0,1-2 0,-1 1 0,0-1 0,0 0 0,0 0 0,-1 0 0,1-1 0,-1 0 0,0 0 0,0-1 0,0 1 0,0-1 0,6-10 0,-2 1 0,-1 0 0,0 0 0,-2-1 0,1-1 0,-2 1 0,0-1 0,-1 1 0,-1-1 0,0-1 0,1-18 0,-2 114 0,-1-69 0,1 0 0,-1 0 0,2 0 0,-1 0 0,2 0 0,7 18 0,-10-26-105,1 0 0,-1 0 0,1 0 0,0 0 0,0 0 0,0 0 0,-1-1 0,2 1 0,-1-1 0,0 1 0,0-1 0,4 2 0,10 3-6721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2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24575,'-7'0'0,"0"0"0,0 0 0,0 0 0,0 1 0,0 0 0,0 1 0,0 0 0,-10 4 0,15-5 0,-1 1 0,1-1 0,0 1 0,0 0 0,0 0 0,0 0 0,0 0 0,0 0 0,1 0 0,-1 1 0,1-1 0,-1 0 0,1 1 0,0 0 0,0-1 0,0 1 0,0-1 0,1 1 0,-1 0 0,1 0 0,0 0 0,-1-1 0,1 1 0,1 5 0,-1-1 0,2 0 0,-1 1 0,1-1 0,0 0 0,0 1 0,1-1 0,-1 0 0,2-1 0,-1 1 0,1-1 0,9 13 0,-4-8 0,1 1 0,0-1 0,0-1 0,1 1 0,14 9 0,-19-16 0,0 2 0,0-1 0,0 1 0,-1 0 0,0 0 0,0 0 0,0 1 0,4 8 0,-8-13 0,0-1 0,0 1 0,-1 0 0,1-1 0,-1 1 0,1 0 0,-1-1 0,0 1 0,1 0 0,-1-1 0,0 1 0,0 0 0,0 0 0,-1-1 0,1 1 0,0 0 0,-1 2 0,0-2 0,-1-1 0,1 1 0,0-1 0,0 0 0,0 1 0,-1-1 0,1 0 0,-1 0 0,1 0 0,-1 0 0,1 0 0,-1-1 0,1 1 0,-1 0 0,0-1 0,0 1 0,1-1 0,-1 0 0,0 1 0,0-1 0,-2 0 0,-18-2 0,22 2 0,-1 0 0,1-1 0,0 1 0,-1 0 0,1 0 0,0-1 0,0 1 0,-1 0 0,1 0 0,0-1 0,0 1 0,-1 0 0,1-1 0,0 1 0,0 0 0,0-1 0,-1 1 0,1 0 0,0-1 0,0 1 0,0-1 0,0 1 0,0 0 0,0-1 0,0 1 0,0-1 0,0 1 0,0 0 0,0-1 0,1-1 0,0 0 0,0 0 0,0 0 0,0 0 0,0 1 0,1-1 0,-1 0 0,0 1 0,1-1 0,-1 1 0,1-1 0,0 1 0,-1 0 0,1 0 0,0 0 0,2-1 0,12-6 0,1 2 0,-1 0 0,33-6 0,-30 8 0,1-2 0,30-11 0,-38 11 0,-4 3 0,1-1 0,-1 0 0,0-1 0,0 0 0,10-8 0,-15 10 0,-1 1 0,0-1 0,0 0 0,0 0 0,0 0 0,0 0 0,-1 0 0,1 0 0,-1 0 0,0 0 0,0-1 0,0 1 0,0 0 0,0-1 0,-1 1 0,0-1 0,0 1 0,0-6 0,0 7 0,0 0 0,-1-1 0,1 1 0,-1 0 0,1-1 0,-1 1 0,0 0 0,0 0 0,0 0 0,0 0 0,0 0 0,-1 0 0,1 0 0,-1 0 0,1 0 0,-1 1 0,1-1 0,-1 1 0,0-1 0,0 1 0,-3-2 0,4 2 0,0 1 0,0-1 0,-1 1 0,1-1 0,0 1 0,0 0 0,-1 0 0,1-1 0,0 1 0,-1 0 0,1 0 0,0 0 0,0 0 0,-1 1 0,1-1 0,0 0 0,-1 0 0,1 1 0,0-1 0,0 1 0,0-1 0,-1 1 0,1 0 0,0-1 0,0 1 0,0 0 0,0 0 0,0 0 0,0 0 0,0-1 0,0 2 0,1-1 0,-1 0 0,0 0 0,1 0 0,-1 0 0,0 0 0,0 3 0,-2 4 0,0 0 0,1 0 0,0 1 0,0-1 0,1 1 0,0-1 0,1 1 0,0 15 0,0-20 0,0 0 0,0 0 0,1-1 0,-1 1 0,1 0 0,0 0 0,0 0 0,0-1 0,1 1 0,-1-1 0,1 1 0,0-1 0,0 1 0,0-1 0,0 0 0,1 0 0,-1 0 0,1 0 0,0-1 0,0 1 0,4 3 0,-6-6 0,1 1 0,-1-1 0,1 1 0,-1-1 0,0 0 0,1 0 0,-1 0 0,1 1 0,-1-1 0,1-1 0,-1 1 0,1 0 0,-1 0 0,1 0 0,-1-1 0,1 1 0,-1-1 0,0 1 0,1-1 0,-1 0 0,0 1 0,1-1 0,-1 0 0,0 0 0,0 0 0,0 0 0,0 0 0,0 0 0,0 0 0,1-2 0,5-5 0,-1-1 0,-1 0 0,8-14 0,5-7 0,-17 29 0,-1 0 0,1 0 0,0 0 0,0 0 0,-1 0 0,1 1 0,0-1 0,0 0 0,0 1 0,0-1 0,0 1 0,0-1 0,0 1 0,0-1 0,0 1 0,1 0 0,-1 0 0,0-1 0,0 1 0,0 0 0,0 0 0,0 0 0,0 0 0,1 0 0,-1 1 0,0-1 0,0 0 0,0 0 0,0 1 0,0-1 0,0 1 0,0-1 0,0 1 0,0-1 0,0 1 0,0-1 0,0 1 0,0 0 0,0 0 0,-1-1 0,1 1 0,0 0 0,0 0 0,-1 0 0,2 2 0,4 5 0,0 2 0,-1-1 0,9 20 0,-8-16 0,9 11 0,-9-26 0,-1-14 0,-2 1 0,1 0 0,1 1 0,0-1 0,1 1 0,0 0 0,11-16 0,-12 21 0,1 1 0,0 0 0,0 0 0,1 1 0,0 0 0,0 0 0,1 0 0,0 1 0,0 0 0,13-6 0,-5 5-136,0 1-1,1 1 1,-1 1-1,1 0 1,0 1-1,0 1 1,0 0-1,0 1 0,29 3 1,-24-2-6690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2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 24575,'0'4'0,"0"6"0,0 6 0,0 4 0,0 3 0,0 3 0,0 0 0,-4-4 0,-2-5-8191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24575,'0'4'0,"4"7"0,2 4 0,-1 6 0,4-2 0,0 0 0,-1 2 0,1-3 0,1-5-8191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4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24575,'0'3'0,"1"0"0,0 0 0,1 0 0,-1-1 0,0 1 0,1 0 0,-1-1 0,1 1 0,0-1 0,0 1 0,4 3 0,12 18 0,-6 26 0,-11-44 0,-1-10 0,1 0 0,-1 0 0,1 0 0,-1 1 0,1-1 0,0 0 0,0 0 0,1 0 0,-1 1 0,1-1 0,0 1 0,0-1 0,0 1 0,1 0 0,-1 0 0,1 0 0,-1 0 0,1 0 0,0 0 0,0 1 0,0-1 0,1 1 0,-1 0 0,0 0 0,1 0 0,0 1 0,-1-1 0,1 1 0,0 0 0,4-1 0,-2 1 0,-1 0 0,0 0 0,1 1 0,-1 0 0,1 0 0,-1 0 0,1 0 0,-1 1 0,1 0 0,5 2 0,-8-2 0,0 1 0,0 0 0,0 0 0,0-1 0,0 2 0,-1-1 0,1 0 0,-1 0 0,1 1 0,-1 0 0,0-1 0,0 1 0,0 0 0,0 0 0,-1 0 0,1 0 0,1 4 0,4 10-119,17 34 372,-22-48-360,1 0 0,-1 0 0,0-1-1,1 1 1,-1-1 0,1 1 0,0-1 0,0 0 0,0 0 0,0 0 0,0 0 0,0 0 0,6 1 0,9 2-6719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4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0 24575,'-1'31'0,"-2"0"0,-8 44 0,4-31 0,2 0 0,2 1 0,5 79 0,1-29 0,-3-73-118,1-14 22,-1 0 0,1-1 0,-1 1 0,-1 0 0,0-1 0,0 1 0,0 0 0,-1-1 1,0 1-1,0-1 0,-1 0 0,-6 13 0,-2-8-6730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4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164 258 24575,'0'-2'0,"0"1"0,0-1 0,1 0 0,-1 0 0,0 0 0,1 0 0,0 0 0,-1 0 0,1 1 0,0-1 0,0 0 0,0 1 0,0-1 0,0 0 0,0 1 0,1-1 0,-1 1 0,0 0 0,1-1 0,-1 1 0,1 0 0,-1 0 0,1 0 0,0 0 0,3-1 0,4-2 0,0 1 0,1 0 0,0 1 0,10-2 0,9-2 0,138-32 0,-159 36 0,0-1 0,-1 1 0,1-2 0,0 1 0,-1-1 0,0-1 0,10-6 0,-13 8 0,-4 3 0,0 0 0,0-1 0,1 1 0,-1 0 0,0 0 0,0 0 0,0 0 0,0 0 0,0-1 0,1 1 0,-1 0 0,0 0 0,0 0 0,0 0 0,0 0 0,1 0 0,-1 0 0,0 0 0,0 0 0,0 0 0,1 0 0,-1 0 0,0 0 0,0-1 0,0 2 0,1-1 0,-1 0 0,0 0 0,0 0 0,0 0 0,0 0 0,1 0 0,-1 0 0,0 0 0,0 0 0,0 0 0,1 0 0,-1 0 0,0 0 0,0 1 0,0-1 0,0 0 0,0 0 0,1 0 0,-1 0 0,0 0 0,0 1 0,0-1 0,0 0 0,0 0 0,0 1 0,-1 14 0,-9 16 0,9-29 0,1 1 0,-1-1 0,0 1 0,1-1 0,-1 1 0,1 0 0,0-1 0,0 1 0,0 0 0,0-1 0,0 1 0,0 0 0,1-1 0,0 1 0,-1-1 0,1 1 0,2 3 0,-3-5 0,1 1 0,0-1 0,0 0 0,0 0 0,0 0 0,0 0 0,1 0 0,-1 0 0,0 0 0,0 0 0,1 0 0,-1-1 0,0 1 0,1 0 0,-1-1 0,1 1 0,-1-1 0,1 0 0,-1 1 0,1-1 0,-1 0 0,1 0 0,-1 0 0,1 0 0,-1 0 0,1 0 0,-1-1 0,1 1 0,-1 0 0,1-1 0,-1 1 0,2-2 0,0 1 0,0 0 0,-1-1 0,1 0 0,-1 1 0,0-1 0,1 0 0,-1 0 0,0-1 0,0 1 0,0 0 0,-1-1 0,1 1 0,-1-1 0,1 1 0,-1-1 0,0 0 0,0 1 0,0-1 0,0 0 0,0 0 0,-1 0 0,1 0 0,-1 0 0,0 0 0,0 0 0,0 0 0,0-3 0,0-1 0,-1-1 0,1 1 0,-1-1 0,-1 1 0,1 0 0,-1 0 0,-1 0 0,1 0 0,-7-13 0,4 14 0,0 0 0,0 0 0,0 1 0,-1 0 0,1 0 0,-2 0 0,1 0 0,0 1 0,-1 0 0,1 0 0,-1 1 0,0 0 0,-1 0 0,1 1 0,0 0 0,-1 0 0,1 1 0,-1-1 0,0 2 0,-13-1 0,11 1 0,-1 1 0,1-1 0,0 2 0,0-1 0,-1 2 0,1-1 0,1 1 0,-1 1 0,0 0 0,1 0 0,0 1 0,0 0 0,0 1 0,-15 12 0,2 4 0,14-13 0,0-1 0,-1-1 0,-11 10 0,-10 7 0,25-19 0,0 0 0,-1 0 0,1-1 0,-1 0 0,-9 5 0,-54 35 0,64-41-170,-1 1-1,0-1 0,1 2 1,0-1-1,0 0 0,0 1 1,-8 10-1,0 2-6655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7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24575,'0'439'0,"1"-449"0,-1 0 0,2 0 0,-1 1 0,1-1 0,1 0 0,0 1 0,0 0 0,1 0 0,0 0 0,0 0 0,6-8 0,-8 14 0,0 0 0,0 0 0,1 0 0,-1 0 0,1 0 0,-1 1 0,1-1 0,0 1 0,0 0 0,0-1 0,0 2 0,1-1 0,-1 0 0,0 1 0,1-1 0,-1 1 0,1 0 0,0 0 0,-1 0 0,1 1 0,0-1 0,-1 1 0,1 0 0,0 0 0,0 0 0,-1 1 0,1-1 0,0 1 0,-1 0 0,1 0 0,-1 0 0,5 2 0,-3 0 0,1 0 0,-1 1 0,0-1 0,0 1 0,0 0 0,0 1 0,-1-1 0,0 1 0,1 0 0,-2 0 0,1 0 0,4 9 0,5 10 0,14 41 0,-17-41 0,5 4 0,-4-23 0,-10-5 0,0-1 0,-1 1 0,1-1 0,0 1 0,-1-1 0,1 1 0,0-1 0,-1 0 0,1 1 0,-1-1 0,1 0 0,-1 1 0,1-1 0,-1 0 0,1 1 0,-1-1 0,0 0 0,1-1 0,5-17 0,0 1 0,-1-1 0,2-20 0,-4 20 0,0 0 0,13-35 0,-16 54 0,0 0 0,0 0 0,0-1 0,0 1 0,0 0 0,0-1 0,1 1 0,-1 0 0,0 0 0,0 0 0,0-1 0,0 1 0,0 0 0,0 0 0,1-1 0,-1 1 0,0 0 0,0 0 0,0 0 0,0-1 0,1 1 0,-1 0 0,0 0 0,0 0 0,1 0 0,-1 0 0,0 0 0,0-1 0,1 1 0,-1 0 0,0 0 0,0 0 0,1 0 0,-1 0 0,0 0 0,0 0 0,1 0 0,-1 0 0,0 0 0,8 11 0,4 34 0,-6-25 0,-2-9-263,1-1-1,1 1 0,0-1 0,11 16 1,-17-26 216,10 13-6779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7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24575,'0'5'0,"5"0"0,0 5 0,1 5 0,3-1 0,4-2 0,0 1 0,-2-1-8191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24575,'-7'0'0,"0"0"0,0 0 0,-1 0 0,1 1 0,0 0 0,-1 0 0,-6 3 0,12-4 0,-1 1 0,1 1 0,0-1 0,0 0 0,0 1 0,0-1 0,0 1 0,0-1 0,1 1 0,-1 0 0,0 0 0,1 0 0,0 0 0,-1 0 0,1 0 0,0 0 0,0 0 0,0 0 0,0 1 0,0-1 0,1 0 0,-1 4 0,-1-1 0,1 1 0,0-1 0,1 1 0,-1-1 0,1 1 0,0-1 0,1 1 0,-1-1 0,1 1 0,0-1 0,0 0 0,1 1 0,-1-1 0,1 0 0,1 0 0,-1 0 0,1 0 0,4 6 0,-1-4 0,0 0 0,0 0 0,1-1 0,0 0 0,1 0 0,-1-1 0,1 0 0,0 0 0,0-1 0,11 4 0,-14-5 0,25 11 0,-29-13 0,0 0 0,1-1 0,-1 1 0,0 0 0,0 0 0,1 0 0,-1 0 0,0 0 0,0 1 0,0-1 0,0 0 0,0 0 0,-1 1 0,1-1 0,0 1 0,0 1 0,-1-3 2,0 0 0,0 0-1,0 0 1,-1 0-1,1-1 1,0 1 0,0 0-1,0 0 1,-1 0 0,1 0-1,0 0 1,0 0-1,-1 0 1,1-1 0,0 1-1,0 0 1,-1 0 0,1 0-1,0 0 1,0 0-1,-1 0 1,1 0 0,0 0-1,0 0 1,-1 0 0,1 1-1,0-1 1,0 0-1,-1 0 1,1 0 0,0 0-1,0 0 1,-1 0 0,1 0-1,0 1 1,0-1-1,0 0 1,-1 0 0,1 0-1,0 1 1,0-1 0,0 0-1,0 0 1,0 0-1,-1 1 1,1-1 0,0 0-1,0 0 1,0 1 0,0-1-1,0 0 1,0 0-1,0 1 1,0-1 0,0 0-1,0 0 1,0 1 0,0-1-1,0 0 1,0 0-1,0 1 1,0-1 0,0 0-1,1 1 1,-17-17-1473,10 1-5355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7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24575,'0'25'0,"2"0"0,0 0 0,10 37 0,13 27 0,-13-52 0,7 40 0,-18-72-80,1 1 0,-2-1-1,1 1 1,0 0 0,-1-1-1,0 1 1,-1-1 0,1 1-1,-1 0 1,0-1 0,0 1 0,-1-1-1,0 0 1,0 1 0,0-1-1,-5 8 1,-4-1-6746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59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24575,'29'-10'0,"-4"0"0,23 4 0,0 3 0,93 4 0,-45 1 0,-88-2 0,0 0 0,0 0 0,0 0 0,-1 1 0,1 0 0,0 0 0,8 3 0,-14-3 0,-1-1 0,0 1 0,1 0 0,-1-1 0,0 1 0,0 0 0,1 0 0,-1 0 0,0 0 0,0 0 0,0 0 0,0 0 0,0 1 0,-1-1 0,1 0 0,0 0 0,0 1 0,-1-1 0,1 1 0,-1-1 0,1 0 0,-1 1 0,0-1 0,1 1 0,-1-1 0,0 1 0,0-1 0,0 1 0,0-1 0,0 1 0,-1-1 0,1 1 0,0-1 0,-1 1 0,1-1 0,-1 0 0,1 1 0,-2 2 0,-13 33 0,10-27 0,1 1 0,0-1 0,0 1 0,2 0 0,-4 21 0,7 5 0,-1-37 0,0 1 0,0-1 0,0 0 0,0 0 0,0 0 0,0 0 0,0 0 0,0 1 0,0-1 0,0 0 0,0 0 0,0 0 0,0 0 0,0 1 0,0-1 0,0 0 0,0 0 0,0 0 0,0 0 0,1 0 0,-1 1 0,0-1 0,0 0 0,0 0 0,0 0 0,0 0 0,0 0 0,0 0 0,1 0 0,-1 1 0,0-1 0,0 0 0,0 0 0,0 0 0,0 0 0,1 0 0,-1 0 0,0 0 0,0 0 0,0 0 0,0 0 0,0 0 0,1 0 0,-1 0 0,0 0 0,0 0 0,0 0 0,0 0 0,1 0 0,-1 0 0,0 0 0,9-20 0,-7 13 0,0 0 0,-1 0 0,0-1 0,0 1 0,0 0 0,-1-1 0,0 1 0,-1 0 0,0-1 0,-2-13 0,-2 9 0,1-1 0,-1 1 0,-1 0 0,0 0 0,-9-12 0,15 24 0,-1-1 0,1 1 0,0-1 0,-1 1 0,1-1 0,0 1 0,-1-1 0,1 0 0,0 1 0,0-1 0,0 1 0,-1-1 0,1 0 0,0 1 0,0-1 0,0 0 0,0 1 0,0-1 0,0 0 0,0 1 0,0-1 0,1 0 0,-1 1 0,0-1 0,0 0 0,1 1 0,-1-1 0,0 1 0,0-1 0,1 1 0,-1-1 0,1 0 0,-1 1 0,0-1 0,1 1 0,-1 0 0,1-1 0,-1 1 0,1-1 0,0 1 0,-1 0 0,1-1 0,-1 1 0,1 0 0,0 0 0,-1-1 0,1 1 0,0 0 0,-1 0 0,1 0 0,0 0 0,-1 0 0,1 0 0,1 0 0,45-1 0,-39 1 0,13 1 0,3-1 0,-1 1 0,40 6 0,-56-5 0,0 0 0,0 0 0,-1 0 0,1 1 0,-1-1 0,1 2 0,-1-1 0,0 1 0,0 0 0,-1 0 0,1 0 0,-1 1 0,7 8 0,-11-12 0,0 1 0,0-1 0,0 1 0,0-1 0,1 0 0,-1 0 0,0 1 0,1-1 0,-1 0 0,0 0 0,1 0 0,0 0 0,-1-1 0,1 1 0,3 1 0,-4-3 0,0 1 0,0-1 0,0 1 0,-1-1 0,1 0 0,0 1 0,0-1 0,0 0 0,0 0 0,-1 0 0,1 0 0,0 1 0,-1-1 0,1 0 0,-1 0 0,1 0 0,-1 0 0,0 0 0,1-1 0,-1 1 0,0 0 0,0 0 0,1 0 0,-1 0 0,0-2 0,0 0 0,1 0 0,0 0 0,0 0 0,0 0 0,1 1 0,-1-1 0,0 0 0,1 0 0,0 1 0,0-1 0,0 1 0,0 0 0,0-1 0,0 1 0,1 0 0,-1 0 0,1 1 0,-1-1 0,1 0 0,0 1 0,0 0 0,-1-1 0,1 1 0,0 0 0,0 0 0,0 1 0,0-1 0,0 1 0,1-1 0,-1 1 0,0 0 0,0 0 0,0 1 0,0-1 0,0 0 0,4 2 0,1 0 0,0 0 0,0 0 0,-1 0 0,1 1 0,-1 1 0,1-1 0,-1 1 0,0 0 0,-1 1 0,1-1 0,-1 1 0,0 1 0,7 6 0,0 6 0,-2 1 0,18 36 0,-7-12 0,-19-38 0,0 0 0,0 0 0,0 0 0,0 0 0,1-1 0,8 8 0,-11-11 0,0 0 0,-1-1 0,1 0 0,0 1 0,0-1 0,0 1 0,-1-1 0,1 0 0,0 1 0,0-1 0,0 0 0,0 0 0,0 0 0,0 0 0,0 0 0,0 0 0,-1 0 0,1 0 0,2 0 0,-1-1 0,-1 0 0,1 0 0,-1 1 0,0-1 0,1 0 0,-1-1 0,0 1 0,0 0 0,1 0 0,-1 0 0,0-1 0,0 1 0,0 0 0,1-4 0,1-1 0,-1 1 0,0-1 0,0 0 0,-1-1 0,1 1 0,-1 0 0,0-11 0,-1 12 0,0 1 0,0-1 0,1 0 0,0 0 0,0 1 0,0-1 0,1 0 0,-1 1 0,1-1 0,0 1 0,0 0 0,4-6 0,-5 10 0,-1-1 0,0 1 0,1-1 0,-1 1 0,0-1 0,1 1 0,-1 0 0,1-1 0,-1 1 0,0 0 0,1-1 0,-1 1 0,1 0 0,-1-1 0,1 1 0,0 0 0,-1 0 0,1 0 0,-1 0 0,1 0 0,-1-1 0,1 1 0,-1 0 0,1 0 0,0 0 0,-1 0 0,1 0 0,-1 1 0,1-1 0,-1 0 0,2 0 0,8 16 0,-2 26 0,-4 23 0,-9 111 0,5-171 0,-1 1 0,1 0 0,-1-1 0,-1 1 0,1-1 0,-1 1 0,0-1 0,0 0 0,0 1 0,-1-1 0,0 0 0,0-1 0,0 1 0,0 0 0,-1-1 0,0 0 0,0 0 0,0 0 0,0 0 0,-1-1 0,0 1 0,1-1 0,-1 0 0,0-1 0,-1 1 0,1-1 0,0 0 0,-1 0 0,1-1 0,-1 0 0,1 0 0,-1 0 0,-7 0 0,-1 0 0,0 0 0,0-1 0,0 0 0,0-2 0,0 1 0,-18-6 0,27 6 0,0-1 0,0 0 0,1 0 0,-1 0 0,1-1 0,-1 0 0,1 0 0,0 0 0,0 0 0,0-1 0,1 1 0,-1-1 0,1 0 0,0 0 0,0 0 0,0-1 0,0 1 0,1-1 0,0 1 0,-3-9 0,3 8 0,0 0 0,1 0 0,0 0 0,0 0 0,0 0 0,0 0 0,1 0 0,0 0 0,0 0 0,0 0 0,1-1 0,0 1 0,0 0 0,0 0 0,0 0 0,1 0 0,0 1 0,0-1 0,4-7 0,-1 6 0,-1 0 0,1 1 0,0 0 0,1 0 0,-1 0 0,1 1 0,0-1 0,0 1 0,0 1 0,0-1 0,1 1 0,0 0 0,9-3 0,17-7 0,-1-2 0,50-31 0,-35 19 0,2 1 0,1 3 0,95-31 0,-86 36-73,-37 9-142,1 2-1,0 1 1,1 1 0,-1 1-1,28-2 1,-29 6-6611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0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53 24575,'0'-2'0,"0"0"0,0 0 0,0 0 0,0 0 0,-1 0 0,1 0 0,-1 0 0,1 1 0,-1-1 0,0 0 0,0 0 0,0 1 0,0-1 0,0 0 0,0 1 0,0-1 0,0 1 0,-1-1 0,1 1 0,-3-2 0,0 1 0,1 0 0,0 0 0,-1 1 0,1-1 0,-1 1 0,1 0 0,-1 0 0,1 0 0,-1 1 0,-6-1 0,5 1 0,-1 0 0,0 0 0,0 0 0,1 1 0,-1 0 0,0 0 0,1 0 0,-1 1 0,1 0 0,0 0 0,-1 0 0,1 1 0,0-1 0,-7 6 0,6-2 0,0 1 0,1-1 0,0 1 0,1 0 0,-1 0 0,1 0 0,1 1 0,-1-1 0,1 1 0,1 0 0,-1 0 0,1 0 0,1 0 0,-1 1 0,1 11 0,1-16 0,0 1 0,0-1 0,0 0 0,1 0 0,-1 0 0,1 0 0,0 0 0,0-1 0,1 1 0,-1 0 0,1 0 0,0-1 0,0 1 0,0-1 0,0 1 0,0-1 0,1 0 0,0 0 0,0 0 0,0 0 0,0-1 0,0 1 0,0-1 0,1 0 0,-1 0 0,1 0 0,-1 0 0,1 0 0,0-1 0,0 0 0,0 0 0,-1 0 0,6 1 0,-2-1 0,0 0 0,1 0 0,-1 0 0,1-1 0,-1 0 0,0 0 0,1-1 0,-1 0 0,12-3 0,-16 2 0,1 0 0,0 0 0,-1 0 0,1 0 0,-1 0 0,1-1 0,-1 1 0,0-1 0,0 0 0,-1 0 0,1 0 0,0-1 0,-1 1 0,0 0 0,0-1 0,0 0 0,0 1 0,2-7 0,-2 2 0,0 0 0,0 1 0,-1-1 0,2-12 0,0-10 0,-3 30 0,0-1 0,0 1 0,0-1 0,0 1 0,1 0 0,-1-1 0,0 1 0,0-1 0,0 1 0,0 0 0,0-1 0,0 1 0,1-1 0,-1 1 0,0 0 0,0-1 0,0 1 0,1 0 0,-1-1 0,0 1 0,1 0 0,-1-1 0,0 1 0,1 0 0,-1 0 0,0-1 0,1 1 0,-1 0 0,1 0 0,-1 0 0,0 0 0,1-1 0,-1 1 0,1 0 0,-1 0 0,0 0 0,1 0 0,-1 0 0,1 0 0,-1 0 0,1 0 0,-1 0 0,0 0 0,1 0 0,-1 1 0,1-1 0,-1 0 0,0 0 0,1 0 0,-1 0 0,1 1 0,-1-1 0,0 0 0,1 0 0,-1 1 0,0-1 0,0 0 0,1 1 0,-1-1 0,0 0 0,0 1 0,1-1 0,-1 0 0,0 1 0,18 25 0,-16-19 0,2 1 0,-1-1 0,1 0 0,0 0 0,0 0 0,1 0 0,9 10 0,-10-13 0,0-1 0,1 0 0,-1 0 0,0 0 0,1-1 0,0 0 0,0 1 0,0-2 0,0 1 0,0 0 0,0-1 0,0 0 0,6 0 0,3 1 0,0-1 0,0 0 0,0-2 0,0 1 0,0-2 0,0 0 0,-1 0 0,19-7 0,-28 8 0,0 0 0,0 0 0,-1-1 0,1 0 0,-1 0 0,1 0 0,-1 0 0,0 0 0,0-1 0,0 1 0,0-1 0,-1 0 0,1 0 0,-1 0 0,1 0 0,-1-1 0,0 1 0,0 0 0,0-1 0,-1 0 0,1 1 0,-1-1 0,0 0 0,0 0 0,-1 0 0,1 1 0,-1-1 0,1 0 0,-1 0 0,0 0 0,-1 0 0,1 0 0,-2-7 0,0 6 0,0 0 0,0 0 0,0 0 0,-1 1 0,0-1 0,0 1 0,0 0 0,0-1 0,-1 1 0,1 1 0,-1-1 0,0 0 0,0 1 0,-1 0 0,1 0 0,-1 0 0,1 1 0,-1-1 0,0 1 0,0 0 0,0 1 0,0-1 0,0 1 0,0 0 0,0 0 0,-1 0 0,1 1 0,0 0 0,-1 0 0,1 0 0,0 1 0,-9 2 0,11-2 0,1 0 0,0 0 0,-1 1 0,1-1 0,0 1 0,0 0 0,0-1 0,0 1 0,0 0 0,1 0 0,-1 0 0,0 1 0,1-1 0,0 0 0,-1 1 0,1-1 0,0 1 0,0-1 0,1 1 0,-1-1 0,0 1 0,1-1 0,-1 6 0,0 7 0,0 1 0,3 30 0,-1-28 0,-1 1 0,0-8 0,0 0 0,1-1 0,0 0 0,1 1 0,4 17 0,-5-26 0,0 0 0,0 0 0,0 0 0,0 0 0,0 0 0,0-1 0,0 1 0,1 0 0,-1-1 0,1 1 0,-1-1 0,1 1 0,0-1 0,-1 0 0,1 0 0,0 0 0,0 0 0,0 0 0,0 0 0,0 0 0,0 0 0,0-1 0,0 1 0,0-1 0,0 0 0,0 0 0,1 1 0,-1-1 0,0-1 0,0 1 0,0 0 0,0 0 0,0-1 0,3 0 0,-2 0-151,1 0-1,-1 0 0,1 0 0,-1 0 1,0-1-1,1 0 0,-1 1 1,5-5-1,5-5-6674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0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24575,'0'408'-1365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0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24575,'0'8'0,"-1"0"0,-1 0 0,1 0 0,-1 0 0,-4 9 0,-6 29 0,9-4 0,4 51 0,-2 30 0,-10-76 0,8-39 0,1 0 0,0 1 0,-2 14 0,6-15-1365,3-4-5461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1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780 1 24575,'6'1'0,"0"1"0,0 1 0,-1-1 0,1 1 0,0 0 0,-1 0 0,0 1 0,1 0 0,-1 0 0,7 7 0,41 45 0,88 121 0,-120-150 0,-6-3 0,-1 0 0,0 1 0,-2 0 0,-1 1 0,-1 0 0,6 30 0,-14-50 0,4 11 0,0 2 0,0-1 0,-1 1 0,-1 0 0,-1 1 0,1 23 0,-4-33 0,0-1 0,0 1 0,-1-1 0,0 1 0,-1-1 0,0 1 0,-6 16 0,5-22 0,1 1 0,-1 0 0,0-1 0,0 1 0,-1-1 0,1 0 0,-1 0 0,0 0 0,0-1 0,0 1 0,0-1 0,-1 0 0,0 0 0,1-1 0,-9 4 0,-168 82 0,131-65-495,-73 22 0,-5-3 160,88-30-258,-74 32 0,26-8 609,-115 53-285,144-61 227,-37 24-545,70-40-4211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8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24575,'0'617'0,"0"-611"0,0-1 0,0 1 0,1 0 0,0 0 0,0-1 0,0 1 0,0 0 0,1-1 0,0 1 0,4 7 0,-4-10 0,0-1 0,0 1 0,1-1 0,-1 1 0,0-1 0,1 0 0,-1 0 0,1 0 0,0 0 0,0-1 0,0 1 0,0-1 0,0 1 0,0-1 0,0 0 0,0 0 0,0-1 0,1 1 0,5 0 0,6 1 0,1 0 0,0-2 0,-1 1 0,1-2 0,-1 0 0,1-1 0,-1 0 0,0-2 0,17-4 0,-30 6-114,1 1 1,-1 0-1,0-1 0,1 1 0,-1-1 1,0 0-1,0 0 0,0 0 0,-1 0 1,1 0-1,2-4 0,4-9-6712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8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24575,'91'2'0,"102"-4"0,-114-10 0,-51 6 0,44-2 0,153 9-1365,-200-1-5461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9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24575,'5'0'0,"5"0"0,6 0 0,4 0 0,3 0 0,3 0 0,0 0 0,1 0 0,0 0 0,-1 0 0,1 0 0,-1 0 0,0 0 0,-1 0 0,1 0 0,0 0 0,-5 0-8191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9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24575,'463'0'-1365,"-441"0"-5461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9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24575,'6'1'0,"0"0"0,0 0 0,0 0 0,0 1 0,-1 0 0,1 0 0,0 1 0,-1-1 0,0 1 0,1 0 0,-1 1 0,0-1 0,6 7 0,10 9 0,29 34 0,-34-35 0,48 43 0,-41-40 0,37 42 0,-53-56-195,-1-1 0,1 1 0,0-2 0,0 1 0,1-1 0,8 4 0,-2-1-6631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09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24575,'0'27'0,"-4"91"0,2-101 0,-1-1 0,0 0 0,-1 0 0,-1 0 0,-8 19 0,-66 160 0,67-157-1365,9-20-5461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0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24575,'0'4'0,"0"6"0,0 6 0,0 4 0,0 4 0,4-3 0,2-1 0,0 1 0,-2 1 0,0 2 0,2-4 0,1-1 0,-1-3-8191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0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24575,'0'5'0,"0"5"0,0 5 0,0 5 0,0 4 0,0 1 0,0 1 0,0-3-8191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0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24575,'0'5'0,"4"0"0,6 1 0,6-2 0,0 0-8191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0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24575,'1'0'0,"0"1"0,0-1 0,0 0 0,0 1 0,0-1 0,0 1 0,0 0 0,0-1 0,-1 1 0,1 0 0,0-1 0,0 1 0,0 0 0,-1 0 0,1-1 0,0 1 0,-1 0 0,1 0 0,-1 0 0,1 0 0,-1 0 0,0 0 0,1 0 0,-1 0 0,0 0 0,0 0 0,1 2 0,4 37 0,-3-28 0,21 94 0,-15-72 0,0 0 0,4 53 0,1 11 0,-7-68 0,2 47 0,-8-70-107,0 2-103,1 0 1,-2 0-1,1 0 0,-1 0 1,-3 11-1,-2-4-6616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1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24575,'29'-10'0,"-3"0"0,22 4 0,0 3 0,92 4 0,-44 2 0,-39-5 0,-34 0 0,0 2 0,0 0 0,0 1 0,29 6 0,-48-5 0,0-1 0,0 1 0,0 0 0,0 0 0,0 1 0,-1-1 0,1 1 0,-1 0 0,0 0 0,1 0 0,-1 0 0,-1 1 0,1-1 0,0 1 0,-1-1 0,0 1 0,0 0 0,0 0 0,0 0 0,0 0 0,-1 1 0,2 7 0,1 6 0,-1 1 0,0 0 0,0 36 0,-3-69 0,2 1 0,-1-1 0,2 1 0,0 0 0,0 0 0,2 0 0,-1 0 0,12-20 0,-14 28 0,1 1 0,0-1 0,0 1 0,1 0 0,-1 0 0,1 0 0,0 0 0,0 0 0,0 1 0,0 0 0,10-5 0,-11 6 0,1 1 0,0 0 0,-1 0 0,1 0 0,0 0 0,0 1 0,0 0 0,0-1 0,0 1 0,-1 1 0,1-1 0,0 0 0,0 1 0,0 0 0,0 0 0,-1 0 0,1 1 0,6 2 0,-8-3 0,1 1 0,-1-1 0,0 1 0,1 0 0,-1 0 0,0 0 0,0 0 0,0 0 0,0 0 0,0 0 0,-1 1 0,1-1 0,-1 1 0,0-1 0,1 1 0,1 5 0,0 3 0,0 1 0,2 23 0,1 1 0,-3-23-119,16 54-1127,-13-52-5580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1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24575,'0'4'0,"0"6"0,0 6 0,0 4 0,0 3 0,0 3 0,0 0 0,0 1 0,0-1 0,0 1 0,0 0 0,0-6-8191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3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287 129 24575,'0'-5'0,"0"1"0,0 0 0,-1 0 0,1 0 0,-1 0 0,0-1 0,0 1 0,-1 0 0,1 0 0,-1 1 0,0-1 0,0 0 0,0 1 0,-4-6 0,1 4 0,0 0 0,0 0 0,-1 1 0,1 0 0,-1 1 0,0-1 0,0 1 0,-9-4 0,5 3 0,0 0 0,0 0 0,0 1 0,-1 1 0,1-1 0,-1 2 0,0 0 0,1 0 0,-19 1 0,26 0 0,-1 1 0,0-1 0,1 1 0,-1 0 0,0 0 0,1 1 0,-1-1 0,1 1 0,0-1 0,-1 1 0,1 0 0,0 0 0,0 1 0,0-1 0,0 1 0,1-1 0,-1 1 0,1 0 0,-1 0 0,1 0 0,0 0 0,0 0 0,1 1 0,-1-1 0,1 0 0,-1 1 0,1 0 0,0-1 0,0 1 0,0 5 0,-1 1 0,1-1 0,0 1 0,1-1 0,0 1 0,0-1 0,1 1 0,1-1 0,-1 1 0,1-1 0,1 0 0,0 0 0,0 0 0,1 0 0,0 0 0,0-1 0,1 1 0,0-1 0,1 0 0,0-1 0,0 0 0,0 0 0,1 0 0,0 0 0,0-1 0,16 9 0,20 15 0,0 0 0,61 31 0,-102-61 0,0 1 0,-1 0 0,1 0 0,-1 0 0,1 0 0,-1 0 0,1 0 0,-1 0 0,1 1 0,-1-1 0,0 0 0,0 1 0,0-1 0,2 3 0,-3-3 0,0 0 0,0-1 0,1 1 0,-1 0 0,0 0 0,0-1 0,0 1 0,0 0 0,0 0 0,0-1 0,0 1 0,-1 0 0,1 0 0,0-1 0,0 1 0,-1 0 0,1 0 0,0-1 0,-1 1 0,1-1 0,0 1 0,-1 0 0,1-1 0,-1 2 0,-2 0 0,1 0 0,-1 0 0,0-1 0,1 1 0,-1 0 0,0-1 0,0 0 0,0 0 0,0 0 0,0 0 0,0 0 0,0 0 0,0-1 0,-6 1 0,7-1 0,0 0 0,1 1 0,-1-1 0,1 0 0,-1 0 0,0-1 0,1 1 0,-1 0 0,0-1 0,1 1 0,-1 0 0,1-1 0,-1 0 0,1 1 0,-1-1 0,1 0 0,-1 0 0,-1-2 0,3 3 0,-1-1 0,1 0 0,-1 0 0,1 0 0,0 0 0,0 0 0,-1 0 0,1 0 0,0 1 0,0-1 0,0 0 0,0 0 0,0 0 0,0 0 0,0 0 0,1 0 0,-1 0 0,0 0 0,0 0 0,1 0 0,-1 1 0,1-1 0,0-1 0,2-4 0,2-1 0,-1 1 0,1 0 0,-1 1 0,2-1 0,9-7 0,18-18-1365,-20 15-5461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3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24575,'-1'27'0,"1"0"0,2 0 0,1 0 0,1-1 0,12 45 0,-8-45 0,0 0 0,4 33 0,-11-50 0,0 0 0,0-1 0,-1 1 0,0 0 0,-1 0 0,0 0 0,0 0 0,-1 0 0,0-1 0,-5 15 0,6-21 6,0 1 0,-1-1-1,1 0 1,-1 0 0,1 0-1,-1 0 1,0 0 0,0 0 0,0 0-1,0-1 1,0 1 0,0-1-1,0 1 1,0-1 0,-1 0-1,1 0 1,-1 0 0,1 0 0,-1 0-1,-4 0 1,1 0-155,1-1 1,0 1-1,-1-1 1,1-1-1,0 1 1,-1-1-1,1 0 1,0 0-1,-6-2 1,-6-3-6678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3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 24575,'1'-1'0,"-1"0"0,0 0 0,1 0 0,0-1 0,-1 1 0,1 0 0,0 0 0,-1 0 0,1 0 0,0 0 0,0 0 0,0 1 0,0-1 0,0 0 0,0 0 0,0 1 0,0-1 0,0 0 0,2 0 0,27-12 0,-27 12 0,14-5 0,0 1 0,1 1 0,0 1 0,-1 0 0,24 1 0,-4 1 0,56 6 0,-85-4-72,-1 0 1,1 1-1,-1 0 0,1 0 0,-1 1 0,0-1 0,0 2 0,0-1 1,0 1-1,0 0 0,-1 0 0,0 1 0,0-1 0,0 2 0,0-1 1,-1 1-1,0-1 0,5 8 0,-1 0-6754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3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24575,'9'0'0,"-1"1"0,0 1 0,0-1 0,15 6 0,24 4 0,47-5 0,96-7 0,-62-1 0,-117 2-114,0-1 1,-1-1-1,1 1 0,-1-2 0,1 1 1,-1-2-1,0 1 0,0-1 0,0-1 1,-1 0-1,16-10 0,-8 4-6712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4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24575,'2'30'0,"1"0"0,9 39 0,-3-18 0,3 1 0,-9-43 0,0 0 0,0 1 0,-2-1 0,1 1 0,-1 0 0,0 0 0,-1-1 0,0 1 0,-1 0 0,-2 15 0,3-24 0,0-1 0,0 1 0,0-1 0,0 1 0,0-1 0,0 1 0,0-1 0,0 1 0,-1-1 0,1 1 0,0-1 0,0 0 0,0 1 0,-1-1 0,1 1 0,0-1 0,0 0 0,-1 1 0,1-1 0,0 0 0,-1 1 0,1-1 0,0 0 0,-1 1 0,1-1 0,-1 0 0,1 0 0,-1 1 0,1-1 0,0 0 0,-1 0 0,-6-12 0,1-25 0,5 22 0,-2-15 0,1 1 0,2-1 0,1 0 0,7-47 0,-4 65 0,1 0 0,0 1 0,1-1 0,0 1 0,0 0 0,1 1 0,1-1 0,0 1 0,0 1 0,1 0 0,12-11 0,-16 17 0,1 0 0,-1 0 0,1 1 0,-1 0 0,1 0 0,0 0 0,0 0 0,0 1 0,0 0 0,8-1 0,67 3 0,-48 1 0,-26-2 0,-1 1 0,1 0 0,0 0 0,-1 1 0,0 0 0,1 0 0,-1 1 0,0 0 0,0 0 0,0 0 0,-1 0 0,1 1 0,-1 0 0,8 7 0,5 7 0,-1 1 0,23 31 0,-28-33 0,7 8 0,-1 0 0,-2 1 0,0 0 0,-2 1 0,17 43 0,-30-67 0,0-1 0,0 1 0,-1-1 0,1 1 0,0-1 0,-1 1 0,1 0 0,-1-1 0,0 1 0,0 0 0,0-1 0,0 1 0,-1 0 0,1-1 0,-1 1 0,1-1 0,-1 1 0,0-1 0,0 1 0,0-1 0,-1 1 0,1-1 0,0 0 0,-1 0 0,1 1 0,-1-1 0,0 0 0,0-1 0,0 1 0,0 0 0,0 0 0,0-1 0,0 1 0,-1-1 0,1 0 0,0 0 0,-1 0 0,1 0 0,-1 0 0,1 0 0,-4 0 0,-12 2 0,0 0 0,-1-2 0,1 0 0,-36-3 0,30 1 0,1 1 0,4 0 0,1-1 0,-1 0 0,1-2 0,-24-5 0,37 7 0,-1-1 0,2 0 0,-1 0 0,0 0 0,0-1 0,1 1 0,-1-1 0,1-1 0,0 1 0,0 0 0,0-1 0,0 0 0,1 0 0,-1 0 0,1 0 0,0 0 0,1-1 0,-1 0 0,1 1 0,-3-6 0,4 6-105,0 0 0,0 1 0,1-1 0,-1 0 0,1 0 0,0 1 0,0-1 0,0 0 0,0 0 0,0 0 0,1 1 0,2-8 0,2-5-6721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5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314 451 24575,'-1'-2'0,"0"0"0,1 1 0,-1-1 0,0 1 0,0-1 0,0 1 0,0-1 0,-1 1 0,1 0 0,0-1 0,-1 1 0,1 0 0,0 0 0,-1 0 0,1 0 0,-1 0 0,-3-1 0,-29-14 0,3 5 0,16 5 0,1 1 0,-1 1 0,-31-6 0,42 9 0,-1 1 0,1 0 0,0 0 0,0 0 0,0 1 0,-1-1 0,1 1 0,0 0 0,0 0 0,0 1 0,0-1 0,0 1 0,0 0 0,1 0 0,-1 0 0,1 0 0,-1 1 0,1-1 0,-5 5 0,2 0 0,1 1 0,0-1 0,0 1 0,0 0 0,1 0 0,0 0 0,1 1 0,0-1 0,0 1 0,1 0 0,0 0 0,0 0 0,1 0 0,1 0 0,-1 0 0,1 0 0,1 0 0,2 15 0,-3-21 0,1 0 0,-1-1 0,1 1 0,0 0 0,0-1 0,0 1 0,0-1 0,0 1 0,1-1 0,-1 0 0,1 1 0,-1-1 0,1 0 0,0 0 0,0 0 0,0 0 0,0 0 0,0-1 0,0 1 0,0-1 0,1 1 0,-1-1 0,1 0 0,-1 0 0,1 0 0,-1 0 0,1 0 0,0 0 0,0-1 0,-1 1 0,1-1 0,0 0 0,-1 0 0,1 0 0,4-1 0,-1 1 0,1-1 0,0 0 0,0 0 0,0-1 0,-1 1 0,1-1 0,-1-1 0,1 0 0,-1 0 0,0 0 0,0 0 0,0-1 0,7-6 0,-1-4 0,0-1 0,0 0 0,-2-1 0,0 0 0,-1-1 0,0 0 0,-2 0 0,0-1 0,-1 0 0,6-27 0,-7 13 0,0-1 0,-2 0 0,-2 0 0,-4-54 0,0 6 0,3 8 0,0 56 0,0 50 0,-1 68 0,3 115 0,10-137 0,-7-52 0,3 46 0,-7-63-115,-3 40 364,2-49-307,0 1 1,0-1-1,0 1 0,-1-1 1,1 1-1,-1 0 0,1-1 1,-1 0-1,0 1 0,1-1 1,-1 1-1,0-1 0,0 0 1,0 1-1,0-1 1,0 0-1,0 0 0,-1 0 1,1 0-1,0 0 0,-1 0 1,1 0-1,0 0 0,-1-1 1,-2 2-1,-6-2-6768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6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24575,'36'0'0,"53"7"0,-74-4 0,0 0 0,0 1 0,0 0 0,-1 2 0,1-1 0,14 9 0,130 74 0,-140-79 0,-1-1 0,1-1 0,22 6 0,15 5 0,-36-13 0,-1 0 0,1-1 0,0-2 0,0 0 0,1-1 0,36-3 0,-54 2 0,-69-21 0,-3 13 0,-29-5 0,93 11 0,-1 1 0,0 0 0,0 0 0,0 1 0,0 0 0,0 0 0,0 0 0,0 1 0,0 0 0,1 0 0,-10 3 0,13-3 0,-1 0 0,1 1 0,0-1 0,-1 1 0,1-1 0,0 1 0,0 0 0,0 0 0,0 0 0,0 0 0,0 0 0,1 0 0,-1 0 0,1 1 0,0-1 0,-1 1 0,1-1 0,0 1 0,0-1 0,1 1 0,-1 0 0,0-1 0,1 1 0,0 0 0,0 0 0,0 4 0,0 2 0,1 1 0,0-1 0,0 1 0,1-1 0,0 0 0,1 0 0,0 0 0,1 0 0,0 0 0,0-1 0,0 1 0,1-1 0,1 0 0,-1-1 0,12 13 0,-12-17 0,0 1 0,0-1 0,0 0 0,0 0 0,1-1 0,-1 1 0,1-1 0,-1 0 0,1-1 0,0 1 0,0-1 0,0-1 0,0 1 0,0-1 0,0 0 0,0 0 0,-1 0 0,1-1 0,9-2 0,-8 1 0,1 0 0,-1-1 0,-1 0 0,1 0 0,0 0 0,-1-1 0,0 0 0,0 0 0,0-1 0,0 1 0,-1-1 0,1-1 0,-1 1 0,-1-1 0,6-7 0,-3 1 0,-5 8 0,1-1 0,-1 1 0,1 0 0,0 0 0,6-6 0,-8 9 0,0 1 0,-1-1 0,1 1 0,0-1 0,-1 1 0,1 0 0,0-1 0,0 1 0,0 0 0,-1 0 0,1-1 0,0 1 0,0 0 0,0 0 0,0 0 0,0 0 0,-1 0 0,1 0 0,0 0 0,0 0 0,0 1 0,0-1 0,-1 0 0,1 0 0,0 1 0,0-1 0,0 0 0,-1 1 0,1-1 0,0 1 0,-1-1 0,1 1 0,0 0 0,-1-1 0,1 1 0,-1-1 0,1 1 0,-1 0 0,1 1 0,10 14 0,-6-8 0,0-1 0,0 0 0,0 1 0,9 7 0,-13-15 0,-1 1 0,1 0 0,0-1 0,-1 1 0,1 0 0,0-1 0,-1 1 0,1-1 0,0 1 0,0-1 0,0 0 0,0 1 0,0-1 0,-1 0 0,1 0 0,0 1 0,0-1 0,0 0 0,0 0 0,0 0 0,0 0 0,0 0 0,0 0 0,0-1 0,0 1 0,-1 0 0,1 0 0,0-1 0,0 1 0,0 0 0,0-1 0,0 1 0,-1-1 0,1 1 0,0-1 0,0 1 0,-1-1 0,1 0 0,0 1 0,-1-1 0,1 0 0,-1 1 0,1-1 0,-1 0 0,1 0 0,-1 0 0,1 1 0,-1-2 0,8-13 0,-7 13 0,0-1 0,0 1 0,0 0 0,1-1 0,-1 1 0,1 0 0,-1 0 0,1 0 0,0 0 0,0 0 0,0 0 0,0 0 0,3-1 0,0 0 0,-1 0 0,1 1 0,-1 0 0,1 0 0,0 0 0,0 1 0,0-1 0,0 1 0,0 0 0,0 1 0,0-1 0,0 1 0,0 0 0,0 0 0,1 1 0,-1-1 0,0 1 0,0 0 0,0 1 0,8 2 0,-2 2 0,-1 0 0,1 1 0,-1 0 0,-1 0 0,1 1 0,-1 0 0,14 16 0,-17-17 0,1 0 0,0-1 0,0 0 0,0 0 0,16 8 0,-22-13 0,0 0 0,1 0 0,-1-1 0,0 1 0,0-1 0,0 1 0,1-1 0,-1 1 0,0-1 0,1 0 0,-1 0 0,0 0 0,1 0 0,-1 0 0,0 0 0,1 0 0,-1 0 0,0 0 0,1 0 0,-1-1 0,0 1 0,1-1 0,-1 1 0,0-1 0,0 1 0,1-1 0,-1 0 0,0 1 0,0-1 0,0 0 0,0 0 0,0 0 0,0 0 0,0 0 0,0 0 0,-1 0 0,1 0 0,0-1 0,-1 1 0,1 0 0,-1 0 0,1-1 0,-1 1 0,1 0 0,-1 0 0,0-1 0,0 1 0,0 0 0,1-3 0,2-21 0,-1 0 0,-1 0 0,-5-49 0,2 24 0,5 64 0,1 0 0,1 0 0,0-1 0,0 0 0,11 17 0,18 48 0,-18-38 0,2-1 0,1-1 0,24 36 0,32 63 0,-41-71 0,7 13 0,-38-70 0,0-1 0,0 1 0,-1 0 0,0 0 0,-1 0 0,0 0 0,0 16 0,-1-22 0,0 0 0,-1 1 0,1-1 0,-1 0 0,0 1 0,0-1 0,0 0 0,-1 0 0,1 0 0,-1 0 0,0 0 0,0 0 0,0-1 0,0 1 0,0 0 0,0-1 0,-1 0 0,1 1 0,-1-1 0,0 0 0,1-1 0,-1 1 0,0 0 0,0-1 0,0 1 0,0-1 0,-1 0 0,1 0 0,0 0 0,-5 0 0,-11 2 0,0-1 0,0 0 0,0-1 0,-23-3 0,22 1 0,-4 1 0,13 0 0,-1 0 0,1-1 0,-1 0 0,-15-4 0,24 4 0,-1 0 0,1 0 0,-1-1 0,1 1 0,0-1 0,0 0 0,-1 0 0,2 0 0,-1-1 0,0 1 0,0-1 0,1 0 0,-1 1 0,1-1 0,0 0 0,0 0 0,-3-6 0,-1-5 0,0 0 0,1 0 0,0 0 0,2-1 0,0 1 0,0-1 0,1 0 0,1 0 0,0 0 0,1 0 0,1 0 0,1 0 0,4-23 0,-2 27 0,0 0 0,1 1 0,0-1 0,0 1 0,1 0 0,13-16 0,53-54 0,-29 33 0,68-73 0,-100 108-341,0 1 0,1 0-1,13-9 1,-6 7-6485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8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134 428 24575,'-29'-10'0,"4"0"0,22 10 0,1-1 0,-1 1 0,1-1 0,-1 1 0,1 0 0,-1 0 0,1 0 0,-1 0 0,1 1 0,-1-1 0,1 1 0,-1-1 0,1 1 0,-1 0 0,1 0 0,0 0 0,0 0 0,-1 0 0,1 1 0,0-1 0,0 1 0,0-1 0,0 1 0,0 0 0,1 0 0,-3 2 0,2 0 0,0 0 0,0 1 0,0 0 0,0-1 0,1 1 0,0 0 0,0 0 0,0-1 0,0 1 0,1 0 0,0 0 0,0 0 0,1 5 0,0-3 0,0-1 0,0 1 0,1-1 0,0 1 0,0-1 0,0 0 0,1 0 0,0 0 0,0 0 0,1 0 0,-1-1 0,1 0 0,1 1 0,6 6 0,8 5 0,1 0 0,33 20 0,17 15 0,-60-44 0,0-1 0,0 0 0,21 10 0,-22-12 0,0-1 0,0 1 0,0 1 0,-1 0 0,15 13 0,-23-19 0,1 1 0,0-1 0,-1 1 0,1 0 0,-1-1 0,1 1 0,-1-1 0,1 1 0,-1 0 0,0-1 0,1 1 0,-1 0 0,0 0 0,1-1 0,-1 1 0,0 0 0,0 0 0,0 0 0,1-1 0,-1 1 0,0 0 0,0 0 0,0-1 0,-1 1 0,1 0 0,0 0 0,0 1 0,-1-1 0,0 0 0,0 0 0,0 0 0,0 0 0,0-1 0,0 1 0,0 0 0,0 0 0,0-1 0,-1 1 0,1-1 0,0 1 0,0-1 0,-1 0 0,0 1 0,-53 4 0,52-5 0,-27 0 0,1 2 0,0-3 0,-30-3 0,53 3 0,-1 0 0,0 0 0,0-1 0,1 0 0,-1 0 0,1 0 0,0-1 0,0 0 0,0 0 0,0-1 0,0 0 0,1 0 0,0 0 0,-7-6 0,10 7 0,0 1 0,0 0 0,0-1 0,0 1 0,1-1 0,-1 0 0,1 0 0,0 1 0,0-1 0,0 0 0,0 0 0,0 0 0,0 0 0,1 0 0,-1-1 0,1 1 0,0 0 0,0 0 0,0 0 0,1 0 0,-1 0 0,1 0 0,0 0 0,-1 0 0,1 0 0,3-4 0,-1 0 0,1 1 0,1-1 0,-1 1 0,1 1 0,0-1 0,1 1 0,-1-1 0,1 2 0,10-8 0,0 2 0,-1 1 0,19-7 0,-21 11 0,-1-1 0,0 0 0,0-1 0,-1 0 0,13-11 0,-14 11 0,0 1 0,0 0 0,0 1 0,1 0 0,0 1 0,0 0 0,0 1 0,0 0 0,23-3 0,-31 6 0,0 0 0,0 0 0,0 0 0,0 0 0,0 0 0,0 1 0,0-1 0,0 1 0,0 0 0,-1 0 0,1 0 0,0 0 0,0 0 0,-1 1 0,1-1 0,-1 1 0,1 0 0,-1 0 0,0 0 0,1 0 0,-1 0 0,0 0 0,0 0 0,-1 1 0,4 4 0,2 7 0,0 0 0,-1 0 0,0 1 0,3 15 0,6 13 0,-12-37 0,1 4 0,0 0 0,1 0 0,1-1 0,7 10 0,-13-17 0,1-1 0,0 0 0,-1 0 0,1 0 0,0 0 0,0 0 0,0 0 0,0 0 0,0 0 0,0-1 0,0 1 0,0 0 0,0 0 0,0-1 0,1 1 0,-1-1 0,0 1 0,0-1 0,1 0 0,-1 1 0,0-1 0,0 0 0,1 0 0,-1 0 0,0 0 0,1 0 0,-1 0 0,0 0 0,1 0 0,-1-1 0,0 1 0,0 0 0,1-1 0,-1 1 0,0-1 0,0 0 0,0 1 0,1-1 0,-1 0 0,0 0 0,0 1 0,0-1 0,0 0 0,0-1 0,2-2 0,-1 1 0,0-1 0,0 0 0,0 0 0,0 0 0,-1 0 0,1 0 0,-1 0 0,0 0 0,0 0 0,-1 0 0,1-7 0,-1 8 0,0-1 0,0 1 0,1-1 0,-1 1 0,1-1 0,0 1 0,0-1 0,0 1 0,1-1 0,-1 1 0,1 0 0,0 0 0,-1 0 0,1 0 0,1 0 0,-1 0 0,3-2 0,-5 5 0,1-1 0,-1 1 0,0 0 0,0 0 0,1 0 0,-1-1 0,0 1 0,1 0 0,-1 0 0,0 0 0,1 0 0,-1 0 0,0 0 0,1 0 0,-1 0 0,0 0 0,1 0 0,-1 0 0,0 0 0,1 0 0,-1 0 0,0 0 0,1 0 0,-1 0 0,0 0 0,1 0 0,-1 0 0,0 1 0,1-1 0,-1 0 0,0 0 0,1 0 0,-1 1 0,7 13 0,-2 18 0,-5-32 0,1 4 0,-1 0 0,1 0 0,-1 0 0,0 0 0,0 0 0,-1 0 0,1 0 0,-1 0 0,0 0 0,0 0 0,0 0 0,-1 0 0,-1 4 0,2-8 0,1 0 0,0 0 0,0 0 0,0 0 0,0 1 0,-1-1 0,1 0 0,0 0 0,0 0 0,-1 0 0,1 0 0,0 0 0,0 0 0,-1 1 0,1-1 0,0 0 0,0 0 0,-1 0 0,1 0 0,0 0 0,0 0 0,-1 0 0,1 0 0,0 0 0,0-1 0,0 1 0,-1 0 0,1 0 0,0 0 0,0 0 0,-1 0 0,1 0 0,0 0 0,0-1 0,0 1 0,-1 0 0,1 0 0,0 0 0,0 0 0,0-1 0,0 1 0,-1 0 0,1 0 0,0 0 0,0-1 0,0 1 0,0 0 0,0 0 0,0-1 0,0 1 0,0 0 0,0 0 0,0-1 0,0 1 0,-1 0 0,2 0 0,-1-1 0,0 1 0,0 0 0,-5-17 0,5 8 0,-1-1 0,1 1 0,1 0 0,-1 0 0,1 0 0,1 0 0,0 1 0,0-1 0,1 0 0,6-14 0,-7 19 0,0-1 0,0 0 0,1 1 0,0 0 0,0-1 0,0 1 0,0 0 0,0 0 0,1 1 0,0-1 0,0 1 0,0 0 0,0 0 0,0 0 0,1 0 0,-1 1 0,1 0 0,0 0 0,-1 0 0,6-1 0,3 1 0,0 0 0,0 1 0,0 1 0,-1 0 0,27 3 0,-35-2 0,0-1 0,0 1 0,0 0 0,0 1 0,0-1 0,0 1 0,0-1 0,-1 1 0,1 0 0,-1 1 0,1-1 0,-1 1 0,0-1 0,0 1 0,0 0 0,0 0 0,0 0 0,-1 1 0,1-1 0,-1 1 0,3 6 0,13 50 0,-16-48 0,1 0 0,1-1 0,0 1 0,0-1 0,1 0 0,7 12 0,-11-22 0,-1 0 0,1-1 0,-1 1 0,1 0 0,0 0 0,-1 0 0,1-1 0,0 1 0,0 0 0,-1-1 0,1 1 0,0-1 0,0 1 0,0-1 0,0 1 0,0-1 0,0 0 0,0 1 0,0-1 0,0 0 0,0 0 0,0 0 0,0 0 0,0 0 0,1 0 0,0 0 0,-1-1 0,1 0 0,0 1 0,-1-1 0,1 0 0,-1 0 0,1 0 0,-1 0 0,1 0 0,-1 0 0,1 0 0,1-3 0,2-2 0,-1-1 0,0 1 0,0-1 0,0 1 0,4-11 0,20-48 0,-17 42 0,15-44 0,15-63 0,-37 113 0,3-12 0,-1-1 0,-2 1 0,2-43 0,-6 56 0,0-1 0,-1 1 0,-6-31 0,5 40 0,-1 0 0,1 1 0,-1-1 0,0 1 0,-1-1 0,0 1 0,0 0 0,0 0 0,-1 0 0,1 1 0,-8-6 0,6 5 0,0 0 0,0 0 0,0 0 0,-1 1 0,-13-8 0,19 12 0,0 1 0,0-1 0,0 1 0,0-1 0,0 1 0,0-1 0,0 1 0,0 0 0,0 0 0,0-1 0,0 1 0,-1 0 0,1 0 0,0 0 0,0 0 0,0 0 0,0 0 0,0 1 0,-1-1 0,1 0 0,0 1 0,0-1 0,0 0 0,0 1 0,0 0 0,0-1 0,0 1 0,0-1 0,0 1 0,1 0 0,-1 0 0,0-1 0,0 1 0,0 0 0,1 0 0,-1 0 0,0 0 0,1 0 0,-1 0 0,1 0 0,-1 0 0,1 0 0,-1 2 0,-2 6 0,1 1 0,-1-1 0,2 0 0,-1 1 0,1 0 0,1-1 0,0 1 0,0 0 0,1-1 0,3 20 0,0-14 0,0 1 0,1-1 0,1 0 0,0 0 0,16 25 0,-2-10 0,27 31 0,-36-46 0,49 72 0,-31-46 0,31 55 0,-58-92 0,1 1 0,0-1 0,0 0 0,0 0 0,1-1 0,-1 1 0,1-1 0,0 1 0,-1-1 0,2 0 0,6 4 0,1-2 0,-1 0 0,1-1 0,15 3 0,-4-1 0,-14-2 0,0 0 0,0 0 0,0 1 0,-1 0 0,1 0 0,-1 1 0,0 0 0,-1 0 0,0 1 0,0 0 0,0 0 0,10 16 0,-17-22 0,1-1 0,-1 1 0,1-1 0,-1 1 0,0 0 0,1-1 0,-1 1 0,0 0 0,0-1 0,1 1 0,-1 0 0,0-1 0,0 1 0,0 0 0,0 0 0,0-1 0,0 1 0,0 0 0,0-1 0,0 1 0,0 0 0,-1-1 0,1 1 0,0 0 0,0-1 0,-1 1 0,1 0 0,-1 0 0,0 0 0,0 0 0,-1 0 0,1 0 0,0 0 0,-1 0 0,1 0 0,-1 0 0,1-1 0,-1 1 0,1-1 0,-1 1 0,-1-1 0,-51 5 0,49-5 0,-21 0-1365,3-1-5461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18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 24575,'-5'4'0,"-5"2"0,-2 4 0,-2 0 0,0 3 0,-1-1 0,2-2-8191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29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716 182 24575,'0'-5'0,"-1"1"0,1-1 0,-1 1 0,0-1 0,-1 1 0,1 0 0,-1-1 0,0 1 0,0 0 0,0 0 0,0 0 0,-1 0 0,1 1 0,-1-1 0,0 1 0,0-1 0,-1 1 0,-6-5 0,-6-4 0,-1 1 0,-1 0 0,-19-7 0,5 1 0,21 12 0,0 0 0,-1 0 0,0 1 0,1 1 0,-1 0 0,-1 0 0,-20-1 0,-90 4 0,62 2 0,57-2 0,1 0 0,-1 0 0,0 0 0,0 1 0,1-1 0,-1 1 0,1 0 0,-1 0 0,1 0 0,-1 1 0,1-1 0,-1 1 0,1 0 0,-5 3 0,5-2 0,1 0 0,0-1 0,0 1 0,0 0 0,1 0 0,-1 0 0,1 1 0,-1-1 0,1 0 0,0 0 0,0 1 0,1-1 0,-1 1 0,1-1 0,-1 0 0,1 5 0,0 8 0,0 1 0,0 0 0,2-1 0,5 28 0,-6-38 0,1 0 0,0 1 0,0-1 0,1 0 0,-1 0 0,1-1 0,1 1 0,-1 0 0,1-1 0,0 0 0,0 0 0,0 0 0,1 0 0,9 6 0,2 2 0,1 1 0,-2 0 0,1 1 0,23 31 0,-10-20 0,5 4 0,-32-28 0,-1-1 0,0 1 0,1 0 0,-1-1 0,0 1 0,0 0 0,0 0 0,0 0 0,0 0 0,0 0 0,-1 0 0,1 0 0,-1 0 0,1 0 0,-1 4 0,0-5 0,-1 0 0,1 1 0,-1-1 0,1 0 0,-1 0 0,0 0 0,1 0 0,-1 0 0,0 0 0,0 0 0,0 0 0,0 0 0,0 0 0,0 0 0,0-1 0,0 1 0,0 0 0,0-1 0,0 1 0,0-1 0,-1 1 0,1-1 0,0 0 0,0 1 0,-1-1 0,1 0 0,0 0 0,-3 0 0,-42 3 0,39-3 0,-307-3-1365,292 3-5461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0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0 24575,'1'8'0,"0"0"0,0 1 0,1-1 0,5 15 0,4 23 0,-8-18 0,13 84 0,-9-71 0,-5-29 0,0 1 0,1-1 0,0 1 0,1-1 0,5 13 0,-1-8 0,-4-7 0,0-1 0,0 0 0,10 14 0,-13-22 0,0 1 0,1-1 0,-1 1 0,0-1 0,0 0 0,1 1 0,-1-1 0,1 0 0,-1 0 0,1 0 0,-1 0 0,1 0 0,0-1 0,-1 1 0,1 0 0,0-1 0,0 1 0,0-1 0,-1 1 0,1-1 0,0 0 0,0 0 0,0 0 0,0 0 0,2-1 0,-2 0 0,0 0 0,0 0 0,0 0 0,0 0 0,0 0 0,0-1 0,-1 1 0,1-1 0,-1 0 0,1 1 0,-1-1 0,1 0 0,-1 0 0,0 0 0,0 0 0,0 0 0,0 0 0,0 0 0,-1 0 0,1 0 0,-1 0 0,1 0 0,-1-1 0,0 1 0,1 0 0,-1-3 0,0-4 0,1 0 0,-1 1 0,-1-1 0,1 0 0,-4-12 0,3 16 0,0 0 0,-1 0 0,0 0 0,0 0 0,-1 0 0,1 0 0,-1 1 0,0-1 0,0 1 0,-1 0 0,1 0 0,-1 0 0,-7-6 0,4 5 0,0 1 0,0-1 0,-1 1 0,0 1 0,1 0 0,-1 0 0,-16-4 0,-5 2 0,0 2 0,0 1 0,-56 3 0,80-1 0,305 1-1365,-278-1-5461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24575,'4'0'0,"2"-4"0,4-2 0,5 0 0,3 2 0,5 1 0,1 1 0,2 1 0,0 0 0,1 1 0,-1 1 0,1-1 0,-1 0 0,0 0 0,0 0 0,-1 1 0,1-1 0,-5 0-8191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1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1 156 24575,'5'0'0,"1"-1"0,-1 1 0,1-1 0,-1-1 0,1 1 0,-1-1 0,0 0 0,0 0 0,0 0 0,0-1 0,0 0 0,0 0 0,-1 0 0,0 0 0,1-1 0,-1 0 0,0 1 0,-1-2 0,1 1 0,-1 0 0,0-1 0,5-8 0,5-11 0,-10 18 0,0 0 0,0 0 0,1 0 0,-1 0 0,1 1 0,1 0 0,-1 0 0,1 0 0,7-7 0,-11 13 0,-1-1 0,1 0 0,0 0 0,-1 0 0,1 1 0,0-1 0,-1 0 0,1 1 0,0-1 0,-1 1 0,1-1 0,-1 0 0,1 1 0,-1-1 0,1 1 0,-1-1 0,1 1 0,-1 0 0,0-1 0,1 1 0,-1-1 0,0 1 0,1 0 0,-1-1 0,0 1 0,0 1 0,10 21 0,-10-22 0,5 16 0,-1 0 0,4 35 0,0 5 0,9 3-62,4 25 227,-19-77-328,-1 0 0,-1 0 0,1 0-1,-1 0 1,0 1 0,-1-1 0,0 0 0,-2 8 0,-3 0-6663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1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24575,'24'1'0,"0"0"0,0 1 0,41 10 0,-23-5 0,0-2 0,1-2 0,-1-1 0,47-6 0,5 2 0,8 2-1365,-80 0-5461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24575,'4'0'0,"6"0"0,6 0 0,4 0 0,3 0 0,3 0 0,0 0 0,1 0 0,-1 0 0,1 0 0,-1 0 0,-4 0-8191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1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24575,'36'1'0,"0"-1"0,1 0 0,0-2 0,58-12 0,-74 10 0,0 1 0,40 1 0,-41 1 0,-1 1 0,1-2 0,29-7 0,-29 5-455,-1 0 0,29-2 0,-27 5-6371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7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0 446 24575,'38'0'0,"-11"1"0,-1-1 0,1-1 0,38-8 0,-57 8 0,-1-1 0,1-1 0,-1 1 0,1-1 0,-1 0 0,0-1 0,0 0 0,0 0 0,-1-1 0,1 1 0,-1-1 0,0-1 0,-1 1 0,1-1 0,-1 0 0,5-8 0,-5 7 0,1 0 0,0 1 0,0 0 0,7-6 0,-9 9 0,1-1 0,-1 0 0,0 1 0,0-2 0,-1 1 0,1 0 0,-1-1 0,0 1 0,0-1 0,-1 0 0,5-10 0,-5 5 0,5-13 0,-1 0 0,-1 0 0,-1 0 0,-1 0 0,-1-1 0,-1-26 0,-1 47 0,-1 1 0,1 0 0,-1-1 0,0 1 0,1-1 0,-1 1 0,0 0 0,0 0 0,-1-1 0,1 1 0,0 0 0,-1 0 0,1 0 0,-1 1 0,1-1 0,-1 0 0,0 0 0,-4-2 0,2 2 0,-1-1 0,1 1 0,-1 0 0,1 0 0,-1 1 0,0-1 0,1 1 0,-1 0 0,-7 0 0,5 0 0,1 1 0,0 0 0,-1 0 0,1 1 0,-1-1 0,1 1 0,-1 1 0,1-1 0,0 1 0,0 0 0,0 1 0,0-1 0,0 1 0,0 0 0,-6 6 0,9-6 0,0 1 0,1-1 0,-1 1 0,1 0 0,0 0 0,0 0 0,0 0 0,0 0 0,1 1 0,0-1 0,0 0 0,0 1 0,0-1 0,0 8 0,1 10 0,3 39 0,-1-27 0,-2-27 0,0-1 0,1 1 0,0-1 0,0 1 0,1-1 0,0 0 0,0 0 0,0 0 0,1 0 0,0 0 0,0 0 0,0-1 0,1 0 0,0 1 0,0-1 0,0 0 0,0-1 0,9 7 0,-6-6 0,1 0 0,0 0 0,0-1 0,0 0 0,0 0 0,1-1 0,0 0 0,-1-1 0,1 0 0,0 0 0,0-1 0,15 1 0,235-6 0,-250 3 0,1-1 0,-1 0 0,0 0 0,1-1 0,-1 0 0,-1-1 0,1 0 0,0 0 0,-1-1 0,0 0 0,10-8 0,-12 9 0,-1-1 0,0 0 0,0 0 0,0 0 0,-1-1 0,1 1 0,-2-1 0,1 0 0,0 0 0,-1-1 0,0 1 0,-1-1 0,0 1 0,0-1 0,0 0 0,1-7 0,-1-50 0,-2 64 0,0 0 0,0 0 0,0 0 0,0 0 0,0 0 0,0 0 0,0 0 0,0 0 0,0 0 0,0 0 0,1 0 0,-1 0 0,0 0 0,0 0 0,0 0 0,0 0 0,0 0 0,0-1 0,0 1 0,0 0 0,0 0 0,0 0 0,0 0 0,1 0 0,-1 0 0,0 0 0,0 0 0,0 0 0,0 0 0,0 0 0,0 0 0,0 0 0,0 0 0,0-1 0,0 1 0,0 0 0,0 0 0,0 0 0,0 0 0,0 0 0,0 0 0,0 0 0,0 0 0,0 0 0,0 0 0,0 0 0,0-1 0,0 1 0,0 0 0,0 0 0,0 0 0,0 0 0,6 12 0,4 15 0,-3-2 0,1 0 0,7 47 0,-15-78 0,0 0 0,0 1 0,0-1 0,0 0 0,1 0 0,0 1 0,0-1 0,1 0 0,-1 1 0,5-9 0,-5 11 0,1 0 0,0 0 0,0 0 0,0 0 0,0 0 0,0 0 0,1 1 0,-1-1 0,1 1 0,0-1 0,0 1 0,0 0 0,0 0 0,0 0 0,0 1 0,0-1 0,1 1 0,-1 0 0,1 0 0,-1 0 0,5-1 0,5 0 0,1 0 0,-1 1 0,0 0 0,1 2 0,-1-1 0,0 1 0,1 1 0,-1 1 0,0 0 0,0 0 0,0 1 0,-1 1 0,21 10 0,-18-4 0,-1 0 0,1 1 0,-2 0 0,0 1 0,0 0 0,19 29 0,-32-41 0,0-1 0,0 0 0,0 1 0,0-1 0,0 0 0,1 1 0,-1-1 0,0 0 0,0 1 0,0-1 0,0 0 0,1 0 0,-1 1 0,0-1 0,0 0 0,1 0 0,-1 1 0,0-1 0,1 0 0,-1 0 0,0 0 0,0 1 0,1-1 0,-1 0 0,0 0 0,1 0 0,-1 0 0,0 0 0,1 0 0,-1 0 0,0 0 0,1 0 0,-1 0 0,1 0 0,-1 0 0,0 0 0,1 0 0,-1 0 0,0 0 0,1 0 0,-1 0 0,0 0 0,1-1 0,-1 1 0,0 0 0,0 0 0,1 0 0,-1-1 0,0 1 0,1 0 0,-1 0 0,0-1 0,0 1 0,0 0 0,1 0 0,-1-1 0,0 1 0,0 0 0,0-1 0,0 1 0,1 0 0,-1-1 0,0 1 0,0 0 0,0-1 0,0 1 0,0 0 0,0-1 0,0 0 0,5-36 0,-3 20 0,-1 10 0,1 1 0,1 0 0,-1 0 0,1 1 0,0-1 0,0 0 0,1 1 0,-1 0 0,1 0 0,0 0 0,1 0 0,-1 1 0,1-1 0,0 1 0,0 0 0,1 1 0,-1-1 0,1 1 0,-1 0 0,1 1 0,7-3 0,-3 1 0,0 1 0,1 1 0,-1 0 0,1 0 0,0 1 0,0 0 0,-1 1 0,1 0 0,0 1 0,0 0 0,20 5 0,-26-4 7,0 0 0,0 1 0,0-1 0,0 1 0,0 1 1,0-1-1,-1 1 0,0-1 0,1 1 0,-2 1 0,1-1 0,0 0 0,-1 1 0,0 0 0,0 0 0,5 10 0,-3-3-255,1 1 1,-2 0-1,1 0 1,-2 0-1,4 28 1,-5-21-6579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8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24575,'1'0'0,"0"1"0,0-1 0,0 1 0,0-1 0,1 1 0,-1-1 0,0 1 0,-1 0 0,1 0 0,0 0 0,0-1 0,0 1 0,0 0 0,-1 0 0,1 0 0,0 0 0,-1 0 0,1 0 0,0 0 0,-1 1 0,0-1 0,1 0 0,-1 0 0,0 0 0,1 0 0,-1 1 0,0 1 0,5 39 0,-5-37 0,2 343 0,-4-179 0,-2-120 0,3-46 0,1-1 0,-1 0 0,1 1 0,-1-1 0,0 0 0,0 1 0,0-1 0,0 0 0,-1 0 0,1 0 0,-1 0 0,1 0 0,-1 0 0,1 0 0,-1-1 0,0 1 0,-3 1 0,13-6 0,0 1 0,0-1 0,1 1 0,-1 1 0,0-1 0,18 1 0,67 1 0,-52 1 0,-27-1 0,-1 0 0,1 1 0,-1 1 0,19 5 0,-30-7 0,0 0 0,0 1 0,0-1 0,0 1 0,0 0 0,0-1 0,0 1 0,0 0 0,-1 0 0,1 0 0,0 0 0,-1 1 0,1-1 0,0 0 0,-1 1 0,0-1 0,1 1 0,-1-1 0,0 1 0,0 0 0,0 0 0,0-1 0,0 1 0,0 0 0,0 0 0,-1 0 0,1 0 0,-1 0 0,0 0 0,1 0 0,-1 0 0,0 0 0,0 0 0,0 0 0,0 0 0,-1 0 0,1 0 0,0 0 0,-2 2 0,1-1 0,0-1 0,0 0 0,0 0 0,0 0 0,-1 0 0,1-1 0,-1 1 0,0 0 0,1-1 0,-1 1 0,0-1 0,0 1 0,0-1 0,0 0 0,0 0 0,0 0 0,0 0 0,-1 0 0,1 0 0,0-1 0,0 1 0,-1-1 0,-2 1 0,-9 1 0,0-1 0,-24-1 0,29 0 0,-11 0 0,11 1 0,0-1 0,1-1 0,-17-2 0,25 3 0,-1 0 0,1 0 0,0 0 0,-1 0 0,1 0 0,-1-1 0,1 1 0,0 0 0,-1 0 0,1-1 0,0 1 0,-1 0 0,1 0 0,0-1 0,-1 1 0,1 0 0,0-1 0,-1 1 0,1 0 0,0-1 0,0 1 0,0-1 0,-1 1 0,1 0 0,0-1 0,0 1 0,0-1 0,0 1 0,0-1 0,0 1 0,0 0 0,0-1 0,0 1 0,0-1 0,0 1 0,0-1 0,0 1 0,0 0 0,0-1 0,0 1 0,1-1 0,-1 1 0,0 0 0,0-1 0,0 1 0,1-1 0,-1 1 0,0 0 0,1-1 0,-1 1 0,0 0 0,1 0 0,-1-1 0,0 1 0,1 0 0,-1-1 0,21-16 0,9 2 0,1 1 0,0 2 0,56-14 0,-75 22 0,-1 1 0,0-1 0,0-1 0,0 0 0,20-13 0,-26 15 0,0 0 0,-1 0 0,1-1 0,-1 0 0,1 0 0,-1 0 0,0-1 0,0 1 0,-1-1 0,0 0 0,1 0 0,-2 0 0,5-9 0,-7 13 0,1 0 0,-1-1 0,0 1 0,0 0 0,0-1 0,0 1 0,0 0 0,0-1 0,0 1 0,0-1 0,-1 1 0,1 0 0,0 0 0,-1-1 0,1 1 0,-1 0 0,0 0 0,1-1 0,-1 1 0,0 0 0,0 0 0,1 0 0,-3-2 0,3 3 0,-1 0 0,0-1 0,1 1 0,-1 0 0,0 0 0,1-1 0,-1 1 0,0 0 0,0 0 0,1 0 0,-1 0 0,0 0 0,1 0 0,-1 0 0,0 0 0,1 0 0,-1 0 0,0 1 0,0-1 0,1 0 0,-1 0 0,1 0 0,-1 1 0,0-1 0,1 1 0,-1-1 0,0 0 0,1 1 0,-1-1 0,1 1 0,-1-1 0,1 1 0,-1-1 0,1 1 0,0 0 0,-1-1 0,1 1 0,0-1 0,-1 1 0,1 0 0,0-1 0,0 1 0,0 0 0,-1-1 0,1 2 0,-3 6 0,0 0 0,1 1 0,0-1 0,0 1 0,1-1 0,0 1 0,1 0 0,0-1 0,1 16 0,-1-21 0,1 1 0,-1-1 0,1 1 0,0-1 0,0 1 0,0-1 0,0 1 0,0-1 0,1 0 0,-1 0 0,1 0 0,0 0 0,0 0 0,0 0 0,1 0 0,-1-1 0,1 1 0,-1-1 0,1 1 0,0-1 0,0 0 0,0 0 0,0 0 0,0-1 0,6 3 0,6-1-68,0-1-1,0-1 0,0 0 0,29-3 1,-23 1-954,2 0-5804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38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2 24575,'-32'0'0,"15"-1"0,-1 0 0,1 2 0,0 0 0,-1 1 0,-23 6 0,37-7 0,0 1 0,0-1 0,0 1 0,0 0 0,0 0 0,1 1 0,-1-1 0,1 1 0,-1-1 0,1 1 0,0 0 0,0 0 0,0 1 0,1-1 0,-1 0 0,1 1 0,0 0 0,0-1 0,0 1 0,0 0 0,1 0 0,-1 0 0,1 0 0,0 1 0,1-1 0,-1 0 0,0 6 0,1-5 0,-1-1 0,1 1 0,0 0 0,1 0 0,-1 0 0,1 0 0,0-1 0,0 1 0,0 0 0,0-1 0,1 1 0,0-1 0,0 1 0,0-1 0,1 0 0,-1 0 0,1 0 0,0 0 0,6 5 0,-4-5 0,0 0 0,0 0 0,0-1 0,1 0 0,0 0 0,-1 0 0,1-1 0,0 0 0,0 0 0,0 0 0,1-1 0,-1 0 0,0 0 0,10-1 0,-3 1 0,1-1 0,-1-1 0,1 0 0,-1-1 0,23-5 0,-28 4 0,0 0 0,0-1 0,-1 0 0,1 0 0,-1 0 0,0-1 0,-1 0 0,1-1 0,-1 1 0,8-9 0,4-10 0,0 0 0,21-36 0,-38 58 0,13-34-1365,-10 18-5461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0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24575,'-1'74'0,"3"83"0,10-87 0,-7-51 0,-2 1 0,2 26 0,-4-10 0,2 0 0,1 0 0,8 35 0,-11-68 0,0 0 0,1 0 0,-1 0 0,0 0 0,1 0 0,0 0 0,0 0 0,0-1 0,0 1 0,0-1 0,0 1 0,1-1 0,-1 0 0,1 0 0,-1 0 0,1 0 0,0 0 0,0-1 0,0 1 0,0-1 0,0 0 0,0 0 0,0 0 0,0 0 0,0-1 0,5 1 0,11 1 0,-1-1 0,0-1 0,32-3 0,-12 0 0,-11-1 0,0 0 0,0-2 0,-1 0 0,0-2 0,43-19 0,-61 23 0,0 1 0,0-1 0,0-1 0,-1 1 0,0-2 0,0 1 0,0-1 0,10-10 0,-15 14 0,-1 0 0,1 0 0,-1 0 0,1 0 0,-1 0 0,0 0 0,0 0 0,0 0 0,0-1 0,0 1 0,0 0 0,-1-1 0,1 1 0,-1-1 0,1 1 0,-1-1 0,0 1 0,0 0 0,0-1 0,-1 1 0,1-1 0,0 1 0,-1-1 0,0 1 0,1 0 0,-1-1 0,0 1 0,0 0 0,-1 0 0,1 0 0,0-1 0,-1 1 0,1 1 0,-3-4 0,-3-1 0,0-1 0,-1 1 0,1 1 0,-1-1 0,-1 1 0,1 1 0,0-1 0,-1 2 0,0-1 0,-17-4 0,10 5 0,1-1 0,0 2 0,-1 0 0,0 1 0,-29 2 0,41-1 0,-1 1 0,1-1 0,-1 1 0,1 0 0,0 0 0,-1 1 0,1-1 0,0 1 0,0 0 0,0 0 0,0 1 0,0-1 0,1 1 0,-1 0 0,1 0 0,-1 0 0,1 0 0,0 0 0,0 1 0,1 0 0,-1-1 0,1 1 0,-1 0 0,0 4 0,-1 2 0,1-1 0,1 1 0,0 0 0,0 0 0,1 0 0,0 0 0,1 0 0,0 0 0,2 17 0,-1-24 0,-1-1 0,0 1 0,1-1 0,0 0 0,0 1 0,-1-1 0,1 0 0,1 1 0,-1-1 0,0 0 0,0 0 0,1 0 0,-1 0 0,1 0 0,0 0 0,0-1 0,-1 1 0,3 1 0,0 0 0,0-1 0,1 0 0,-1 0 0,0 0 0,1-1 0,-1 1 0,1-1 0,-1 0 0,6 0 0,8 0 0,1 0 0,0-2 0,31-4 0,-48 5 0,5-2 0,1 1 0,0-1 0,0-1 0,0 1 0,-1-1 0,0-1 0,1 1 0,-1-1 0,0-1 0,-1 1 0,1-1 0,-1 0 0,8-9 0,-6 5 0,0 0 0,-1 0 0,0-1 0,-1 0 0,0 0 0,0-1 0,-2 0 0,8-19 0,-7 5 0,-1-1 0,-1 1 0,-1-1 0,-1 0 0,-5-46 0,1-1 0,3-16 0,0 53 0,0 28 0,0 12 0,0 36 0,3 0 0,10 62 0,24 103 0,-33-186 0,1-1 0,1 0 0,0 0 0,2-1 0,15 29 0,-8-18 0,-15-27 0,1 1 0,0 0 0,-1-1 0,1 1 0,0-1 0,0 1 0,0-1 0,0 1 0,1-1 0,-1 0 0,0 0 0,0 0 0,1 1 0,-1-1 0,1 0 0,-1-1 0,1 1 0,-1 0 0,1 0 0,-1-1 0,1 1 0,0-1 0,0 1 0,2 0 0,-3-2 0,0 1 0,1-1 0,-1 0 0,1 1 0,-1-1 0,0 0 0,0 0 0,1 0 0,-1 1 0,0-2 0,0 1 0,0 0 0,0 0 0,0 0 0,0 0 0,0 0 0,0-1 0,-1 1 0,1 0 0,-1-1 0,1 1 0,0-1 0,-1 1 0,0-1 0,1 1 0,-1-1 0,0 1 0,0-3 0,4-20 0,-2 10 0,0 0 0,0 0 0,1 1 0,1-1 0,1 1 0,0 0 0,0 0 0,1 0 0,14-21 0,-20 34 0,1-1 0,0 0 0,-1 0 0,1 0 0,0 0 0,0 1 0,0-1 0,-1 0 0,1 1 0,0-1 0,0 1 0,0-1 0,0 1 0,0-1 0,0 1 0,0 0 0,0-1 0,0 1 0,0 0 0,0 0 0,0 0 0,1 0 0,-1 0 0,0 0 0,0 0 0,0 0 0,0 0 0,0 1 0,0-1 0,0 0 0,0 1 0,0-1 0,0 1 0,0-1 0,0 1 0,0-1 0,0 1 0,-1-1 0,1 1 0,0 0 0,0 0 0,0-1 0,0 2 0,5 5 0,0 1 0,-1-1 0,1 1 0,4 10 0,-2-5 0,4 6 0,-1-1 0,26 31 0,-36-48 0,-1-1 0,1 1 0,-1-1 0,1 1 0,-1-1 0,1 1 0,-1-1 0,1 1 0,0-1 0,-1 1 0,1-1 0,-1 0 0,1 0 0,0 1 0,0-1 0,-1 0 0,1 0 0,0 0 0,-1 0 0,1 1 0,0-1 0,0 0 0,-1 0 0,1-1 0,0 1 0,-1 0 0,1 0 0,0 0 0,-1 0 0,1-1 0,1 1 0,17-19 0,-17 17 0,0-1 0,0 1 0,0 0 0,0 0 0,0 0 0,1 0 0,-1 0 0,5-2 0,4 0 0,-7 3 0,-1 0 0,1-1 0,0 0 0,0 1 0,-1-1 0,1 0 0,-1-1 0,0 1 0,1-1 0,-1 1 0,4-6 0,0 1 0,0 1 0,1 0 0,0 0 0,0 0 0,1 1 0,-1 0 0,1 1 0,0 0 0,1 0 0,9-2 0,5-1 0,0 2 0,47-6 0,-63 11 0,1 1 0,0-1 0,-1 1 0,1 1 0,-1 0 0,1 0 0,-1 0 0,0 1 0,0 0 0,0 1 0,0 0 0,-1 0 0,0 1 0,9 6 0,0-1 0,-15-10 0,0 1 0,-1-1 0,1 1 0,-1-1 0,1 0 0,0 0 0,-1 1 0,1-1 0,0 0 0,-1 0 0,1 0 0,0 0 0,-1 0 0,1 1 0,0-1 0,-1-1 0,1 1 0,0 0 0,-1 0 0,1 0 0,0 0 0,-1 0 0,1-1 0,0 1 0,-1 0 0,1 0 0,-1-1 0,1 1 0,0-1 0,-1 1 0,1 0 0,-1-1 0,1 1 0,-1-1 0,1 1 0,-1-1 0,0 0 0,1 1 0,-1-1 0,0 1 0,1-2 0,1-2 0,-1 0 0,1 0 0,-1-1 0,0 1 0,0 0 0,0-8 0,-1-11 0,-3 55 0,4-18 0,0 1 0,1-1 0,1 0 0,1-1 0,-1 1 0,11 23 0,8 30 0,-16-47 0,15 33 0,0 0 0,-16-40 0,1 1 0,0-2 0,13 21 0,-12-24 0,-1 1 0,0 1 0,-1-1 0,0 1 0,-1 0 0,4 14 0,4 17 0,-9-36 0,-1 2 0,1-1 0,-1 0 0,0 0 0,-1 1 0,0-1 0,0 1 0,-1-1 0,1 1 0,-2-1 0,-1 15 0,0-19 0,1-1 0,-1 1 0,0-1 0,0 1 0,0-1 0,0 0 0,-1 0 0,1 0 0,-1 0 0,1-1 0,-1 1 0,1 0 0,-1-1 0,0 0 0,0 0 0,0 0 0,0 0 0,0 0 0,0-1 0,0 1 0,0-1 0,0 0 0,-5 0 0,-10 1 0,0-1 0,-27-4 0,37 3 0,-1-1 0,1 0 0,0-1 0,0 0 0,1 0 0,-1 0 0,1-1 0,0-1 0,-1 1 0,2-1 0,-1 0 0,1 0 0,-1-1 0,2 0 0,-1 0 0,1-1 0,-6-7 0,4 4 0,1 0 0,0-1 0,0 0 0,1 0 0,0-1 0,1 1 0,1-1 0,-1 0 0,2 0 0,0 0 0,-1-13 0,2 17 0,1-1 0,-1 1 0,1 0 0,1-1 0,0 1 0,0 0 0,0 0 0,1 0 0,0 0 0,1 0 0,0 0 0,0 0 0,1 1 0,-1 0 0,2 0 0,6-10 0,36-35 0,4-4 0,-48 52-195,-1 0 0,0 0 0,1-1 0,-2 1 0,1 0 0,1-6 0,1-7-6631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0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24575,'4'0'0,"6"0"0,6 0 0,4 0 0,4 0 0,-3 0-8191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0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24575,'0'5'0,"0"5"0,4 1 0,2 3 0,0 4 0,3-2 0,0 1 0,3-2 0,-1 1 0,3 1 0,-2 3 0,2-2 0,-2 0 0,2-3 0,2-4 0,-1-4-8191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1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45 107 24575,'0'10'0,"-1"1"0,-1-1 0,0 1 0,-1-1 0,1 0 0,-2 0 0,-6 14 0,-6 18 0,15-40 0,0 0 0,1 0 0,-1 1 0,1-1 0,-1 0 0,1 0 0,0 0 0,0 1 0,0-1 0,0 0 0,0 0 0,0 1 0,1-1 0,-1 0 0,1 0 0,-1 0 0,1 0 0,0 1 0,0-1 0,2 3 0,-2-4 0,1 0 0,-1 1 0,1-1 0,0 0 0,-1 0 0,1 0 0,0 0 0,0 0 0,0-1 0,-1 1 0,1 0 0,0-1 0,0 0 0,0 1 0,0-1 0,0 0 0,0 0 0,0 0 0,0 0 0,0 0 0,0-1 0,0 1 0,3-1 0,3 0 0,-1 0 0,0-1 0,0 0 0,1 0 0,-2 0 0,1-1 0,0 0 0,0 0 0,-1-1 0,0 0 0,1 0 0,-2 0 0,1-1 0,9-9 0,6-10 0,-18 20 0,1 0 0,0 0 0,-1 0 0,0-1 0,0 1 0,0-1 0,0 0 0,-1 0 0,1 0 0,-1 0 0,-1 0 0,1 0 0,0-6 0,-1 2 0,0 1 0,0-1 0,-1 1 0,-2-18 0,2 25 0,0 0 0,0-1 0,-1 1 0,1 0 0,0-1 0,0 1 0,-1 0 0,1-1 0,-1 1 0,1 0 0,-1 0 0,0 0 0,1-1 0,-1 1 0,0 0 0,0 0 0,0 0 0,0 0 0,1 0 0,-2 1 0,1-1 0,0 0 0,0 0 0,0 0 0,0 1 0,0-1 0,-1 1 0,1-1 0,0 1 0,0-1 0,-1 1 0,1 0 0,0 0 0,-1 0 0,1 0 0,0 0 0,-1 0 0,1 0 0,0 0 0,-3 1 0,2 0 0,-1 0 0,1 0 0,-1 1 0,1 0 0,0-1 0,0 1 0,0 0 0,0 0 0,0 0 0,0 0 0,0 0 0,1 1 0,-1-1 0,1 0 0,-1 1 0,1 0 0,0-1 0,0 1 0,0-1 0,1 1 0,-1 0 0,1 0 0,-1-1 0,1 6 0,-1 2 0,0 0 0,1 0 0,0 0 0,0-1 0,4 19 0,-3-24 0,1 0 0,-1-1 0,1 1 0,0-1 0,0 1 0,0-1 0,0 0 0,0 0 0,1 0 0,-1 0 0,1 0 0,0 0 0,0-1 0,0 0 0,0 1 0,0-1 0,1 0 0,-1 0 0,1-1 0,-1 1 0,5 0 0,9 4 0,0-2 0,0 0 0,25 2 0,-39-6 0,38 4 0,0-2 0,78-5 0,-112 1 0,0 1 0,-1-1 0,1 0 0,0-1 0,-1 1 0,1-2 0,-1 1 0,0 0 0,0-1 0,0 0 0,6-6 0,-3 3 0,0 1 0,0 0 0,15-7 0,-10 7 0,-2 2 0,-1-1 0,0-1 0,0 1 0,0-2 0,12-9 0,-20 13 0,0 0 0,0 0 0,0 0 0,-1 0 0,0-1 0,1 1 0,-1-1 0,0 0 0,-1 1 0,1-1 0,-1 0 0,0 0 0,0 0 0,0 0 0,0 0 0,0 0 0,-1 0 0,0-1 0,-1-7 0,1 8 0,0 1 0,-1-1 0,0 0 0,0 0 0,0 0 0,0 1 0,-1-1 0,1 1 0,-1-1 0,0 1 0,0 0 0,0-1 0,-1 1 0,1 0 0,-1 0 0,1 1 0,-1-1 0,0 1 0,0-1 0,-1 1 0,-5-4 0,6 5 0,0 0 0,0-1 0,0 1 0,0 0 0,0 1 0,0-1 0,0 0 0,0 1 0,0 0 0,-1 0 0,1 0 0,0 0 0,0 0 0,0 1 0,0-1 0,-1 1 0,1 0 0,0 0 0,0 0 0,0 0 0,1 1 0,-1-1 0,0 1 0,0 0 0,1-1 0,-5 6 0,3-4 0,1 1 0,1 1 0,-1-1 0,0 0 0,1 1 0,0-1 0,0 1 0,0 0 0,1-1 0,0 1 0,0 0 0,0 0 0,0 0 0,1 8 0,-1 7 0,1-1 0,4 26 0,-3-39 0,0 0 0,0 0 0,1-1 0,-1 1 0,1 0 0,0-1 0,1 1 0,-1-1 0,1 0 0,0 0 0,0 0 0,1 0 0,0-1 0,-1 1 0,1-1 0,1 0 0,-1 0 0,1 0 0,-1-1 0,1 0 0,0 0 0,1 0 0,-1 0 0,0-1 0,1 0 0,-1 0 0,10 2 0,11 1 0,1-1 0,0-2 0,0 0 0,48-5 0,-29 2 0,-33 0-97,-1 0-1,1 0 1,-1-1-1,0-1 1,1 0-1,-1-1 1,0 0-1,-1-1 1,1 0-1,-1-1 1,0 0-1,0-1 0,17-15 1,-16 10-6729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2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24575,'0'438'0,"1"-426"0,1 1 0,0-1 0,6 20 0,-5-24 0,-1-1 0,0 1 0,0 0 0,-1-1 0,0 1 0,0 0 0,-1 0 0,0 0 0,0 0 0,-1-1 0,-2 13 0,2-18 5,0 0 1,0 0-1,0-1 0,0 1 0,-1 0 0,1 0 1,0-1-1,-1 1 0,0-1 0,1 1 0,-1-1 0,0 1 1,0-1-1,0 0 0,0 0 0,0 0 0,0 0 1,0 0-1,0-1 0,0 1 0,-3 0 0,-46 3-1298,48-4 1107,-19 0-6640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2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24575,'29'-10'0,"-4"0"0,111-12 0,-110 17 0,-1 1 0,30-1 0,-44 4 0,0 1 0,0 1 0,0 0 0,-1 0 0,1 1 0,0 0 0,18 7 0,-25-7 0,-1 0 0,1 0 0,-1 0 0,1 0 0,-1 0 0,0 1 0,0 0 0,0-1 0,0 1 0,0 0 0,-1 1 0,0-1 0,1 0 0,-1 1 0,3 6 0,-1 1 0,-1 1 0,0-1 0,3 24 0,-4-22 0,0-1 0,1 1 0,4 13 0,-5-22 0,0-1 0,-1 1 0,1 0 0,0-1 0,1 1 0,-1-1 0,1 0 0,-1 0 0,1 0 0,0 0 0,0 0 0,1 0 0,5 3 0,-8-5 0,0-1 0,-1 1 0,1-1 0,0 1 0,0-1 0,0 1 0,-1-1 0,1 1 0,0-1 0,0 0 0,0 0 0,0 1 0,0-1 0,0 0 0,0 0 0,0 0 0,0 0 0,0 0 0,0 0 0,0 0 0,0-1 0,-1 1 0,1 0 0,0 0 0,0-1 0,0 1 0,0 0 0,0-1 0,0 1 0,-1-1 0,1 0 0,0 1 0,0-1 0,-1 1 0,1-1 0,0 0 0,-1 0 0,1 1 0,-1-1 0,1 0 0,-1 0 0,1 0 0,-1 1 0,1-1 0,-1 0 0,0 0 0,0 0 0,1 0 0,-1 0 0,0 0 0,0 0 0,0-1 0,1-5 0,-1 1 0,1 0 0,-1 0 0,0-1 0,-1 1 0,-1-11 0,-1 6 0,0 0 0,-1 0 0,0 0 0,0 1 0,-7-11 0,10 18 0,-1 1 0,1-1 0,-1 1 0,0 0 0,0-1 0,0 1 0,0 0 0,0 0 0,0 0 0,0 0 0,-1 1 0,1-1 0,-1 0 0,0 1 0,1 0 0,-1 0 0,0 0 0,1 0 0,-1 0 0,0 0 0,0 1 0,0-1 0,0 1 0,-5 0 0,7 0 0,1 0 0,-1 0 0,1 0 0,0 0 0,-1 0 0,1 0 0,-1 0 0,1 0 0,0 0 0,-1 0 0,1 0 0,-1 0 0,1 0 0,0 1 0,-1-1 0,1 0 0,-1 0 0,1 0 0,0 1 0,-1-1 0,1 0 0,0 0 0,0 1 0,-1-1 0,1 0 0,0 1 0,-1-1 0,1 0 0,0 1 0,0-1 0,0 1 0,0-1 0,-1 0 0,1 1 0,0-1 0,0 1 0,0-1 0,0 0 0,0 1 0,0-1 0,0 1 0,0-1 0,0 1 0,0-1 0,0 0 0,0 1 0,0-1 0,1 1 0,-1-1 0,0 1 0,1 0 0,0 1 0,0-1 0,0 1 0,0-1 0,0 0 0,0 1 0,0-1 0,0 0 0,0 0 0,1 0 0,1 2 0,6 0 0,0 0 0,0 0 0,0 0 0,0-1 0,0-1 0,1 0 0,-1 0 0,1-1 0,-1 0 0,13-1 0,-12 0 0,1 0 0,0 2 0,-1-1 0,1 1 0,0 0 0,-1 1 0,16 5 0,-20-4 0,-2 0 0,1 0 0,0 0 0,0 0 0,-1 1 0,0 0 0,0 0 0,6 7 0,28 42 0,-27-37 0,-11-15 0,0-1 0,1 0 0,-1 1 0,0-1 0,0 0 0,0 1 0,0-1 0,0 0 0,1 1 0,-1-1 0,0 0 0,0 1 0,1-1 0,-1 0 0,0 0 0,0 1 0,1-1 0,-1 0 0,0 0 0,1 0 0,-1 0 0,0 1 0,1-1 0,-1 0 0,0 0 0,1 0 0,-1 0 0,0 0 0,1 0 0,-1 0 0,0 0 0,1 0 0,-1 0 0,1 0 0,-1 0 0,0 0 0,1 0 0,0 0 0,4-16 0,-4-31 0,-1 42 0,-1-46 0,1-59 0,0 107 0,1-1 0,0 1 0,-1-1 0,1 1 0,1-1 0,-1 1 0,0 0 0,1 0 0,0-1 0,-1 1 0,1 0 0,0 0 0,1 1 0,-1-1 0,1 0 0,-1 1 0,1-1 0,0 1 0,-1 0 0,1 0 0,1 0 0,-1 0 0,0 1 0,0-1 0,0 1 0,1 0 0,-1 0 0,1 0 0,5-1 0,11 0 0,0 0 0,1 0 0,-1 2 0,24 3 0,-11-2 0,-8 0-1365,-2-1-5461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3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24575,'-1'74'0,"3"83"0,10-87 0,-8-51 0,0 1 0,1 26 0,-3-4 0,11 70 0,-8-80 0,1 54 0,-5-93 0,0 0 0,1 0 0,0 0 0,1 0 0,-1 0 0,1 0 0,0 1 0,1-1 0,0 1 0,4-6 0,-3 4 0,1 0 0,0 0 0,0 1 0,1 0 0,0 1 0,0-1 0,0 1 0,15-9 0,-10 11 0,0-1 0,0 2 0,0-1 0,0 2 0,0 0 0,1 0 0,-1 1 0,1 1 0,-1 0 0,1 0 0,-1 1 0,1 1 0,-1 0 0,0 1 0,0 0 0,0 1 0,0 1 0,12 5 0,-1 3 0,-1 1 0,-1 0 0,24 23 0,-44-37 0,-1 0 0,1 0 0,-1 0 0,0 1 0,1-1 0,-1 0 0,0 0 0,1 1 0,-1-1 0,0 0 0,0 1 0,1-1 0,-1 0 0,0 1 0,0-1 0,0 1 0,1-1 0,-1 0 0,0 1 0,0-1 0,0 1 0,0-1 0,0 0 0,0 1 0,0-1 0,0 1 0,0-1 0,0 1 0,0-1 0,0 0 0,0 1 0,0-1 0,0 1 0,0-1 0,0 0 0,-1 1 0,1-1 0,0 1 0,0-1 0,-1 1 0,-20 7 0,-31-5 0,51-3 0,-288-2 0,288 3 5,-1-1 1,1 0-1,0 0 0,0 0 0,0 0 0,0 0 1,0 0-1,0 0 0,0-1 0,-1 1 1,1 0-1,0-1 0,0 1 0,0 0 0,0-1 1,0 1-1,0-1 0,0 0 0,0 1 0,1-1 1,-1 0-1,-1-1 0,2 1-64,0 0-1,0 0 1,0 0-1,0 0 1,0 0 0,1 0-1,-1 0 1,0 0-1,1 1 1,-1-1 0,0 0-1,1 0 1,-1 0-1,1 0 1,-1 0 0,1 1-1,0-1 1,-1 0-1,1 0 1,0 1 0,0-1-1,0 0 1,-1 1-1,3-1 1,8-8-6767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4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24575,'2'13'0,"0"0"0,1 1 0,0-2 0,1 1 0,0 0 0,9 16 0,0 1 0,-11-25 0,1 0 0,0 0 0,0 0 0,0-1 0,0 1 0,1-1 0,0 0 0,0 0 0,0 0 0,0-1 0,1 0 0,-1 0 0,1 0 0,0 0 0,0 0 0,0-1 0,0 0 0,0 0 0,1-1 0,-1 1 0,0-1 0,10 1 0,-8-1 0,1 0 0,0-1 0,0 0 0,0 0 0,0-1 0,0 0 0,-1 0 0,1-1 0,0 0 0,-1 0 0,1-1 0,-1 0 0,0 0 0,0 0 0,12-9 0,-16 9 0,0 0 0,0 0 0,-1-1 0,1 1 0,-1 0 0,0-1 0,0 0 0,0 0 0,-1 1 0,1-1 0,-1 0 0,0 0 0,0 0 0,-1 0 0,1 0 0,-1-6 0,1-11 0,-3-41 0,0 34 0,1 7 0,0 36 0,2 32 0,1-34 0,2 1 0,-1-1 0,2 0 0,0 0 0,0-1 0,10 17 0,0 0 0,-9-18-57,0-1-1,1 1 1,0-1-1,10 9 1,-7-6-1021,0-1-5748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4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24575,'65'-2'0,"-39"0"0,0 2 0,1 0 0,-1 2 0,30 5 0,-53-7 0,0 1 0,0 0 0,0 0 0,0 0 0,0 0 0,-1 0 0,1 0 0,0 1 0,-1 0 0,1-1 0,-1 1 0,0 0 0,1 0 0,-1 0 0,0 0 0,0 1 0,0-1 0,-1 1 0,1-1 0,-1 1 0,1-1 0,-1 1 0,0 0 0,0 0 0,0 0 0,0-1 0,0 1 0,-1 0 0,1 0 0,-1 0 0,0 0 0,0 0 0,0 0 0,-1 6 0,-1 1 0,0 0 0,0 0 0,-1 0 0,-1 0 0,0 0 0,0-1 0,-1 1 0,-10 15 0,1-4-1365,3-2-5461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4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24575,'0'5'0,"0"5"0,0 5 0,0 5 0,0 3 0,0 3 0,0 0 0,5-3 0,1-11 0,-1-11 0,-1-7-8191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5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24575,'74'-2'0,"83"4"0,-154-2 0,-1 1 0,0-1 0,0 0 0,1 0 0,-1 1 0,0-1 0,0 1 0,0 0 0,0 0 0,0 0 0,0 0 0,0 0 0,0 0 0,0 0 0,0 1 0,0-1 0,-1 1 0,1-1 0,-1 1 0,1 0 0,-1-1 0,1 1 0,-1 0 0,0 0 0,0 0 0,0 0 0,0 0 0,0 0 0,-1 1 0,1-1 0,-1 0 0,1 0 0,-1 0 0,0 1 0,0-1 0,0 0 0,0 0 0,0 1 0,0-1 0,-1 0 0,0 4 0,-1 3 0,-1 0 0,1 0 0,-1 0 0,-1-1 0,0 1 0,0-1 0,-1 0 0,0 0 0,-6 7 0,-11 17-1365,15-16-5461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5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24575,'0'4'0,"0"7"0,0 5 0,0 4 0,0 3 0,4-2 0,2 0 0,4-5 0,4-4 0,5-4 0,3-4 0,-2-2-8191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5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0 24575,'0'47'0,"2"0"0,11 65 0,-7-64 0,-2 0 0,-3 80 0,-2-69 0,0-42-21,-1-1-1,-1 1 1,-1-1-1,0 1 1,-11 26-1,3-6-1214,6-20-5590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24575,'1'1'0,"0"-1"0,0 0 0,0 1 0,0-1 0,0 1 0,0-1 0,0 1 0,0-1 0,0 1 0,-1 0 0,1-1 0,0 1 0,0 0 0,-1 0 0,1-1 0,0 1 0,-1 0 0,1 0 0,-1 0 0,1 0 0,-1 0 0,1 0 0,-1 0 0,0 0 0,0 0 0,1 0 0,-1 2 0,6 35 0,-5-26 0,23 83 0,-17-75 0,-1 1 0,-1 1 0,0-1 0,1 35 0,-5-29 0,-4 126 0,3-151 5,0 1-1,-1-1 1,1 0 0,-1 1-1,1-1 1,-1 0-1,0 0 1,0 0 0,0 0-1,0 0 1,0 0 0,0 0-1,0 0 1,-1 0-1,1-1 1,-1 1 0,0 0-1,1-1 1,-1 1-1,0-1 1,0 0 0,0 1-1,0-1 1,0 0-1,-3 1 1,-3 0-217,1 0 0,-1-1 0,1 0-1,-1 0 1,1 0 0,-11-1 0,-4-1-6614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6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24575,'0'-1'0,"1"0"0,-1 0 0,1 0 0,0-1 0,-1 1 0,1 0 0,0 0 0,0 0 0,0 0 0,0 1 0,0-1 0,0 0 0,0 0 0,0 0 0,0 1 0,0-1 0,0 1 0,0-1 0,3 0 0,30-13 0,-25 11 0,6-2 0,0 1 0,0 1 0,0 0 0,0 1 0,20-1 0,81 5 0,-45 0 0,-45-2 0,-11-1 0,1 1 0,-1 1 0,0 0 0,29 7 0,-40-7 0,1 1 0,-1 0 0,0 0 0,0 0 0,0 0 0,0 0 0,0 1 0,-1 0 0,1 0 0,-1 0 0,0 0 0,1 0 0,-1 1 0,-1-1 0,1 1 0,-1 0 0,1 0 0,-1 0 0,0 0 0,2 8 0,1-1 0,5 16 0,-9-26 0,-1-1 0,0 1 0,1 0 0,-1 0 0,0 0 0,0 0 0,0 0 0,0 0 0,0 0 0,0 0 0,0 0 0,0 0 0,0 0 0,0 0 0,0 0 0,-1 0 0,1 0 0,0 0 0,-1-1 0,1 1 0,-1 1 0,0-1 0,1-1 0,-1 0 0,1 0 0,-1 0 0,0 1 0,1-1 0,-1 0 0,1 0 0,-1 0 0,1 0 0,-1 0 0,1 0 0,-1 0 0,0 0 0,1 0 0,-1 0 0,1-1 0,-1 1 0,1 0 0,-1 0 0,1 0 0,-1-1 0,1 1 0,-1 0 0,1-1 0,-1 1 0,1 0 0,-1-1 0,1 1 0,0-1 0,-1 1 0,1 0 0,0-1 0,-1 1 0,1-1 0,0 1 0,0-1 0,-1 1 0,1-1 0,0 1 0,0-1 0,0 0 0,-11-25 0,8 16 24,1 0 0,0-1 0,1 1 0,0-18 0,1 23-148,1 0 0,-1 0 1,1 0-1,0 0 0,0 0 0,1 0 1,-1 0-1,1 1 0,0-1 0,0 1 1,5-8-1,4 0-6702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7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24575,'0'19'0,"2"1"0,0-1 0,0 0 0,9 28 0,-7-36 0,0 1 0,0-1 0,1-1 0,0 1 0,1-1 0,0 1 0,1-2 0,12 15 0,-19-23 0,1 0 0,0 1 0,0-1 0,0 0 0,0-1 0,0 1 0,0 0 0,0 0 0,0 0 0,0-1 0,0 1 0,0 0 0,1-1 0,-1 1 0,0-1 0,0 1 0,1-1 0,-1 0 0,0 0 0,1 0 0,-1 1 0,0-1 0,1 0 0,-1 0 0,0-1 0,1 1 0,-1 0 0,0 0 0,1-1 0,-1 1 0,0-1 0,0 1 0,1-1 0,-1 1 0,0-1 0,0 0 0,0 0 0,0 1 0,0-1 0,0 0 0,0 0 0,0 0 0,0 0 0,0 0 0,-1 0 0,1 0 0,0-1 0,-1 1 0,1 0 0,0-2 0,3-4 0,-1 0 0,0-1 0,0 1 0,0-1 0,-1 0 0,-1 0 0,2-9 0,-1-22 0,-3-42 0,3 92 0,1 0 0,0-1 0,0 0 0,1 1 0,0-1 0,10 15 0,-5-8 0,1-1 0,0 0 0,23 25 0,-28-36 0,-1-1 0,1 1 0,0-1 0,0-1 0,11 8 0,-15-11 0,0 1 0,0-1 0,0 0 0,0 1 0,0-1 0,0 0 0,0 1 0,0-1 0,0 0 0,0 0 0,0 0 0,0 0 0,1 0 0,-1 0 0,0 0 0,0 0 0,0-1 0,0 1 0,0 0 0,0-1 0,0 1 0,0-1 0,0 1 0,0-1 0,0 1 0,0-1 0,0 1 0,0-1 0,-1 0 0,1 0 0,0 0 0,0 1 0,-1-1 0,1 0 0,-1 0 0,1 0 0,-1 0 0,1 0 0,-1 0 0,1 0 0,-1 0 0,1-2 0,4-15-1365,-2-2-5461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7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24575,'20'0'0,"-1"0"0,0 2 0,0 0 0,0 1 0,25 7 0,-40-8 0,1 0 0,-1-1 0,0 1 0,0 1 0,1-1 0,-2 1 0,1-1 0,0 1 0,0 1 0,-1-1 0,6 7 0,-7-7 0,0 0 0,0 0 0,-1 1 0,0-1 0,1 0 0,-1 1 0,0-1 0,-1 1 0,1-1 0,-1 1 0,1-1 0,-1 1 0,0 0 0,0-1 0,-1 1 0,1-1 0,-2 7 0,0-5 0,1 1 0,-1-1 0,0 0 0,-1 0 0,1 0 0,-1 0 0,0 0 0,-1 0 0,1-1 0,-1 1 0,1-1 0,-8 6 0,-4 2 0,-1-1 0,-21 13 0,32-21 0,4-2-113,0-1 68,1 0 1,-1 0-1,1 0 0,-1 1 1,1-1-1,-1 0 0,1 0 0,-1 1 1,1-1-1,0 0 0,-1 1 0,1-1 1,-1 0-1,1 1 0,0-1 1,0 1-1,-1-1 0,1 0 0,0 1 1,0-1-1,-1 1 0,1-1 1,0 1-1,0-1 0,0 1 0,0-1 1,-1 2-1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7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21 24575,'-8'-1'0,"-1"0"0,1 0 0,-1-1 0,-8-3 0,10 2 0,1 1 0,-1 0 0,0 1 0,0 0 0,0 0 0,0 0 0,-8 1 0,13 1 0,0-1 0,0 1 0,0-1 0,0 1 0,0 0 0,0 0 0,0 0 0,0 0 0,1 0 0,-1 0 0,0 1 0,1-1 0,-1 1 0,1-1 0,-1 1 0,1-1 0,0 1 0,0 0 0,0 0 0,0-1 0,0 1 0,0 0 0,0 0 0,0 0 0,1 0 0,-1 0 0,1 0 0,0 0 0,-1 3 0,-1 4 0,1 0 0,0 0 0,0 0 0,1 1 0,0-1 0,1 0 0,0 0 0,1 0 0,-1 1 0,2-1 0,-1-1 0,1 1 0,1 0 0,-1-1 0,7 10 0,-6-12 0,0 0 0,0 0 0,1-1 0,0 1 0,0-1 0,0 0 0,1-1 0,0 1 0,0-1 0,0 0 0,0-1 0,0 1 0,1-1 0,0 0 0,0-1 0,-1 0 0,1 0 0,1 0 0,12 1 0,23-1 0,0-1 0,50-5 0,-89 3 0,0 1 0,-1-1 0,1 0 0,-1 0 0,1-1 0,0 1 0,-1-1 0,0 0 0,1 0 0,-1 0 0,0 0 0,0 0 0,0-1 0,-1 1 0,1-1 0,0 0 0,-1 0 0,0 0 0,0 0 0,0 0 0,0 0 0,0-1 0,-1 1 0,1 0 0,-1-1 0,0 0 0,0 1 0,1-5 0,-1 3 0,0 0 0,-1 0 0,1 0 0,-1 0 0,0 0 0,-1 0 0,1 0 0,-1 0 0,0 0 0,0 0 0,0 0 0,-1 0 0,0 0 0,0 1 0,0-1 0,0 1 0,-1-1 0,0 1 0,0 0 0,-4-5 0,1 3 0,-1 0 0,0 1 0,0 0 0,0 0 0,-1 1 0,1 0 0,-1 0 0,0 1 0,0 0 0,-1 0 0,1 1 0,0 0 0,-1 1 0,-8-1 0,-45-13-1365,44 11-5461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8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24575,'4'0'0,"6"0"0,6 0 0,4 0 0,3 0 0,-2 4 0,0 2 0,-4 4 0,-5 5 0,0 0 0,-2 1 0,-3 3 0,-2 2 0,-3 2 0,0 2 0,2-4 0,1-5-8191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8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0 24575,'-3'0'0,"1"1"0,0-1 0,0 0 0,0 1 0,-1 0 0,1-1 0,0 1 0,0 0 0,0 0 0,0 0 0,0 0 0,0 1 0,0-1 0,0 0 0,1 1 0,-1-1 0,0 1 0,1 0 0,0-1 0,-1 1 0,1 0 0,0 0 0,0 0 0,0 0 0,0 0 0,0 0 0,0 0 0,0 1 0,1-1 0,-1 0 0,1 4 0,-3 9 0,2 0 0,0 1 0,1 25 0,1-25 0,-1-8 0,0 0 0,0 0 0,1-1 0,1 1 0,-1-1 0,1 1 0,0-1 0,1 1 0,0-1 0,0 0 0,1 0 0,7 11 0,-7-14 0,-1 1 0,1-1 0,1 0 0,-1-1 0,1 1 0,-1-1 0,1 0 0,0 0 0,0 0 0,1-1 0,-1 0 0,0 0 0,1 0 0,-1 0 0,1-1 0,0 0 0,10 0 0,-8 0-93,47 0 318,-51-1-340,0 0 0,0-1 0,-1 1-1,1-1 1,-1 0 0,1 0 0,0 0 0,-1-1 0,0 1-1,1-1 1,-1 0 0,4-2 0,4-8-6711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48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0 340 24575,'1'-4'0,"-1"0"0,1 1 0,-1-1 0,1 0 0,1 0 0,-1 0 0,0 0 0,1 1 0,0-1 0,0 1 0,0-1 0,0 1 0,0 0 0,1 0 0,-1 0 0,1 0 0,6-5 0,5-3 0,0 1 0,29-17 0,-5 4 0,84-60 0,-107 74 0,0 1 0,1 0 0,19-7 0,24-12 0,-24 12 49,-28 13-285,0-1 1,0 0-1,0 0 0,-1-1 1,10-6-1,-4-1-6590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9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 24575,'0'720'0,"-5"-679"120,5-39-203,-1 0 1,0 0-1,0 0 1,0 0-1,0 0 1,0 0-1,0 0 1,0-1-1,-1 1 1,1 0-1,-1-1 1,1 0-1,-1 1 1,0-1-1,1 0 1,-1 1-1,-2 0 1,-12 4-6744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9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24575,'0'-2'0,"1"1"0,-1 0 0,1 0 0,-1 0 0,1 0 0,-1 0 0,1 0 0,0 0 0,0 0 0,0 0 0,0 0 0,-1 0 0,1 1 0,0-1 0,0 0 0,0 0 0,1 1 0,-1-1 0,0 1 0,0-1 0,0 1 0,0 0 0,0-1 0,1 1 0,-1 0 0,0 0 0,2 0 0,40-5 0,-39 5 0,362-3 0,-189 5 0,28-2-1365,-183 0-5461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5:59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54 24575,'-4'-1'0,"0"1"0,0 1 0,0-1 0,0 0 0,0 1 0,0 0 0,0 0 0,0 0 0,1 1 0,-1-1 0,0 1 0,1 0 0,-1 0 0,1 0 0,-1 0 0,1 1 0,0-1 0,0 1 0,0 0 0,-5 6 0,5-3 0,0 0 0,0 1 0,0-1 0,0 0 0,1 1 0,0-1 0,1 1 0,0 0 0,0 0 0,0-1 0,0 12 0,1-5 0,0-1 0,1 1 0,0 0 0,1 0 0,0 0 0,1 0 0,0-1 0,9 20 0,-10-27 0,1 0 0,0 0 0,0-1 0,0 1 0,1-1 0,0 0 0,0 0 0,0 0 0,0 0 0,0-1 0,1 1 0,-1-1 0,1 0 0,0-1 0,0 1 0,0-1 0,0 0 0,1 0 0,-1-1 0,0 1 0,1-1 0,9 0 0,-8 0 0,7 1 0,0-1 0,0 0 0,1-1 0,17-3 0,-29 3 0,0-1 0,0 1 0,-1-1 0,1 0 0,0 0 0,-1 0 0,1 0 0,0 0 0,-1 0 0,1-1 0,-1 1 0,0-1 0,0 0 0,1 0 0,-1 0 0,0 0 0,-1 0 0,1 0 0,0 0 0,-1-1 0,1 1 0,-1 0 0,1-1 0,-1 0 0,0 1 0,0-1 0,1-5 0,1-19 0,-1-2 0,-2 1 0,0 0 0,-7-40 0,4 50 9,-1 1-1,-1-1 0,-11-26 0,1 3-1406,10 24-5428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01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24575,'1'8'0,"0"0"0,0-1 0,1 1 0,0 0 0,3 8 0,7 31 0,-6 38 0,-7 97 0,-1-63 0,2-110 0,-1 1 0,0-1 0,0-1 0,-5 17 0,6-24 0,0 1 0,-1 0 0,1-1 0,-1 1 0,1 0 0,-1-1 0,0 1 0,0-1 0,1 1 0,-1-1 0,0 0 0,0 1 0,0-1 0,-1 0 0,1 0 0,0 1 0,0-1 0,-1 0 0,1 0 0,-1 0 0,1-1 0,-1 1 0,1 0 0,-1 0 0,1-1 0,-1 1 0,0-1 0,1 0 0,-1 1 0,0-1 0,1 0 0,-4 0 0,4-1 0,-1 1 0,1-1 0,-1 0 0,1 0 0,-1 1 0,1-1 0,0 0 0,-1-1 0,1 1 0,0 0 0,0 0 0,0 0 0,0-1 0,0 1 0,0-1 0,0 1 0,0 0 0,1-1 0,-1 0 0,0 1 0,1-1 0,-1 1 0,1-1 0,0 0 0,-1-1 0,-3-48 0,4 46 0,-1-2 0,2 0 0,-1 0 0,0 1 0,1-1 0,1 0 0,-1 0 0,1 1 0,0-1 0,0 1 0,1-1 0,0 1 0,0 0 0,1 0 0,-1 1 0,1-1 0,1 1 0,-1-1 0,1 1 0,0 1 0,0-1 0,0 1 0,0-1 0,1 2 0,0-1 0,0 0 0,0 1 0,0 0 0,8-2 0,26-9 0,-22 6 0,2 1 0,-1 1 0,1 0 0,0 2 0,0 0 0,25 0 0,-15 2 0,-1-1 0,1-2 0,-1-1 0,0-1 0,30-12 0,-79 27 0,-1 0 0,1 1 0,1 2 0,0 0 0,0 0 0,1 2 0,1 0 0,0 2 0,0-1 0,-23 30 0,37-41 0,0 1 0,1 0 0,-1 0 0,1-1 0,0 2 0,0-1 0,0 0 0,1 0 0,0 1 0,-1-1 0,1 0 0,1 1 0,-1 0 0,1-1 0,-1 1 0,2-1 0,-1 1 0,0-1 0,1 1 0,0-1 0,0 1 0,0-1 0,0 1 0,1-1 0,0 0 0,-1 0 0,2 0 0,-1 0 0,0 0 0,1 0 0,0-1 0,0 1 0,0-1 0,0 1 0,1-1 0,-1 0 0,1-1 0,6 5 0,15 9 0,-17-10 0,1-1 0,-1 0 0,1 0 0,0-1 0,0 0 0,0 0 0,1-1 0,18 4 0,27 2 0,-37-5 0,0 0 0,1-2 0,0 0 0,-1-1 0,34-3 0,-47 1 0,-1 1 0,0-1 0,0-1 0,0 1 0,-1-1 0,1 1 0,0-1 0,0 0 0,-1 0 0,0-1 0,1 1 0,-1-1 0,0 1 0,0-1 0,0 0 0,0 0 0,-1-1 0,1 1 0,-1-1 0,0 1 0,0-1 0,0 1 0,0-1 0,-1 0 0,0 0 0,0 0 0,0 0 0,0 0 0,0 0 0,-1 0 0,1-7 0,0 0 0,0 0 0,-1 0 0,0 0 0,-1 0 0,0 0 0,-1 0 0,-5-19 0,5 25 0,0 1 0,0-1 0,0 1 0,0 0 0,-1 0 0,0 0 0,0 0 0,0 0 0,0 0 0,-1 1 0,1 0 0,-1-1 0,0 1 0,0 1 0,0-1 0,0 0 0,-1 1 0,1 0 0,-8-3 0,-2 0 0,1 1 0,-1 0 0,0 1 0,0 0 0,-1 1 0,-22-1 0,33 3 0,0 1 0,1-1 0,-1 1 0,1-1 0,0 1 0,-1 0 0,1 1 0,0-1 0,-1 0 0,1 1 0,0 0 0,0 0 0,0 0 0,0 0 0,1 0 0,-1 0 0,1 1 0,-1-1 0,1 1 0,0 0 0,0 0 0,0 0 0,0 0 0,0 0 0,1 0 0,-1 0 0,1 1 0,0-1 0,0 0 0,0 1 0,1-1 0,-1 6 0,-1-3 0,1 1 0,0-1 0,1 1 0,-1-1 0,1 1 0,0-1 0,1 1 0,0-1 0,0 1 0,0-1 0,1 1 0,0-1 0,0 0 0,1 0 0,-1 0 0,1 0 0,1 0 0,-1-1 0,1 0 0,0 1 0,0-1 0,0 0 0,1-1 0,0 1 0,0-1 0,0 0 0,0 0 0,1-1 0,9 6 0,-5-4 0,1-1 0,-1 1 0,1-2 0,-1 1 0,1-2 0,0 1 0,21 1 0,-26-4 0,0-1 0,0 1 0,0-1 0,0 0 0,0 0 0,0-1 0,0 0 0,-1 0 0,1 0 0,-1-1 0,1 0 0,-1 0 0,0 0 0,0 0 0,9-9 0,-9 7 0,0-1 0,0 0 0,0 0 0,-1 0 0,0 0 0,0-1 0,-1 1 0,0-1 0,3-9 0,9-16 0,-15 30 0,1 0 0,0 1 0,-1-1 0,1 1 0,0 0 0,0-1 0,0 1 0,0 0 0,1-1 0,-1 1 0,0 0 0,0 0 0,1 0 0,-1 0 0,1 0 0,2-1 0,-4 2 0,1 0 0,0 0 0,0 0 0,0 0 0,0 0 0,0 0 0,0 0 0,-1 0 0,1 0 0,0 1 0,0-1 0,0 0 0,0 0 0,-1 1 0,1-1 0,0 1 0,0-1 0,-1 1 0,1-1 0,0 1 0,-1-1 0,2 2 0,1 1 0,-1 1 0,1-1 0,-1 1 0,0 0 0,0 0 0,0 0 0,-1 0 0,1 0 0,-1 0 0,0 0 0,1 5 0,-2 48 0,0-48 0,2-37 0,-2 23 0,1 0 0,0 0 0,0 0 0,1 1 0,-1-1 0,1 0 0,0 1 0,0-1 0,0 1 0,1-1 0,0 1 0,0 0 0,0 0 0,0 1 0,0-1 0,1 0 0,0 1 0,0 0 0,0 0 0,0 0 0,0 1 0,0-1 0,1 1 0,-1 0 0,1 0 0,0 0 0,0 1 0,-1 0 0,7-1 0,15-2 0,1 0 0,0 2 0,0 2 0,34 2 0,-20-1 0,-37-1 0,1 1 0,0-1 0,-1 1 0,1 0 0,-1 0 0,1 0 0,-1 0 0,1 1 0,-1 0 0,0 0 0,0 0 0,6 4 0,-1 1 0,-1 1 0,0 0 0,13 15 0,-8-6 0,-2-6 0,-1 1 0,-1 0 0,0 1 0,0 0 0,-2 1 0,1 0 0,8 24 0,-16-36-62,1 0 0,-1 0 0,1 0 0,0 0 0,0 0 0,-1 0 0,1 0 0,1-1 0,-1 1 0,0 0 0,0 0 0,1-1-1,-1 1 1,1-1 0,-1 1 0,1-1 0,-1 0 0,1 0 0,0 0 0,0 0 0,3 2 0,5-3-6764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01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3 24575,'-26'-1'0,"15"0"0,0 1 0,0 0 0,0 1 0,0 0 0,0 0 0,-11 4 0,19-4 0,1 0 0,-1 0 0,1 0 0,-1 1 0,1-1 0,0 1 0,0-1 0,-1 1 0,1 0 0,1 0 0,-1 0 0,0 0 0,0 0 0,1 0 0,-1 1 0,1-1 0,0 0 0,-1 1 0,1-1 0,0 1 0,1 0 0,-1-1 0,0 1 0,1 0 0,-1-1 0,1 1 0,0 0 0,0 0 0,1 4 0,-1 2 0,2 1 0,-1 0 0,1-1 0,1 0 0,0 1 0,0-1 0,1 0 0,0-1 0,0 1 0,1-1 0,0 1 0,1-2 0,10 14 0,11 8 0,1-2 0,34 27 0,-23-20 0,58 48 0,-82-70 0,1-1 0,34 20 0,16 11 0,-65-42 0,0 1 0,-1-1 0,1 0 0,0 1 0,-1-1 0,1 1 0,0 0 0,-1-1 0,1 1 0,-1-1 0,1 1 0,-1 0 0,1-1 0,-1 1 0,1 0 0,-1 0 0,0-1 0,1 1 0,-1 0 0,0 0 0,0 0 0,0-1 0,1 1 0,-1 0 0,0 0 0,0 0 0,0 0 0,-1 0 0,0 0 0,0 0 0,1 0 0,-1-1 0,0 1 0,0 0 0,0-1 0,0 1 0,0 0 0,1-1 0,-1 0 0,0 1 0,0-1 0,0 1 0,-1-1 0,1 0 0,-1 1 0,-52 3 0,52-4 0,-29 0 0,-127-3 0,151 2 10,0 0 0,0 0 0,-1-1 0,1 0 0,0-1 0,1 1 0,-1-1 0,0 0 0,1-1 0,0 0 0,-9-6 0,12 8-75,0-1 1,0 0-1,1 1 1,-1-1-1,1 0 1,-1-1-1,1 1 0,0 0 1,0-1-1,1 1 1,-1-1-1,1 0 1,-1 1-1,1-1 0,0 0 1,1 0-1,-1 0 1,1 0-1,-1 0 1,1 1-1,0-1 1,1-5-1,3-8-6761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01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24575,'2'0'0,"0"1"0,0-1 0,0 1 0,0-1 0,0 1 0,0 0 0,-1 0 0,1 0 0,0 0 0,-1 0 0,1 1 0,0-1 0,-1 0 0,1 1 0,-1-1 0,0 1 0,0 0 0,1-1 0,-1 1 0,0 0 0,1 2 0,19 46 0,-17-40 0,30 64 0,-25-58 0,-1 0 0,0 0 0,-1 1 0,-1 0 0,-1 0 0,0 1 0,-2-1 0,3 22 0,-6-37-91,0 0 0,0 0 0,0 1 0,-1-1 0,1 0 0,-1 0 0,1 0 0,-1 0 0,0 0 0,0 0 0,0 0 0,0 0 0,0 0 0,-3 3 0,-7 5-6735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02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24575,'29'-10'0,"-3"0"0,22 4 0,0 3 0,92 4 0,-44 1 0,6-2-1365,-80 0-5461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02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24575,'4'0'0,"6"0"0,6 0 0,4 0 0,3 0 0,2 0 0,2 0 0,0 0 0,-1 0 0,1 0 0,-1 0 0,0 0 0,0 0 0,0 0 0,-4-4 0,-7-2-8191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03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24575,'2'0'0,"0"1"0,0-1 0,0 1 0,0-1 0,0 1 0,0 0 0,-1 0 0,1 0 0,0 0 0,0 0 0,-1 1 0,1-1 0,-1 1 0,1-1 0,-1 1 0,0-1 0,1 1 0,-1-1 0,0 1 0,0 0 0,1 3 0,20 45 0,-19-40 0,10 22 0,-8-21 0,0 1 0,0 1 0,-1-1 0,4 26 0,-5-18 0,1-1 0,1 0 0,0 0 0,2 0 0,0 0 0,1-1 0,11 17 0,-10-13 0,0 1 0,-2 0 0,0 1 0,3 26 0,-10-49 0,1 0 0,-1 0 0,0-1 0,1 1 0,-1 0 0,0 0 0,0 0 0,0 0 0,0 0 0,0 0 0,0 0 0,0 0 0,0-1 0,0 1 0,0 0 0,-1 0 0,1 0 0,0 0 0,0 0 0,-2 1 0,-9-12 0,-17-32 0,27 40 0,-13-27 0,1-1 0,-17-57 0,19 54 0,6 14 0,0 0 0,1-1 0,-2-32 0,5 42 0,0 0 0,2-1 0,-1 1 0,1-1 0,1 1 0,0 0 0,0 0 0,6-16 0,-6 23 0,0 0 0,-1 0 0,1 1 0,0-1 0,1 1 0,-1 0 0,0 0 0,1-1 0,-1 1 0,1 1 0,0-1 0,-1 0 0,1 1 0,0-1 0,0 1 0,0 0 0,0 0 0,0 0 0,0 0 0,1 1 0,3-1 0,10 0 0,0 0 0,33 3 0,-26-1 0,-10-1 0,1 1 0,-1 0 0,0 1 0,1 1 0,-1 0 0,0 1 0,-1 0 0,1 1 0,-1 1 0,0 0 0,0 1 0,-1 0 0,0 1 0,12 10 0,0 0 0,-16-12 0,-1 0 0,1 0 0,-1 0 0,8 10 0,25 31 0,-24-30 0,26 35 0,-38-44 0,0-1 0,0 0 0,0 1 0,-1 0 0,0 0 0,-1 0 0,1 0 0,1 17 0,-3-15 0,0 0 0,-1 1 0,0-1 0,-1 1 0,0-1 0,-4 14 0,4-20 0,0 1 0,-1-1 0,1-1 0,-1 1 0,0 0 0,0 0 0,0-1 0,0 1 0,-1-1 0,0 1 0,1-1 0,-1 0 0,0 0 0,0-1 0,-1 1 0,1 0 0,-1-1 0,-4 2 0,-10 6 0,0-2 0,0 0 0,-1-1 0,0-1 0,0-1 0,-1-1 0,0 0 0,-30 1 0,4-4 0,-166-5 0,171-6-1365,25 5-5461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3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24575,'1'1'0,"1"0"0,0-1 0,-1 1 0,1 0 0,-1 0 0,1 0 0,-1 0 0,1 0 0,-1 1 0,0-1 0,1 0 0,-1 0 0,0 1 0,0-1 0,0 1 0,0-1 0,1 4 0,14 29 0,-12-18 0,0 0 0,-1 0 0,1 23 0,3 21 0,-1-22 0,-2 1 0,-2 69 0,1 16 0,9-54 0,-7-51 0,-2 0 0,2 27 0,-5 72 0,-1-152 0,-1-48 0,2 75 0,0 0 0,1 0 0,0 1 0,0-1 0,1 0 0,-1 1 0,1 0 0,1-1 0,4-8 0,-4 12 0,-1 0 0,1 0 0,0 0 0,0 0 0,0 1 0,1-1 0,-1 1 0,0 0 0,1 0 0,0 0 0,-1 0 0,1 1 0,0 0 0,0-1 0,0 1 0,0 1 0,0-1 0,5 0 0,10 0 0,1 1 0,30 3 0,-20-1 0,-21-2 0,-1 1 0,0 0 0,1 1 0,-1 0 0,0 0 0,0 1 0,0 0 0,0 1 0,-1-1 0,12 8 0,23 11 0,-31-17 0,0 1 0,0 0 0,-1 0 0,16 13 0,-22-16 0,0 1 0,0 0 0,-1 0 0,1 0 0,-1 1 0,0-1 0,0 1 0,0-1 0,-1 1 0,0 0 0,4 10 0,-6-12 0,1 0 0,-1-1 0,0 1 0,0 0 0,0-1 0,0 1 0,0 0 0,-1 0 0,1-1 0,-1 1 0,0-1 0,0 1 0,0-1 0,0 1 0,0-1 0,0 1 0,0-1 0,-1 0 0,0 0 0,1 0 0,-1 1 0,0-2 0,0 1 0,0 0 0,-4 3 0,0-1 0,0 0 0,-1 0 0,1-1 0,-1 1 0,0-1 0,0-1 0,0 1 0,0-1 0,-11 1 0,-3 0 0,-41-2 0,44-1 0,0 0 0,1 1 0,-1 1 0,-17 4 0,11 0 60,-42 6 0,61-11-153,0-1 0,0 1 1,0-1-1,0 0 0,0 0 0,0-1 0,0 0 0,0 0 1,0 0-1,0 0 0,0-1 0,0 0 0,0 0 1,1 0-1,-6-3 0,-1-7-6733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3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24575,'-1'23'0,"1"-6"0,0 0 0,0 1 0,2-1 0,5 25 0,-6-39 0,0 1 0,0 0 0,1 0 0,-1 0 0,1-1 0,0 1 0,0-1 0,0 1 0,0-1 0,1 0 0,-1 0 0,1 0 0,0 0 0,0-1 0,0 1 0,0-1 0,1 1 0,-1-1 0,1 0 0,-1 0 0,1-1 0,-1 1 0,1-1 0,7 2 0,-6-2 0,0 0 0,0 0 0,0 0 0,0 0 0,0-1 0,0 0 0,0 0 0,0-1 0,0 1 0,1-1 0,-1 0 0,0 0 0,0-1 0,-1 0 0,1 1 0,0-2 0,-1 1 0,1 0 0,-1-1 0,1 0 0,-1 0 0,0 0 0,0-1 0,-1 1 0,1-1 0,-1 0 0,0 0 0,0 0 0,0-1 0,0 1 0,-1-1 0,0 1 0,1-1 0,-2 0 0,1 0 0,-1 0 0,1 0 0,-1-6 0,1-2 0,-2 12 0,3 28 0,3-1-101,-5-16-39,1-1-1,1 1 1,-1-1-1,2 0 1,-1 0-1,1 0 1,0-1-1,8 11 1,-2-7-6686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3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2 24575,'74'-1'0,"83"3"0,-152-2 0,0 1 0,0 0 0,-1 0 0,1 1 0,-1-1 0,1 1 0,-1 0 0,1 0 0,-1 0 0,0 1 0,6 4 0,-9-6 0,0-1 0,-1 1 0,1 0 0,0 0 0,0 0 0,-1 0 0,1 0 0,0 0 0,-1 0 0,1 0 0,-1 0 0,1 1 0,-1-1 0,0 0 0,1 0 0,-1 0 0,0 0 0,0 1 0,0 1 0,0-2 0,-1 1 0,1 0 0,-1-1 0,0 1 0,1 0 0,-1-1 0,0 1 0,0-1 0,0 1 0,0-1 0,-1 0 0,1 1 0,0-1 0,0 0 0,-1 0 0,1 0 0,-3 1 0,-31 21 0,-47 22 0,-1 0 0,39-23 0,34-18 0,0 1 0,0 0 0,1 0 0,-1 1 0,-11 11 0,7-6-1365,2-1-5461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4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24575,'-4'0'0,"-8"-1"0,0 2 0,-1-1 0,1 1 0,0 1 0,-20 5 0,28-6 0,1 1 0,0-1 0,0 1 0,-1 0 0,1 0 0,0 0 0,1 0 0,-1 1 0,0-1 0,1 1 0,-1 0 0,1-1 0,0 1 0,0 0 0,0 1 0,0-1 0,0 0 0,1 0 0,-1 1 0,1-1 0,0 1 0,0-1 0,0 7 0,-1-4 0,1 1 0,1 0 0,-1 0 0,1 0 0,0 0 0,1 0 0,-1 0 0,1 0 0,1-1 0,-1 1 0,1 0 0,0-1 0,1 1 0,0-1 0,0 0 0,4 7 0,-3-8 0,0 0 0,0-1 0,0 1 0,0-1 0,1 0 0,-1-1 0,1 1 0,0-1 0,0 0 0,1 0 0,-1 0 0,1-1 0,-1 0 0,1 0 0,0 0 0,-1-1 0,1 0 0,12 1 0,-6-1 0,2 1 0,-1-2 0,1 1 0,-1-1 0,20-4 0,-30 4 0,0 0 0,-1-1 0,1 0 0,0 0 0,-1 0 0,1 0 0,-1 0 0,1 0 0,-1 0 0,1-1 0,-1 0 0,0 1 0,0-1 0,0 0 0,0 0 0,0 0 0,0 0 0,-1 0 0,1-1 0,0 1 0,-1 0 0,0-1 0,0 1 0,0-1 0,0 0 0,0 1 0,1-5 0,-1 0 9,0 1-1,-1-1 1,0 0-1,0 0 1,0 0 0,-1 0-1,0 1 1,0-1-1,-1 0 1,0 1-1,0-1 1,0 1-1,-4-7 1,0 2-221,-1 1 0,1 0 0,-2 0-1,1 1 1,-1 0 0,-15-13 0,11 12-6614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4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24575,'5'0'0,"5"0"0,2 5 0,-2 5 0,-2 5 0,-3 5 0,-2 3 0,-2 3 0,0 0 0,-2 1 0,1 0 0,0-1 0,-1 0 0,1 1 0,0-1 0,-1-5-8191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4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2 24575,'-28'-1'0,"14"1"0,1-1 0,0 2 0,0-1 0,-1 2 0,-17 4 0,28-5 0,-1 0 0,1 0 0,0 0 0,0 1 0,1-1 0,-1 1 0,0 0 0,0 0 0,1 0 0,-1 0 0,1 1 0,0-1 0,0 1 0,0-1 0,0 1 0,0 0 0,0-1 0,1 1 0,-1 0 0,1 0 0,0 0 0,0 1 0,0-1 0,0 0 0,0 0 0,1 6 0,-1 1 0,0-1 0,1 0 0,0 0 0,1 0 0,0 0 0,0 1 0,1-1 0,0-1 0,1 1 0,0 0 0,1 0 0,6 11 0,-7-14 0,0-1 0,1 1 0,0-1 0,0 0 0,1 0 0,-1-1 0,1 1 0,0-1 0,1 0 0,-1-1 0,0 1 0,1-1 0,0 0 0,0 0 0,0-1 0,0 1 0,0-2 0,9 3 0,9-1-1365,-1-1-5461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5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24575,'0'40'0,"-1"-8"0,2 0 0,5 43 0,-4-65 0,0 0 0,1-1 0,0 1 0,0 0 0,1-1 0,0 0 0,1 0 0,0 0 0,0 0 0,1-1 0,11 13 0,71 61-1365,-74-70-5461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5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24575,'0'617'0,"1"-611"-105,-1 0 0,0 0 0,-1 0 0,0 0 0,0 0 0,0-1 0,0 1 0,-1 0 0,0 0 0,0-1 0,-1 0 0,-4 8 0,-3-2-6721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6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24575,'108'-2'0,"118"4"0,-219 0 0,0-1 0,0 1 0,-1 0 0,1 0 0,-1 1 0,1 0 0,-1 0 0,0 1 0,0-1 0,0 1 0,6 7 0,-3-5 0,0 1 0,0-2 0,15 9 0,-17-11 0,-1 1 0,1 0 0,-1 0 0,0 1 0,0 0 0,0 0 0,-1 0 0,0 1 0,0 0 0,7 10 0,-9-12 0,0 0 0,-1 1 0,1-1 0,-1 1 0,0-1 0,0 1 0,-1 0 0,1-1 0,-1 1 0,0 0 0,0 0 0,-1 0 0,0 0 0,1 0 0,-2 0 0,0 9 0,1-14 0,0 0 0,0 1 0,0-1 0,0 1 0,0-1 0,0 0 0,0 1 0,0-1 0,0 1 0,0-1 0,0 0 0,-1 1 0,1-1 0,0 1 0,0-1 0,0 0 0,0 1 0,-1-1 0,1 0 0,0 1 0,0-1 0,-1 0 0,1 0 0,0 1 0,-1-1 0,1 0 0,0 0 0,-1 1 0,1-1 0,0 0 0,-1 0 0,1 0 0,-1 1 0,-6-14 0,0-23 0,6 28 0,1 0 0,0 1 0,0-1 0,1 0 0,0 0 0,0 1 0,1-1 0,0 1 0,1-1 0,-1 1 0,6-9 0,-6 11 0,1 1 0,0 0 0,0 0 0,0 0 0,0 0 0,1 1 0,0-1 0,-1 1 0,1 0 0,1 0 0,-1 0 0,0 1 0,1-1 0,-1 1 0,1 0 0,-1 0 0,1 1 0,7-2 0,29-6 0,66-11 0,-94 19 0,1 0 0,-1 1 0,0 0 0,0 1 0,0 0 0,15 4 0,-25-4 0,0 0 0,0 0 0,1 1 0,-1-1 0,-1 1 0,1-1 0,0 1 0,0 0 0,-1 0 0,1 0 0,-1 1 0,1-1 0,-1 0 0,0 1 0,0 0 0,0-1 0,0 1 0,-1 0 0,3 4 0,0 5 0,0 1 0,0-1 0,3 24 0,6 20 0,4-16 0,-11-27 0,-1 0 0,0 1 0,-1-1 0,5 27 0,-8-35 0,5 31 0,-5-35 0,-1 0 0,0 0 0,1 1 0,-1-1 0,0 0 0,1 0 0,0 0 0,-1 0 0,1 0 0,0 0 0,-1 0 0,1 0 0,0 0 0,0 0 0,0-1 0,0 1 0,0 0 0,0-1 0,0 1 0,0 0 0,0-1 0,0 1 0,0-1 0,0 1 0,2-1 0,-2 0 0,0 0 0,0 0 0,0-1 0,0 1 0,0 0 0,0-1 0,0 1 0,0-1 0,-1 1 0,1-1 0,0 1 0,0-1 0,0 0 0,-1 1 0,1-1 0,0 0 0,-1 0 0,1 0 0,-1 1 0,1-1 0,-1 0 0,1 0 0,-1 0 0,0 0 0,1 0 0,-1 0 0,0 0 0,0 0 0,1-1 0,4-33 0,-5 32 0,0-68 0,-1 49 0,3-37 0,-2 59 0,0 0 0,0-1 0,0 1 0,0 0 0,0-1 0,0 1 0,0 0 0,0-1 0,0 1 0,0 0 0,0-1 0,0 1 0,1 0 0,-1-1 0,0 1 0,0 0 0,0-1 0,1 1 0,-1 0 0,0-1 0,0 1 0,0 0 0,1 0 0,-1-1 0,0 1 0,1 0 0,-1 0 0,0 0 0,1 0 0,-1-1 0,0 1 0,1 0 0,-1 0 0,11 7 0,11 22 0,-20-24 0,85 109 0,-87-114-40,0 1 0,1-1 0,-1 1 0,0-1-1,1 0 1,-1 1 0,0-1 0,1 1 0,-1-1 0,1 0 0,-1 1-1,1-1 1,-1 0 0,1 0 0,-1 1 0,1-1 0,-1 0-1,1 0 1,-1 0 0,1 1 0,-1-1 0,1 0 0,-1 0 0,1 0-1,-1 0 1,1 0 0,0 0 0,-1 0 0,1-1 0,-1 1-1,1 0 1,-1 0 0,2-1 0,3-4-6786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6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24575,'4'0'0,"7"0"0,0 4 0,-1 7 0,-7 0 0,-4 4 0,-1 3 0,-1 2 0,0 3 0,-3-2 0,-2-1 0,2 0 0,1 2 0,2 1 0,1 2 0,1-5-8191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6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24575,'0'16'0,"-1"2"0,2 0 0,-1 0 0,2 0 0,6 29 0,-7-44 0,-1 1 0,1-1 0,0 0 0,0 0 0,1 1 0,-1-1 0,1 0 0,-1 0 0,1 0 0,0 0 0,0-1 0,0 1 0,1 0 0,-1-1 0,1 0 0,-1 1 0,1-1 0,0 0 0,0 0 0,0-1 0,0 1 0,0-1 0,0 1 0,0-1 0,0 0 0,1 0 0,-1 0 0,0-1 0,1 1 0,-1-1 0,1 0 0,-1 0 0,5 0 0,-6 0-65,1-1 0,-1 1 0,1-1 0,-1 1 0,1-1 0,-1 0 0,1 0 0,-1 0 0,0 0 0,1 0 0,-1-1 0,0 1 0,0-1 0,0 1 0,0-1 0,0 0 0,0 0 0,-1 0 0,1 0 0,1-2 0,5-12-6761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7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24575,'38'-1'0,"42"0"0,-75 1 0,0 1 0,0-1 0,0 1 0,0 0 0,0 1 0,0-1 0,-1 1 0,1 0 0,0 0 0,-1 1 0,9 5 0,-11-6 0,1 1 0,-1 0 0,0-1 0,0 1 0,0 0 0,0 0 0,0 1 0,-1-1 0,1 0 0,-1 0 0,0 1 0,0-1 0,0 1 0,0-1 0,-1 1 0,0-1 0,1 1 0,-1-1 0,-1 4 0,0 10 0,-2-1 0,-7 31 0,1-10 0,5-8-682,0 46-1,4-53-6143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7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 24575,'-1'0'0,"0"0"0,-1 1 0,1-1 0,0 1 0,0-1 0,0 1 0,0 0 0,0-1 0,0 1 0,0 0 0,0 0 0,0 0 0,0 0 0,0 0 0,1 0 0,-1 0 0,0 0 0,1 0 0,-1 0 0,0 2 0,-12 26 0,12-26 0,-3 9 0,1-1 0,0 1 0,1-1 0,0 1 0,1 0 0,0-1 0,1 1 0,0 0 0,1 0 0,1 0 0,-1-1 0,2 1 0,0-1 0,4 13 0,-6-22 6,0 1 0,0 0-1,0-1 1,1 0 0,-1 1-1,1-1 1,-1 0 0,1 1 0,0-1-1,0 0 1,0 0 0,0-1-1,0 1 1,0 0 0,0-1-1,1 1 1,-1-1 0,0 0 0,1 0-1,5 2 1,0-1-254,1 0 1,0-1-1,0 0 1,0 0-1,9-1 1,4 0-6579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6:17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0 278 24575,'1'-4'0,"-1"0"0,1 0 0,0 1 0,0-1 0,0 1 0,1-1 0,-1 1 0,1-1 0,0 1 0,0 0 0,0 0 0,1 0 0,-1 0 0,1 0 0,-1 0 0,1 1 0,0-1 0,0 1 0,0 0 0,0 0 0,1 0 0,-1 0 0,6-2 0,7-3 0,-1 1 0,1 0 0,31-6 0,-20 5 0,45-18 0,-14 4 0,-35 12 0,32-16 0,-39 16 0,0 2 0,1 0 0,0 0 0,21-4 0,-21 7 10,0-2 1,26-10-1,-11 3-1406,-14 6-5430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7:59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24575,'1154'0'-1365,"-1130"0"-5461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0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24575,'915'0'0,"-895"0"-195,0-1 0,-1-1 0,1-1 0,-1-1 0,0 0 0,23-9 0,-25 5-6631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0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24575,'6'0'0,"6"-1"0,0 1 0,1 1 0,-1-1 0,0 2 0,1 0 0,-1 0 0,0 1 0,21 9 0,11 8 0,88 46 0,-120-59 0,0 1 0,0 0 0,0 1 0,-1 1 0,-1 0 0,0 0 0,17 23 0,-23-27 0,-1 1 0,0 0 0,-1 0 0,1 0 0,-1 1 0,-1-1 0,1 1 0,-1-1 0,-1 1 0,1-1 0,-1 1 0,0-1 0,-1 1 0,0 0 0,0-1 0,-1 0 0,0 1 0,0-1 0,-1 0 0,0 0 0,0 0 0,0 0 0,-1-1 0,0 1 0,0-1 0,-1 0 0,0 0 0,-6 5 0,-114 85 0,40-33 0,-42 27 0,41-29-1365,70-50-5461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1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30 24575,'-29'-10'0,"4"0"0,-8 6 0,-1 1 0,0 1 0,1 2 0,-36 4 0,65-3 0,0-1 0,1 1 0,-1 0 0,0 0 0,1 1 0,-1-1 0,1 1 0,-1 0 0,1 0 0,0 0 0,0 0 0,0 1 0,0-1 0,0 1 0,1 0 0,-1 0 0,1 0 0,-1 0 0,1 0 0,-2 5 0,-4 7 0,1 1 0,0 0 0,-5 23 0,1-5 0,6-18 0,1-1 0,0 1 0,2 0 0,-3 30 0,7 69 0,0-44 0,-2-61 0,0-1 0,1 0 0,0 1 0,1-1 0,-1 0 0,2 0 0,4 14 0,-4-17 0,0 0 0,1-1 0,0 1 0,0-1 0,0 1 0,0-1 0,1-1 0,0 1 0,0-1 0,0 1 0,8 4 0,1-1 0,1 0 0,-1-1 0,1 0 0,1-2 0,-1 1 0,1-2 0,0 0 0,27 3 0,-30-6 0,1 0 0,-1-1 0,1 0 0,-1-1 0,1 0 0,-1-1 0,0-1 0,1 0 0,-1-1 0,23-10 0,-27 8 0,0 0 0,-1 0 0,1-1 0,-1 0 0,0 0 0,-1-1 0,0 0 0,0-1 0,0 1 0,-1-1 0,-1-1 0,0 1 0,0-1 0,-1 0 0,0 0 0,0 0 0,-1 0 0,2-13 0,0-5 0,0-1 0,-2 1 0,-2-1 0,0 0 0,-6-46 0,4 63 0,-2 0 0,1 0 0,-2 0 0,0 0 0,0 1 0,-1-1 0,-9-15 0,10 20 0,-1-1 0,0 1 0,0 1 0,-1-1 0,1 1 0,-1 0 0,-1 0 0,1 0 0,-1 1 0,0 0 0,-10-5 0,16 9-30,0 1 0,1 0-1,-1-1 1,1 1 0,-1-1-1,0 1 1,1 0 0,-1 0-1,0-1 1,0 1 0,1 0-1,-1 0 1,0 0 0,0 0-1,1 0 1,-1 0-1,0 0 1,0 0 0,1 0-1,-1 0 1,0 0 0,0 0-1,1 1 1,-1-1 0,0 0-1,1 0 1,-1 1 0,0-1-1,1 1 1,-1-1 0,0 0-1,1 1 1,-1-1 0,1 1-1,-1 0 1,1-1 0,-1 1-1,1-1 1,-1 1 0,1 0-1,0-1 1,-1 1 0,1 0-1,0 1 1,0 7-6796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1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24575,'1'0'0,"0"1"0,1-1 0,-1 1 0,0-1 0,0 1 0,1 0 0,-1 0 0,0-1 0,0 1 0,0 0 0,0 0 0,0 0 0,0 1 0,0-1 0,0 0 0,0 0 0,-1 0 0,2 2 0,14 29 0,-12-25 0,67 117 0,-45-76 0,51 76 0,-68-112 0,1 0 0,-1-1 0,2 1 0,0-2 0,0 0 0,0 0 0,2-1 0,-1 0 0,1-1 0,0-1 0,17 7 0,-28-13 0,1 1 0,-1-2 0,1 1 0,-1 0 0,1 0 0,-1-1 0,1 1 0,0-1 0,-1 0 0,1 0 0,-1 0 0,1 0 0,0 0 0,-1-1 0,1 1 0,0-1 0,-1 0 0,1 0 0,-1 0 0,1 0 0,-1 0 0,0 0 0,1-1 0,-1 1 0,0-1 0,0 1 0,0-1 0,2-2 0,-1-1 0,0 1 0,0-1 0,-1 0 0,1 0 0,-1-1 0,-1 1 0,1 0 0,-1 0 0,1-1 0,-2 1 0,1-1 0,0-8 0,-1-1 0,0 1 0,0 0 0,-1 0 0,-1 0 0,0 0 0,-1 1 0,-1-1 0,0 0 0,-1 1 0,0 0 0,-1 0 0,-11-18 0,-1-5 0,15 28 0,-1 1 0,0-1 0,0 1 0,-1 0 0,-10-14 0,14 21 0,1 0 0,0-1 0,0 1 0,-1-1 0,1 1 0,0 0 0,0-1 0,-1 1 0,1 0 0,0-1 0,-1 1 0,1 0 0,-1 0 0,1-1 0,0 1 0,-1 0 0,1 0 0,-1 0 0,1 0 0,0-1 0,-1 1 0,1 0 0,-1 0 0,1 0 0,-1 0 0,1 0 0,-1 0 0,1 0 0,0 0 0,-1 0 0,1 1 0,-1-1 0,-1 14 0,10 21 0,1-11 0,1 0 0,1-1 0,1 0 0,2-1 0,30 40 0,-38-56 0,0 0 0,0-1 0,0 0 0,1 0 0,0 0 0,0-1 0,0 0 0,0-1 0,1 1 0,-1-1 0,14 3 0,-18-5 0,0-1 0,-1 1 0,1-1 0,0 0 0,0 0 0,0 0 0,0 0 0,0 0 0,0 0 0,0-1 0,-1 0 0,1 1 0,0-1 0,0 0 0,-1 0 0,1-1 0,0 1 0,-1 0 0,1-1 0,-1 0 0,0 0 0,0 1 0,1-1 0,-1 0 0,0-1 0,-1 1 0,1 0 0,0-1 0,-1 1 0,1-1 0,-1 1 0,0-1 0,0 0 0,2-5 0,10-31-1365,-6 24-5461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24575,'2'24'0,"1"0"0,0-1 0,2 1 0,8 24 0,-5-19 0,9 57 0,-14-39 0,-1 1 0,-6 62 0,4-107-105,-1 0 0,1 0 0,-1-1 0,0 1 0,1 0 0,-1-1 0,-1 1 0,1 0 0,0-1 0,0 1 0,-1-1 0,-2 3 0,-7 6-6721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2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24575,'29'-10'0,"-4"0"0,33-2 0,-34 6 0,-1 1 0,1 1 0,25-1 0,-44 5 0,3 0 0,0-1 0,0 2 0,0-1 0,0 1 0,14 3 0,-20-3 0,0 0 0,0 0 0,0 0 0,1 0 0,-1 1 0,-1-1 0,1 0 0,0 1 0,0 0 0,0-1 0,-1 1 0,1 0 0,-1 0 0,1 0 0,-1 0 0,0 0 0,0 0 0,0 0 0,0 0 0,0 0 0,0 1 0,-1-1 0,1 0 0,0 4 0,1 14 0,1 41 0,-3-47 0,0 0 0,1 0 0,0 0 0,1 0 0,1 0 0,7 23 0,18 44 0,-21-55 0,2 0 0,1-1 0,15 27 0,-20-40 0,1 0 0,-2 1 0,1-1 0,3 20 0,-5-17 0,1-1 0,0 0 0,8 16 0,-8-21 0,0-1 0,0 1 0,-1 0 0,0 1 0,-1-1 0,0 0 0,0 1 0,-1 0 0,0-1 0,-1 16 0,-4-15 0,-2-14 0,-4-17 0,5-18 0,1 0 0,1 0 0,6-67 0,0 18 0,-5 22 0,0 41 0,1 0 0,1 0 0,2 0 0,0-1 0,9-36 0,-7 53 0,-1 1 0,1 0 0,1 0 0,-1 0 0,1 0 0,1 1 0,-1 0 0,1 0 0,0 0 0,1 1 0,0 0 0,0 0 0,0 1 0,0 0 0,1 0 0,10-4 0,-13 6 0,-1 1 0,1 1 0,-1-1 0,1 0 0,-1 1 0,1 0 0,0 0 0,0 1 0,0-1 0,0 1 0,-1 0 0,1 0 0,0 1 0,0-1 0,0 1 0,-1 0 0,1 0 0,0 1 0,-1-1 0,1 1 0,-1 0 0,1 1 0,-1-1 0,0 1 0,0-1 0,0 1 0,0 0 0,-1 1 0,1-1 0,-1 1 0,5 6 0,-5-4 0,1 0 0,-1 1 0,-1 0 0,1-1 0,-1 1 0,0 0 0,0 0 0,-1 1 0,0-1 0,-1 0 0,1 0 0,-2 9 0,1-7 0,0 0 0,-1-1 0,-1 1 0,1-1 0,-1 1 0,-1-1 0,1 0 0,-1 0 0,-1 0 0,-4 8 0,3-9 0,-1-1 0,1 1 0,-1-1 0,-1 0 0,1-1 0,-1 1 0,0-1 0,0 0 0,-1-1 0,1 0 0,-1 0 0,-13 4 0,-9 1 0,0-1 0,-37 5 0,32-7 0,31-5-59,0 0 0,0 0-1,1-1 1,-1 1-1,0-1 1,0 0 0,0 0-1,0 0 1,1-1 0,-1 1-1,0-1 1,0 0 0,1 0-1,-1 0 1,0 0-1,1-1 1,-1 0 0,1 1-1,0-1 1,0 0 0,-1-1-1,-4-4 1,-3-8-6767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2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24575,'2'16'0,"1"1"0,0 0 0,2-1 0,0 0 0,0 0 0,2 0 0,0 0 0,12 18 0,-6-8 0,-12-23 0,1-1 0,0 1 0,-1 0 0,1-1 0,0 0 0,1 1 0,-1-1 0,0 0 0,1 0 0,-1 0 0,1 0 0,-1-1 0,1 1 0,0-1 0,0 1 0,0-1 0,0 0 0,0 0 0,0 0 0,0-1 0,0 1 0,0-1 0,0 0 0,1 0 0,-1 0 0,0 0 0,0 0 0,0 0 0,0-1 0,0 0 0,0 0 0,0 0 0,0 0 0,0 0 0,0 0 0,0-1 0,0 1 0,-1-1 0,1 0 0,-1 0 0,1 0 0,-1 0 0,0 0 0,0-1 0,0 1 0,0-1 0,0 1 0,0-1 0,-1 0 0,1 0 0,-1 1 0,2-6 0,-1-2 0,0 0 0,-1 0 0,0-1 0,-1-12 0,0 12 0,0 1 0,1-1 0,2-13 0,-3 23 0,0 0 0,0 0 0,1 0 0,-1 0 0,0 0 0,0 0 0,1 1 0,-1-1 0,0 0 0,1 0 0,-1 0 0,1 1 0,-1-1 0,1 0 0,-1 0 0,1 1 0,-1-1 0,1 1 0,0-1 0,-1 0 0,1 1 0,1-1 0,-1 1 0,-1 0 0,1 0 0,0 0 0,-1 0 0,1 1 0,0-1 0,-1 0 0,1 0 0,0 1 0,-1-1 0,1 1 0,-1-1 0,1 0 0,0 1 0,-1-1 0,1 1 0,-1-1 0,0 1 0,1-1 0,-1 1 0,1 0 0,20 40 0,-20-38 0,13 23 0,0 0 0,1-1 0,23 29 0,-6-11 0,-30-40 0,0 0 0,0 0 0,0 0 0,1 0 0,0-1 0,-1 1 0,1-1 0,0 1 0,4 1 0,-6-4 0,0 1 0,0-1 0,0 0 0,0 1 0,0-1 0,-1 0 0,1 0 0,0 0 0,0 0 0,0 0 0,0 0 0,0 0 0,0 0 0,0 0 0,0-1 0,0 1 0,0 0 0,0-1 0,0 1 0,0 0 0,0-1 0,0 1 0,-1-1 0,1 0 0,0 1 0,0-1 0,-1 1 0,1-1 0,0 0 0,-1 0 0,1 1 0,0-1 0,-1 0 0,1 0 0,-1 0 0,0 0 0,1-1 0,8-13-1365,-1 1-5461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3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24575,'2'24'0,"1"0"0,0 0 0,15 46 0,-10-41 0,8 58 0,-14-65 0,1 14 0,9 45 0,-11-79-32,7 50 188,-8-49-255,0 0 0,0 0-1,0-1 1,0 1 0,0 0-1,-1 0 1,0 0 0,1 0 0,-1 0-1,0 0 1,0-1 0,-1 1 0,1 0-1,-4 4 1,-6 4-6727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3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24575,'11'-1'0,"0"-1"0,-1 0 0,1 0 0,14-6 0,9-1 0,7-1 0,-20 5 0,1 0 0,0 1 0,28 0 0,-7 3 0,0-1 0,51-10 0,-52 6-182,0 2-1,76 2 1,-90 3-636,-6-1-6008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24575,'16'-1'0,"0"0"0,0-2 0,18-4 0,38-6 0,-22 8-132,88-22 0,-95 17-969,-21 5-5725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24575,'489'0'0,"-467"-2"45,0 0-1,33-8 1,25-2-1544,-58 10-5327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4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26 24575,'-6'0'0,"0"-1"0,0 0 0,1-1 0,-1 1 0,-8-4 0,-18-4 0,29 8 0,-8-1 0,0 0 0,-1 1 0,1 1 0,0-1 0,-12 3 0,21-2 0,-1 0 0,1 1 0,-1 0 0,1-1 0,0 1 0,-1 0 0,1 0 0,0 0 0,0 1 0,-1-1 0,1 0 0,0 1 0,0-1 0,1 1 0,-1 0 0,0 0 0,0-1 0,1 1 0,-1 0 0,1 1 0,0-1 0,0 0 0,0 0 0,0 1 0,0-1 0,0 0 0,0 1 0,0 3 0,0 2 0,0 0 0,0 0 0,1 0 0,0 0 0,1 0 0,0 1 0,0-1 0,1 0 0,0 0 0,0-1 0,6 15 0,-1-9 0,0 1 0,0-1 0,1-1 0,1 1 0,16 16 0,-3-5 0,1-2 0,29 22 0,-39-32 0,-1 0 0,17 20 0,-22-23 0,16 14 0,-17-18 0,-1 0 0,1 1 0,-1 0 0,0 0 0,6 9 0,-11-14 0,0 0 0,1 0 0,-1-1 0,1 1 0,-1 0 0,0 0 0,0 0 0,0 0 0,1-1 0,-1 1 0,0 0 0,0 0 0,0 0 0,0 0 0,0-1 0,0 1 0,-1 0 0,1 0 0,0 0 0,0 0 0,-1-1 0,1 1 0,0 0 0,-1 0 0,1-1 0,0 1 0,-2 1 0,1-1 0,-1 1 0,0-1 0,0 0 0,1 0 0,-1 0 0,0 0 0,0 0 0,0 0 0,0-1 0,0 1 0,-2 0 0,-5 0 0,0 1 0,0-2 0,0 1 0,-11-1 0,13-1 15,1 0 0,0-1 0,-1 1 0,1-1 0,0-1 0,0 1 0,-6-4 0,10 5-50,1 1 1,0 0-1,0-1 1,0 1-1,0-1 1,0 0-1,0 1 1,0-1-1,0 0 1,0 0-1,0 0 1,0 0-1,0 0 0,0 0 1,1 0-1,-1 0 1,0 0-1,1 0 1,-1 0-1,1 0 1,-1 0-1,1 0 1,0-1-1,-1 1 1,1 0-1,0 0 1,0-1-1,0 1 0,0 0 1,0 0-1,0-1 1,0 1-1,0 0 1,1 0-1,-1 0 1,0-1-1,1 1 1,-1 0-1,1 0 1,-1 0-1,1 0 0,1-2 1,7-7-6792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5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63 24575,'0'-1'0,"0"1"0,0-1 0,0 0 0,0 1 0,0-1 0,0 1 0,0-1 0,0 1 0,-1-1 0,1 0 0,0 1 0,0-1 0,0 1 0,-1-1 0,1 1 0,0-1 0,-1 1 0,1-1 0,0 1 0,-1-1 0,1 1 0,0 0 0,-1-1 0,1 1 0,-1 0 0,1-1 0,-1 1 0,1 0 0,-1-1 0,1 1 0,-1 0 0,1 0 0,-1 0 0,1-1 0,-1 1 0,0 0 0,1 0 0,-1 0 0,1 0 0,-1 0 0,1 0 0,-1 0 0,0 0 0,1 0 0,-1 0 0,1 1 0,-1-1 0,1 0 0,-2 1 0,0-1 0,1 1 0,-1 0 0,0-1 0,1 1 0,-1 0 0,1 0 0,-1 0 0,1 0 0,0 0 0,-1 1 0,1-1 0,0 0 0,0 1 0,0-1 0,-2 3 0,-1 10 0,1 0 0,0 0 0,1 0 0,1 0 0,0 0 0,1 0 0,1 0 0,0 0 0,0 0 0,2 0 0,0-1 0,0 1 0,7 15 0,-7-22 0,1 0 0,-1-1 0,1 0 0,1 0 0,-1 0 0,1-1 0,0 1 0,0-1 0,11 8 0,-13-10 0,0-1 0,1 0 0,-1 1 0,0-1 0,1-1 0,-1 1 0,1 0 0,0-1 0,0 0 0,0 0 0,-1 0 0,1 0 0,0-1 0,0 1 0,0-1 0,0 0 0,0 0 0,0-1 0,6 0 0,-8 0 0,0 0 0,0-1 0,0 1 0,0 0 0,0 0 0,-1-1 0,1 1 0,0-1 0,-1 0 0,1 0 0,-1 1 0,1-1 0,-1 0 0,0 0 0,0 0 0,0 0 0,0 0 0,0-1 0,-1 1 0,1 0 0,0 0 0,-1 0 0,1-4 0,0-7 0,0 0 0,-1-24 0,0 26 0,0 1 0,0-8 0,0 0 0,-1 0 0,-1-1 0,0 2 0,-2-1 0,0 0 0,-12-31 0,16 47 5,-1 1 0,0 0 1,1 0-1,-1-1 0,1 1 0,-1 0 0,1-1 0,0 1 0,-1-1 0,1 1 0,0 0 1,0-1-1,0 1 0,0-1 0,0 1 0,1 0 0,-1-1 0,0 1 0,1-3 0,20-15-1001,-18 16 525,9-6-6355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5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24575,'1'5'0,"1"0"0,-1-1 0,1 1 0,-1-1 0,5 9 0,3 5 0,-2 2 0,-1-1 0,0 1 0,-2 1 0,0-1 0,1 32 0,-4-33 0,1 0 0,7 25 0,2 30 0,2 10 0,-8-61 0,-1 0 0,1 25 0,-4-8 0,-3 203 0,1-241 6,1 0 0,0 0-1,0 1 1,-1-1 0,0 0-1,1 0 1,-1 0 0,0 0 0,0 0-1,0 0 1,0 0 0,0 0-1,-1 0 1,1 0 0,-1 0-1,1-1 1,-1 1 0,1-1 0,-1 1-1,-3 1 1,1-1-155,0 0 1,0 0-1,0-1 1,0 0-1,-1 1 1,1-2-1,-1 1 1,1 0-1,-6-1 1,-11 1-6678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5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1 212 24575,'8'-2'0,"1"0"0,-1-1 0,0 0 0,0 0 0,0 0 0,-1-1 0,1-1 0,11-8 0,-1 2 0,21-14 0,-24 15 0,1 0 0,-1 2 0,2 0 0,16-7 0,-17 9-195,0 0 0,-1-2 0,0 0 0,0 0 0,-1-2 0,24-19 0,-27 18-6631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24575,'2'1'0,"-1"-1"0,1 0 0,0 0 0,-1 1 0,1-1 0,0 1 0,-1 0 0,1-1 0,-1 1 0,1 0 0,-1 0 0,1 0 0,-1 0 0,0 0 0,1 1 0,-1-1 0,0 0 0,0 0 0,0 1 0,0-1 0,0 1 0,0-1 0,0 1 0,0 2 0,15 45 0,-10-29 0,22 85 0,-18-65 0,-6-17 0,-1-1 0,-1 0 0,0 27 0,-2-24 0,1 0 0,6 31 0,-4-43 0,12 70 0,-15-75 0,1-1 0,-1 1 0,0-1 0,0 1 0,-1-1 0,0 1 0,0-1 0,-4 12 0,4-17 0,-1 1 0,1-1 0,-1 0 0,1 0 0,-1 0 0,0 0 0,0 0 0,0 0 0,0 0 0,0 0 0,0-1 0,0 1 0,-1-1 0,1 1 0,-1-1 0,1 0 0,-1 0 0,1 0 0,-1-1 0,1 1 0,-1 0 0,0-1 0,0 0 0,1 0 0,-1 0 0,0 0 0,1 0 0,-1 0 0,0-1 0,0 1 0,-3-2 0,0 1 0,0-1 0,0 1 0,0-1 0,1-1 0,-1 1 0,1-1 0,-1 0 0,1 0 0,0 0 0,0-1 0,0 0 0,1 0 0,-6-6 0,6 4 0,1 1 0,0-1 0,1 0 0,-1 0 0,1 0 0,0-1 0,1 1 0,-1 0 0,1-1 0,0-11 0,0-11 0,4-33 0,0 17 0,-3 40 0,0 0 0,0 1 0,1-1 0,-1 1 0,1-1 0,0 1 0,1-1 0,-1 1 0,1-1 0,0 1 0,0 0 0,0 0 0,0 0 0,1 0 0,0 0 0,-1 1 0,1-1 0,1 1 0,-1 0 0,0 0 0,1 0 0,0 0 0,0 0 0,-1 1 0,2 0 0,-1 0 0,5-2 0,7-5 0,-6 3 0,0 0 0,0 1 0,0 1 0,1-1 0,0 2 0,0-1 0,0 2 0,0-1 0,14 0 0,-9 2 0,8-1 0,0 1 0,0 1 0,0 1 0,40 8 0,-61-8 0,1 0 0,-1 0 0,0 1 0,0 0 0,1-1 0,-1 1 0,0 0 0,-1 0 0,1 1 0,0-1 0,-1 1 0,1-1 0,-1 1 0,3 4 0,23 47 0,-14-24 0,-9-18 0,-1 1 0,0 1 0,-1-1 0,-1 0 0,0 1 0,-1 0 0,0-1 0,-1 1 0,-2 15 0,0-69 0,1 24 0,0 1 0,0-1 0,2 1 0,0-1 0,0 1 0,2 0 0,5-21 0,-7 33 0,1 1 0,-1-1 0,1 0 0,0 1 0,0-1 0,0 1 0,0 0 0,0 0 0,0 0 0,1 0 0,-1 0 0,1 0 0,-1 0 0,1 1 0,0-1 0,0 1 0,0 0 0,-1 0 0,1 0 0,0 0 0,0 0 0,1 1 0,-1 0 0,0-1 0,0 1 0,0 0 0,0 0 0,0 1 0,5 0 0,-4 0 0,0-1 0,1 1 0,-1 0 0,0 1 0,0-1 0,0 1 0,0 0 0,0 0 0,0 0 0,0 0 0,-1 1 0,1 0 0,-1-1 0,0 1 0,0 0 0,0 1 0,0-1 0,0 0 0,-1 1 0,4 5 0,3 19 0,-2 0 0,0 0 0,-2 1 0,2 56 0,-1-99 0,0 0 0,1 0 0,1 1 0,0 0 0,0 0 0,14-15 0,-17 24 0,1-1 0,0 1 0,0 0 0,1 0 0,-1 1 0,1-1 0,0 2 0,0-1 0,0 1 0,0 0 0,0 0 0,0 1 0,1 0 0,-1 0 0,0 1 0,13 0 0,-11 1 0,-1-1 0,1 1 0,-1 1 0,0 0 0,0 0 0,0 0 0,0 1 0,0 1 0,0-1 0,-1 1 0,1 0 0,-1 1 0,0 0 0,8 7 0,-5 0 0,0 0 0,13 20 0,-17-22 0,0-1 0,1 0 0,1 0 0,13 13 0,-17-19 0,0 0 0,0-1 0,0 0 0,0 1 0,0-1 0,0-1 0,1 1 0,-1-1 0,1 1 0,-1-1 0,1-1 0,-1 1 0,1-1 0,-1 1 0,9-2 0,-7 0 0,1 0 0,-1 0 0,1-1 0,-1 0 0,0 0 0,0 0 0,0-1 0,0 0 0,-1 0 0,1-1 0,-1 0 0,0 0 0,0 0 0,0 0 0,0-1 0,-1 0 0,0 0 0,0 0 0,0 0 0,0-1 0,3-8 0,-1 3 0,-1 0 0,0-1 0,0 1 0,-1-1 0,-1 0 0,0-1 0,-1 1 0,0 0 0,-1-1 0,-1-16 0,-1 24 0,0 0 0,-1 0 0,0 0 0,0 0 0,0 0 0,0 1 0,-1-1 0,0 1 0,0-1 0,0 1 0,0 0 0,-1 0 0,0 0 0,0 1 0,0-1 0,0 1 0,0 0 0,0 0 0,-1 1 0,0-1 0,0 1 0,-4-2 0,5 3 0,1-1 0,-1 1 0,0 0 0,1 0 0,-1 1 0,0-1 0,0 1 0,0 0 0,1 0 0,-1 0 0,0 0 0,0 1 0,-6 1 0,8-1 0,-1 0 0,1 0 0,0 0 0,-1 1 0,1-1 0,0 1 0,0-1 0,0 1 0,0 0 0,0 0 0,1 0 0,-1 0 0,0 0 0,1 0 0,0 0 0,-1 1 0,1-1 0,0 0 0,0 1 0,0-1 0,0 5 0,-7 22 0,1 0 0,1 0 0,2 0 0,1 1 0,2 55 0,1-84 0,0 1 0,0-1 0,0 1 0,0-1 0,0 1 0,0-1 0,0 1 0,1-1 0,-1 1 0,1-1 0,-1 1 0,1-1 0,-1 0 0,1 1 0,0-1 0,0 0 0,0 1 0,0-1 0,-1 0 0,2 0 0,-1 0 0,0 0 0,0 0 0,0 0 0,0 0 0,1 0 0,-1-1 0,2 2 0,-1-2 0,0 0 0,0-1 0,0 1 0,0-1 0,0 1 0,0-1 0,0 0 0,0 1 0,0-1 0,0 0 0,-1 0 0,1 0 0,0-1 0,-1 1 0,1 0 0,-1-1 0,1 1 0,-1-1 0,0 1 0,2-3 0,3-4 0,-1 1 0,0-1 0,0-1 0,5-12 0,8-14 0,-17 33 0,0 0 0,0 0 0,0 1 0,0-1 0,0 0 0,0 0 0,1 1 0,-1-1 0,1 1 0,-1 0 0,1-1 0,-1 1 0,1 0 0,0 0 0,-1 0 0,1 0 0,0 0 0,0 0 0,0 0 0,0 1 0,0-1 0,0 1 0,0-1 0,0 1 0,0 0 0,0 0 0,0 0 0,0 0 0,0 0 0,0 0 0,0 1 0,0-1 0,0 1 0,0-1 0,0 1 0,0 0 0,0 0 0,0 0 0,1 1 0,6 4 0,0 1 0,-1 0 0,1 0 0,-2 1 0,13 15 0,35 28 0,-51-47 0,0 0 0,-1 1 0,2-1 0,-1 0 0,0-1 0,1 1 0,0-1 0,0 0 0,7 3 0,-4-7-1365,-3-5-5461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7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24575,'6'1'0,"0"-1"0,0 1 0,-1 0 0,1 1 0,0-1 0,0 1 0,-1 1 0,1-1 0,-1 1 0,7 4 0,51 39 0,-29-19 0,6 8-40,9 7 171,-45-39-252,0-1-1,0 0 1,0 1 0,0-2-1,0 1 1,0 0 0,1-1-1,-1 1 1,0-1 0,1-1-1,6 2 1,0-3-6705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07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1 24575,'-4'1'0,"0"1"0,0-1 0,0 1 0,1 0 0,-1 0 0,1 1 0,0-1 0,-1 1 0,1 0 0,0 0 0,0 0 0,-2 4 0,-4 2 0,-6 6-97,0 1-1,1 0 1,1 1-1,0 1 1,2 0-1,0 1 1,1 0-1,1 1 1,0 0-1,2 0 1,0 1-1,2 0 0,-5 28 1,9-27-6729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0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24575,'-2'107'0,"5"120"0,0-206 0,1-1 0,1 0 0,10 28 0,7 24 0,-20-64 0,0-1 0,0 1 0,1-1 0,0 0 0,1 0 0,-1 0 0,1-1 0,0 1 0,1-1 0,0 0 0,0 0 0,0 0 0,1-1 0,11 10 0,-16-15-3,0 1 1,-1-1-1,1 1 0,0-1 0,-1 0 0,1 1 0,0-1 0,-1 0 0,1 1 1,0-1-1,0 0 0,-1 0 0,1 0 0,0 0 0,0 1 0,0-1 0,-1 0 1,1-1-1,0 1 0,0 0 0,-1 0 0,1 0 0,0 0 0,0 0 0,-1-1 1,1 1-1,1-1 0,-1 0 16,0 0 1,0 0-1,-1 0 0,1-1 1,0 1-1,-1 0 0,1 0 1,-1 0-1,1-1 0,-1 1 1,1 0-1,-1-1 0,0 1 1,0-3-1,1-2-261,-1-1 1,-1 1-1,1-1 1,-1 0-1,-2-8 1,-3-3-6579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0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24575,'21'2'0,"0"0"0,38 9 0,-7 0 0,3 0 0,-33-6 0,0-1 0,35 2 0,258-6 96,-143-1-1557,-150 1-5365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1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37 24575,'-2'43'0,"1"-15"0,0 0 0,2 1 0,6 44 0,-5-67 0,0 0 0,1-1 0,0 1 0,0 0 0,0-1 0,0 0 0,1 0 0,0 0 0,0 0 0,0-1 0,0 1 0,1-1 0,0 0 0,0-1 0,0 1 0,0-1 0,1 0 0,-1 0 0,1 0 0,0-1 0,8 2 0,-3 0 0,1-1 0,0 0 0,-1-1 0,1-1 0,0 0 0,0 0 0,0-1 0,-1-1 0,1 0 0,18-4 0,-27 4 0,1 0 0,-1 0 0,0-1 0,0 1 0,0-1 0,0 0 0,0 0 0,0 0 0,0 0 0,-1-1 0,1 1 0,-1-1 0,1 1 0,-1-1 0,0 0 0,0 0 0,0 0 0,-1 0 0,1 0 0,-1-1 0,1 1 0,-1 0 0,0-1 0,0 1 0,-1-1 0,1-3 0,1-8 0,-1-1 0,-1 1 0,0 0 0,-5-27 0,4 36 7,-1-1 0,0 1-1,0 0 1,-1 0 0,1 0-1,-2 0 1,1 1-1,0-1 1,-1 1 0,-7-9-1,-52-48-532,45 45-386,2 3-5914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1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24575,'2'0'0,"-1"0"0,1 1 0,0-1 0,0 1 0,-1-1 0,1 1 0,-1 0 0,1 0 0,0-1 0,-1 1 0,1 0 0,-1 1 0,0-1 0,1 0 0,-1 0 0,0 0 0,2 3 0,19 28 0,-12-16 0,-3-6 0,-1 1 0,0 0 0,0 0 0,-1 1 0,-1-1 0,4 16 0,-2-10 0,11 30 0,10 38 0,-17-49 0,15 38 0,-13-45 0,-3 0 0,9 40 0,-17-65-52,0-1-1,-1 1 1,1-1-1,-1 1 1,0 0-1,0-1 1,0 1-1,0-1 1,-1 1-1,0-1 1,0 1-1,0-1 1,0 1-1,0-1 1,0 1-1,-1-1 1,0 0-1,0 0 1,1 0-1,-2 0 1,1 0-1,0 0 0,-1-1 1,1 1-1,-4 2 1,-9 2-6774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1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 24575,'0'-2'0,"0"1"0,1-1 0,-1 0 0,1 0 0,-1 1 0,1-1 0,0 0 0,0 1 0,-1-1 0,1 0 0,0 1 0,1-1 0,-1 1 0,0 0 0,0-1 0,1 1 0,-1 0 0,0 0 0,1 0 0,-1 0 0,1 0 0,0 0 0,-1 0 0,4-1 0,49-14 0,-37 12 0,52-13 0,71-8 0,-101 21-682,50 2-1,-67 2-6143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2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0 126 24575,'0'4'0,"0"0"0,0-1 0,1 1 0,-1 0 0,1-1 0,-1 1 0,1-1 0,0 1 0,1-1 0,-1 1 0,1-1 0,-1 0 0,5 6 0,-3-5 0,1 0 0,0-1 0,0 0 0,0 0 0,1 0 0,-1 0 0,1 0 0,-1-1 0,8 3 0,26 12 0,2-1 0,0-3 0,1 0 0,0-3 0,0-2 0,1-1 0,74 2 0,-110-9 0,14 0 0,0-1 0,35-6 0,-51 7 0,0-1 0,0 0 0,0 0 0,0 0 0,0-1 0,0 1 0,-1-1 0,1 0 0,-1 0 0,1 0 0,-1 0 0,0-1 0,0 1 0,0-1 0,0 0 0,0 0 0,0 0 0,-1 0 0,0-1 0,4-5 0,-1-5 0,1-1 0,-2 1 0,0-1 0,-1 0 0,-1 0 0,0 0 0,-1-1 0,-1-16 0,0 27 0,0 1 0,-1 0 0,0-1 0,1 1 0,-2 0 0,1 0 0,0 0 0,-1 0 0,0 0 0,0 0 0,0 0 0,0 1 0,-1-1 0,1 1 0,-1-1 0,0 1 0,0 0 0,0 0 0,0 0 0,-1 1 0,1-1 0,-1 1 0,0 0 0,0 0 0,1 0 0,-1 0 0,-1 1 0,1-1 0,0 1 0,0 0 0,0 1 0,-1-1 0,-4 0 0,7 1 0,0 0 0,-1 0 0,1 0 0,0 0 0,-1 1 0,1-1 0,0 0 0,0 1 0,-1 0 0,1-1 0,0 1 0,0 0 0,0 0 0,0 0 0,0 1 0,0-1 0,0 0 0,0 1 0,-2 2 0,0 0 0,1 1 0,0-1 0,0 0 0,1 1 0,-1 0 0,1 0 0,0-1 0,-2 9 0,0 1 0,2-1 0,-1 1 0,2 0 0,0-1 0,0 1 0,2 14 0,0-22 0,0-1 0,0 1 0,0-1 0,0 1 0,1-1 0,0 1 0,0-1 0,1 0 0,-1 0 0,1 0 0,0 0 0,1 0 0,-1-1 0,1 0 0,0 1 0,0-1 0,0-1 0,0 1 0,10 5 0,-6-4 0,1-1 0,0 0 0,0 0 0,1-1 0,-1 0 0,1-1 0,-1 0 0,1-1 0,0 0 0,15 0 0,-14-1 0,0 0 0,0-1 0,0 0 0,0-1 0,0 0 0,17-6 0,-25 7 0,1-1 0,0 0 0,-1 0 0,1 0 0,-1 0 0,0 0 0,1-1 0,-1 0 0,0 1 0,-1-1 0,1 0 0,0 0 0,-1-1 0,0 1 0,0 0 0,0-1 0,0 0 0,0 1 0,-1-1 0,1 0 0,0-6 0,0-11 0,4-22 0,-5 42 0,-1 0 0,0 0 0,0 0 0,1-1 0,-1 1 0,1 0 0,-1 0 0,1 0 0,-1 0 0,1 0 0,0 0 0,0 0 0,-1 0 0,1 0 0,0 0 0,0 0 0,0 0 0,0 1 0,0-1 0,0 0 0,0 1 0,0-1 0,0 1 0,0-1 0,3 0 0,-3 1 0,1 1 0,-1-1 0,1 0 0,-1 1 0,1-1 0,-1 1 0,0-1 0,1 1 0,-1-1 0,0 1 0,1 0 0,-1 0 0,0 0 0,0 0 0,1 0 0,-1 0 0,0 0 0,0 0 0,0 1 0,-1-1 0,1 0 0,0 0 0,0 1 0,-1-1 0,2 2 0,11 38 0,-10-21 0,0 1 0,-3-35 0,0 5 0,1 0 0,0 0 0,0 0 0,1 0 0,0 1 0,1-1 0,0 1 0,0-1 0,0 1 0,1 0 0,1 0 0,-1 1 0,1-1 0,0 1 0,12-12 0,-13 15 0,-1 1 0,0 0 0,1 0 0,0 0 0,0 1 0,0-1 0,0 1 0,0 0 0,1 0 0,-1 0 0,1 1 0,-1-1 0,1 1 0,-1 0 0,1 1 0,0-1 0,-1 1 0,1 0 0,0 0 0,0 0 0,-1 1 0,1-1 0,0 1 0,-1 0 0,1 1 0,-1-1 0,1 1 0,-1 0 0,0 0 0,0 0 0,8 6 0,-4 0 0,0 0 0,0 0 0,-1 1 0,0 0 0,0 0 0,-1 1 0,-1-1 0,9 20 0,0-3 0,8 31 44,-19-48-220,0 0 0,1 1 0,0-1 0,0 0-1,1-1 1,0 1 0,9 11 0,-3-9-6650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3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0 741 24575,'2'-1'0,"1"-1"0,-1 1 0,0 0 0,0 0 0,0-1 0,0 1 0,0-1 0,-1 0 0,1 1 0,0-1 0,-1 0 0,3-4 0,8-7 0,2-1 0,0-1 0,-1-1 0,0 0 0,-1 0 0,-1-1 0,9-20 0,27-38 0,-30 50 0,-1 0 0,-2-1 0,-1 0 0,0-1 0,-2-1 0,-1 0 0,-2 0 0,0-1 0,-2 0 0,-1 0 0,-2 0 0,-1-1 0,-1 1 0,-3-34 0,2 60 0,0 1 0,0 0 0,-1-1 0,1 1 0,-1 0 0,0-1 0,0 1 0,1 0 0,-1 0 0,-1 0 0,1-1 0,0 1 0,0 0 0,-1 1 0,-2-4 0,2 4 0,1 0 0,0 0 0,-1 0 0,1 0 0,-1 1 0,1-1 0,-1 1 0,1-1 0,-1 1 0,0-1 0,1 1 0,-1 0 0,1 0 0,-1 0 0,0 0 0,1 0 0,-1 0 0,-1 1 0,-1-1 0,0 2 0,0-1 0,1 0 0,-1 1 0,0 0 0,1 0 0,-1 0 0,1 0 0,0 0 0,0 1 0,0 0 0,0-1 0,0 1 0,1 0 0,-1 0 0,1 1 0,-3 4 0,-2 7 0,2 1 0,0 0 0,0 0 0,2 0 0,0 0 0,-1 21 0,-3 12 0,2-6 0,0 0 0,3 0 0,7 84 0,-4-117 0,1-1 0,1 0 0,0 0 0,0 0 0,1-1 0,0 1 0,0-1 0,1 0 0,0 0 0,1 0 0,-1-1 0,2 0 0,-1 0 0,1 0 0,0-1 0,15 11 0,-5-6 0,1 1 0,0-2 0,0-1 0,1 0 0,0-1 0,34 9 0,-26-12 0,0-1 0,-1-1 0,1-2 0,0 0 0,45-6 0,-66 4 0,0 0 0,0 0 0,0-1 0,0 0 0,0 0 0,-1-1 0,1 1 0,-1-1 0,0-1 0,0 1 0,0-1 0,0 1 0,0-1 0,-1-1 0,0 1 0,0-1 0,0 1 0,0-1 0,-1 0 0,0-1 0,0 1 0,0 0 0,3-11 0,-2 5 0,-1 0 0,0 0 0,0 0 0,-1-1 0,-1 1 0,0 0 0,-1-1 0,0 1 0,0 0 0,-1-1 0,-1 1 0,-3-12 0,4 18 0,-1 0 0,0 0 0,-1 0 0,1 1 0,-1-1 0,0 1 0,0-1 0,-1 1 0,1 0 0,-1 0 0,0 0 0,0 1 0,0-1 0,0 1 0,-1 0 0,1 0 0,-1 1 0,-9-5 0,10 6 0,0-1 0,0 1 0,-1 0 0,1 0 0,0 0 0,0 0 0,-1 1 0,1 0 0,0 0 0,0 0 0,-1 0 0,1 1 0,0 0 0,0-1 0,-1 2 0,1-1 0,0 0 0,0 1 0,0 0 0,1 0 0,-1 0 0,0 0 0,1 1 0,-5 3 0,5-2 0,0 0 0,0 0 0,0 0 0,1 0 0,0 1 0,0-1 0,0 1 0,0 0 0,1-1 0,-1 1 0,1 0 0,1 0 0,-1 0 0,1 8 0,-1 7 0,2 0 0,3 23 0,-3-38 0,0 0 0,0-1 0,0 1 0,1-1 0,0 1 0,0-1 0,0 0 0,1 1 0,-1-1 0,1-1 0,0 1 0,0 0 0,0-1 0,1 1 0,-1-1 0,1 0 0,0 0 0,0 0 0,0-1 0,0 1 0,7 2 0,8 3 0,0-1 0,1-1 0,33 7 0,-41-10 0,-1-1 0,0 0 0,0 0 0,0-1 0,0-1 0,0 1 0,0-2 0,0 0 0,16-3 0,-22 3 0,0 0 0,-1-1 0,0 0 0,1 0 0,-1 0 0,0 0 0,0-1 0,0 0 0,0 0 0,0 0 0,-1 0 0,1 0 0,-1-1 0,0 1 0,0-1 0,0 0 0,-1 0 0,1 0 0,-1 0 0,0-1 0,3-6 0,15-46-1365,-16 39-5461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4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24575,'5'2'0,"-1"0"0,1 0 0,-1 1 0,1 0 0,-1 0 0,0 0 0,0 1 0,0-1 0,-1 1 0,1 0 0,5 7 0,8 11 0,1-1 0,0 0 0,2-2 0,23 18 0,-18-12 0,-21-19 0,1-1 0,0 0 0,0-1 0,0 1 0,1-1 0,6 4 0,-10-7 0,0 0 0,0 0 0,0-1 0,0 1 0,0-1 0,0 1 0,0-1 0,0 0 0,1 0 0,-1 0 0,0 0 0,0 0 0,0 0 0,0-1 0,0 1 0,0-1 0,1 0 0,-1 1 0,0-1 0,-1 0 0,1 0 0,0 0 0,0 0 0,3-3 0,-2 2 0,0-1 0,0 1 0,0-1 0,0 0 0,-1 0 0,1-1 0,-1 1 0,1 0 0,-1-1 0,0 1 0,-1-1 0,4-7 0,-2-2 0,0 0 0,2-22 0,3-13 0,-2 15 0,-5 25 0,0 0 0,1 0 0,0 1 0,0-1 0,7-14 0,-7 17-1365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4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0 289 24575,'20'0'0,"16"0"0,0 0 0,0-3 0,53-10 0,-66 9 0,-1-2 0,1-1 0,-1 0 0,-1-2 0,1 0 0,31-21 0,-48 26 0,1-1 0,-1 0 0,-1 0 0,1-1 0,-1 1 0,0-1 0,0 0 0,0 0 0,-1 0 0,0-1 0,-1 1 0,1-1 0,-1 0 0,0 0 0,-1 0 0,0 0 0,0 0 0,0 0 0,-1 0 0,0 0 0,0 0 0,-1 0 0,-2-12 0,1 16 0,1 1 0,0-1 0,-1 1 0,0 0 0,1 0 0,-1 0 0,0 0 0,0 0 0,0 0 0,-1 1 0,1-1 0,0 0 0,-1 1 0,1 0 0,-1 0 0,1 0 0,-1 0 0,1 0 0,-1 0 0,0 0 0,0 1 0,-4-1 0,-8 0 0,-1 0 0,-28 3 0,25-1 0,15-1 0,0 0 0,0 0 0,0 1 0,0-1 0,0 1 0,0 0 0,0 0 0,0 0 0,0 1 0,0 0 0,1-1 0,-1 1 0,-5 4 0,6-3 0,1 0 0,0-1 0,0 1 0,0 0 0,0 0 0,1 0 0,-1 0 0,1 1 0,-1-1 0,1 0 0,0 0 0,1 1 0,-1-1 0,1 1 0,-1-1 0,1 6 0,0 0 0,0-1 0,0 1 0,1-1 0,0 1 0,0-1 0,1 0 0,0 1 0,1-1 0,0 0 0,0 0 0,0-1 0,1 1 0,1-1 0,-1 1 0,1-1 0,0-1 0,1 1 0,-1-1 0,1 0 0,1 0 0,-1-1 0,1 1 0,0-2 0,0 1 0,0-1 0,1 0 0,0 0 0,0-1 0,0 0 0,0 0 0,10 1 0,-3-1 0,0-1 0,0 0 0,0-1 0,0-1 0,1 0 0,-1-1 0,0-1 0,26-6 0,-33 5 0,1 0 0,-1 0 0,1-1 0,-1 0 0,0 0 0,0-1 0,-1 0 0,1-1 0,-1 1 0,0-2 0,-1 1 0,0-1 0,0 1 0,0-2 0,7-11 0,-4 2-1365,-1 2-5461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4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24575,'-2'117'0,"5"127"0,-1-231 0,0 1 0,2-1 0,0-1 0,0 1 0,11 20 0,-1 2 0,-12-31 0,0 0 0,0 0 0,0 0 0,0 0 0,0-1 0,1 1 0,0-1 0,0 1 0,0-1 0,0 0 0,0 0 0,1 0 0,-1-1 0,1 1 0,5 2 0,-7-4 0,0 0 0,1-1 0,-1 1 0,0 0 0,1-1 0,-1 1 0,1-1 0,-1 0 0,1 0 0,-1 0 0,1 0 0,-1 0 0,1-1 0,-1 1 0,1-1 0,-1 0 0,1 1 0,-1-1 0,0 0 0,1-1 0,-1 1 0,0 0 0,0 0 0,0-1 0,0 0 0,0 1 0,2-3 0,12-15-1365,-2 0-5461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8:25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24575,'-1'83'0,"3"91"0,0-160 0,2-1 0,-1 1 0,2-1 0,0 0 0,0 0 0,1-1 0,1 0 0,9 14 0,10 22 0,-14-27 0,22 29 0,-5-7 0,-71-86 0,-72-105 0,111 145 0,0-1 0,1 1 0,-1-1 0,1 1 0,0-1 0,0 0 0,1 0 0,-1 0 0,1 0 0,0 0 0,0-1 0,0 1 0,0 0 0,1 0 0,0-1 0,0-6 0,1 8 0,-1 1 0,1-1 0,-1 1 0,1-1 0,0 1 0,0-1 0,0 1 0,0 0 0,0-1 0,0 1 0,1 0 0,-1 0 0,1 0 0,0 0 0,0 0 0,-1 1 0,1-1 0,0 0 0,0 1 0,1-1 0,-1 1 0,0 0 0,0 0 0,1 0 0,-1 0 0,1 0 0,-1 0 0,4 0 0,25-3 0,-1 2 0,1 1 0,53 5 0,1-1 0,-48-3 0,0-2 0,68-12 0,-54 6-1365,-29 6-5461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9:07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26 101 24575,'-1'27'0,"-2"-1"0,-6 32 0,-4 26 0,18-109 0,0 0 0,13-33 0,-5 14 0,-8 28 0,-2 2 0,1 0 0,0 1 0,2 0 0,-1 0 0,10-15 0,-14 25 0,1 1 0,0 0 0,-1-1 0,1 1 0,0 0 0,0 0 0,0 0 0,0 1 0,0-1 0,1 0 0,-1 1 0,1 0 0,-1-1 0,1 1 0,-1 0 0,1 0 0,-1 0 0,1 1 0,0-1 0,0 1 0,-1-1 0,1 1 0,0 0 0,0 0 0,0 0 0,-1 1 0,1-1 0,0 0 0,-1 1 0,1 0 0,0 0 0,-1 0 0,4 1 0,0 1 0,-1 1 0,1-1 0,-1 1 0,0 0 0,0 0 0,-1 1 0,1-1 0,-1 1 0,0 0 0,-1 0 0,6 9 0,4 8 0,13 33 0,-12-8 0,-13-45 0,-1 0 0,1 0 0,-1 0 0,0 1 0,1-1 0,-1 0 0,-1 0 0,1 0 0,0 0 0,0 1 0,-1-1 0,1 0 0,-1 0 0,0 0 0,1 0 0,-1 0 0,0 0 0,0 0 0,-2 2 0,3-4 0,-1 0 0,1 0 0,0 0 0,0 0 0,-1 0 0,1 0 0,0 0 0,-1 0 0,1 0 0,0 0 0,-1 0 0,1 0 0,0 0 0,-1 0 0,1-1 0,0 1 0,-1 0 0,1 0 0,0 0 0,0 0 0,-1 0 0,1-1 0,0 1 0,0 0 0,-1 0 0,1-1 0,0 1 0,0 0 0,0 0 0,-1-1 0,1 1 0,0 0 0,0-1 0,0 1 0,0 0 0,0 0 0,0-1 0,-1 1 0,1 0 0,0-1 0,0 1 0,0 0 0,0-1 0,0 1 0,0 0 0,1-1 0,-5-16 0,5 9 0,0 1 0,0 0 0,0 0 0,1 0 0,0 0 0,1 0 0,0 1 0,0-1 0,0 1 0,1-1 0,-1 1 0,2 0 0,-1 1 0,1-1 0,-1 1 0,2 0 0,8-8 0,-10 9 0,1 0 0,-1 1 0,1-1 0,-1 1 0,1 0 0,0 0 0,1 1 0,-1-1 0,0 1 0,1 0 0,-1 0 0,1 1 0,0 0 0,-1 0 0,1 0 0,0 1 0,0 0 0,-1 0 0,1 0 0,0 1 0,0 0 0,7 2 0,-11-2 0,1 0 0,-1 1 0,0 0 0,1-1 0,-1 1 0,0 0 0,0 0 0,0 0 0,-1 0 0,1 1 0,0-1 0,-1 0 0,0 1 0,1-1 0,-1 1 0,0 0 0,0-1 0,0 1 0,-1 0 0,1-1 0,-1 1 0,1 4 0,0 8 0,0 1 0,-3 29 0,1-27 0,1-14 0,0 1 0,0-1 0,0 0 0,0 0 0,1 0 0,0 0 0,-1 0 0,2 0 0,-1 0 0,0 0 0,1 0 0,0 0 0,2 4 0,-2-6 0,0 0 0,0 0 0,0-1 0,0 1 0,0 0 0,0-1 0,1 1 0,-1-1 0,1 0 0,-1 0 0,1 0 0,-1 0 0,1 0 0,-1 0 0,1-1 0,0 1 0,-1-1 0,1 0 0,0 0 0,0 0 0,3-1 0,1 1-136,1-1-1,-1-1 1,1 1-1,-1-1 1,0-1-1,0 1 1,0-1-1,0 0 0,8-6 1,-1 0-6690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9:07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24575,'-2'82'0,"4"93"0,0-161 0,0 0 0,1 0 0,1 0 0,0 0 0,0-1 0,1 0 0,1 0 0,1 0 0,0 0 0,0-1 0,18 22 0,-23-33-68,0 1 0,-1 0-1,1 0 1,0-1 0,1 0 0,-1 1-1,0-1 1,0 0 0,0 0 0,1 0-1,-1 0 1,1 0 0,-1 0 0,1-1-1,-1 0 1,1 1 0,-1-1-1,1 0 1,2 0 0,9-3-6758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9:08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24575,'0'-1'0,"0"0"0,1 0 0,-1 0 0,0 0 0,1 0 0,-1 0 0,1 0 0,0 0 0,-1 0 0,1 0 0,0 0 0,-1 1 0,1-1 0,0 0 0,0 1 0,0-1 0,-1 0 0,1 1 0,0-1 0,0 1 0,0 0 0,0-1 0,0 1 0,0 0 0,0-1 0,0 1 0,2 0 0,36-6 0,-27 5 0,120-25 0,-76 15 0,-35 6 0,1 1 0,33-2 0,99 7-1365,-132-1-5461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9:08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24575,'1'-1'0,"-1"0"0,0 0 0,1 0 0,-1 0 0,1 0 0,-1 0 0,1 0 0,-1 0 0,1 0 0,0 0 0,-1 1 0,1-1 0,0 0 0,0 0 0,-1 1 0,1-1 0,0 1 0,0-1 0,0 1 0,0-1 0,0 1 0,0-1 0,0 1 0,0 0 0,0-1 0,0 1 0,2 0 0,36-6 0,-28 5 0,44-10 0,-33 6 0,0 0 0,38-1 0,223 7 0,-277-1 0,-3-1 0,0 1 0,0 0 0,0 0 0,1 0 0,-1 0 0,0 1 0,0-1 0,0 1 0,0 0 0,0 0 0,0 0 0,0 0 0,0 0 0,4 3 0,-6 2-1365,-6-1-5461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49:08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24575,'5'0'0,"5"0"0,6 0 0,4 0 0,3 0 0,3 0 0,0 0 0,1 0 0,0 0 0,-1 0 0,1 0 0,-2 0 0,1 0 0,0 0 0,0 0 0,0 0 0,-5 0-8191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47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5 24575,'2'121'0,"-5"134"0,-1-234 0,0-1 0,-1 1 0,-1-1 0,-1 0 0,-14 27 0,-7 21 0,27-63 0,-1 0 0,-1 0 0,1 0 0,-1-1 0,-5 8 0,8-12 0,0 1 0,-1-1 0,1 1 0,0-1 0,-1 0 0,1 1 0,-1-1 0,1 0 0,-1 1 0,1-1 0,0 0 0,-1 0 0,1 1 0,-1-1 0,1 0 0,-1 0 0,0 0 0,1 0 0,-1 1 0,1-1 0,-1 0 0,1 0 0,-1 0 0,0 0 0,0-1 0,0 0 0,1 1 0,-1-1 0,0 0 0,0 1 0,1-1 0,-1 0 0,0 0 0,1 0 0,-1 1 0,1-1 0,-1 0 0,1 0 0,0 0 0,-1 0 0,1 0 0,0 0 0,0 0 0,-1-1 0,-4-29 0,1 0 0,1-1 0,2 1 0,4-55 0,0 14 0,-4 53 0,1-1 0,2 0 0,0 0 0,0 1 0,2-1 0,1 1 0,0 0 0,1 0 0,10-19 0,-8 22 0,-3 5 0,1 0 0,0 0 0,1 1 0,12-16 0,-15 22 0,0 1 0,1-1 0,-1 1 0,0 0 0,1 0 0,0 1 0,0-1 0,0 1 0,0 0 0,0 0 0,0 1 0,0-1 0,10 0 0,0 0 0,0 0 0,0 2 0,0-1 0,0 2 0,30 5 0,-36-5 0,0 2 0,-1-1 0,1 1 0,-1 0 0,0 1 0,0 0 0,0 0 0,0 1 0,-1 0 0,0 0 0,9 9 0,-1 1 0,0 1 0,-1 0 0,-1 1 0,21 36 0,46 75 0,-76-120 0,6 8 0,-1 2 0,0-1 0,-2 1 0,9 31 0,-14-44 0,-1 0 0,-1 0 0,1 0 0,-1 0 0,0 0 0,0 0 0,0 0 0,-1 0 0,0 0 0,0 0 0,0 0 0,-1 0 0,1 0 0,-1 0 0,0-1 0,-1 1 0,1-1 0,-1 1 0,0-1 0,0 0 0,0 0 0,-7 6 0,-4 3 0,-2 0 0,1 0 0,-2-2 0,0 0 0,0-1 0,-1 0 0,0-2 0,-1 0 0,0-1 0,0-1 0,0 0 0,-1-2 0,1 0 0,-1-1 0,0-2 0,-28 0 0,14-1 0,8 0 0,0 0 0,0 2 0,1 0 0,-31 8 0,23-2-682,-38 5-1,39-10-6143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48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0 297 24575,'41'1'0,"0"-3"0,0-1 0,41-9 0,18-4 0,-67 12 0,1-1 0,-1-2 0,39-14 0,-68 20 0,0-1 0,0 0 0,0 0 0,0-1 0,0 1 0,-1-1 0,1 1 0,-1-1 0,0 0 0,1-1 0,-2 1 0,1 0 0,0-1 0,-1 0 0,1 0 0,-1 1 0,0-1 0,0-1 0,-1 1 0,1 0 0,-1 0 0,0-1 0,0 1 0,0 0 0,-1-1 0,0 1 0,1-1 0,-2 1 0,0-9 0,0 8 0,1 0 0,-2 0 0,1-1 0,-1 1 0,1 0 0,-1 0 0,-1 1 0,1-1 0,-1 0 0,0 1 0,0-1 0,0 1 0,0 0 0,-1 0 0,0 0 0,1 1 0,-2-1 0,1 1 0,0 0 0,-1 0 0,1 0 0,-1 1 0,0-1 0,-9-2 0,3 2 0,0 1 0,0-1 0,-1 2 0,1 0 0,-1 0 0,1 1 0,-1 0 0,0 1 0,1 1 0,-15 3 0,20-4 0,0 1 0,1 0 0,-1 1 0,1-1 0,-1 1 0,1 0 0,0 1 0,0-1 0,0 1 0,1 0 0,-1 0 0,1 0 0,0 1 0,0 0 0,0 0 0,1 0 0,-1 0 0,1 0 0,1 0 0,-1 1 0,-2 7 0,2-2 0,0 0 0,0 0 0,1 0 0,1 1 0,-1 0 0,2-1 0,0 1 0,2 18 0,-1-24 0,0 1 0,1 0 0,-1-1 0,1 0 0,1 1 0,-1-1 0,1 0 0,0 0 0,1 0 0,-1-1 0,1 1 0,0-1 0,1 0 0,-1 0 0,1 0 0,6 4 0,0-1 0,1 0 0,0-2 0,0 1 0,1-1 0,0-1 0,0 0 0,1-1 0,-1-1 0,27 4 0,-9-4 0,0-2 0,0 0 0,43-7 0,-33-1-1365,-4-3-5461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48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36 24575,'0'-1'0,"0"-1"0,-1 1 0,0-1 0,1 1 0,-1-1 0,0 1 0,0-1 0,1 1 0,-1 0 0,0-1 0,-1 1 0,1 0 0,0 0 0,0 0 0,0 0 0,-1 0 0,1 0 0,0 0 0,-1 0 0,1 1 0,-1-1 0,1 0 0,-1 1 0,1-1 0,-1 1 0,-3-1 0,-42-6 0,38 7 0,0 0 0,1 1 0,-1 0 0,0 0 0,1 1 0,-1 0 0,1 0 0,0 1 0,0 0 0,0 0 0,-10 7 0,13-7 0,1 0 0,-1 1 0,1-1 0,0 1 0,0 0 0,0 0 0,1 1 0,-1-1 0,1 1 0,0 0 0,0 0 0,1 0 0,-1 0 0,1 0 0,0 1 0,1-1 0,-3 11 0,2 2 0,0 0 0,1 0 0,1 0 0,0 0 0,2-1 0,0 1 0,1 0 0,0-1 0,2 1 0,11 29 0,-13-41 7,1 1-1,0-1 0,1 0 0,0 0 1,-1 0-1,2-1 0,-1 1 1,1-1-1,0-1 0,0 1 1,0-1-1,0 0 0,1 0 0,0-1 1,-1 0-1,1 0 0,1-1 1,7 2-1,10 3-303,-1-2 0,1-1 0,1 0 0,25-1 0,-16-3-6529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0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1 24575,'-9'-1'0,"1"1"0,-1 1 0,1 0 0,-1 0 0,-13 4 0,18-3 0,0-1 0,0 1 0,1 0 0,-1 0 0,1 1 0,0-1 0,0 1 0,0 0 0,0 0 0,0 0 0,0 0 0,1 0 0,-4 6 0,-13 20 0,8-15 0,1 1 0,1 1 0,0 0 0,1 0 0,1 1 0,-9 28 0,-29 112 0,14-56 0,-3 32 0,27-107 0,1-1 0,1 1 0,2 0 0,0 0 0,2 0 0,2 43 0,0-63-57,1 0 0,-1 0 1,1 0-1,0 0 0,0 0 0,1 0 0,0-1 0,0 1 0,0-1 0,0 0 0,1 0 1,0 0-1,0-1 0,1 1 0,-1-1 0,1 0 0,0 0 0,0 0 0,0-1 1,0 0-1,1 0 0,-1 0 0,8 2 0,15 4-6769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1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24575,'0'318'0,"0"-342"0,2 0 0,0 0 0,9-32 0,-9 45 0,1 1 0,0 1 0,0-1 0,1 0 0,0 1 0,1 0 0,0 0 0,1 0 0,0 1 0,12-14 0,-12 17 0,-1 1 0,1 0 0,1 0 0,-1 1 0,0 0 0,1 0 0,0 0 0,0 1 0,0 0 0,0 0 0,0 0 0,0 1 0,0 0 0,0 1 0,1 0 0,-1 0 0,0 0 0,14 3 0,-13-1 0,1-1 0,0 2 0,-1-1 0,1 1 0,-1 0 0,0 1 0,0 0 0,-1 0 0,1 1 0,-1 0 0,0 0 0,0 1 0,0 0 0,-1 0 0,7 8 0,1 7 0,-1 1 0,16 36 0,2 5 0,-17-48 0,-14-15 0,0 0 0,1 0 0,-1 0 0,0 0 0,1 0 0,-1 0 0,0 0 0,1 0 0,-1 0 0,0 0 0,1 0 0,-1 0 0,0 0 0,1-1 0,-1 1 0,0 0 0,1 0 0,-1 0 0,0-1 0,0 1 0,1 0 0,-1 0 0,0 0 0,0-1 0,0 1 0,1 0 0,-1-1 0,0 1 0,0 0 0,0 0 0,1-1 0,8-39 0,-5 20 0,-1 11 0,0 1 0,1 0 0,-1 0 0,1 1 0,1-1 0,0 1 0,0 0 0,0 0 0,1 1 0,0 0 0,0 0 0,0 0 0,1 0 0,0 1 0,0 0 0,9-4 0,-10 6 0,0 0 0,-1 1 0,1 0 0,0 0 0,1 0 0,-1 1 0,0 0 0,0 0 0,1 0 0,-1 1 0,0 0 0,1 0 0,-1 0 0,0 1 0,1 0 0,-1 1 0,0-1 0,0 1 0,0 0 0,0 1 0,0-1 0,8 6 0,-8-4 3,-1 0 0,1 0 0,-1 1 1,-1-1-1,1 1 0,0 0 0,-1 0 0,0 1 0,-1-1 0,1 1 0,3 8 0,0 3-61,-1 0-1,6 32 1,2 3-1169,-6-25-5599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1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24575,'0'7'0,"0"9"0,0 10 0,0 7 0,0 5 0,0 3 0,0 1 0,0 2 0,0-1 0,7-6 0,3-4 0,-2 0 0,7-5 0,-1-8-8191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1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1 113 24575,'7'0'0,"3"-7"0,6-3 0,8 1 0,0-5 0,2 0 0,4 2 0,5 3 0,-5-4 0,1 0 0,-6 2-8191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2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 24575,'7'7'0,"2"10"0,0 9 0,-1 7 0,-3 4 0,-2 4 0,-8-5 0,-4-2 0,-7 1 0,-8-6 0,0-1 0,-3-5 0,3 1 0,6-5-8191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3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24575,'1'2'0,"-1"0"0,0 0 0,1 1 0,0-1 0,-1 0 0,1 0 0,0 0 0,0 0 0,0 0 0,0 0 0,1 0 0,-1 0 0,0 0 0,1 0 0,-1-1 0,4 3 0,33 25 0,-16-13 0,155 137 0,-163-139 0,-2 0 0,13 17 0,24 26 0,-13-18 0,-27-28 0,1 0 0,18 16 0,13 16 44,-23-22-1453,-1-3-5417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602 0 24575,'-10'0'0,"-1"1"0,1 0 0,-1 0 0,1 1 0,0 0 0,0 1 0,0 0 0,-16 8 0,13-4 0,0 1 0,0 1 0,0 0 0,1 0 0,-14 15 0,-126 137 0,114-115 0,28-33 0,0-1 0,-20 19 0,17-18 0,0 0 0,-15 21 0,20-22 0,-2-1 0,0 0 0,0 0 0,-20 15 0,8-9-1365,2-1-5461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3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24575,'7'1'0,"1"0"0,-1 0 0,0 0 0,0 1 0,0 0 0,0 1 0,0-1 0,0 1 0,-1 1 0,1-1 0,-1 1 0,10 8 0,6 6 0,38 41 0,-41-39 0,6 8 0,35 51 0,-37-46 0,36 38 0,-47-56 0,1 1 0,13 23 0,9 12 0,-24-36 0,0 1 0,-1 0 0,-1 1 0,0 0 0,-2 1 0,0 0 0,0 0 0,-2 0 0,0 1 0,-2-1 0,0 1 0,0 0 0,-2 35 0,0-31 0,-2-1 0,-6 42 0,6-57 0,-1 0 0,0 0 0,0-1 0,0 1 0,-1-1 0,0 0 0,0 0 0,-1 0 0,0 0 0,0-1 0,0 1 0,-1-1 0,-9 8 0,-25 19 0,-62 38 0,91-65-170,1 0-1,-1-1 0,0 0 1,-1-1-1,1 0 0,-1 0 1,-15 0-1,-6 1-6655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4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24575,'0'710'0,"0"-700"24,0 0 0,-1 0 0,0-1 0,-4 19 0,4-25-107,0 0 1,-1 0-1,1 0 1,0 0-1,-1 0 1,0 0-1,0 0 1,0 0-1,0-1 1,0 1-1,-1-1 1,1 1-1,-1-1 1,0 0-1,1 0 1,-1 0-1,-5 2 1,-17 6-6744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5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0 826 24575,'1'-2'0,"0"0"0,-1 0 0,1 0 0,0 0 0,0 0 0,0 1 0,1-1 0,-1 0 0,0 1 0,1-1 0,-1 1 0,1-1 0,-1 1 0,1-1 0,0 1 0,-1 0 0,3-1 0,35-21 0,-37 23 0,15-7 0,-1 1 0,2 0 0,-1 2 0,0 0 0,26-3 0,37-8 0,-43 7 0,2 1 0,-1 1 0,1 3 0,-1 1 0,1 1 0,40 6 0,-75-5 0,0 1 0,0 0 0,0 0 0,0 0 0,-1 0 0,1 0 0,0 1 0,0 0 0,-1 0 0,1 0 0,-1 0 0,1 0 0,-1 1 0,0-1 0,0 1 0,0 0 0,0 0 0,-1 0 0,1 0 0,-1 1 0,0-1 0,0 1 0,0-1 0,0 1 0,-1 0 0,1 0 0,-1 0 0,0 0 0,0 4 0,3 12 0,-2 1 0,-1 0 0,0-1 0,-4 34 0,1-23 0,0-10 0,2 0 0,0 0 0,2 0 0,0 0 0,8 29 0,4 28 0,-12-59 0,1 0 0,12 38 0,-15-57 0,0 1 0,0 0 0,1 0 0,-1 0 0,0 0 0,1 0 0,-1 0 0,1 0 0,-1 0 0,1-1 0,0 1 0,-1 0 0,1 0 0,0-1 0,-1 1 0,1 0 0,0-1 0,0 1 0,-1-1 0,1 1 0,0-1 0,0 1 0,2 0 0,-2-1 0,0-1 0,0 1 0,0 0 0,0 0 0,0-1 0,0 1 0,0-1 0,0 1 0,0-1 0,-1 1 0,1-1 0,0 1 0,0-1 0,0 0 0,-1 1 0,1-1 0,0 0 0,0-1 0,4-5 0,0 0 0,0-1 0,6-15 0,2-13 0,-1-1 0,-1 0 0,-2 0 0,5-60 0,-12 90 0,-1 0 0,1 0 0,1 0 0,-1 0 0,6-9 0,-7 14 0,0 0 0,0 1 0,0-1 0,0 1 0,0 0 0,0-1 0,0 1 0,1 0 0,-1 0 0,0-1 0,1 1 0,1-1 0,-2 2 0,0 0 0,-1 0 0,1 0 0,0-1 0,0 1 0,0 0 0,-1 0 0,1 0 0,0 0 0,0 0 0,0 1 0,-1-1 0,1 0 0,0 0 0,0 0 0,-1 1 0,1-1 0,0 0 0,-1 1 0,1-1 0,0 1 0,-1-1 0,1 1 0,0-1 0,-1 1 0,1-1 0,-1 1 0,1 0 0,2 3 0,0 1 0,0-1 0,0 1 0,-1-1 0,0 1 0,0 0 0,-1 0 0,1 0 0,-1 0 0,0 0 0,1 9 0,1 63 0,-4-59 0,1-15 0,1 4 0,0-9 0,5-14 0,-1 9 0,1 0 0,0 0 0,0 0 0,1 1 0,0 0 0,0 0 0,0 0 0,1 1 0,0 0 0,0 1 0,0 0 0,1 0 0,-1 1 0,1 0 0,0 0 0,17-2 0,1 1 0,-1 0 0,0 2 0,1 2 0,46 3 0,-59-1 0,0 0 0,-1 1 0,0 0 0,0 1 0,0 1 0,0 0 0,0 1 0,-1 0 0,18 12 0,-7-1 0,-1 1 0,0 2 0,28 31 0,-47-48 0,0 1 0,0-1 0,0 0 0,0-1 0,0 1 0,1-1 0,-1 1 0,1-1 0,0 0 0,0 0 0,0-1 0,0 1 0,5 1 0,-6-3 0,-1 0 0,1 0 0,-1-1 0,0 1 0,1 0 0,-1-1 0,0 1 0,1-1 0,-1 0 0,0 0 0,0 0 0,0 0 0,0 0 0,0 0 0,0 0 0,0-1 0,0 1 0,0-1 0,0 1 0,-1-1 0,1 0 0,-1 0 0,1 0 0,-1 0 0,2-2 0,8-16 0,0-1 0,-1 0 0,9-30 0,-10 26 0,6-17 0,-2-1 0,-2 1 0,8-70 0,-12 33 0,-3-87 0,-4 66 0,-3-91 0,1 179 0,0 0 0,-1 0 0,0 1 0,-1-1 0,0 1 0,-1 0 0,-7-11 0,-2-3 0,-33-42 0,44 63 0,0 0 0,0 0 0,0 1 0,-1 0 0,0-1 0,1 1 0,-1 1 0,0-1 0,-1 0 0,1 1 0,0 0 0,-1 0 0,1 0 0,-1 1 0,0 0 0,1-1 0,-1 2 0,0-1 0,0 0 0,0 1 0,-9 0 0,10 1 0,-1 0 0,1 0 0,0 1 0,-1-1 0,1 1 0,0 0 0,0 0 0,0 0 0,1 0 0,-1 1 0,0 0 0,1 0 0,0 0 0,0 0 0,-1 0 0,2 0 0,-1 1 0,0 0 0,1-1 0,0 1 0,0 0 0,0 0 0,-3 8 0,0 4 0,1-1 0,1 1 0,0 0 0,1 1 0,0 17 0,6 86 0,-1-55 0,-1-44 0,0 0 0,2-1 0,1 1 0,0-1 0,1 0 0,1 0 0,18 33 0,-19-38 0,-1 0 0,-1 0 0,0 1 0,2 20 0,-4-22 0,1 1 0,0-1 0,1 0 0,0 0 0,10 19 0,16 38 0,-26-57 0,1 0 0,0-1 0,1 0 0,0 0 0,2 0 0,-1-1 0,15 17 0,-15-23 0,0-1 0,1 0 0,-1-1 0,1 0 0,0 0 0,0 0 0,1-1 0,-1 0 0,1-1 0,12 2 0,-8-1 0,-1 0 0,1 1 0,-1 0 0,16 9 0,-3 1 0,49 32 0,-68-42 0,0 1 0,-1 0 0,1 0 0,-1 0 0,-1 1 0,1-1 0,-1 1 0,0 0 0,5 9 0,-9-14 3,1 1 0,-1-1 0,1 0-1,-1 0 1,1 0 0,-1 0 0,0 0 0,0 1-1,1-1 1,-1 0 0,0 0 0,0 0 0,0 1-1,-1-1 1,1 0 0,0 0 0,0 0-1,0 0 1,-1 1 0,1-1 0,-1 0 0,1 0-1,-1 0 1,1 0 0,-1 0 0,0 0 0,1 0-1,-1 0 1,0 0 0,0 0 0,0-1 0,0 1-1,0 0 1,0 0 0,0-1 0,0 1 0,0-1-1,0 1 1,-2 0 0,-3 1-249,-1 1 0,0-2-1,0 1 1,0-1 0,-9 1 0,-17 0-6580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5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0 287 24575,'1'-2'0,"0"0"0,0 0 0,-1 0 0,1 0 0,0 0 0,1 0 0,-1 0 0,0 0 0,0 1 0,1-1 0,-1 0 0,1 1 0,0 0 0,-1-1 0,1 1 0,0 0 0,2-2 0,36-20 0,-38 22 0,50-25 0,1 2 0,107-32 0,-55 20 0,-73 23 0,0 2 0,52-10 0,19-5-41,-66 16-1283,-9 2-5502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7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24575,'0'819'0,"0"-829"0,0-1 0,0 1 0,1 0 0,1 0 0,0-1 0,6-17 0,-7 24 0,1 0 0,1 0 0,-1 1 0,0-1 0,1 1 0,-1-1 0,1 1 0,0 0 0,0 0 0,1 0 0,-1 1 0,0-1 0,1 1 0,0 0 0,-1 0 0,1 0 0,0 0 0,0 1 0,0-1 0,5 0 0,8-2 0,0 1 0,1 0 0,-1 1 0,1 1 0,29 2 0,-36 0 0,1 0 0,0 1 0,0 0 0,-1 1 0,0 1 0,1 0 0,-1 0 0,0 1 0,13 8 0,8 8 0,-15-12 0,-1 1 0,0 0 0,-1 2 0,0 0 0,-1 0 0,-1 1 0,0 1 0,19 26 0,-26-31 0,0-1 0,0 2 0,-1-1 0,0 1 0,-1 0 0,5 14 0,-8-22 0,-1 0 0,1 0 0,-1 0 0,0 0 0,0 1 0,0-1 0,0 0 0,0 0 0,0 0 0,-1 0 0,1 0 0,-1 0 0,1 0 0,-1 0 0,0 0 0,1 0 0,-1 0 0,0-1 0,0 1 0,-1 0 0,1-1 0,0 1 0,0 0 0,-1-1 0,1 1 0,-1-1 0,0 0 0,1 0 0,-1 1 0,0-1 0,0 0 0,1-1 0,-1 1 0,-4 1 0,-5 2 0,-1-1 0,0 0 0,0 0 0,0-1 0,-21 0 0,-66-5 0,49 1 0,-203-2 0,226 2 0,19-3 0,17-4 0,32-10 0,1 1 0,1 2 0,1 2 0,62-12 0,6 11 0,-82 13 0,-1-2 0,1-1 0,38-11 0,-22-1 0,-20 8 0,-1 0 0,28-4 0,-29 8 0,1 0 0,23-10 0,-41 12 0,0 1 0,0-1 0,0-1 0,-1 1 0,1-1 0,-1-1 0,0 1 0,0-1 0,-1 0 0,1 0 0,5-7 0,-10 11 0,-1 0 0,1 1 0,0-1 0,-1 0 0,1 0 0,-1 0 0,1 1 0,-1-1 0,1 0 0,-1 0 0,1 0 0,-1 0 0,0 0 0,0 0 0,1 0 0,-1 0 0,0 0 0,0 0 0,0 0 0,0 0 0,0 0 0,0 0 0,0 0 0,0 0 0,-1 0 0,1 0 0,0 1 0,-1-1 0,1 0 0,0 0 0,-1 0 0,1 0 0,-1 0 0,0 1 0,1-1 0,-1 0 0,1 0 0,-1 1 0,0-1 0,0 0 0,1 1 0,-1-1 0,0 1 0,0-1 0,0 1 0,0-1 0,0 1 0,0 0 0,-1-1 0,-1 0 0,1 1 0,0-1 0,-1 1 0,1 0 0,0-1 0,-1 1 0,1 0 0,-1 0 0,1 1 0,0-1 0,-1 1 0,1-1 0,0 1 0,-1-1 0,1 1 0,0 0 0,0 0 0,0 0 0,0 1 0,-4 2 0,2 0 0,0 1 0,1 0 0,0 0 0,0 0 0,0 1 0,0-1 0,1 0 0,0 1 0,0 0 0,0 0 0,1 0 0,-1 7 0,-1 13 0,1 38 0,2-52 0,-1-3 0,1 0 0,0 0 0,1 0 0,0 0 0,0 0 0,1 0 0,0-1 0,1 1 0,0-1 0,0 1 0,1-1 0,0 0 0,0 0 0,1-1 0,0 1 0,0-1 0,1 0 0,0 0 0,0-1 0,0 0 0,1 0 0,11 7 0,-6-4 0,1 0 0,0-1 0,0-1 0,1 0 0,0-1 0,0-1 0,0 0 0,1-1 0,0 0 0,-1-1 0,1-1 0,25 1 0,-33-3 0,43 2 0,99-8 0,-134 4 0,0 0 0,-1-2 0,1 1 0,0-2 0,-1 0 0,0-1 0,0 0 0,-1-1 0,0 0 0,0-1 0,12-11 0,11-7 0,-26 19 0,0 0 0,0-1 0,16-18 0,-12 10 0,-1-1 0,0 0 0,-2-1 0,0-1 0,13-30 0,-20 41 0,-1-1 0,-1 1 0,1-1 0,-1 1 0,-1-1 0,1 0 0,-2 0 0,1 0 0,-1 0 0,0 0 0,-1 0 0,0 1 0,-1-1 0,0 0 0,-5-16 0,4 19 0,-1 0 0,1 1 0,-1-1 0,0 1 0,0 0 0,-1 0 0,1 0 0,-1 1 0,0 0 0,0 0 0,-1 0 0,1 0 0,-1 1 0,0 0 0,-9-3 0,1 0 0,-1 1 0,0 1 0,0 0 0,0 1 0,-23-2 0,28 4 0,1 1 0,0 0 0,-1 1 0,1 0 0,0 0 0,0 1 0,0 0 0,-17 6 0,22-6 0,0 0 0,0 0 0,-1 1 0,2-1 0,-1 1 0,0 0 0,1 0 0,-1 0 0,1 1 0,0-1 0,0 1 0,0 0 0,0 0 0,1 0 0,0 0 0,0 0 0,0 0 0,0 1 0,-1 6 0,-2 13 0,2 1 0,0 0 0,2 0 0,0 0 0,2 0 0,5 28 0,-5-47 0,0 0 0,1 1 0,0-1 0,0 0 0,0 0 0,1 0 0,0-1 0,0 1 0,0 0 0,1-1 0,0 0 0,0 0 0,0 0 0,1-1 0,-1 1 0,1-1 0,0 0 0,1 0 0,-1-1 0,1 0 0,-1 0 0,1 0 0,0 0 0,0-1 0,0 0 0,13 2 0,-9-1 0,0-2 0,1 1 0,0-1 0,-1-1 0,1 0 0,-1 0 0,1-1 0,-1-1 0,1 0 0,-1 0 0,0-1 0,1 0 0,-2 0 0,1-2 0,16-8 0,-19 8 0,-1 1 0,1 0 0,0 1 0,0-1 0,1 1 0,-1 0 0,1 1 0,12-3 0,-16 5 0,-1 0 0,1 0 0,-1 0 0,1 1 0,-1-1 0,0 1 0,1 0 0,-1 0 0,1 0 0,-1 0 0,0 0 0,0 1 0,0 0 0,0 0 0,0-1 0,0 2 0,0-1 0,-1 0 0,1 0 0,-1 1 0,5 5 0,6 11-91,16 21 300,-28-39-271,0 0 0,0 0 0,0 0 1,0 1-1,0-1 0,0 0 0,0 0 0,0-1 1,1 1-1,-1 0 0,0 0 0,1-1 1,-1 1-1,1 0 0,-1-1 0,1 0 0,-1 1 1,1-1-1,-1 0 0,1 0 0,-1 0 1,1 0-1,1 0 0,8-6-6764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0:58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95 24575,'2'0'0,"0"1"0,0-1 0,0 0 0,0 1 0,0-1 0,0 1 0,0-1 0,0 1 0,0 0 0,0 0 0,-1 0 0,1 0 0,0 0 0,-1 0 0,1 1 0,2 1 0,20 30 0,-23-29 0,1-1 0,0 0 0,0 1 0,0-1 0,1 0 0,-1 0 0,1 0 0,0-1 0,0 1 0,0-1 0,0 1 0,6 2 0,-8-4 0,-1-1 0,1 0 0,0 0 0,-1 0 0,1 0 0,0 0 0,-1 0 0,1 0 0,-1 0 0,1 0 0,0 0 0,-1 0 0,1-1 0,0 1 0,-1 0 0,1 0 0,-1-1 0,1 1 0,0 0 0,-1-1 0,1 1 0,-1 0 0,1-1 0,-1 1 0,1-1 0,-1 1 0,0-1 0,1 1 0,-1-1 0,0 1 0,1-1 0,-1 0 0,0 1 0,1-2 0,7-25 0,-7 20 0,1 2 0,-1 0 0,1 1 0,0-1 0,0 1 0,1-1 0,-1 1 0,1 0 0,0 0 0,0 0 0,6-6 0,-7 9 0,-1 0 0,0 0 0,1 0 0,-1 0 0,1 0 0,-1 0 0,1 0 0,-1 0 0,1 1 0,0-1 0,-1 1 0,1-1 0,0 1 0,0 0 0,-1-1 0,1 1 0,0 0 0,0 0 0,0 0 0,-1 0 0,1 1 0,0-1 0,0 0 0,-1 1 0,1 0 0,0-1 0,-1 1 0,1 0 0,-1-1 0,1 1 0,-1 0 0,1 0 0,1 2 0,3 3 0,0-1 0,0 1 0,-1 0 0,0 1 0,0-1 0,-1 1 0,1 0 0,-2 0 0,5 10 0,0 3 0,-2 1 0,6 22 0,-10-136 0,-1 85 0,-1 1 0,1-1 0,1 1 0,-1-1 0,1 1 0,1 0 0,-1 0 0,1 0 0,0 0 0,1 0 0,6-10 0,-6 13 0,0 0 0,0 0 0,0 0 0,0 1 0,1 0 0,-1-1 0,1 2 0,0-1 0,0 0 0,0 1 0,0 0 0,0 0 0,1 1 0,-1-1 0,1 1 0,6 0 0,13-3 0,0 2 0,-1 1 0,36 3 0,-52-2 0,0 1 0,0 1 0,1-1 0,-1 2 0,0-1 0,-1 1 0,1 0 0,0 0 0,-1 1 0,0 0 0,0 1 0,0-1 0,11 11 0,-3 1-455,-1 0 0,14 22 0,-14-16-6371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0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33 24575,'0'-7'0,"-7"-2"0,-10 0 0,-1 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0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0 24575,'-2'120'0,"6"136"0,0-224 0,3 0 0,0-1 0,13 35 0,-8-30 0,11 59 0,-14-20 0,-7-45 0,13 58 0,4 9 0,-13-63 0,11 42 0,-15-71 0,-1 0 0,0-1 0,0 1 0,0 0 0,-1 0 0,0 0 0,0 0 0,0 0 0,0 0 0,-1 0 0,-1 6 0,1-9 0,1 0 0,-1-1 0,0 1 0,0 0 0,0-1 0,0 1 0,0-1 0,-1 1 0,1-1 0,0 1 0,-1-1 0,1 0 0,-1 0 0,1 0 0,-1 0 0,0 0 0,1 0 0,-1 0 0,0 0 0,0 0 0,1-1 0,-1 1 0,0-1 0,0 0 0,0 1 0,0-1 0,0 0 0,0 0 0,0 0 0,0 0 0,1-1 0,-4 0 0,0 1 0,1-1 0,0 0 0,-1-1 0,1 1 0,0-1 0,0 1 0,0-1 0,0-1 0,0 1 0,0-1 0,1 1 0,-1-1 0,1 0 0,-4-4 0,-4-5 0,0-2 0,-12-20 0,2 4 0,10 13 0,1 0 0,1-1 0,1 0 0,-11-34 0,-15-31 0,27 69 0,1 1 0,1-1 0,-1 0 0,2 0 0,-5-25 0,9 36 0,-1 0 0,1-1 0,-1 1 0,1-1 0,0 1 0,0 0 0,1-1 0,-1 1 0,1-1 0,-1 1 0,1 0 0,0-1 0,0 1 0,1 0 0,-1 0 0,1 0 0,-1 0 0,1 0 0,0 0 0,0 1 0,1-1 0,-1 0 0,0 1 0,1 0 0,-1-1 0,1 1 0,0 0 0,0 1 0,0-1 0,3-1 0,5-1 0,0 0 0,0 1 0,0 1 0,1 0 0,-1 0 0,16 1 0,73 4 0,-51-1 0,50-1 0,55 3 0,-151-4 0,0 1 0,1-1 0,-1 0 0,0 1 0,0-1 0,0 1 0,1 0 0,-1 0 0,0 0 0,0 1 0,0-1 0,-1 1 0,1-1 0,0 1 0,0 0 0,-1 0 0,1 1 0,-1-1 0,0 0 0,0 1 0,0-1 0,0 1 0,0 0 0,0-1 0,-1 1 0,1 0 0,-1 0 0,0 0 0,0 0 0,0 1 0,0-1 0,0 0 0,-1 0 0,0 0 0,1 1 0,-1-1 0,-1 0 0,1 1 0,0-1 0,-1 0 0,1 0 0,-1 0 0,-1 4 0,-9 41 0,2 0 0,2 1 0,2-1 0,2 1 0,5 64 0,-1-108 0,0-1 0,0 1 0,0-1 0,1 0 0,-1 1 0,1-1 0,0 0 0,0 0 0,0 0 0,1 0 0,0-1 0,0 1 0,-1-1 0,2 1 0,-1-1 0,0 0 0,1 0 0,6 4 0,-7-6 0,-1 1 0,1-1 0,-1 0 0,1 0 0,0 0 0,0 0 0,-1 0 0,1-1 0,0 1 0,0-1 0,0 1 0,0-1 0,-1 0 0,1-1 0,0 1 0,0 0 0,0-1 0,0 1 0,-1-1 0,1 0 0,0 0 0,0 0 0,-1 0 0,1-1 0,-1 1 0,1-1 0,-1 1 0,0-1 0,0 0 0,3-3 0,0 0 0,-1 0 0,-1-1 0,1 0 0,-1 1 0,0-1 0,0-1 0,-1 1 0,0 0 0,0-1 0,0 1 0,-1-1 0,0 1 0,0-1 0,0 0 0,-2-11 0,0-6 0,-1 1 0,-1 0 0,-8-27 0,8 38 0,0 1 0,-2-1 0,1 1 0,-1-1 0,-1 2 0,0-1 0,-1 0 0,0 1 0,0 0 0,-1 1 0,-1 0 0,1 0 0,-2 1 0,1 0 0,-12-8 0,14 11 0,-8-6 0,1 0 0,0-1 0,1 0 0,1-1 0,-18-24 0,21 25-195,0 2 0,0-1 0,-1 1 0,0 0 0,-1 1 0,-15-10 0,4 5-6631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1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24575,'462'0'0,"-455"-1"0,1 1 0,-1 1 0,1-1 0,-1 1 0,1 1 0,-1 0 0,0 0 0,0 0 0,8 4 0,-11-4 0,-1 0 0,0 0 0,0 1 0,0-1 0,0 1 0,0 0 0,-1 0 0,1 0 0,-1 0 0,0 0 0,0 0 0,0 1 0,0-1 0,-1 1 0,1-1 0,-1 1 0,0 0 0,0 0 0,1 6 0,-1-3 0,0 0 0,-1 0 0,0 0 0,0 0 0,-1 0 0,1-1 0,-2 1 0,1 0 0,-1 0 0,-2 7 0,-4 6 0,-1-1 0,-12 18 0,-11 23 0,28-51-85,-1 0-1,-1-1 0,0 0 1,0 0-1,0 0 0,-8 7 1,7-8-681,-10 12-6060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1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24575,'0'22'0,"-1"0"0,-1 0 0,0 0 0,-10 36 0,2-23 0,-6 18 0,3 0 0,2 0 0,-6 67 0,14-89 67,-13 57 0,-2 6-1566,15-62-5327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1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24575,'0'7'0,"0"9"0,0 9 0,7 1 0,2 2 0,0 4 0,-1 3 0,-3 4 0,5-6 0,1-1 0,-2 1 0,-1 2 0,-4 2 0,-1 2 0,-1-12 0,-2-12-8191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2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24575,'0'-7'0,"7"-3"0,2 8 0,7 4 0,1 10 0,4 1 0,-1 0-8191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2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0 600 24575,'2'0'0,"0"-1"0,0 0 0,0 0 0,0 0 0,0 0 0,0 0 0,0 0 0,0 0 0,-1-1 0,1 1 0,-1 0 0,1-1 0,-1 0 0,1 1 0,-1-1 0,0 0 0,2-2 0,20-35 0,-23 38 0,12-25 0,12-38 0,-13 31 0,9-26 0,40-97 0,-55 141 0,0 0 0,5-31 0,-8 36 0,-1 1 0,1-1 0,1 0 0,0 1 0,0 0 0,1 0 0,0 0 0,0 0 0,1 0 0,6-7 0,-11 15 0,1 0 0,-1 0 0,1 1 0,0-1 0,-1 0 0,1 1 0,-1-1 0,1 0 0,0 1 0,0-1 0,-1 1 0,1-1 0,0 1 0,0 0 0,-1-1 0,1 1 0,0 0 0,0-1 0,0 1 0,0 0 0,0 0 0,0 0 0,-1 0 0,1 0 0,0 0 0,0 0 0,0 0 0,0 0 0,0 0 0,1 1 0,-1 0 0,1 0 0,-1 0 0,0 1 0,0-1 0,1 1 0,-1-1 0,0 1 0,0-1 0,-1 1 0,1-1 0,0 1 0,0 0 0,0 3 0,2 8 0,0 0 0,1 26 0,-2-11 0,-1 2 0,2 1 0,9 38 0,1-7 0,14 47 0,13 16 0,-33-103 0,-1 1 0,-1-1 0,-1 1 0,-1 0 0,-1 0 0,-1 0 0,-3 39 0,2-57-105,-1-1 0,1 1 0,-1-1 0,-1 1 0,1-1 0,0 0 0,-1 1 0,0-1 0,0 0 0,0 0 0,-1 0 0,-3 4 0,-12 10-6721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2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0 122 24575,'22'0'0,"0"0"0,0-2 0,0-1 0,35-8 0,-17 2 0,0 3 0,0 1 0,0 2 0,56 3 0,45-4 0,-117 0 27,-1 0 0,0-2-1,-1 0 1,30-13-1,-24 8-775,50-12 0,-43 17-6077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2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24575,'7'0'0,"9"0"0,9 0 0,1 7 0,2 2 0,4 0 0,-4 5 0,-6 8 0,-8 7 0,2-2 0,-2 3 0,-3 2 0,-4 3 0,-3 2 0,-9-4 0,-5-1 0,1-6-8191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3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67 24575,'0'-7'0,"7"-2"0,2-7 0,7-1 0,7 3 0,1 11 0,2 5 0,-3 4-8191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3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4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24575,'1'5'0,"0"0"0,1-1 0,-1 1 0,1 0 0,0-1 0,1 0 0,3 7 0,2 3 0,2 4 0,-1 0 0,-1 1 0,-1 0 0,-1 1 0,0-1 0,-1 1 0,3 40 0,-5-7 0,-4-33 0,1 0 0,2 0 0,0 0 0,1 0 0,1-1 0,0 0 0,2 1 0,10 24 0,-7-25 0,-2 1 0,0 0 0,-2 0 0,0 0 0,-1 1 0,-1 0 0,0 35 0,1-9 0,-2-31-455,1-1 0,6 22 0,0-10-6371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4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1 294 24575,'2'0'0,"-1"-1"0,1 1 0,0-1 0,-1 0 0,1 0 0,-1 0 0,1 0 0,-1 0 0,1 0 0,-1 0 0,1 0 0,-1-1 0,0 1 0,0 0 0,0-1 0,0 1 0,0-1 0,0 1 0,0-1 0,1-1 0,9-14 0,87-93 0,-88 100 0,1 0 0,-1 0 0,2 1 0,23-16 0,6-4 0,-32 24-124,-1-1 0,1 1 0,0 0 0,1 0 0,-1 1 0,1 1-1,-1 0 1,1 0 0,0 1 0,16-2 0,7 0-6702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4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24575,'0'21'0,"-1"-13"0,0 0 0,1 0 0,0 0 0,1 0 0,0 0 0,0 0 0,1-1 0,-1 1 0,2 0 0,-1-1 0,1 1 0,0-1 0,6 9 0,-3-7 0,0 0 0,-1 0 0,1-1 0,1 1 0,0-2 0,0 1 0,0-1 0,1 0 0,0 0 0,1-1 0,-1 0 0,16 8 0,-1-2 0,0 1 0,30 23 0,-35-23 0,1 0 0,1-1 0,33 15 0,23 4 0,57 21 0,-105-41-1365,-5 1-5461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7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45 24575,'-16'-1'0,"-1"-1"0,1-1 0,-32-9 0,-16-2 0,49 11 0,-11-1 0,-42-1 0,63 5 0,0 0 0,0 0 0,0 0 0,0 1 0,0 0 0,0 0 0,0 0 0,0 1 0,1-1 0,-1 1 0,0 0 0,1 1 0,-1-1 0,-7 7 0,11-8 0,-1 1 0,1 0 0,0-1 0,0 1 0,0 0 0,0 0 0,0 0 0,1 0 0,-1 0 0,0 0 0,1 0 0,0 0 0,-1 1 0,1-1 0,0 0 0,0 0 0,0 0 0,0 0 0,1 0 0,-1 1 0,0-1 0,1 0 0,0 0 0,-1 0 0,1 0 0,0 0 0,0 0 0,0-1 0,2 4 0,3 5 0,1 0 0,0 0 0,15 14 0,135 163 0,-124-151 0,-20-23 0,-1 0 0,16 23 0,-26-33 0,0 1 0,0-1 0,0 1 0,0-1 0,-1 1 0,1 0 0,-1 0 0,0 0 0,0 0 0,-1 0 0,1 0 0,-1 0 0,1 0 0,-1 0 0,-1 0 0,0 5 0,0-6 0,0 0 0,0 0 0,0-1 0,-1 1 0,1-1 0,-1 1 0,0-1 0,0 0 0,0 1 0,0-1 0,0 0 0,0 0 0,-1-1 0,1 1 0,0 0 0,-1-1 0,0 1 0,1-1 0,-1 0 0,0 0 0,1 0 0,-1 0 0,0 0 0,-4 0 0,-10 2 0,1-1 0,-1-1 0,-17 0 0,27-1 0,5 0-23,-5 0-80,0 1 0,0-1 0,0 0-1,0-1 1,0 0 0,0 0 0,0 0-1,0-1 1,0 0 0,1-1-1,-1 1 1,-7-5 0,3-4-6723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7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48 24575,'-3'-1'0,"-1"1"0,1-1 0,0 0 0,0 0 0,0 0 0,0-1 0,0 1 0,1-1 0,-4-2 0,-18-8 0,-3 5 0,0 2 0,-1 1 0,1 1 0,-1 1 0,0 2 0,-38 3 0,61-2 0,1-1 0,0 1 0,0 0 0,0 0 0,0 0 0,0 1 0,0-1 0,0 1 0,0 0 0,1 0 0,-1 1 0,1-1 0,-1 1 0,1 0 0,0-1 0,0 2 0,0-1 0,0 0 0,1 0 0,0 1 0,-1-1 0,1 1 0,0 0 0,1 0 0,-1 0 0,1 0 0,-1 0 0,1 0 0,-1 7 0,1-4 0,0 0 0,1 1 0,0-1 0,0 0 0,1 1 0,0-1 0,0 0 0,0 1 0,1-1 0,0 0 0,1 0 0,-1 0 0,1-1 0,1 1 0,-1-1 0,8 11 0,0-3 0,1-1 0,0 0 0,1 0 0,17 12 0,-21-19 0,-1-1 0,0 0 0,1 0 0,0-1 0,0 0 0,0-1 0,0 0 0,1-1 0,13 3 0,-6-3 0,0 0 0,0-1 0,0-1 0,0 0 0,0-2 0,20-3 0,-26 2 0,0 0 0,-1 0 0,1-2 0,-1 1 0,0-1 0,0 0 0,0-1 0,-1-1 0,1 1 0,9-11 0,-12 11 0,0 0 0,-1-1 0,1 0 0,-2 0 0,1-1 0,-1 0 0,0 0 0,0 0 0,-1-1 0,0 1 0,4-17 0,-7 23 0,-1 0 0,0 1 0,1-1 0,-1 0 0,1 0 0,-1 1 0,1-1 0,0 0 0,0 1 0,0-1 0,0 0 0,0 1 0,0 0 0,0-1 0,1 1 0,-1 0 0,0-1 0,1 1 0,-1 0 0,3-1 0,-2 2 0,-1 0 0,1 0 0,-1 0 0,1 0 0,-1 1 0,1-1 0,-1 1 0,0-1 0,1 1 0,-1-1 0,0 1 0,1 0 0,-1 0 0,0 0 0,0-1 0,1 1 0,-1 0 0,0 1 0,0-1 0,0 0 0,0 0 0,-1 0 0,1 1 0,0-1 0,1 3 0,4 8 0,1 1 0,-2-1 0,0 1 0,5 20 0,-5-15 0,1-1 0,14 30 0,-18-43 0,0 0 0,1-1 0,-1 1 0,1-1 0,-1 1 0,1-1 0,0 0 0,0 0 0,1 0 0,-1-1 0,1 1 0,-1-1 0,1 0 0,0 0 0,0 0 0,6 2 0,-8-3 0,0-1 0,-1 1 0,1-1 0,0 1 0,0-1 0,0 0 0,0 0 0,-1 0 0,1 0 0,0 0 0,0 0 0,0-1 0,0 1 0,0 0 0,-1-1 0,1 0 0,0 1 0,0-1 0,-1 0 0,1 0 0,-1 0 0,1 0 0,-1 0 0,1 0 0,-1 0 0,1-1 0,1-1 0,1-3 0,-1-1 0,1 1 0,-1-1 0,0 0 0,3-13 0,-4 14 0,0 0 0,0 1 0,0-1 0,1 0 0,0 1 0,0 0 0,4-7 0,-6 11 0,0 0 0,0 1 0,-1-1 0,1 0 0,0 1 0,0-1 0,0 1 0,0-1 0,0 1 0,0-1 0,0 1 0,0 0 0,0-1 0,0 1 0,0 0 0,0 0 0,0 0 0,0 0 0,0 0 0,0 0 0,0 0 0,0 0 0,0 0 0,0 0 0,0 1 0,0-1 0,0 0 0,0 1 0,0-1 0,-1 1 0,1-1 0,0 1 0,0-1 0,0 1 0,0-1 0,-1 1 0,1 0 0,0 0 0,0-1 0,0 2 0,5 5 0,-1 0 0,1 0 0,7 15 0,-5-8 0,15 23 0,-18-27 0,0 0 0,1-1 0,0 0 0,1 0 0,0 0 0,0-1 0,1 0 0,9 9 0,-15-17 0,-1 1 0,1 0 0,-1-1 0,0 1 0,1-1 0,-1 1 0,1-1 0,-1 0 0,1 0 0,-1 1 0,1-1 0,-1 0 0,1 0 0,-1 0 0,1-1 0,-1 1 0,1 0 0,-1-1 0,1 1 0,-1-1 0,1 1 0,-1-1 0,1 0 0,-1 1 0,0-1 0,0 0 0,1 0 0,-1 0 0,0 0 0,0 0 0,0 0 0,0 0 0,0 0 0,0-1 0,0 1 0,-1 0 0,1-1 0,0 1 0,0-2 0,5-8 0,-1 0 0,-1-1 0,7-20 0,-10 26 0,7-25 0,4-37 0,-9 54 0,-3 13 0,-1 0 0,1 1 0,1-1 0,-1 1 0,0-1 0,0 0 0,0 1 0,0-1 0,0 0 0,0 1 0,1-1 0,-1 1 0,0-1 0,1 1 0,-1-1 0,0 1 0,1-1 0,-1 1 0,1-1 0,-1 1 0,0-1 0,2 0 0,6 8 0,5 24 0,-12-29-29,2 13-162,1 0 0,1 0 0,0-1 1,1 0-1,0 0 0,12 19 0,0-11-6635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8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24575,'0'7'0,"0"9"0,0 10 0,0 6 0,0 6 0,0 3 0,0 2 0,7-6 0,2-4 0,0 1 0,-2 2 0,-2 1 0,6 2 0,0 1 0,-2 1 0,-2 1 0,-2-8-8191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8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0 169 24575,'0'-3'0,"1"1"0,-1-1 0,1 1 0,0-1 0,0 1 0,0-1 0,0 1 0,0 0 0,0 0 0,1 0 0,-1-1 0,1 1 0,-1 1 0,1-1 0,0 0 0,0 0 0,2-1 0,40-28 0,-31 23 0,6-5 0,1 2 0,1 0 0,0 2 0,0 0 0,1 1 0,0 1 0,0 1 0,0 1 0,1 1 0,0 1 0,33 0 0,-29 3 0,-44 1 0,1 1 0,-1 0 0,1 1 0,0 1 0,0 0 0,-17 7 0,-20 12 0,34-17 0,2 2 0,-33 18 0,47-24 0,-1 0 0,1 0 0,0 1 0,0-1 0,0 1 0,1 0 0,-1 0 0,0 0 0,1 0 0,0 0 0,0 0 0,0 1 0,0-1 0,1 1 0,-1 0 0,1-1 0,0 1 0,0 0 0,0 0 0,0 0 0,1 0 0,0-1 0,-1 1 0,1 0 0,1 0 0,-1 0 0,1 0 0,-1 0 0,3 6 0,-1-4 0,1-1 0,-1 1 0,1-1 0,1 1 0,-1-1 0,1 0 0,-1-1 0,1 1 0,1-1 0,-1 1 0,1-1 0,-1 0 0,1-1 0,0 1 0,1-1 0,-1 0 0,0 0 0,9 2 0,3 1 0,1-2 0,-1 0 0,1-2 0,34 2 0,76-7 0,-51 0 0,48 1-1365,-90 2-5461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8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24575,'7'0'0,"10"0"0,2-7 0,4-3 0,6 1 0,5 2 0,3 2 0,3 2 0,2 1 0,1 2 0,0 0 0,-1 0 0,0 0 0,1 1 0,-8-8 0,-10-2-8191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9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24575,'0'8'0,"0"8"0,0 10 0,0 7 0,0 5 0,0 3 0,0 1 0,0 2 0,0-1 0,0 1 0,0-2 0,0 1 0,0-2 0,0 1 0,0 0 0,0-7-8191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9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1 425 24575,'0'-8'0,"1"1"0,1 0 0,-1 0 0,1 0 0,0 0 0,1 0 0,-1 1 0,1-1 0,1 1 0,-1-1 0,8-8 0,17-36 0,-9 8 0,34-56 0,-48 89 0,-1 0 0,0-1 0,0 0 0,3-19 0,9-22 0,-16 51 0,1-1 0,-1 1 0,1 0 0,-1 0 0,1 0 0,-1 0 0,1 0 0,0 0 0,-1 0 0,1 0 0,0 0 0,0 1 0,0-1 0,0 0 0,1 0 0,-2 1 0,1 0 0,-1 0 0,0 0 0,1 0 0,-1 0 0,0 0 0,1 0 0,-1 0 0,0 0 0,1 0 0,-1 0 0,0 0 0,1 1 0,-1-1 0,0 0 0,1 0 0,-1 0 0,0 1 0,1-1 0,-1 0 0,0 0 0,0 1 0,0-1 0,1 0 0,-1 0 0,0 1 0,0-1 0,0 0 0,1 1 0,-1 0 0,2 3 0,-1 1 0,1 0 0,-1 0 0,0-1 0,1 10 0,3 306 0,-8-173 0,3-135-341,0 1 0,-1-1-1,-5 25 1,-3-10-6485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09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24575,'35'-2'0,"0"-1"0,52-12 0,-46 6 0,51-2 0,7 5 0,138 12 0,-203 0-1365,-7 3-5461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0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24575,'0'12'0,"1"1"0,1-1 0,0 1 0,1-1 0,0 0 0,0 0 0,2 0 0,-1-1 0,2 1 0,-1-1 0,9 12 0,-8-12 0,-1 1 0,-1 1 0,6 22 0,8 21 0,-18-55 0,0-1 0,0 1 0,0 0 0,0 0 0,1 0 0,-1-1 0,0 1 0,0 0 0,1 0 0,-1-1 0,1 1 0,-1 0 0,1-1 0,-1 1 0,1-1 0,-1 1 0,1 0 0,-1-1 0,1 1 0,0-1 0,-1 1 0,1-1 0,0 0 0,0 1 0,-1-1 0,1 0 0,0 1 0,0-1 0,1 0 0,-1-1 0,0 0 0,0 0 0,0 0 0,-1 0 0,1 0 0,0 0 0,0 0 0,-1 0 0,1-1 0,-1 1 0,1 0 0,-1 0 0,0-1 0,1 1 0,-1-2 0,7-56 0,-6 47 0,0 0 0,0 1 0,1-1 0,0 1 0,5-14 0,-6 22 0,0 1 0,0-1 0,0 0 0,1 1 0,-1-1 0,1 1 0,-1 0 0,1-1 0,0 1 0,0 0 0,0 0 0,0 0 0,0 0 0,0 1 0,1-1 0,-1 0 0,1 1 0,-1 0 0,1 0 0,-1-1 0,1 2 0,0-1 0,0 0 0,-1 0 0,1 1 0,0-1 0,4 1 0,-2 0 0,1 0 0,0 1 0,-1-1 0,1 1 0,-1 0 0,1 0 0,-1 1 0,0 0 0,1 0 0,-1 0 0,0 1 0,0-1 0,-1 1 0,1 0 0,0 1 0,-1-1 0,0 1 0,0 0 0,0 0 0,0 0 0,-1 1 0,0-1 0,1 1 0,-2 0 0,5 9 0,-6-13 0,21 34 0,-22-34 0,1 0 0,-1-1 0,1 1 0,-1-1 0,1 1 0,-1-1 0,1 1 0,-1-1 0,1 0 0,-1 1 0,1-1 0,0 0 0,-1 1 0,1-1 0,0 0 0,-1 0 0,1 0 0,0 1 0,-1-1 0,2 0 0,-1-1 0,-1 1 0,1 0 0,-1-1 0,1 1 0,0-1 0,-1 1 0,1-1 0,-1 1 0,1-1 0,-1 0 0,1 1 0,-1-1 0,1 0 0,-1 1 0,0-1 0,1 0 0,-1 0 0,0 1 0,0-1 0,1 0 0,-1 0 0,0 1 0,0-2 0,5-17 0,0 0 0,1 0 0,1 0 0,1 1 0,13-21 0,-19 35 0,0 0 0,1 0 0,0 0 0,-1 0 0,2 1 0,-1-1 0,0 1 0,1 0 0,-1 0 0,1 0 0,0 0 0,0 1 0,0-1 0,0 1 0,1 0 0,-1 1 0,1-1 0,-1 1 0,1-1 0,-1 1 0,1 1 0,0-1 0,0 1 0,-1-1 0,1 2 0,0-1 0,8 2 0,-8-1 0,0 1 0,1 1 0,-2-1 0,1 1 0,0 0 0,0 0 0,-1 0 0,1 1 0,-1-1 0,0 1 0,0 0 0,-1 0 0,1 1 0,-1-1 0,0 1 0,0 0 0,2 5 0,3 6 0,0 1 0,-1 0 0,9 35 0,-9-16-1365,-2-4-5461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1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24575,'1'3'0,"0"1"0,0 0 0,1-1 0,-1 1 0,1-1 0,0 0 0,0 1 0,0-1 0,0 0 0,0 0 0,1 0 0,0 0 0,4 3 0,11 15 0,-11-9 0,-1 1 0,-1-1 0,0 1 0,0 0 0,3 18 0,-4-17 0,0 0 0,0 0 0,2 0 0,11 22 0,151 276-640,-149-275-85,-6-10-6101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1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24575,'55'1'0,"-21"0"0,0-1 0,-1-1 0,1-2 0,49-11 0,-46 6 0,48-5 0,-50 9 0,60-15 0,-66 12-455,-1 1 0,57-5 0,-50 9-6371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1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24575,'7'0'0,"10"0"0,1-7 0,5-2 0,6 0 0,5 2 0,4 2 0,2 2 0,2 1 0,0 1 0,1 1 0,-1 1 0,-6-1-8191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1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24575,'793'0'-1365,"-757"0"-5461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2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24575,'2'26'0,"0"0"0,2-1 0,8 32 0,-4-28 0,5 58 0,-11 22 0,-4-163 0,0 15 0,1 0 0,2-1 0,9-54 0,-8 87 0,0 0 0,0 0 0,1 0 0,0 0 0,0 0 0,1 1 0,0 0 0,0-1 0,1 1 0,0 1 0,0-1 0,0 1 0,0 0 0,1 0 0,0 0 0,0 1 0,0 0 0,0 0 0,1 1 0,0-1 0,0 1 0,0 1 0,0 0 0,0 0 0,9-2 0,-1 1 0,1 1 0,-1 1 0,1 0 0,-1 1 0,1 1 0,-1 0 0,1 1 0,-1 1 0,0 0 0,0 1 0,19 8 0,-27-8 0,1 0 0,-1 0 0,0 1 0,0 0 0,0 1 0,-1-1 0,0 1 0,0 0 0,0 1 0,4 7 0,10 14 0,17 35 0,-20-34 0,9 21 0,-17-31 0,1-1 0,20 28 0,-25-38 0,1-1 0,-1 1 0,-1 0 0,0 1 0,0-1 0,0 1 0,-1 0 0,-1 0 0,1 0 0,-1 0 0,-1 0 0,0 1 0,0 12 0,-1-17 0,0-1 0,-1 1 0,1-1 0,-1 1 0,0-1 0,-1 0 0,1 1 0,-1-1 0,1 0 0,-1 0 0,-1 0 0,1 0 0,0 0 0,-1 0 0,0-1 0,0 1 0,0-1 0,0 0 0,-1 0 0,1 0 0,-1-1 0,0 1 0,1-1 0,-1 1 0,0-1 0,-1-1 0,1 1 0,0 0 0,-6 0 0,-18 3 0,0-1 0,0-2 0,0 0 0,-55-6 0,30 2 0,37 1 0,1-1 0,-1-1 0,1 0 0,0-1 0,0-1 0,0 0 0,0-1 0,1 0 0,0-2 0,-24-15 0,33 20-170,0-1-1,0 1 0,1-1 1,-1 0-1,1 0 0,0-1 1,-6-8-1,-4-9-6655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2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1 217 24575,'77'2'0,"91"-5"0,-163 3 0,-1-1 0,0 0 0,0 0 0,0 0 0,0 0 0,0-1 0,0 1 0,0-1 0,0 0 0,0-1 0,-1 1 0,1 0 0,-1-1 0,0 0 0,0 0 0,0 0 0,0 0 0,0-1 0,-1 1 0,1-1 0,-1 1 0,0-1 0,0 0 0,0 0 0,-1 0 0,1 0 0,-1 0 0,0 0 0,0 0 0,-1 0 0,1-1 0,-1 1 0,0 0 0,0-1 0,0 1 0,-1 0 0,1 0 0,-1-1 0,0 1 0,0 0 0,-1 0 0,1 0 0,-1 0 0,0 0 0,0 1 0,0-1 0,0 0 0,-1 1 0,1 0 0,-5-5 0,1 3 0,0 1 0,0-1 0,0 1 0,0 0 0,-1 0 0,0 1 0,1 0 0,-1 0 0,-1 1 0,1 0 0,0 0 0,-15-1 0,12 1 0,1 1 0,-1 1 0,0-1 0,0 2 0,0-1 0,1 1 0,-1 1 0,0 0 0,-13 4 0,19-4 0,1 1 0,-1-1 0,0 0 0,1 1 0,-1 0 0,1 0 0,0 0 0,0 0 0,0 0 0,0 0 0,1 1 0,-1 0 0,1-1 0,0 1 0,0 0 0,0 0 0,1 0 0,-1 1 0,1-1 0,0 0 0,-1 6 0,0 10 0,0 0 0,1 0 0,2 27 0,0-33 0,-1 1 0,1-1 0,1 1 0,0-1 0,5 17 0,-6-27 0,1 1 0,0 0 0,0-1 0,0 1 0,0-1 0,1 0 0,-1 1 0,1-1 0,0-1 0,0 1 0,1 0 0,-1-1 0,1 1 0,0-1 0,0 0 0,4 2 0,13 5 0,1 0 0,0-2 0,0-1 0,0-1 0,1 0 0,41 3 0,-19-5 0,0-3 0,71-7 0,-75-1-1365,-4-2-5461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2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3 24575,'-34'-1'0,"20"0"0,-1 1 0,1 0 0,-1 1 0,1 0 0,-20 6 0,30-6 0,0 0 0,0 1 0,1 0 0,-1-1 0,1 1 0,-1 1 0,1-1 0,0 0 0,-1 1 0,1 0 0,1 0 0,-1 0 0,0 0 0,1 0 0,-1 0 0,1 1 0,0-1 0,0 1 0,1 0 0,-1-1 0,1 1 0,-1 0 0,0 8 0,0-2 0,0 1 0,1 0 0,0 0 0,1 0 0,1 0 0,0 0 0,0 0 0,1-1 0,0 1 0,1 0 0,0-1 0,0 0 0,2 0 0,-1 0 0,1 0 0,0 0 0,1-1 0,0 0 0,1 0 0,0-1 0,0 0 0,1 0 0,0 0 0,0-1 0,18 12 0,-16-14 0,-1 0 0,1-1 0,0 0 0,0 0 0,1-1 0,-1-1 0,1 1 0,-1-2 0,16 2 0,16-2 0,45-4 0,-30 0 0,52 4 0,76-5 0,-103-11-1365,-46 6-5461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3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1 24575,'-5'-1'0,"0"2"0,0-1 0,0 0 0,0 1 0,0 0 0,0 0 0,0 1 0,0-1 0,1 1 0,-1 0 0,1 0 0,-1 1 0,1-1 0,0 1 0,0 0 0,0 0 0,0 1 0,0-1 0,1 1 0,0-1 0,-1 1 0,2 0 0,-1 0 0,0 1 0,1-1 0,-1 1 0,1-1 0,1 1 0,-1 0 0,-1 8 0,-2 12 0,1 0 0,1 1 0,1-1 0,3 47 0,0-49 0,-1 98 0,5 95 0,-4-205 0,0-1 0,0 1 0,2-1 0,-1 0 0,1 1 0,0-1 0,1 0 0,9 15 0,-10-20 0,0 0 0,0-1 0,1 0 0,0 0 0,0 0 0,0 0 0,0-1 0,1 1 0,-1-1 0,1 0 0,0 0 0,0-1 0,0 0 0,0 0 0,0 0 0,1 0 0,-1-1 0,8 1 0,7 1-682,39-1-1,-22-2-6143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3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24575,'0'232'0,"-1"-256"0,2-1 0,1 1 0,9-48 0,-9 64 0,1 0 0,0 0 0,0 0 0,0 0 0,1 1 0,0 0 0,1-1 0,0 2 0,0-1 0,0 0 0,1 1 0,0 0 0,0 0 0,0 1 0,11-7 0,-7 5 0,0 1 0,0 0 0,1 1 0,0 0 0,16-5 0,-23 9 0,1 0 0,-1 0 0,0 1 0,1 0 0,-1 0 0,1 0 0,-1 0 0,1 1 0,-1-1 0,0 1 0,1 0 0,-1 0 0,0 1 0,0 0 0,0-1 0,0 1 0,7 5 0,-2 0 0,0 1 0,-1 0 0,0 0 0,0 1 0,-1 0 0,0 0 0,0 1 0,8 16 0,17 23 0,-25-38 0,0 1 0,-1 0 0,0-1 0,-1 2 0,7 21 0,-8-22 0,0-72 0,-5 40 0,1 1 0,0 0 0,2 0 0,0 0 0,8-28 0,-9 42 0,1 1 0,-1 0 0,1 0 0,0-1 0,0 1 0,1 1 0,-1-1 0,1 0 0,0 0 0,0 1 0,0 0 0,0-1 0,1 1 0,-1 1 0,1-1 0,0 0 0,0 1 0,0 0 0,0 0 0,0 0 0,0 0 0,0 1 0,1-1 0,-1 1 0,1 0 0,-1 1 0,1-1 0,8 1 0,-9 0 0,1 0 0,-1 1 0,0-1 0,1 1 0,-1 0 0,0 1 0,1-1 0,-1 1 0,0-1 0,0 1 0,0 1 0,-1-1 0,1 0 0,0 1 0,4 5 0,5 4 0,-1 1 0,17 24 0,-4-5 0,-10-12 9,-2 0 1,0 1-1,-2 1 0,0 0 0,12 36 0,10 21-1429,-21-55-5406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4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24575,'-2'134'0,"5"151"0,2-255 0,0 0 0,2 0 0,2-1 0,0 0 0,2 0 0,23 43 0,-12-38-1365,1-7-5461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4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 24575,'0'-2'0,"1"0"0,0 0 0,0 1 0,0-1 0,0 0 0,0 0 0,0 0 0,0 1 0,0-1 0,1 0 0,-1 1 0,1 0 0,-1-1 0,1 1 0,0 0 0,0 0 0,2-2 0,35-19 0,-37 21 0,13-6 0,0 2 0,-1 0 0,2 0 0,-1 2 0,0 0 0,1 0 0,15 1 0,117 2 0,-81 2 0,100 0-1365,-132-2-5461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5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24575,'0'8'0,"0"8"0,0 10 0,0 7 0,0-2-8191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6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420 46 24575,'-25'-2'0,"1"0"0,-1-2 0,-35-10 0,32 7 0,0 1 0,-32-2 0,46 7 0,0 0 0,-1 1 0,1 0 0,0 2 0,-22 3 0,33-4 0,-1 0 0,1 0 0,0 1 0,-1-1 0,1 1 0,0-1 0,0 1 0,0 0 0,1 0 0,-1 1 0,0-1 0,1 0 0,-1 1 0,1 0 0,0-1 0,0 1 0,0 0 0,0 0 0,1 0 0,-1 1 0,1-1 0,0 0 0,-1 0 0,2 1 0,-1-1 0,0 1 0,0 6 0,1-4 0,0 1 0,0 0 0,1-1 0,0 1 0,0-1 0,1 0 0,-1 1 0,1-1 0,1 0 0,-1 0 0,1 0 0,0 0 0,1 0 0,-1-1 0,8 9 0,7 7 0,1-1 0,32 26 0,-17-16 0,0-1 0,43 29 0,-40-32 0,34 32 0,-40-34 0,-20-16 0,-1 0 0,1 0 0,-2 1 0,17 18 0,-24-25 0,-1 0 0,0 0 0,0-1 0,1 1 0,-1 0 0,0 0 0,-1 1 0,1-1 0,0 0 0,0 0 0,-1 0 0,0 1 0,1-1 0,-1 0 0,0 0 0,0 1 0,0-1 0,0 0 0,-1 0 0,1 1 0,0-1 0,-1 0 0,0 0 0,1 0 0,-1 0 0,0 0 0,0 0 0,0 0 0,-1 0 0,1 0 0,0 0 0,-1 0 0,-2 2 0,1-1-124,-1 0 0,0 0 0,0 0 0,0-1 0,0 1 0,-1-1-1,1 0 1,-1 0 0,1-1 0,-6 2 0,-20 4-6702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6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24575,'1'0'0,"0"1"0,1-1 0,-1 0 0,1 1 0,-1 0 0,0-1 0,1 1 0,-1 0 0,0-1 0,0 1 0,0 0 0,1 0 0,-1 0 0,0 0 0,0 0 0,0 0 0,-1 1 0,1-1 0,0 0 0,0 0 0,-1 1 0,1-1 0,0 2 0,14 40 0,-10-27 0,5 20 0,-1 0 0,8 66 0,-13-69 0,8 30 0,25 78 0,-11-51 0,-22-75 0,1 1 0,1-1 0,7 16 0,-9-25 0,-1 1 0,1-1 0,0 0 0,1 0 0,-1 0 0,1-1 0,0 0 0,11 9 0,-15-13 0,0-1 0,-1 1 0,1 0 0,0-1 0,0 1 0,0 0 0,0-1 0,0 1 0,0-1 0,0 0 0,0 1 0,0-1 0,1 0 0,-1 0 0,0 1 0,0-1 0,0 0 0,0 0 0,0 0 0,0 0 0,1-1 0,-1 1 0,0 0 0,0 0 0,0-1 0,0 1 0,0 0 0,0-1 0,0 0 0,0 1 0,0-1 0,0 1 0,0-1 0,0 0 0,-1 0 0,1 1 0,0-1 0,0 0 0,-1 0 0,1 0 0,0 0 0,-1 0 0,1 0 0,-1 0 0,1 0 0,-1 0 0,0 0 0,1 0 0,-1 0 0,0 0 0,0-2 0,2-3 0,-1 0 0,0-1 0,0 1 0,0 0 0,-1-1 0,0 1 0,-2-12 0,-1 7-195,0 0 0,-1 0 0,-1 1 0,0 0 0,0 0 0,-11-15 0,0 2-6631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24575,'670'0'0,"-648"-1"-222,0-2 0,0 0 0,-1-2 0,27-8 0,-43 12-33,23-7-6571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6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24575,'8'0'0,"8"0"0,3-7 0,5-2 0,4 0 0,6 2 0,4 2 0,2 2 0,2 1 0,-7 1-8191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7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0 308 24575,'3'0'0,"-1"0"0,1-1 0,-1 0 0,0 1 0,1-1 0,-1 0 0,0 0 0,1 0 0,-1-1 0,0 1 0,0-1 0,0 1 0,0-1 0,0 1 0,0-1 0,0 0 0,1-2 0,28-40 0,-23 31 0,-2 1 0,0 0 0,0 0 0,-2-1 0,1 1 0,-2-1 0,4-18 0,-6 20 0,2 0 0,-1 1 0,1-1 0,1 1 0,0 0 0,0 0 0,1 0 0,0 1 0,8-11 0,-13 19 0,1 0 0,0 0 0,-1 1 0,1-1 0,0 0 0,-1 1 0,1-1 0,0 1 0,0-1 0,0 1 0,-1-1 0,1 1 0,0-1 0,0 1 0,0 0 0,0 0 0,0-1 0,0 1 0,0 0 0,0 0 0,0 0 0,0 0 0,0 0 0,0 0 0,-1 0 0,1 0 0,0 1 0,0-1 0,0 0 0,0 1 0,0-1 0,0 0 0,0 1 0,0-1 0,-1 1 0,1-1 0,0 1 0,0 0 0,-1-1 0,1 1 0,0 0 0,-1-1 0,1 1 0,-1 0 0,1 0 0,-1 0 0,1-1 0,0 3 0,4 6 0,0 0 0,-1 0 0,6 16 0,-8-21 0,38 87 0,-28-68 0,-1 0 0,-1 1 0,-1 0 0,-2 1 0,9 43 0,-13-49 0,-2 0 0,0 0 0,-1 1 0,-1-1 0,0 0 0,-7 29 0,7-43 0,0 0 0,-1-1 0,0 1 0,0-1 0,0 1 0,0-1 0,0 0 0,-1 0 0,0 0 0,0 0 0,0 0 0,0-1 0,-1 1 0,1-1 0,-1 0 0,0 0 0,0 0 0,0 0 0,0-1 0,-1 0 0,1 0 0,-1 0 0,1 0 0,-1-1 0,0 0 0,1 1 0,-1-2 0,0 1 0,0-1 0,-7 0 0,7 0 0,-1-1 0,1 1 0,0-1 0,0-1 0,-10-3 0,15 5 0,-1 0 0,0-1 0,1 1 0,-1 0 0,1 0 0,-1-1 0,1 1 0,-1 0 0,1-1 0,-1 1 0,1-1 0,-1 1 0,1 0 0,0-1 0,-1 1 0,1-1 0,0 1 0,-1-1 0,1 0 0,0 1 0,-1-1 0,1 0 0,0 0 0,1 1 0,-1-1 0,1 0 0,-1 0 0,1 1 0,-1-1 0,1 0 0,-1 1 0,1-1 0,0 1 0,-1-1 0,1 1 0,0-1 0,-1 1 0,1-1 0,0 1 0,0 0 0,-1-1 0,1 1 0,0 0 0,0 0 0,1-1 0,14-3 0,1 0 0,-1 2 0,1-1 0,0 2 0,27 1 0,-22 0 0,0-1 0,36-6 0,179-53 0,-196 52 50,19-7-1465,-35 4-5411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17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 24575,'25'0'0,"-1"1"0,1 1 0,24 6 0,-36-5 0,0 0 0,-1 1 0,0 1 0,0 0 0,0 1 0,0 0 0,15 12 0,-5-4 0,-1 2 0,-1 0 0,-1 1 0,0 1 0,-1 1 0,-1 1 0,-1 0 0,0 1 0,-2 1 0,13 26 0,11 22 0,-25-49 0,-2 0 0,17 43 0,-18-33 0,46 154 0,-47-149 0,-3 1 0,0 0 0,0 45 0,-6-63 0,0 1 0,-1-1 0,-8 37 0,6-45 0,-1 0 0,1 0 0,-2 0 0,0 0 0,0-1 0,-1 0 0,-14 18 0,-6 2 0,-1-2 0,-1-1 0,-36 26 0,-16 15 0,-44 31 0,-26 6 0,113-77-682,-63 39-1,76-54-6143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3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24575,'7'0'0,"9"0"0,10 0 0,7 0 0,5 0 0,3 0 0,1 0 0,2 0 0,0 0 0,-1 0 0,-7 7 0,-4 2 0,1 0 0,2-1 0,1-3 0,3-2 0,1-2 0,-6 0-8191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3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24575,'7'0'0,"9"0"0,10 0 0,7 0 0,5 0 0,3 0 0,1 0 0,2 0 0,0 0 0,-1 0 0,0 0 0,-1 0 0,0 0 0,0 0 0,-1 0 0,1 0 0,-7 0-8191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3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24575,'12'0'0,"0"1"0,0 1 0,0 0 0,0 1 0,0 0 0,0 1 0,-1 0 0,18 9 0,7 8 0,41 28 0,-7-3 0,-42-29 0,-1 2 0,31 27 0,-45-35 0,0 2 0,-1-1 0,-1 2 0,0 0 0,17 27 0,-23-31 0,0 0 0,0 1 0,-1 0 0,0-1 0,-1 1 0,0 1 0,2 20 0,-5-28 0,0 0 0,0 0 0,0 0 0,0 1 0,-1-1 0,0 0 0,1 0 0,-1 0 0,-1 0 0,1 0 0,-1 0 0,0 0 0,1 0 0,-2-1 0,1 1 0,0-1 0,-1 1 0,1-1 0,-1 0 0,0 0 0,0 0 0,0 0 0,-7 3 0,-14 8 0,-43 17 0,2-2 0,30-14 0,0-1 0,-1-1 0,-39 7 0,-55 19 0,-8 15-1365,111-41-5461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4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3 24575,'-34'-1'0,"19"0"0,1 1 0,-1 0 0,1 1 0,-1 1 0,-20 4 0,32-5 0,-1 1 0,0-1 0,0 1 0,0 0 0,1 0 0,-1 0 0,1 1 0,0-1 0,0 1 0,0 0 0,0-1 0,0 1 0,0 1 0,1-1 0,-1 0 0,1 1 0,0-1 0,0 1 0,1 0 0,-1 0 0,1-1 0,-1 1 0,0 8 0,0-3 0,0 0 0,1 0 0,0 1 0,1-1 0,0 0 0,0 0 0,1 0 0,0 1 0,1-1 0,0 0 0,4 12 0,2-2 0,1-1 0,1 0 0,0 0 0,15 18 0,26 29 0,117 115 0,-131-142 0,-33-34 0,1 1 0,-1 0 0,0 0 0,-1 1 0,1-1 0,-1 1 0,0 0 0,0 0 0,-1 0 0,0 0 0,2 9 0,-3-13 0,-1 1 0,0-1 0,0 1 0,1-1 0,-2 1 0,1-1 0,0 1 0,0-1 0,-1 1 0,1-1 0,-1 0 0,0 1 0,0-1 0,0 1 0,0-1 0,0 0 0,0 0 0,-1 0 0,1 0 0,-1 0 0,1 0 0,-1 0 0,0 0 0,0-1 0,0 1 0,0 0 0,0-1 0,0 0 0,0 0 0,0 1 0,-5 0 0,-4 2 0,0 0 0,-1-1 0,0-1 0,1 0 0,-1 0 0,-13-1 0,-77-3 0,55 0 0,-13 1 0,-50-3 0,104 4 20,1-1 0,-1 0 0,1 0 0,-1-1 0,-8-3 0,12 4-98,0 0 0,1 0 0,-1 0-1,0 0 1,1 0 0,-1 0 0,1-1 0,-1 1 0,1-1-1,-1 1 1,1-1 0,0 1 0,0-1 0,0 0 0,0 1-1,0-1 1,0 0 0,-1-3 0,1-12-6748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4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46 214 24575,'0'0'0,"0"-1"0,0 1 0,0-1 0,0 0 0,0 1 0,0-1 0,0 1 0,0-1 0,0 1 0,0-1 0,-1 0 0,1 1 0,0-1 0,0 1 0,0-1 0,-1 1 0,1-1 0,0 1 0,-1-1 0,1 1 0,0 0 0,-1-1 0,1 1 0,0-1 0,-1 1 0,1 0 0,-1-1 0,1 1 0,-1 0 0,1-1 0,-1 1 0,1 0 0,-1 0 0,1 0 0,-1-1 0,1 1 0,-1 0 0,0 0 0,1 0 0,-1 0 0,1 0 0,-1 0 0,1 0 0,-1 0 0,0 0 0,1 0 0,-1 1 0,1-1 0,-1 0 0,1 0 0,-1 0 0,1 1 0,-1-1 0,1 0 0,-1 0 0,1 1 0,-1-1 0,1 1 0,0-1 0,-1 0 0,1 1 0,0-1 0,-1 1 0,1-1 0,0 1 0,-1-1 0,1 1 0,0 0 0,-5 12 0,1-1 0,1 1 0,0 0 0,1 1 0,0-1 0,1 0 0,1 1 0,1 20 0,0-5 0,-2-19 0,2 1 0,-1 0 0,1-1 0,1 1 0,0-1 0,1 1 0,-1-1 0,2 0 0,4 10 0,-4-13 0,0-1 0,0 1 0,1-1 0,0 0 0,0-1 0,0 1 0,0-1 0,1 0 0,0 0 0,0-1 0,1 0 0,-1 0 0,12 5 0,-9-5 0,1 0 0,0-1 0,-1 0 0,1 0 0,1-1 0,-1-1 0,0 0 0,0 0 0,1-1 0,-1 0 0,0-1 0,0 0 0,1 0 0,12-5 0,-17 5 0,0-1 0,0-1 0,-1 1 0,1-1 0,-1 0 0,1 0 0,-1 0 0,0-1 0,0 0 0,0 0 0,-1 0 0,1-1 0,-1 0 0,0 1 0,0-1 0,-1-1 0,0 1 0,1 0 0,-2-1 0,1 0 0,-1 0 0,0 1 0,0-1 0,1-8 0,2-26 0,-3 1 0,0 0 0,-3 0 0,-8-57 0,7 88 0,0-1 0,0 1 0,-1 0 0,0 0 0,-1 0 0,1 0 0,-2 1 0,-9-15 0,-48-53 0,47 59 0,5-1-70,10 16 77,0 1 0,0-1 1,0 1-1,0-1 0,0 1 1,1-1-1,-1 1 0,0 0 1,0-1-1,0 1 0,0-1 0,1 1 1,-1-1-1,0 1 0,0 0 1,1-1-1,-1 1 0,0-1 1,1 1-1,-1 0 0,0 0 1,1-1-1,0 0 0,2 0-170,0 0-1,1 0 1,-1 0 0,0 0-1,1 0 1,-1 1 0,0-1-1,5 1 1,19-1-6663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4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24575,'1'15'0,"1"-1"0,1 0 0,0 0 0,1 0 0,0 0 0,1 0 0,1-1 0,9 17 0,17 43 0,6 24 0,-23-63 0,-2 0 0,12 51 0,-15-52 0,0 0 0,2-1 0,33 61 0,-25-51 0,-6-9 0,-1 1 0,-2 0 0,8 42 0,-18-69 0,1-1 0,-1 0 0,-1 0 0,1 0 0,-1 1 0,0-1 0,-1 0 0,1 0 0,-1 1 0,-1-1 0,-1 7 0,2-10 0,-1-1 0,1 1 0,-1 0 0,1-1 0,-1 1 0,0-1 0,0 0 0,0 1 0,0-1 0,-1 0 0,1 0 0,0 0 0,-1-1 0,0 1 0,1-1 0,-1 1 0,0-1 0,0 0 0,1 0 0,-1 0 0,0 0 0,0 0 0,0-1 0,-6 1 0,-21-3-1365,4-6-5461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5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1 207 24575,'0'-5'0,"1"1"0,-1-1 0,1 0 0,0 0 0,1 1 0,-1-1 0,1 1 0,0-1 0,0 1 0,0 0 0,1 0 0,0 0 0,-1 0 0,1 0 0,0 1 0,1-1 0,-1 1 0,1 0 0,0 0 0,-1 0 0,1 0 0,1 1 0,-1-1 0,0 1 0,8-3 0,3-1 0,0 1 0,1 1 0,0 0 0,0 0 0,0 2 0,22-1 0,-17 2 0,7 0 0,-1-1 0,50-10 0,-14-2 0,41-12 0,-38 9-1365,-36 12-5461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5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24575,'0'7'0,"0"10"0,0 8 0,0 7 0,0 6 0,0-4-8191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5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24575,'1'3'0,"0"0"0,0 0 0,0 0 0,0 1 0,0-1 0,0 0 0,1 0 0,3 4 0,6 18 0,28 84 0,-26-76 0,-1 0 0,-1 1 0,-2 0 0,5 41 0,-9-37 0,12 40 0,-11-54 0,0 1 0,-2 0 0,-1 0 0,0 0 0,-2 26 0,-1-47 4,0-1 0,-1 0-1,1 0 1,0 0 0,-1 0 0,0 0-1,0 0 1,0 0 0,0 0 0,0 0-1,-1 0 1,1 0 0,-1-1 0,0 1-1,1 0 1,-1-1 0,-1 0 0,1 1-1,0-1 1,0 0 0,-1 0 0,1 0-1,-1-1 1,0 1 0,0 0 0,1-1-1,-1 0 1,0 0 0,0 0 0,0 0-1,-5 1 1,2-2-110,-1 1 0,0-1 0,0-1 0,0 1 0,1-1 0,-1 0-1,0-1 1,1 0 0,-1 0 0,1 0 0,0-1 0,0 1 0,-10-8 0,-7-6-6720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5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24575,'0'-7'0,"7"-2"0,10 0 0,8 1 0,8 3 0,-2-5 0,1-1 0,1 2 0,3 1 0,-4-4 0,-1 0 0,-6 1-8191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6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24575,'1'0'0,"1"1"0,-1-1 0,0 0 0,0 1 0,0-1 0,1 1 0,-1-1 0,0 1 0,0 0 0,0-1 0,0 1 0,0 0 0,0 0 0,0 0 0,0 0 0,0 0 0,-1 0 0,1 0 0,0 0 0,-1 0 0,1 0 0,0 2 0,14 35 0,-8-19 0,29 83 0,-17-46 0,3 31 0,-18-187 0,-4 87 0,0-1 0,1 1 0,1-1 0,0 1 0,1 0 0,1 0 0,0 0 0,1 0 0,0 1 0,8-14 0,-9 18 0,1 0 0,0 1 0,1 0 0,0 0 0,0 1 0,0-1 0,1 1 0,-1 1 0,1-1 0,1 1 0,-1 1 0,1-1 0,0 1 0,0 0 0,0 1 0,13-4 0,-10 4 0,0 1 0,0 0 0,1 1 0,16-1 0,-22 2 0,-1 1 0,0-1 0,0 1 0,0 0 0,0 1 0,1-1 0,-1 1 0,-1 0 0,1 0 0,0 0 0,8 7 0,2 2 0,0 0 0,-1 1 0,0 1 0,-1 1 0,0-1 0,12 20 0,72 117 0,-96-149 0,-1 0 0,0 0 0,1-1 0,-1 1 0,1 0 0,0 0 0,-1 0 0,1 0 0,0-1 0,-1 1 0,1 0 0,0-1 0,0 1 0,-1-1 0,1 1 0,0-1 0,0 1 0,0-1 0,0 1 0,0-1 0,1 1 0,-1-2 0,-1 1 0,1 0 0,-1-1 0,1 1 0,-1-1 0,1 1 0,-1-1 0,1 1 0,-1-1 0,1 1 0,-1-1 0,0 1 0,1-1 0,-1 0 0,0 1 0,1-1 0,-1 0 0,0 1 0,0-1 0,0 0 0,0 1 0,1-2 0,2-51 0,-3 46 0,-1-35 0,0 27 0,0 0 0,1-1 0,1 1 0,1 0 0,3-19 0,-4 30 0,1 1 0,-1-1 0,1 0 0,-1 1 0,1-1 0,0 1 0,0-1 0,1 1 0,-1 0 0,1 0 0,-1 0 0,1 0 0,0 0 0,0 1 0,0-1 0,1 1 0,-1 0 0,1 0 0,-1 0 0,1 1 0,0-1 0,-1 1 0,1 0 0,7-2 0,-4 2 0,0 0 0,1 0 0,-1 1 0,0 0 0,0 0 0,0 1 0,0 0 0,0 0 0,0 1 0,0-1 0,0 1 0,0 1 0,-1 0 0,9 4 0,-6-2 0,-1 1 0,0 0 0,0 0 0,0 0 0,-1 1 0,0 0 0,0 1 0,-1-1 0,10 16 0,23 29 0,-30-42 0,-1 0 0,0 1 0,0 0 0,8 18 0,-4-4 0,27 42 0,-33-57 0,1-1 0,0 0 0,1 0 0,0-1 0,0 0 0,18 14 0,-24-21 0,-1 0 0,0-1 0,1 1 0,-1 0 0,1-1 0,-1 1 0,1 0 0,-1-1 0,1 0 0,-1 1 0,1-1 0,-1 0 0,1 0 0,-1 0 0,1 0 0,0 0 0,-1 0 0,1 0 0,-1-1 0,1 1 0,2-2 0,-2 1 0,1 0 0,-1-1 0,0 0 0,1 1 0,-1-1 0,0 0 0,0 0 0,0 0 0,-1 0 0,1-1 0,2-2 0,0-4 0,1 1 0,-1-1 0,-1 0 0,1 0 0,-1-1 0,1-9 0,0-5 0,0 0 0,-2 0 0,-1-1 0,-3-41 0,1 58 0,-1 0 0,1 0 0,-1 0 0,-1 0 0,0 0 0,0 1 0,-7-14 0,7 17 0,1 0 0,-1 1 0,0-1 0,0 1 0,0 0 0,-1 0 0,1 0 0,-1 0 0,1 1 0,-1-1 0,0 1 0,0 0 0,0 0 0,-9-3 0,10 5 0,1-1 0,0 0 0,-1 1 0,1-1 0,0 1 0,-1 0 0,1 0 0,-1 0 0,1 0 0,0 0 0,-1 0 0,1 1 0,-1-1 0,1 1 0,0 0 0,-1 0 0,1 0 0,0 0 0,-3 2 0,2-1 0,1 0 0,-1 1 0,1-1 0,-1 1 0,1 0 0,0 0 0,0-1 0,1 1 0,-1 1 0,0-1 0,-1 7 0,-1 4 0,0 1 0,1 0 0,1 1 0,0 28 0,2-31 0,0-1 0,1 1 0,3 18 0,-3-29 0,-1 1 0,0-1 0,1 0 0,-1 1 0,1-1 0,0 0 0,0 0 0,0 0 0,0 0 0,0 0 0,0 0 0,1 0 0,-1 0 0,1 0 0,-1 0 0,1-1 0,-1 1 0,1-1 0,0 1 0,0-1 0,0 0 0,0 0 0,0 1 0,0-1 0,0-1 0,4 2 0,-4-2 0,0-1 0,0 1 0,0-1 0,0 0 0,0 0 0,0 0 0,0 0 0,-1 0 0,1 0 0,0 0 0,0-1 0,-1 1 0,1 0 0,-1-1 0,1 0 0,-1 1 0,0-1 0,0 0 0,0 1 0,0-1 0,0 0 0,2-4 0,6-9 0,-6 12 0,-1 1 0,0-1 0,0 1 0,1-1 0,-1 1 0,1 0 0,0 0 0,0 0 0,0 0 0,-1 1 0,6-3 0,-7 4 0,0 0 0,1 0 0,-1 0 0,1 0 0,-1 0 0,0 0 0,1 0 0,-1 0 0,1 0 0,-1 1 0,0-1 0,1 0 0,-1 1 0,0-1 0,1 1 0,-1 0 0,0-1 0,0 1 0,0 0 0,0 0 0,1 0 0,-1 0 0,0 0 0,-1 0 0,1 0 0,0 0 0,0 0 0,0 0 0,0 2 0,3 3-136,0 0-1,1-1 1,0 0-1,-1 1 1,1-2-1,1 1 1,-1-1-1,1 1 0,12 5 1,8 2-6690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7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24575,'9'0'0,"1"1"0,-1 1 0,0-1 0,0 1 0,0 1 0,-1 0 0,1 0 0,12 7 0,8 6 0,29 21 0,-11-7 0,21 15-74,29 17 257,-85-56-393,1-1-1,-1 0 0,1 0 1,0-1-1,0-1 1,21 3-1,-1-3-6615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27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273 1 24575,'-7'0'0,"-9"0"0,-10 0 0,1 7 0,-3 2 0,3 7 0,6 7 0,-1 1 0,4 2 0,3 5 0,5 3 0,3 4 0,3 2 0,-6-6 0,-1-1 0,-7-7 0,0 0 0,3-5-8191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2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24575,'-6'0'0,"0"1"0,0 0 0,1 0 0,-1 0 0,0 1 0,1 0 0,-1 0 0,1 0 0,0 1 0,-1 0 0,1 0 0,1 0 0,-1 0 0,0 1 0,1 0 0,0 0 0,-1 0 0,2 0 0,-1 1 0,0 0 0,1 0 0,-4 8 0,-1 2 0,0 1 0,1 0 0,1 0 0,1 1 0,0 0 0,-3 26 0,1 1 0,3-12 0,-9 36 0,4-32 0,3 0 0,1 0 0,-1 39 0,7 112 0,1-80 0,0-86-136,1 1-1,0-1 1,2 0-1,0 0 1,2 0-1,0 0 1,1-1-1,1-1 0,22 36 1,-14-30-6690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3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86 24575,'0'-2'0,"-1"0"0,0 0 0,0 0 0,0 0 0,0 0 0,0 1 0,0-1 0,0 0 0,-1 1 0,1-1 0,-1 1 0,1-1 0,-1 1 0,0 0 0,1-1 0,-1 1 0,-2-1 0,-36-20 0,38 20 0,-10-3 0,-1 0 0,0 0 0,-1 1 0,1 1 0,-1 0 0,-21-1 0,-87 1 0,92 4 0,22-1 0,0 0 0,0 0 0,0 1 0,1 0 0,-1 1 0,0 0 0,1 0 0,-14 6 0,17-6 0,1 0 0,0 0 0,0 1 0,0-1 0,0 1 0,0 0 0,1 0 0,-1 0 0,1 0 0,0 0 0,0 1 0,0-1 0,0 1 0,0-1 0,1 1 0,0 0 0,-1 0 0,1-1 0,0 8 0,-1-1 0,0 0 0,1 0 0,1 1 0,0-1 0,0 0 0,1 0 0,0 1 0,1-1 0,0 0 0,1 0 0,0 0 0,0-1 0,1 1 0,0-1 0,1 0 0,0 0 0,0 0 0,1-1 0,0 1 0,1-1 0,14 13 0,4 2 0,-9-8 0,0-1 0,1 0 0,20 11 0,105 74 0,-64-42 0,-71-53 0,-1 1 0,0 0 0,0 0 0,0 0 0,8 11 0,-13-16 0,-1 1 0,0 0 0,1-1 0,-1 1 0,1 0 0,-1-1 0,0 1 0,1 0 0,-1-1 0,0 1 0,0 0 0,0 0 0,0-1 0,1 1 0,-1 0 0,0 0 0,0 0 0,-1-1 0,1 1 0,0 0 0,0 0 0,0-1 0,0 1 0,-1 0 0,0 1 0,0-1 0,0 0 0,-1 1 0,1-1 0,-1 0 0,0 0 0,1 0 0,-1 0 0,0 0 0,0-1 0,1 1 0,-1-1 0,0 1 0,0-1 0,0 1 0,-3-1 0,-28 3-1365,0-2-5461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24575,'0'35'0,"-1"-6"0,1 1 0,2 0 0,0-1 0,12 48 0,7 26 0,-18-79 0,2 1 0,0-1 0,1 0 0,2 0 0,11 24 0,-3-13 0,18 31 0,-32-61 0,1-1 0,0 0 0,0 0 0,1 0 0,-1-1 0,1 1 0,0-1 0,0 0 0,0 0 0,0 0 0,8 4 0,-10-7-54,-1 1-1,1-1 0,-1 1 1,1-1-1,0 1 1,-1-1-1,1 0 0,0 0 1,-1 0-1,1 0 1,0 0-1,-1 0 0,1 0 1,0 0-1,-1-1 0,1 1 1,0-1-1,-1 1 1,1-1-1,-1 0 0,1 1 1,-1-1-1,1 0 1,1-2-1,11-11-6771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3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24575,'10'-1'0,"0"0"0,1-1 0,-1 0 0,0-1 0,14-5 0,29-7 0,-16 9 0,-3 1 0,40-12 0,-41 10 0,0 1 0,0 1 0,0 2 0,44 1 0,23-2 0,-86 2-455,0 0 0,25-8 0,-11 1-6371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4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24575,'0'7'0,"0"9"0,0 10 0,7-1 0,2 3 0,0 4 0,-2 4 0,-9-5 0,-4 0 0,-1 2 0,0-6-8191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4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24575,'-2'0'0,"-1"0"0,0 0 0,0 0 0,1 0 0,-1 0 0,0 1 0,1-1 0,-1 1 0,0 0 0,1 0 0,-1 0 0,1 0 0,-1 0 0,1 1 0,-1-1 0,1 1 0,0-1 0,0 1 0,0 0 0,0 0 0,0 0 0,0 0 0,1 0 0,-1 0 0,1 1 0,-1-1 0,1 0 0,0 1 0,0-1 0,0 1 0,0 0 0,0-1 0,1 1 0,-1 0 0,1-1 0,-1 5 0,1 6 0,0 0 0,1 1 0,1-1 0,0 0 0,0 0 0,7 17 0,-5-21 0,0 1 0,1-1 0,0 0 0,1 0 0,0 0 0,0-1 0,1 0 0,13 12 0,18 24 0,-13-9 0,36 64 0,-59-97-3,-1 0-1,0 0 1,0 0-1,-1 0 1,1 0-1,0 1 1,-1-1-1,1 0 1,-1 0-1,0 1 1,0-1-1,0 0 1,0 1-1,0-1 1,0 0-1,-1 0 1,1 1-1,-1-1 1,0 0-1,1 0 1,-1 0-1,-2 4 1,0-2 18,1-1 1,-1 0-1,0-1 0,0 1 1,0 0-1,0-1 1,-1 0-1,1 0 0,-1 0 1,1 0-1,-1 0 1,-4 1-1,-2 0-164,0 0 1,0 0-1,0-1 1,0-1-1,0 0 1,0 0-1,0-1 1,0 0-1,-17-3 1,-1-5-6678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4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24575,'0'7'0,"0"9"0,0 10 0,0 7 0,0 5 0,0 3 0,0 1 0,0 2 0,0-1 0,0 1 0,0-2 0,0 1 0,7-9 0,2-1 0,0-1 0,-2 3 0,5-6 0,1-7-8191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5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24575,'7'0'0,"3"-7"0,6-2 0,7 0 0,8 1 0,5 3 0,3 2 0,3 1 0,1 2 0,0 0 0,0 0 0,0 0 0,-1 1 0,0-1 0,0 0 0,0 1 0,-8-1-8191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6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24575,'7'0'0,"9"0"0,10 0 0,7 0 0,5 0 0,3 0 0,1 0 0,-5 0-8191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6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1 409 24575,'1'-3'0,"-1"0"0,1-1 0,0 1 0,0 0 0,1 0 0,-1 0 0,1 0 0,3-5 0,7-17 0,26-81 0,-24 70 0,-1-1 0,-1-1 0,9-60 0,-20 95 0,4-26 0,1 25 0,3 18 0,15 60 0,-10-27 0,-7-20-273,0 0 0,-2 1 0,-1 0 0,0 52 0,-3-44-6553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6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24575,'7'0'0,"10"0"0,8 0 0,7 0 0,6 0 0,3 0 0,2 0 0,0-7 0,1-2 0,-1 0 0,-1 2 0,1 2 0,-1 1 0,0 3 0,0 0 0,-1 1 0,-7 0-8191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7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24575,'7'0'0,"9"0"0,3 7 0,4 3 0,-2 5 0,4 2 0,-4 4 0,-5 7 0,-5 4 0,-4 5 0,-4 2 0,-2 2 0,-8 2 0,-4 0 0,1 0 0,-5-8 0,0-9-8191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7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24575,'3'1'0,"1"0"0,-1 1 0,0-1 0,0 1 0,0-1 0,-1 1 0,1 0 0,0 0 0,-1 1 0,1-1 0,-1 0 0,0 1 0,0-1 0,1 1 0,0 3 0,11 9 0,56 57 0,62 80 0,-91-106 26,80 68-1,-44-45-1441,-43-36-5410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8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425 1 24575,'-2'0'0,"-1"0"0,1 1 0,-1-1 0,1 1 0,-1 0 0,1 0 0,0 0 0,-1 0 0,1 1 0,0-1 0,0 0 0,0 1 0,0 0 0,0-1 0,0 1 0,0 0 0,0 0 0,1 0 0,-1 0 0,-1 4 0,-3 4 0,0 1 0,-8 21 0,13-30 0,-32 73 0,-19 55 0,42-103 0,-2-1 0,0 0 0,-29 43 0,-3 8 0,29-53 3,0 0 1,-2-1-1,-24 26 0,3-3-1381,16-19-5448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1:38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24575,'10'1'0,"0"0"0,0 0 0,0 1 0,0 1 0,-1-1 0,1 1 0,13 7 0,65 38 0,-52-27 0,-14-9 0,-5-3 0,-1 0 0,1 2 0,-2-1 0,1 2 0,16 17 0,9 10 0,-24-23 0,0 2 0,17 21 0,-23-23 0,5 3 0,-1 2 0,-1 0 0,0 1 0,-2 0 0,-1 1 0,13 37 0,-11-16 0,-1 0 0,-3 1 0,-2 0 0,3 70 0,-9-67 0,-5 153 0,4-194-72,-1-1 1,1 0-1,-1 0 0,-1 0 0,1 0 0,-1 0 0,0-1 0,0 1 1,-1 0-1,0-1 0,0 0 0,0 1 0,-1-1 0,1-1 0,-1 1 1,0 0-1,-1-1 0,-9 8 0,-9 0-6754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6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24575,'1'6'0,"-1"0"0,1 0 0,0 1 0,0-1 0,1 0 0,0 0 0,0 0 0,0 0 0,7 10 0,35 46 0,-11-19 0,-30-39 0,1 1 0,-1-1 0,1-1 0,1 1 0,-1-1 0,0 1 0,1-1 0,-1 0 0,1-1 0,0 1 0,0-1 0,0 0 0,1 0 0,-1-1 0,0 1 0,1-1 0,-1 0 0,0-1 0,1 1 0,-1-1 0,1 0 0,-1-1 0,1 1 0,6-2 0,-7 1 0,0 0 0,0 0 0,0 0 0,0-1 0,0 1 0,-1-1 0,1 0 0,0-1 0,-1 1 0,0-1 0,0 0 0,0 0 0,0 0 0,0 0 0,0-1 0,-1 0 0,0 0 0,0 0 0,0 0 0,0 0 0,0 0 0,-1-1 0,0 1 0,0-1 0,0 0 0,1-6 0,-1-2 0,-2 9 0,0 1 0,1-1 0,-1 1 0,1-1 0,0 1 0,0 0 0,0-1 0,0 1 0,1 0 0,-1 0 0,3-4 0,-4 7 0,1 0 0,-1 0 0,1 0 0,0 0 0,-1-1 0,1 1 0,-1 0 0,1 0 0,-1 0 0,1 0 0,0 0 0,-1 0 0,1 1 0,-1-1 0,1 0 0,-1 0 0,1 0 0,-1 0 0,1 1 0,-1-1 0,1 0 0,-1 1 0,1-1 0,-1 0 0,1 1 0,-1-1 0,1 0 0,-1 1 0,0-1 0,1 1 0,-1-1 0,0 1 0,1-1 0,-1 1 0,0-1 0,0 1 0,1-1 0,-1 1 0,0-1 0,0 2 0,12 22 0,-4 6 0,-5-16 0,1-1 0,0 0 0,1 0 0,0 0 0,11 19 0,-14-30 0,-1 1 0,1-1 0,0 0 0,0 0 0,0 1 0,0-1 0,1-1 0,-1 1 0,0 0 0,1-1 0,-1 1 0,1-1 0,0 1 0,-1-1 0,1 0 0,0 0 0,0-1 0,0 1 0,0-1 0,-1 1 0,1-1 0,0 0 0,0 0 0,0 0 0,0 0 0,0-1 0,0 1 0,0-1 0,0 1 0,0-1 0,-1 0 0,4-2 0,0 0 0,0 0 0,0-1 0,0 0 0,0 0 0,-1 0 0,0-1 0,0 0 0,0 1 0,-1-2 0,1 1 0,-1-1 0,4-7 0,1-2 0,-1 0 0,-1 0 0,11-32 0,6-49-1365,-18 78-5461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7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24575,'0'4'0,"0"7"0,0 6 0,0 4 0,0 4 0,0 2 0,0 1 0,0 0 0,0 1 0,0-1 0,0 0 0,0 0 0,0 0 0,0-1 0,0-4-8191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7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24575,'0'-5'0,"0"4"0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7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24575,'0'466'0,"0"-459"-45,0 0-1,-1 0 1,1-1-1,-2 1 1,1 0-1,-1-1 1,0 1-1,0-1 1,-1 0-1,1 0 1,-2 0-1,1 0 1,-1 0-1,1 0 1,-2-1-1,1 0 1,0 0-1,-1 0 1,0-1-1,0 1 1,-1-1-1,1 0 1,-1 0-1,0-1 0,0 0 1,0 0-1,0 0 1,-1-1-1,-6 2 1,-5 1-6781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7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1 268 24575,'5'0'0,"0"-1"0,1 0 0,-1-1 0,0 1 0,0-1 0,1 0 0,-1 0 0,-1-1 0,1 1 0,0-1 0,-1 0 0,1-1 0,-1 1 0,6-7 0,-5 5 0,1 1 0,0-1 0,0 1 0,0 0 0,0 0 0,0 1 0,1 0 0,7-3 0,52-9 0,-31 8 0,41-14 0,-54 14 0,0 2 0,27-4 0,-28 6 0,-1-1 0,0-1 0,25-9 0,-14 1 0,-6 2 0,0 1 0,34-8 0,-50 16 19,1-2 0,-1 1 0,0-1 0,14-9 0,9-3-1479,-15 9-5366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8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1 24575,'-1'1'0,"-1"-1"0,0 1 0,0 0 0,1 0 0,-1 0 0,1 0 0,-1 0 0,1 1 0,-1-1 0,1 0 0,0 1 0,0-1 0,-1 1 0,1-1 0,0 1 0,0 0 0,-1 2 0,-15 33 0,6 3 0,1 0 0,2 1 0,-3 49 0,6-64 0,0 1 0,-2-1 0,-1 0 0,-12 25 0,-12 38 0,30-79 0,-13 37 0,14-44 0,0 0 0,0-1 0,0 1 0,0 0 0,-1-1 0,0 1 0,1-1 0,-1 1 0,0-1 0,0 0 0,0 0 0,-2 2 0,3-4 0,1 0 0,0 0 0,0 0 0,-1 0 0,1 0 0,0-1 0,0 1 0,0 0 0,-1 0 0,1-1 0,0 1 0,0 0 0,0 0 0,0 0 0,0-1 0,-1 1 0,1 0 0,0-1 0,0 1 0,0 0 0,0 0 0,0-1 0,0 1 0,0 0 0,0 0 0,0-1 0,0 1 0,0 0 0,0-1 0,0 1 0,0 0 0,0 0 0,1-1 0,-1 1 0,0 0 0,0 0 0,0-1 0,0 1 0,0 0 0,1 0 0,-1 0 0,0-1 0,0 1 0,1 0 0,4-16 0,-1 12 0,0 0 0,0 0 0,1 1 0,-1 0 0,1 0 0,0 0 0,0 0 0,-1 1 0,2 0 0,-1 0 0,0 0 0,0 1 0,1 0 0,-1-1 0,0 2 0,9-1 0,2 0 0,0 0 0,0 2 0,0 0 0,24 4 0,-25 0 0,0-1 0,-1 2 0,0 0 0,25 15 0,30 12 0,-48-25 0,1-1 0,-1-2 0,1 0 0,0-1 0,0-2 0,38 1 0,-33-3-1365,-4-1-5461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8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24575,'0'438'0,"0"-432"-105,0 1 0,0-1 0,-1 0 0,0 1 0,0-1 0,0 0 0,-1 0 0,1 0 0,-2 0 0,1 0 0,-1 0 0,-4 7 0,-3 0-6721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8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24575,'493'0'0,"-485"0"-273,1 0 0,-1 1 0,0 0 0,8 2 0,2 3-6553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8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24575,'4'0'0,"7"0"0,6 0 0,4 0 0,4 0 0,2 0 0,1 0 0,1 0 0,-1 0 0,1 0 0,-1 0 0,-1 0 0,1 0 0,-1 0 0,1 0 0,-6 0-8191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49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24575,'1'5'0,"0"0"0,1 0 0,0 0 0,0-1 0,0 1 0,0-1 0,1 1 0,4 6 0,6 11 0,-7-9 0,-1 1 0,2-1 0,0-1 0,1 1 0,0-1 0,0-1 0,1 0 0,1 0 0,13 12 0,-17-18 0,1 0 0,-1-1 0,1 0 0,0 0 0,0-1 0,0 0 0,0 0 0,1 0 0,-1-1 0,1 0 0,8 1 0,-11-3 0,0 0 0,0 0 0,-1 0 0,1 0 0,0-1 0,0 0 0,0 0 0,0 0 0,-1-1 0,1 1 0,-1-1 0,1 0 0,-1 0 0,0-1 0,1 1 0,-1-1 0,0 0 0,6-6 0,2-4 0,0 1 0,-1-1 0,0-1 0,15-25 0,-21 30 0,-1 0 0,0 0 0,-1 0 0,0 0 0,0-1 0,-1 1 0,-1-1 0,1 0 0,-1-15 0,-3 52 0,0-12 0,1 0 0,1 0 0,0-1 0,3 19 0,-3-30 0,0 0 0,1 0 0,-1 0 0,1 0 0,0 0 0,0-1 0,1 1 0,-1 0 0,0 0 0,1-1 0,-1 1 0,1-1 0,0 1 0,0-1 0,0 0 0,0 1 0,1-1 0,-1 0 0,0-1 0,1 1 0,0 0 0,-1-1 0,1 1 0,0-1 0,0 0 0,-1 0 0,5 1 0,16 1-1365,0-2-5461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50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 24575,'-2'0'0,"1"0"0,0 1 0,0 0 0,0-1 0,-1 1 0,1-1 0,0 1 0,0 0 0,0 0 0,0 0 0,0 0 0,1 0 0,-1 0 0,0 0 0,0 0 0,1 0 0,-1 0 0,0 0 0,1 0 0,-1 0 0,1 1 0,-1-1 0,1 0 0,0 0 0,0 1 0,-1-1 0,1 2 0,-5 42 0,5-40 0,-1 7 0,1-1 0,1 1 0,-1-1 0,2 1 0,0-1 0,0 0 0,1 0 0,0 0 0,1 0 0,0 0 0,1-1 0,0 1 0,1-1 0,0 0 0,14 17 0,-13-19 0,7 8 0,18 30 0,-29-43 0,-1 0 0,-1 0 0,1 0 0,0 1 0,-1-1 0,1 1 0,-1-1 0,0 1 0,-1-1 0,1 1 0,0 0 0,-1 0 0,0-1 0,0 1 0,0 0 0,-1 6 0,0-8 0,0 0 0,-1 0 0,1 0 0,0 0 0,-1 0 0,1 0 0,-1 0 0,0-1 0,0 1 0,1-1 0,-1 1 0,0-1 0,0 0 0,-1 1 0,1-1 0,0 0 0,0-1 0,0 1 0,-1 0 0,1-1 0,0 1 0,-1-1 0,-2 1 0,-9 0 0,-1 0 0,-23-1 0,25 0 0,-30 0 0,26 1 0,-1-1 0,1-1 0,0 0 0,-34-7 0,50 8 0,0 0 0,0-1 0,1 1 0,-1 0 0,0 0 0,0-1 0,0 1 0,0 0 0,0-1 0,1 1 0,-1-1 0,0 1 0,0-1 0,1 0 0,-1 1 0,0-1 0,1 0 0,-1 1 0,1-1 0,-1 0 0,1 0 0,-1 1 0,0-2 0,2 1 0,-1 0 0,0 0 0,0 0 0,0 1 0,1-1 0,-1 0 0,0 0 0,1 1 0,-1-1 0,1 0 0,-1 1 0,0-1 0,1 0 0,0 1 0,-1-1 0,1 0 0,-1 1 0,1-1 0,1 0 0,41-22 0,-39 22 0,32-13 0,59-15 0,-66 23 0,-14 3 0,-1-1 0,1 0 0,21-11 0,-19 9 0,-1-1 0,27-5 0,-32 10 0,1-1 0,-1-1 0,0 0 0,0 0 0,0-1 0,-1 0 0,20-14 0,-20 11 0,0 1 0,-1-1 0,0 0 0,0-1 0,13-17 0,-20 23 0,0 0 0,-1 0 0,1 0 0,0 0 0,-1-1 0,0 1 0,0 0 0,0-1 0,0 1 0,-1-1 0,1 1 0,-1-1 0,0 1 0,0-1 0,0 1 0,-1-1 0,1 1 0,-1-1 0,0 1 0,0-1 0,-2-4 0,3 6 0,-1 0 0,0 0 0,0 0 0,0 0 0,0 1 0,0-1 0,0 0 0,0 0 0,-1 1 0,1-1 0,0 1 0,-1-1 0,0 1 0,1 0 0,-1 0 0,0 0 0,1 0 0,-1 0 0,0 0 0,0 0 0,0 0 0,0 1 0,0-1 0,0 1 0,0-1 0,0 1 0,0 0 0,0 0 0,0 0 0,0 0 0,-1 0 0,1 0 0,-2 1 0,1 0 0,1 0 0,-1 0 0,0 0 0,0 0 0,1 1 0,-1-1 0,1 1 0,0-1 0,-1 1 0,1 0 0,0 0 0,0 0 0,0 0 0,0 0 0,0 1 0,1-1 0,-1 1 0,1-1 0,-1 1 0,1-1 0,0 1 0,0 0 0,-1 3 0,0 5 0,0 0 0,0 0 0,1 1 0,0-1 0,1 1 0,1-1 0,-1 1 0,5 16 0,-4-22 0,1-1 0,-1 0 0,1 0 0,1 1 0,-1-1 0,1-1 0,0 1 0,0 0 0,0-1 0,0 1 0,1-1 0,0 0 0,0 0 0,0 0 0,0-1 0,1 1 0,-1-1 0,1 0 0,7 3 0,7 2 0,1 0 0,1-2 0,-1 0 0,1-1 0,0-2 0,0 0 0,0-1 0,0 0 0,24-3 0,137-1-1365,-171 2-5461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50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24575,'683'0'-1365,"-659"0"-5461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2:50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24575,'97'2'0,"107"-5"0,-138-10 0,-49 9 0,1 0 0,19-1 0,15 4-1365,-29 1-5461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10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0 24575,'1'36'0,"-2"-1"0,-1 1 0,-13 59 0,5-33 0,12-99 0,-2 24 0,0 0 0,1 0 0,1 0 0,0 0 0,4-13 0,-5 23 0,0 0 0,0 0 0,1 0 0,-1 0 0,1 0 0,0 0 0,-1 1 0,1-1 0,1 1 0,-1-1 0,0 1 0,0 0 0,1-1 0,0 1 0,-1 0 0,1 1 0,0-1 0,0 0 0,0 1 0,0 0 0,0 0 0,0 0 0,0 0 0,1 0 0,5 0 0,-5 0 0,-1 1 0,1 0 0,0 0 0,-1 0 0,1 0 0,0 1 0,-1-1 0,1 1 0,0 0 0,-1 0 0,1 1 0,-1-1 0,0 1 0,1-1 0,-1 1 0,0 0 0,0 0 0,0 1 0,0-1 0,0 1 0,-1-1 0,1 1 0,3 5 0,2 4 0,-1 1 0,-1-1 0,0 1 0,7 26 0,-1-6 0,3-101 0,-13 59 0,1 1 0,0-1 0,0 1 0,0-1 0,1 1 0,1 0 0,-1 1 0,8-10 0,-10 14 0,0 0 0,0 1 0,0 0 0,0-1 0,0 1 0,1 0 0,-1 0 0,1 0 0,-1 1 0,1-1 0,0 1 0,0-1 0,0 1 0,0 0 0,0 0 0,0 0 0,0 0 0,0 1 0,0-1 0,0 1 0,0 0 0,0 0 0,1 0 0,-1 0 0,0 1 0,0-1 0,4 2 0,-4-1 0,-1 0 0,1 0 0,0 1 0,0-1 0,-1 1 0,1 0 0,0 0 0,-1 0 0,0 0 0,0 0 0,1 1 0,-1-1 0,0 0 0,-1 1 0,1 0 0,0-1 0,-1 1 0,0 0 0,1 0 0,0 3 0,1 7 0,0 0 0,0 0 0,0 22 0,-2-24 0,0 0 0,1 0 0,4 15 0,3-9-1365,3-4-5461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10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 24575,'3'-1'0,"1"0"0,-1 0 0,1 0 0,-1 0 0,1 0 0,-1-1 0,3-1 0,21-7 0,24 3 0,0 4 0,99 4 0,-48 2 0,-98-4-91,0 1 0,1 0 0,-1 0 0,0 0 0,0 1 0,1-1 0,-1 1 0,0 0 0,0 1 0,0-1 0,0 1 0,0-1 0,0 1 0,4 3 0,3 7-6735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10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24575,'465'0'-1365,"-441"0"-5461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5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0 698 24575,'22'6'0,"-21"-5"0,0-1 0,0 1 0,0 0 0,0-1 0,1 1 0,-1-1 0,0 0 0,0 1 0,1-1 0,-1 0 0,0 0 0,0 0 0,1 0 0,-1 0 0,0 0 0,0 0 0,1 0 0,-1 0 0,0 0 0,0-1 0,1 1 0,-1-1 0,0 1 0,0-1 0,0 1 0,0-1 0,0 0 0,0 1 0,0-1 0,2-1 0,3-4 0,-1 0 0,1 0 0,-1-1 0,0 1 0,0-1 0,-1 0 0,0 0 0,0-1 0,-1 1 0,3-12 0,2-7 0,6-50 0,1-2 0,-1 30 0,-7 26 0,-1 0 0,0 0 0,3-39 0,-6 37 0,1-1 0,1 1 0,14-43 0,4-11 0,-23 76 0,0 0 0,1 0 0,-1 0 0,1 0 0,-1 0 0,1 0 0,0 1 0,0-1 0,-1 0 0,1 0 0,1 1 0,-1-1 0,0 0 0,0 1 0,1-1 0,-1 1 0,1 0 0,-1-1 0,1 1 0,-1 0 0,1 0 0,0 0 0,0 0 0,-1 0 0,1 0 0,4 0 0,-4 1 0,-1 0 0,1 0 0,0 1 0,0-1 0,0 1 0,-1 0 0,1-1 0,0 1 0,0 0 0,-1 0 0,1 0 0,-1 0 0,1 0 0,-1 1 0,0-1 0,1 0 0,-1 1 0,0-1 0,0 0 0,0 1 0,0 0 0,0-1 0,0 1 0,0 0 0,0-1 0,-1 1 0,1 0 0,0 3 0,3 11 0,-1 0 0,0 1 0,-1-1 0,0 32 0,-2-25 0,6 39 0,13 24 0,7 47 0,-24-120 0,1 0 0,0 0 0,1 0 0,0 0 0,7 12 0,-9-20 0,0-1 0,0 1 0,1-1 0,0 0 0,0 0 0,0 0 0,0 0 0,1 0 0,0 0 0,0-1 0,-1 0 0,2 0 0,-1 0 0,0 0 0,1-1 0,4 3 0,-7-5 0,0 0 0,0 1 0,0-1 0,0 0 0,0 0 0,-1 0 0,1 0 0,0-1 0,0 1 0,0 0 0,0-1 0,0 1 0,-1-1 0,1 0 0,0 1 0,0-1 0,-1 0 0,1 0 0,-1 0 0,1-1 0,-1 1 0,1 0 0,-1 0 0,1-1 0,-1 1 0,0-1 0,0 1 0,0-1 0,1-2 0,5-7 0,-1 0 0,-1 0 0,6-17 0,-6 14 0,8-17 0,66-149 0,-79 180 0,0 0 0,0 0 0,0 0 0,0 0 0,0 0 0,0 0 0,0 0 0,0 0 0,0 0 0,1 1 0,-1-1 0,0 0 0,0 0 0,0 0 0,0 0 0,0 0 0,0 0 0,0 0 0,0 0 0,0 0 0,0 0 0,0 0 0,0 0 0,0 0 0,0 0 0,0 0 0,1 0 0,-1 0 0,0 0 0,0 0 0,0 0 0,0 0 0,0 0 0,0 0 0,0 0 0,0 0 0,0 0 0,0 0 0,0 0 0,1 0 0,-1 0 0,0 0 0,0 0 0,0 0 0,0 0 0,0 0 0,0 0 0,0 0 0,0 0 0,0 0 0,0 0 0,0 0 0,0 0 0,0 0 0,0 0 0,0 0 0,1-1 0,-1 1 0,0 0 0,0 0 0,0 0 0,0 0 0,0 0 0,0 0 0,2 11 0,-1 16 0,-3 28-52,0-34-210,1-1-1,1 1 0,1-1 1,6 37-1,-1-39-6563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5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25 24575,'-4'-1'0,"1"0"0,0 0 0,-1 0 0,1 0 0,0 0 0,-1-1 0,-2-2 0,-21-7 0,22 11 0,1-1 0,0 0 0,-1 1 0,1 0 0,0 0 0,-1 0 0,1 1 0,0 0 0,0-1 0,-1 1 0,1 1 0,0-1 0,0 1 0,0-1 0,0 1 0,0 0 0,1 1 0,-1-1 0,1 1 0,-1-1 0,1 1 0,0 0 0,0 0 0,0 1 0,-4 4 0,3-1 0,0-1 0,0 1 0,1 1 0,0-1 0,0 0 0,1 1 0,0-1 0,0 1 0,0 0 0,1 0 0,0 0 0,1-1 0,0 12 0,1-16 0,-1 0 0,0-1 0,1 1 0,-1-1 0,1 1 0,0-1 0,0 1 0,0-1 0,0 1 0,0-1 0,1 0 0,-1 0 0,1 0 0,0 0 0,-1 0 0,1 0 0,0 0 0,0 0 0,0 0 0,0-1 0,0 1 0,1-1 0,-1 0 0,0 0 0,1 0 0,-1 0 0,1 0 0,-1 0 0,1 0 0,-1-1 0,1 0 0,0 1 0,-1-1 0,1 0 0,-1 0 0,1 0 0,0-1 0,3 0 0,-2 1 0,0-1 0,1 1 0,-1-1 0,1 0 0,-1-1 0,0 1 0,0-1 0,0 0 0,0 0 0,0 0 0,0 0 0,-1-1 0,1 0 0,-1 1 0,1-1 0,-1 0 0,0-1 0,0 1 0,0-1 0,-1 1 0,1-1 0,2-6 0,1-36 0,-5 40 0,-1-1 0,1 0 0,0 0 0,0 1 0,1-1 0,2-7 0,-3 12 0,0 1 0,0-1 0,0 1 0,0-1 0,0 1 0,0 0 0,0-1 0,1 1 0,-1 0 0,0 0 0,1 0 0,-1 0 0,1 0 0,0 0 0,-1 0 0,1 0 0,-1 1 0,1-1 0,0 1 0,0-1 0,-1 1 0,1 0 0,0 0 0,0-1 0,0 1 0,-1 0 0,5 1 0,1 0-195,1 0 0,0 1 0,-1 0 0,1 1 0,-1-1 0,14 8 0,-3-1-6631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5.9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256 2 24575,'-60'-1'0,"-70"2"0,127 0 0,0 0 0,0 0 0,0 0 0,0 0 0,-1 0 0,1 1 0,1-1 0,-1 1 0,0 0 0,0 0 0,1 0 0,-1 0 0,1 0 0,-1 0 0,1 1 0,0 0 0,0-1 0,0 1 0,0 0 0,1 0 0,-1 0 0,1 0 0,0 0 0,0 0 0,0 0 0,0 0 0,0 0 0,0 6 0,0-6 0,1 1 0,-1-1 0,1 1 0,0-1 0,0 1 0,0-1 0,0 0 0,1 1 0,-1-1 0,1 1 0,0-1 0,0 0 0,0 0 0,1 1 0,-1-1 0,1 0 0,0 0 0,-1 0 0,1-1 0,0 1 0,1 0 0,-1-1 0,0 1 0,1-1 0,0 0 0,-1 0 0,6 3 0,-5-3 5,0-1 1,1 1-1,0-1 0,-1 0 0,1 0 0,0 0 1,-1 0-1,1-1 0,0 1 0,0-1 1,-1 0-1,1 0 0,0-1 0,0 1 0,0-1 1,-1 0-1,1 0 0,0 0 0,-1 0 0,1 0 1,-1-1-1,6-3 0,-1-1-191,-1-1 1,1 1-1,-1-1 0,-1-1 1,0 1-1,0-1 1,8-13-1,0-1-6640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7.0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29 160 24575,'-1'0'0,"0"1"0,0-1 0,-1 1 0,1-1 0,0 1 0,0 0 0,0-1 0,0 1 0,0 0 0,0 0 0,0 0 0,0 0 0,0 0 0,1 0 0,-1 0 0,0 0 0,1 0 0,-1 0 0,0 0 0,1 1 0,0-1 0,-1 0 0,1 0 0,0 1 0,-1-1 0,1 0 0,0 3 0,-5 40 0,5-39 0,-3 292 0,5-152 0,-2-138 0,0 0 0,1 0 0,-1 0 0,1-1 0,1 1 0,-1 0 0,1 0 0,1-1 0,-1 1 0,1-1 0,0 0 0,0 0 0,1 0 0,0 0 0,0-1 0,0 1 0,1-1 0,0 0 0,0 0 0,0-1 0,0 1 0,1-1 0,-1-1 0,1 1 0,0-1 0,1 0 0,-1 0 0,0 0 0,1-1 0,0 0 0,-1-1 0,1 1 0,0-1 0,0 0 0,10-1 0,-5 1 0,14 1 0,0-2 0,0 0 0,35-6 0,-55 6 0,0-2 0,1 1 0,-1-1 0,0 0 0,0 0 0,0 0 0,0-1 0,0 0 0,-1 0 0,1-1 0,-1 0 0,0 0 0,0 0 0,0 0 0,-1-1 0,0 1 0,1-1 0,-2-1 0,5-4 0,0-6 0,0-1 0,-1 0 0,9-29 0,-14 39 0,0 0 0,-1 0 0,0 0 0,0 0 0,-1 0 0,0-1 0,0 1 0,0 0 0,-1 0 0,0 0 0,-1 0 0,-2-9 0,3 14 0,0 0 0,1 0 0,-1 0 0,0 0 0,0 1 0,0-1 0,-1 0 0,1 0 0,0 1 0,-1-1 0,1 1 0,0 0 0,-1-1 0,0 1 0,1 0 0,-1 0 0,0 0 0,0 0 0,0 0 0,0 0 0,1 0 0,-1 1 0,0-1 0,0 1 0,0-1 0,-1 1 0,1 0 0,0 0 0,0 0 0,0 0 0,0 0 0,0 0 0,-2 1 0,1 0 0,0 0 0,1 0 0,-1 0 0,0 1 0,1-1 0,-1 1 0,1-1 0,0 1 0,-1 0 0,1 0 0,0 0 0,0 0 0,0 0 0,0 0 0,1 1 0,-1-1 0,1 0 0,-1 1 0,1 0 0,0-1 0,0 1 0,-2 5 0,1 3 0,0 0 0,1 0 0,0 1 0,1-1 0,0 0 0,1 0 0,0 0 0,5 20 0,-5-27 0,0 0 0,0 0 0,1 0 0,-1 0 0,1 0 0,0 0 0,0-1 0,0 1 0,1-1 0,-1 1 0,1-1 0,0 0 0,0 0 0,0 0 0,0-1 0,0 1 0,1-1 0,-1 1 0,1-1 0,0 0 0,-1 0 0,1-1 0,0 1 0,0-1 0,8 2 0,5-1 0,-1 0 0,0-1 0,0-1 0,1 0 0,-1-1 0,18-4 0,-29 4 0,-1 0 0,0 0 0,1 0 0,-1-1 0,0 1 0,0-1 0,0 0 0,0 0 0,0-1 0,-1 1 0,1-1 0,-1 0 0,0 0 0,1 0 0,-1 0 0,-1 0 0,1-1 0,0 0 0,-1 1 0,0-1 0,0 0 0,0 0 0,0 0 0,0 0 0,-1 0 0,0-1 0,1-4 0,5-23 0,1 0 0,14-32 0,-9 25 0,-7 26 0,0 0 0,1 0 0,1 1 0,0 0 0,14-17 0,8-11 0,-18 21 0,-4 9 0,0-2 0,-2 1 0,11-24 0,2-13 0,-11 32 0,-2 0 0,0 0 0,0-1 0,-2 0 0,0 0 0,2-22 0,-5 24 0,0 2 0,-1 0 0,0 0 0,-2-15 0,2 26 0,0-1 0,-1 1 0,1-1 0,-1 1 0,1 0 0,-1 0 0,0-1 0,0 1 0,0 0 0,0 0 0,-1 0 0,1 0 0,0 0 0,-1 0 0,0 0 0,1 0 0,-1 1 0,0-1 0,0 1 0,0-1 0,0 1 0,0 0 0,-3-2 0,3 3 0,0 0 0,0-1 0,0 1 0,0 0 0,-1 0 0,1 1 0,0-1 0,0 0 0,0 1 0,0-1 0,0 1 0,0 0 0,0-1 0,0 1 0,0 0 0,0 0 0,0 0 0,1 1 0,-1-1 0,0 0 0,1 1 0,-1-1 0,1 1 0,-1 0 0,1-1 0,-1 3 0,-5 4 0,1 0 0,1 1 0,0-1 0,-5 12 0,-1 8 0,2-1 0,1 1 0,1 1 0,1 0 0,2 0 0,1 0 0,1 0 0,3 46 0,-2-20 0,0-35 0,0 1 0,2 0 0,0 0 0,6 27 0,-1-32 0,1 0 0,0-1 0,2 1 0,-1-1 0,2-1 0,17 22 0,2 4 0,-26-36 0,0 0 0,0 0 0,0 0 0,1-1 0,-1 1 0,1-1 0,0 1 0,0-1 0,0-1 0,1 1 0,-1 0 0,1-1 0,5 2 0,0-1 0,0-1 0,0 0 0,0-1 0,1 0 0,16-1 0,-1 0-1365,-2-1-5461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7.4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24 24575,'-3'-1'0,"-1"1"0,1-1 0,-1 0 0,1 0 0,-1-1 0,1 1 0,-3-3 0,-21-6 0,24 9 0,0 1 0,1-1 0,-1 1 0,0 0 0,0-1 0,0 1 0,0 1 0,1-1 0,-1 0 0,0 1 0,0-1 0,1 1 0,-1 0 0,0 0 0,1 0 0,-1 0 0,0 1 0,1-1 0,0 1 0,-4 2 0,4-1 0,-1 0 0,1 0 0,0 0 0,0 1 0,0-1 0,0 1 0,1-1 0,-1 1 0,1 0 0,0 0 0,0 0 0,0-1 0,1 1 0,-1 6 0,0 7 0,0-1 0,0 1 0,2 0 0,0 0 0,1 0 0,5 17 0,-7-31 0,1 0 0,0 0 0,0 1 0,0-1 0,0 0 0,1 0 0,-1 0 0,1-1 0,0 1 0,0 0 0,0 0 0,0-1 0,0 0 0,0 1 0,1-1 0,-1 0 0,1 0 0,0 0 0,0 0 0,-1-1 0,1 1 0,0-1 0,0 1 0,0-1 0,1 0 0,-1 0 0,0-1 0,0 1 0,1-1 0,-1 0 0,0 1 0,0-1 0,1-1 0,-1 1 0,0 0 0,1-1 0,4-1 0,-1 0 7,1-1 0,-1 0 0,0-1 0,0 1 0,-1-1 1,1-1-1,-1 1 0,1-1 0,-1 0 0,-1 0 0,1-1 0,-1 0 0,0 0 0,0 0 0,-1-1 0,7-11 0,0-4-378,0-1-1,-1 0 1,12-46 0,-17 50-6455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7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1 24575,'-1'0'0,"0"0"0,0 0 0,0 1 0,0-1 0,0 1 0,0-1 0,0 1 0,0-1 0,0 1 0,0 0 0,1-1 0,-1 1 0,0 0 0,1 0 0,-1 0 0,0 0 0,1-1 0,-1 1 0,1 0 0,-1 0 0,1 0 0,-1 0 0,1 0 0,-1 2 0,-8 34 0,5-19 0,-2 4 0,0 0 0,2 0 0,0 1 0,-1 28 0,6 93 0,1-63 0,-1-60 42,1 1 1,8 33-1,1 10-1534,-9-42-5334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8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24575,'24'-1'0,"1"1"0,-1 2 0,0 0 0,0 2 0,0 0 0,0 2 0,-1 1 0,44 18 0,-48-15 0,1 0 0,1-1 0,-1-1 0,1-1 0,1-1 0,24 4 0,-56-11 0,0 1 0,1 0 0,-1 0 0,1 1 0,-1 0 0,0 0 0,1 1 0,-14 5 0,18-6 0,0 1 0,1 0 0,-1 1 0,1-1 0,0 1 0,-1 0 0,1 0 0,0 1 0,1-1 0,-1 1 0,1-1 0,-1 1 0,1 0 0,0 1 0,1-1 0,-1 0 0,1 1 0,-1 0 0,2-1 0,-3 7 0,3-7 0,0 1 0,0 0 0,0 0 0,1 0 0,-1-1 0,1 1 0,0 0 0,1 0 0,-1 0 0,1 0 0,0 0 0,0-1 0,3 8 0,-3-11 0,0 1 0,0 0 0,0 0 0,0-1 0,0 1 0,1 0 0,-1-1 0,0 1 0,1-1 0,-1 0 0,1 1 0,0-1 0,-1 0 0,1 0 0,0 0 0,0 0 0,-1 0 0,1-1 0,0 1 0,0 0 0,0-1 0,0 1 0,0-1 0,0 0 0,0 0 0,0 0 0,0 0 0,0 0 0,0 0 0,0 0 0,0-1 0,0 1 0,0-1 0,4-1 0,-3 1 0,-1-1 0,1 1 0,0-1 0,0 0 0,-1 0 0,1 0 0,-1 0 0,1 0 0,-1 0 0,0-1 0,0 1 0,0-1 0,0 1 0,0-1 0,1-4 0,20-50 0,-18 43 0,3-11 0,8-44 0,-16 67 0,0 2 0,0 0 0,0 0 0,0 0 0,0-1 0,0 1 0,0 0 0,0 0 0,0 0 0,0 0 0,0-1 0,0 1 0,0 0 0,0 0 0,0 0 0,0 0 0,0 0 0,0-1 0,0 1 0,0 0 0,0 0 0,0 0 0,1 0 0,-1 0 0,0-1 0,0 1 0,0 0 0,0 0 0,0 0 0,0 0 0,1 0 0,-1 0 0,0 0 0,0 0 0,0 0 0,0 0 0,1-1 0,-1 1 0,0 0 0,0 0 0,0 0 0,0 0 0,0 0 0,1 0 0,-1 0 0,0 0 0,0 0 0,7 9 0,7 18 0,-12-22 0,11 20-682,28 40-1,-30-52-6143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3:58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1 162 24575,'0'-5'0,"0"-6"0,4-1 0,7 1 0,6 3 0,0-2 0,2 0 0,2-2 0,2 1 0,2 2 0,-3-2 0,-6-4 0,-5-4 0,-5 2-8191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0.0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1 24575,'0'411'0,"-1"-387"0,-2-2 0,-9 43 0,1-12 0,1-15 0,10-36 0,-1-1 0,1 1 0,-1-1 0,0 1 0,1-1 0,-1 1 0,0-1 0,0 1 0,0-1 0,0 0 0,0 1 0,0-1 0,-1 0 0,1 0 0,0 0 0,-1 0 0,1 0 0,0 0 0,-4 1 0,5-2 0,-1 0 0,0-1 0,0 1 0,0 0 0,1 0 0,-1 0 0,0-1 0,0 1 0,1 0 0,-1-1 0,0 1 0,1-1 0,-1 1 0,0-1 0,1 1 0,-1-1 0,1 1 0,-1-1 0,1 1 0,-1-1 0,1 0 0,-1 1 0,1-1 0,0 0 0,-1 0 0,1 1 0,0-1 0,0 0 0,-1 0 0,1 1 0,0-1 0,0 0 0,0 0 0,0 0 0,0 1 0,0-2 0,0-31 0,1 28 0,1 0 0,0 0 0,0 0 0,0 0 0,1 0 0,-1 1 0,1-1 0,0 1 0,0 0 0,1 0 0,-1 0 0,1 0 0,0 1 0,0-1 0,0 1 0,1 0 0,-1 0 0,1 1 0,-1-1 0,1 1 0,0 0 0,0 0 0,0 1 0,7-2 0,-1 0 0,1 1 0,0 0 0,0 0 0,0 2 0,0-1 0,0 1 0,0 1 0,0 0 0,21 5 0,-28-4 0,-1-1 0,0 1 0,0 0 0,0 0 0,0 0 0,0 1 0,-1-1 0,1 1 0,-1 0 0,1 0 0,4 6 0,27 44 0,-5-7 0,-30-45 0,0-1 0,0 1 0,1-1 0,-1 0 0,0 1 0,1-1 0,-1 0 0,0 1 0,1-1 0,-1 0 0,1 1 0,-1-1 0,0 0 0,1 0 0,-1 1 0,1-1 0,-1 0 0,1 0 0,-1 0 0,1 0 0,-1 0 0,1 0 0,-1 0 0,1 0 0,-1 0 0,1 0 0,-1 0 0,1 0 0,-1 0 0,1 0 0,-1 0 0,1 0 0,-1 0 0,1-1 0,13-16 0,1-28 0,-12 33 0,-3 9 0,0 0 0,1 0 0,0-1 0,0 1 0,0 0 0,0 0 0,0 0 0,1 0 0,-1 0 0,1 0 0,0 0 0,2-3 0,-3 6 0,-1 0 0,1 0 0,-1 0 0,1 0 0,-1 0 0,1 0 0,-1 0 0,1 0 0,-1 0 0,1 0 0,0 0 0,-1 0 0,1 0 0,-1 0 0,1 0 0,-1 1 0,1-1 0,-1 0 0,0 0 0,1 1 0,-1-1 0,1 0 0,-1 1 0,1-1 0,-1 0 0,0 1 0,1 0 0,13 14 0,-12-12 0,30 42 0,-27-37 0,1 1 0,0-1 0,12 14 0,-14-19 0,-1 0 0,0-1 0,1 1 0,-1-1 0,1 0 0,0 0 0,0 0 0,0-1 0,0 1 0,0-1 0,0 0 0,8 1 0,-3 0 0,-1-2 0,0 1 0,1-1 0,-1 0 0,1-1 0,-1 1 0,0-2 0,1 1 0,-1-1 0,0-1 0,13-5 0,-17 6 0,-1 0 0,1 0 0,-1-1 0,0 0 0,1 1 0,-1-1 0,0 0 0,-1-1 0,1 1 0,-1 0 0,1-1 0,-1 0 0,0 1 0,0-1 0,-1 0 0,1 0 0,-1 0 0,0 0 0,0 0 0,0 0 0,0-1 0,-1 1 0,0 0 0,0 0 0,0-5 0,0 5 0,-1 0 0,1 0 0,-1 1 0,0-1 0,0 0 0,0 1 0,-1-1 0,1 1 0,-1 0 0,0-1 0,0 1 0,0 0 0,0 0 0,0 0 0,-1 0 0,1 0 0,-1 1 0,0-1 0,0 1 0,0 0 0,0 0 0,0 0 0,0 0 0,-1 0 0,1 1 0,-1 0 0,1-1 0,-1 1 0,-4-1 0,4 2 0,1-1 0,0 1 0,0-1 0,0 1 0,-1 0 0,1 0 0,0 0 0,0 1 0,0-1 0,0 1 0,-1 0 0,1 0 0,0 0 0,0 0 0,0 0 0,0 1 0,1-1 0,-1 1 0,0 0 0,1 0 0,-1 0 0,1 0 0,-1 0 0,1 1 0,0-1 0,0 0 0,0 1 0,0 0 0,1 0 0,-1-1 0,1 1 0,0 0 0,-1 0 0,0 4 0,1-2 0,0-1 0,0 0 0,0 1 0,0-1 0,1 1 0,0-1 0,-1 1 0,2-1 0,-1 1 0,1-1 0,-1 1 0,1-1 0,0 1 0,1-1 0,-1 0 0,1 1 0,0-1 0,0 0 0,0 0 0,3 4 0,-1-4 0,0 0 0,0-1 0,0 1 0,1-1 0,-1 0 0,1 0 0,-1 0 0,1 0 0,0-1 0,0 0 0,1 0 0,-1 0 0,0-1 0,1 0 0,-1 0 0,8 0 0,29 2 0,1-2 0,68-7 0,-104 4 0,0 1 0,0-1 0,0 0 0,0 0 0,-1-1 0,1 0 0,8-6 0,-1 2 0,-12 6 0,0 0 0,0 1 0,0-1 0,0 0 0,0 1 0,0 0 0,1 0 0,-1-1 0,0 1 0,0 0 0,0 1 0,0-1 0,0 0 0,0 0 0,0 1 0,0 0 0,0-1 0,0 1 0,0 0 0,0 0 0,2 1 0,6 4 0,-1 1 0,0-1 0,8 10 0,22 13 0,-38-28 0,0 0 0,0 0 0,1-1 0,-1 1 0,0 0 0,1-1 0,-1 1 0,1-1 0,-1 1 0,1-1 0,-1 0 0,1 0 0,-1 0 0,1 0 0,-1 0 0,1 0 0,-1 0 0,1 0 0,-1-1 0,1 1 0,-1 0 0,1-1 0,-1 1 0,0-1 0,1 0 0,-1 1 0,0-1 0,1 0 0,-1 0 0,0 0 0,0 0 0,0 0 0,0 0 0,0 0 0,0 0 0,0-1 0,0 1 0,0 0 0,-1-1 0,2-1 0,1-6 0,0 0 0,-1 0 0,0 0 0,0-1 0,0-12 0,0 2 0,-2 20-2,0-1-1,-1 1 0,1-1 1,0 1-1,0-1 1,0 1-1,1-1 1,-1 1-1,0-1 0,0 1 1,0-1-1,0 1 1,0-1-1,0 1 0,1-1 1,-1 1-1,0-1 1,0 1-1,1 0 1,-1-1-1,0 1 0,1-1 1,-1 1-1,0 0 1,1-1-1,-1 1 0,1 0 1,0-1-1,5 13 190,3 22-1664,-7-12-5349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0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24575,'0'-4'0,"5"-3"0,6 2 0,5 0 0,6 2 0,3 0 0,-3 7 0,0 2 0,-4 4 0,-5 6 0,-5 4 0,-4 4 0,-2 2 0,-2 2 0,0-5-8191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0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24575,'8'-1'0,"1"0"0,0-1 0,-1 1 0,17-7 0,25-4 0,-43 11 0,1 0 0,0 1 0,0 0 0,0 0 0,0 0 0,14 4 0,-20-4 0,0 1 0,1 0 0,-1 0 0,0 0 0,0 1 0,1-1 0,-1 1 0,0-1 0,0 1 0,-1-1 0,1 1 0,0 0 0,0 0 0,-1 0 0,1 0 0,-1 0 0,0 0 0,0 1 0,0-1 0,0 0 0,0 1 0,0-1 0,0 0 0,-1 1 0,1 2 0,0 5 8,-1 1 0,-1-1 0,1 0 0,-1 0 0,-1 0 0,0 0 1,-1 0-1,1 0 0,-2 0 0,0-1 0,-5 11 0,2-3-739,-10 35 0,13-33-6095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1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25 24575,'-4'0'0,"1"-1"0,-1 0 0,1 0 0,-1 0 0,1-1 0,0 1 0,-4-2 0,-20-8 0,22 10 0,-1 0 0,0 0 0,0 1 0,0 0 0,1 0 0,-1 0 0,0 1 0,0-1 0,0 2 0,1-1 0,-1 0 0,-10 5 0,13-4 0,-1 1 0,1-1 0,0 0 0,0 1 0,0-1 0,0 1 0,0 0 0,1 0 0,-1 0 0,1 1 0,0-1 0,0 1 0,0-1 0,0 1 0,1-1 0,-1 1 0,1 0 0,0 0 0,-1 7 0,-1 2 0,1 1 0,1-1 0,0 0 0,1 0 0,2 19 0,-2-29 0,1 0 0,-1 0 0,1 0 0,-1 0 0,1 0 0,0 0 0,1 0 0,-1 0 0,0 0 0,1 0 0,-1-1 0,1 1 0,0-1 0,0 1 0,0-1 0,0 0 0,0 0 0,1 0 0,-1 0 0,1 0 0,-1 0 0,1-1 0,0 1 0,0-1 0,-1 0 0,1 1 0,0-2 0,4 2 0,17 1 0,0-1 0,0-1 0,40-5 0,-7 1 0,-46 3 0,-1-1 0,0 0 0,0 0 0,0-1 0,0 0 0,0-1 0,-1 0 0,18-8 0,-23 8 0,0 1 0,0-1 0,-1 1 0,1-1 0,-1 0 0,1-1 0,-1 1 0,0 0 0,0-1 0,0 0 0,0 0 0,-1 0 0,0 0 0,0 0 0,0 0 0,0-1 0,-1 1 0,1 0 0,-1-1 0,0 0 0,0-4 0,0 2 0,0-1 0,-1 1 0,0 0 0,0 0 0,-1 0 0,0 0 0,-3-12 0,4 16 0,-2 1 0,1-1 0,0 1 0,0-1 0,-1 1 0,1 0 0,-1 0 0,0 0 0,0 0 0,1 0 0,-1 0 0,0 0 0,-1 1 0,1-1 0,0 1 0,0-1 0,-1 1 0,1 0 0,-1 0 0,1 0 0,-1 0 0,0 0 0,-3 0 0,-6-1 0,0 0 0,1 1 0,-1 0 0,0 0 0,0 2 0,0-1 0,0 2 0,-15 2 0,23-3 0,0 0 0,1 1 0,-1-1 0,0 0 0,0 1 0,1 0 0,-1 0 0,1 0 0,0 0 0,0 1 0,0 0 0,0-1 0,0 1 0,0 0 0,0 0 0,1 0 0,0 1 0,0-1 0,0 0 0,0 1 0,0 0 0,1-1 0,-1 1 0,1 0 0,0 0 0,0 0 0,0 6 0,0-7 0,1 0 0,0 0 0,0 1 0,0-1 0,0 0 0,0 0 0,1 0 0,-1 1 0,1-1 0,0 0 0,0 0 0,0 0 0,1 0 0,-1 0 0,1-1 0,-1 1 0,1 0 0,0-1 0,0 1 0,0-1 0,0 1 0,4 2 0,-3-3 0,1 0 0,-1 0 0,1 0 0,0-1 0,0 1 0,-1-1 0,1 0 0,0 0 0,0-1 0,0 1 0,0-1 0,0 0 0,0 1 0,0-2 0,0 1 0,0-1 0,8-1 0,-4 0 0,-1-1 0,1 0 0,0-1 0,12-7 0,-13 7 0,-1 0 0,1 1 0,0-1 0,13-3 0,-17 7 0,0-1 0,0 1 0,0 0 0,0 0 0,0 0 0,0 0 0,0 0 0,0 1 0,0-1 0,0 1 0,0 0 0,-1 0 0,1 0 0,0 0 0,-1 0 0,5 3 0,-6-3 0,6 3 0,0 0 0,0 0 0,1 0 0,-1-1 0,9 2 0,-15-4 0,1-1 0,-1 1 0,1-1 0,-1 0 0,1 0 0,-1 0 0,1 0 0,-1 0 0,1 0 0,-1 0 0,1 0 0,-1-1 0,1 1 0,-1 0 0,1-1 0,-1 0 0,0 1 0,1-1 0,-1 0 0,0 1 0,1-1 0,-1 0 0,0 0 0,0 0 0,0 0 0,0 0 0,0-1 0,0 1 0,0 0 0,0 0 0,0-1 0,-1 1 0,1 0 0,0-2 0,13-43 0,6-15 0,-18 58 0,-1 0 0,1-1 0,0 1 0,-1 0 0,1 1 0,1-1 0,-1 0 0,0 1 0,1-1 0,-1 1 0,1-1 0,0 1 0,0 0 0,4-2 0,-6 3 0,0 1 0,0 0 0,0-1 0,0 1 0,0 0 0,0 0 0,0 0 0,0-1 0,0 1 0,0 0 0,0 0 0,0 0 0,0 1 0,0-1 0,0 0 0,0 0 0,0 1 0,0-1 0,0 0 0,0 1 0,0-1 0,0 1 0,0-1 0,1 2 0,0 0 0,0 0 0,1 1 0,-1-1 0,-1 1 0,1-1 0,0 1 0,-1 0 0,3 4 0,1 5 0,-1 1 0,5 24 0,-7-33 0,-1 0 0,-1 0 0,1 0 0,0 0 0,-1 0 0,0 1 0,0-1 0,0 0 0,0 0 0,-1 0 0,1 0 0,-1 0 0,0 0 0,-2 4 0,-2-7 0,1-10 0,-1-9 0,5 15 0,-1 0 0,1 0 0,-1 0 0,1-1 0,0 1 0,1 0 0,-1 0 0,0 0 0,1 0 0,0 0 0,-1 0 0,1 0 0,0 0 0,1 0 0,-1 0 0,1 1 0,-1-1 0,1 0 0,0 1 0,0-1 0,0 1 0,0 0 0,3-3 0,-1 3 0,0-1 0,0 1 0,1 0 0,-1 0 0,1 0 0,-1 0 0,1 1 0,0 0 0,-1 0 0,1 0 0,0 1 0,0-1 0,0 1 0,7 1 0,-6 0 0,0 0 0,0 0 0,0 0 0,-1 1 0,1 0 0,0 0 0,-1 1 0,1 0 0,-1-1 0,0 2 0,0-1 0,0 1 0,0-1 0,-1 1 0,0 1 0,1-1 0,3 7 0,-6-9 0,-1 0 0,1 0 0,-1 0 0,0 1 0,0-1 0,0 1 0,0-1 0,0 1 0,0-1 0,-1 1 0,1-1 0,-1 1 0,0 0 0,0-1 0,0 1 0,0-1 0,0 1 0,0 0 0,-1-1 0,1 1 0,-1 0 0,0-1 0,0 1 0,0-1 0,0 0 0,0 1 0,0-1 0,-1 0 0,1 0 0,-1 1 0,0-1 0,1 0 0,-1-1 0,0 1 0,0 0 0,0 0 0,-1-1 0,1 0 0,0 1 0,-4 1 0,-4 1-62,0 0 0,-1-1-1,1 0 1,-1 0 0,0-1-1,0-1 1,1 0 0,-1 0-1,0-1 1,-18-2 0,15 2-618,-10-1-6146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1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24575,'5'0'0,"6"0"0,1-5 0,3-1 0,3 0 0,0-3 0,0 0 0,3 1 0,2 2 0,1 2 0,2 2 0,-4 6 0,-1 6 0,-4 7 0,0 0 0,-3 2 0,-4-2-8191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2.1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31 24575,'4'-1'0,"-1"1"0,1-1 0,-1 0 0,0 0 0,1-1 0,-1 1 0,3-3 0,21-6 0,-13 7 0,0 0 0,1 1 0,-1 1 0,0 1 0,1 0 0,-1 1 0,1 0 0,-1 1 0,0 0 0,0 2 0,0-1 0,15 8 0,85 33-1365,-97-36-5461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2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1 24575,'1'35'0,"1"0"0,12 57 0,15 86 0,-25-153 0,0 0 0,-2 1 0,0-1 0,-2 1 0,-3 26 0,2-45-59,-1 1 0,0-1-1,0 0 1,-1 0-1,0 0 1,0 0 0,-1-1-1,0 1 1,0-1 0,0 0-1,-1 0 1,0 0 0,0-1-1,-1 0 1,1 0-1,-1 0 1,0 0 0,0-1-1,-1 0 1,1-1 0,-1 1-1,-10 3 1,-3-3-6767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2.8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1 114 24575,'17'-1'0,"-1"-1"0,1 0 0,20-7 0,-17 5 0,36-5 0,0 6 0,81 6 0,-135-3 0,1 1 0,-1-1 0,1 0 0,-1 1 0,1 0 0,-1 0 0,0-1 0,1 1 0,-1 1 0,0-1 0,1 0 0,-1 0 0,0 1 0,0 0 0,0-1 0,0 1 0,-1 0 0,1 0 0,0 0 0,-1 0 0,1 0 0,-1 0 0,0 0 0,0 0 0,0 1 0,0-1 0,1 5 0,1 5 0,-1 0 0,-1 0 0,0 1 0,-1 22 0,-1-25 0,1 0 0,0 0 0,1 0 0,0 0 0,4 18 0,-5-27 0,0 0 0,0 0 0,1 0 0,-1 0 0,0 0 0,1 0 0,-1 0 0,1 1 0,-1-1 0,1 0 0,0-1 0,-1 1 0,1 0 0,0 0 0,0 0 0,0 0 0,-1 0 0,1-1 0,0 1 0,0 0 0,0-1 0,0 1 0,0-1 0,0 1 0,1-1 0,-1 1 0,0-1 0,0 0 0,0 0 0,0 1 0,0-1 0,1 0 0,-1 0 0,0 0 0,0 0 0,0-1 0,0 1 0,2 0 0,-1-2 0,0 1 0,0 0 0,0-1 0,0 1 0,0-1 0,0 1 0,-1-1 0,1 0 0,-1 0 0,1 0 0,-1 0 0,0 0 0,1 0 0,-1 0 0,0 0 0,0-1 0,-1 1 0,2-3 0,2-13 0,-1 0 0,-1 0 0,-1-1 0,0 1 0,-1-1 0,-1 1 0,-1 0 0,-5-24 0,5 34 20,-1 0 1,0 1-1,-1-1 0,-6-9 0,-5-9-1486,8 10-5360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3.1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24575,'1'1'0,"0"-1"0,0 0 0,-1 0 0,1 1 0,0-1 0,0 0 0,0 1 0,-1-1 0,1 0 0,0 1 0,-1-1 0,1 1 0,0 0 0,-1-1 0,1 1 0,-1-1 0,1 1 0,-1 0 0,1 0 0,-1-1 0,1 1 0,-1 1 0,10 23 0,-6-13 0,5 11 0,-1 1 0,9 42 0,-11-39 0,16 47 0,-15-54 0,-1 1 0,5 37 0,-7-36 0,0-1 0,13 37 0,-12-46-114,0 1 1,-1 1-1,-1-1 0,0 0 0,0 1 1,-1 0-1,-1-1 0,-1 1 0,0 0 1,0 0-1,-6 25 0,0-22-6712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4.7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45 24575,'5'-1'0,"0"-1"0,0 1 0,0-1 0,0 0 0,7-4 0,8-2 0,30-14 0,-50 22 0,1 0 0,-1 0 0,1-1 0,-1 1 0,0 1 0,1-1 0,-1 0 0,0 0 0,1 0 0,-1 0 0,1 0 0,-1 0 0,0 0 0,1 0 0,-1 1 0,0-1 0,1 0 0,-1 0 0,0 0 0,1 1 0,-1-1 0,0 0 0,0 1 0,1-1 0,-1 0 0,0 0 0,0 1 0,0-1 0,1 0 0,-1 1 0,0-1 0,0 1 0,0-1 0,0 0 0,0 1 0,0-1 0,0 0 0,0 1 0,0-1 0,0 1 0,0-1 0,0 0 0,0 1 0,0-1 0,0 0 0,0 1 0,-1 25 0,1-21 0,-3 22 0,1-14 0,1 0 0,0 0 0,1 0 0,3 21 0,-3-31 0,1 0 0,-1-1 0,1 1 0,0 0 0,0-1 0,0 1 0,0-1 0,0 0 0,1 1 0,-1-1 0,1 0 0,-1 0 0,1 0 0,0 0 0,0 0 0,0 0 0,0 0 0,0 0 0,0-1 0,1 0 0,-1 1 0,0-1 0,1 0 0,-1 0 0,1 0 0,-1 0 0,5 0 0,7 2 0,1-1 0,-1-1 0,0 0 0,1-1 0,-1 0 0,1-1 0,-1-1 0,0 0 0,16-6 0,-27 7 0,-1 0 0,0 0 0,0 0 0,0-1 0,1 1 0,-1-1 0,0 1 0,-1-1 0,1 0 0,0 0 0,-1 0 0,1 0 0,-1 0 0,1 0 0,-1-1 0,0 1 0,0 0 0,2-5 0,-2 3 0,0 0 0,-1-1 0,1 1 0,-1-1 0,0 1 0,0-1 0,0 1 0,-1-1 0,1 1 0,-3-6 0,2 4 0,0 1 0,-1 0 0,1 0 0,-1 0 0,-1 1 0,1-1 0,-1 1 0,0-1 0,0 1 0,0 0 0,0 0 0,-1 0 0,1 0 0,-1 0 0,0 1 0,0 0 0,-1 0 0,-8-5 0,12 8 0,0-1 0,0 1 0,-1-1 0,1 1 0,0 0 0,0 0 0,-1 0 0,1-1 0,0 1 0,0 0 0,-1 0 0,1 1 0,0-1 0,0 0 0,-1 0 0,1 1 0,0-1 0,0 1 0,0-1 0,0 1 0,-1-1 0,1 1 0,0 0 0,0-1 0,-1 2 0,0 0 0,1 0 0,0 0 0,-1 0 0,1 1 0,0-1 0,0 0 0,0 0 0,0 1 0,1-1 0,-1 1 0,0-1 0,1 3 0,-1 2 0,0 1 0,1-1 0,0 0 0,1 0 0,0 0 0,0 0 0,0 0 0,4 9 0,-3-11 0,0 0 0,1 0 0,0-1 0,0 1 0,0-1 0,0 0 0,1 0 0,-1 0 0,1 0 0,0-1 0,0 0 0,1 0 0,-1 0 0,1 0 0,-1 0 0,7 1 0,-8-2 0,0-1 0,0 0 0,1-1 0,-1 1 0,1-1 0,-1 1 0,0-1 0,1 0 0,-1 0 0,1-1 0,-1 1 0,1-1 0,-1 1 0,0-1 0,1 0 0,-1 0 0,0-1 0,0 1 0,0-1 0,0 1 0,0-1 0,0 0 0,0 0 0,-1 0 0,5-5 0,-1 1 0,-2 1 0,0 1 0,0 0 0,1 0 0,0 0 0,0 0 0,0 1 0,7-5 0,-10 8 0,0-1 0,1 1 0,-1-1 0,0 1 0,0 0 0,1 0 0,-1 0 0,0 0 0,0 0 0,1 1 0,-1-1 0,0 1 0,0-1 0,0 1 0,0 0 0,0 0 0,0 0 0,0 0 0,0 0 0,0 0 0,0 0 0,0 1 0,0-1 0,1 3 0,0-1 0,0 0 0,0 0 0,0 1 0,-1-1 0,1 1 0,2 5 0,3 5 0,41-64 0,-39 43 0,1 0 0,0 1 0,0 1 0,0 0 0,1 0 0,-1 1 0,1 1 0,0 0 0,23-3 0,-26 6 0,0-1 0,0 1 0,0 1 0,0 0 0,0 0 0,0 1 0,0 0 0,0 0 0,0 1 0,-1 0 0,1 1 0,-1 0 0,0 0 0,8 6 0,-12-7 0,-1 1 0,0-1 0,0 0 0,0 1 0,0-1 0,0 1 0,-1 0 0,0 0 0,0 0 0,3 8 0,16 25 0,-17-32 0,7 8 0,0 0 0,0-1 0,16 12 0,-21-20 0,-1 0 0,1-1 0,0 1 0,0-1 0,0-1 0,0 1 0,0-1 0,1 0 0,-1-1 0,1 0 0,8 1 0,11 1 0,0-1 0,1-2 0,-1 0 0,0-2 0,30-5 0,-40 0 0,-1 1 0,1-2 0,-1 0 0,0-1 0,-1 0 0,0-1 0,-1-1 0,0 0 0,0-1 0,18-23 0,-25 28 0,-1-1 0,1 1 0,-2-1 0,1-1 0,-1 1 0,-1 0 0,0-1 0,0 0 0,3-14 0,-5 21 0,-1-1 0,1 1 0,-1-1 0,0 0 0,0 1 0,0-1 0,0 1 0,0-1 0,-1 1 0,1-1 0,-1 1 0,1-1 0,-1 1 0,0-1 0,0 1 0,0 0 0,0-1 0,-1 1 0,1 0 0,-1 0 0,1 0 0,-1 0 0,0 0 0,1 0 0,-1 0 0,0 1 0,0-1 0,-1 1 0,1-1 0,0 1 0,0 0 0,-1 0 0,1 0 0,0 0 0,-1 0 0,1 1 0,-5-2 0,1 1 0,0 0 0,0 0 0,0 1 0,0 0 0,0 0 0,0 0 0,1 1 0,-1-1 0,-11 4 0,14-3 0,0 0 0,1 1 0,-1-1 0,1 0 0,0 1 0,-1 0 0,1-1 0,0 1 0,0 0 0,0 0 0,0 0 0,0 1 0,0-1 0,1 0 0,-1 1 0,1-1 0,0 1 0,0-1 0,0 1 0,0-1 0,0 1 0,-1 5 0,0 6 0,0 0 0,0 0 0,2 0 0,-1 1 0,2-1 0,4 27 0,-5-40 0,0-1 0,0 0 0,0 1 0,1-1 0,-1 0 0,0 1 0,0-1 0,0 0 0,0 0 0,1 1 0,-1-1 0,0 0 0,0 0 0,1 1 0,-1-1 0,0 0 0,0 0 0,1 0 0,-1 1 0,0-1 0,0 0 0,1 0 0,-1 0 0,0 0 0,1 0 0,-1 0 0,0 0 0,1 0 0,-1 0 0,0 1 0,1-1 0,-1-1 0,0 1 0,1 0 0,-1 0 0,0 0 0,1 0 0,-1 0 0,0 0 0,1 0 0,-1 0 0,0 0 0,0-1 0,1 1 0,-1 0 0,0 0 0,0 0 0,1-1 0,-1 1 0,0 0 0,0 0 0,1-1 0,-1 1 0,0 0 0,0 0 0,0-1 0,0 1 0,1-1 0,16-19 0,-15 16 0,4-4 0,0 1 0,0 0 0,1 0 0,0 1 0,0-1 0,1 2 0,-1-1 0,11-5 0,-14 9 0,-1 1 0,1-1 0,-1 1 0,1 0 0,0 0 0,0 1 0,-1-1 0,1 1 0,0 0 0,0 0 0,0 0 0,0 0 0,-1 1 0,1-1 0,0 1 0,0 0 0,-1 0 0,1 0 0,0 1 0,-1 0 0,0-1 0,1 1 0,3 3 0,1 2 0,0 1 0,0 0 0,0 0 0,-1 0 0,-1 1 0,1 0 0,-1 0 0,5 13 0,0-3 0,75 153 0,-79-156 0,0 1 0,-1-1 0,-1 2 0,5 25 0,-7-30 0,3 16 0,-3 1 0,0-1 0,-2 1 0,-1 0 0,-4 30 0,3-55 0,0 0 0,-1 0 0,0 0 0,0 0 0,0-1 0,0 1 0,-1-1 0,1 1 0,-1-1 0,0 0 0,0 0 0,-1 0 0,1-1 0,-1 1 0,0-1 0,0 0 0,0 0 0,0 0 0,-1 0 0,1-1 0,-1 0 0,0 0 0,-8 3 0,-1-1 0,1 0 0,-1 0 0,0-1 0,0-1 0,0-1 0,0 0 0,-22-1 0,30 0 0,0-1 0,1 0 0,-1 0 0,0 0 0,0 0 0,1-1 0,-1 0 0,1-1 0,-1 1 0,1-1 0,0 0 0,-9-7 0,11 7 0,-1 0 0,1-1 0,0 0 0,1 0 0,-1 0 0,1 0 0,0 0 0,0 0 0,0-1 0,0 1 0,1-1 0,0 1 0,0-1 0,0 0 0,0 1 0,1-8 0,-2-19 0,1 1 0,5-36 0,-3 57 0,0 0 0,1 0 0,0 0 0,0 0 0,1 0 0,1 0 0,-1 1 0,1 0 0,1-1 0,-1 1 0,10-11 0,85-83 0,15-17 0,-101 101 0,-1 0 0,19-37 0,-6 10 0,19-36 0,-44 81 0,0 0 0,0 0 0,0-1 0,0 1 0,0 0 0,0 0 0,0 0 0,1 0 0,-1-1 0,0 1 0,0 0 0,0 0 0,0 0 0,0 0 0,1 0 0,-1 0 0,0 0 0,0-1 0,0 1 0,0 0 0,1 0 0,-1 0 0,0 0 0,0 0 0,0 0 0,1 0 0,-1 0 0,0 0 0,0 0 0,0 0 0,1 0 0,-1 0 0,0 0 0,0 0 0,0 0 0,0 0 0,1 1 0,-1-1 0,0 0 0,0 0 0,7 9 0,2 11 0,3 38-33,-10-42-158,1 0 1,1-1 0,0 0 0,1 1-1,1-1 1,11 22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04.9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24575,'0'-1'0,"1"0"0,-1 0 0,1-1 0,0 1 0,-1 0 0,1 0 0,0 0 0,-1 0 0,1 0 0,0 0 0,0 0 0,0 0 0,0 0 0,0 1 0,0-1 0,0 0 0,1 1 0,-1-1 0,0 0 0,0 1 0,0 0 0,1-1 0,-1 1 0,0 0 0,0-1 0,1 1 0,1 0 0,42-5 0,-40 5 0,293-3 64,-155 5-1493,-119-2-5397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1.2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1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304 83 24575,'-15'0'0,"-6"-1"0,-1 2 0,0 0 0,-22 5 0,37-4 0,0 0 0,0 0 0,1 0 0,-1 1 0,0 0 0,1 0 0,0 1 0,0 0 0,0 0 0,0 0 0,1 1 0,-1 0 0,-5 7 0,1 1 0,-1 0 0,2 2 0,0-1 0,1 1 0,0 0 0,1 1 0,-7 24 0,11-34 0,1 2 0,0-1 0,1 0 0,0 0 0,0 1 0,0-1 0,1 0 0,0 1 0,1-1 0,0 0 0,0 1 0,0-1 0,1 0 0,0 0 0,0 0 0,1 0 0,0 0 0,0 0 0,7 9 0,-7-13 0,0 0 0,0 0 0,1 0 0,-1-1 0,1 1 0,0-1 0,-1 0 0,1 0 0,0 0 0,0-1 0,0 1 0,1-1 0,-1 0 0,0 0 0,0-1 0,7 1 0,11 0 0,1-1 0,21-2 0,-11 0 0,-21 2 0,0-1 0,0 0 0,0-1 0,0 0 0,22-7 0,-30 8 0,0-1 0,0 0 0,0 0 0,0-1 0,-1 1 0,1-1 0,-1 0 0,1 0 0,-1 0 0,0-1 0,-1 1 0,1 0 0,0-1 0,-1 0 0,0 0 0,0 0 0,0 0 0,0 0 0,1-7 0,2-10 0,-1 0 0,-2-1 0,0 1 0,-1-1 0,-4-41 0,1 13 0,2 41 0,-1 1 0,0 0 0,-1 0 0,1 0 0,-1-1 0,-1 2 0,0-1 0,0 0 0,0 1 0,-1-1 0,0 1 0,-6-8 0,6 11 0,1-1 0,-1 1 0,0 0 0,0 1 0,0-1 0,0 1 0,-1 0 0,1 0 0,-1 0 0,0 0 0,0 1 0,0 0 0,0 0 0,0 0 0,0 0 0,-1 1 0,1 0 0,0 0 0,-8 0 0,10 1-42,1 1-1,0-1 0,-1 0 1,1 1-1,0 0 0,-1-1 1,1 1-1,0 0 0,-1 0 1,1 0-1,0 0 0,0 1 1,0-1-1,0 0 0,0 1 1,0 0-1,1-1 0,-1 1 1,1 0-1,-1 0 0,1 0 1,-1 0-1,1 0 0,0 0 1,0 0-1,0 1 0,0-1 1,0 0-1,1 1 0,-1-1 1,0 5-1,-2 14-6783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2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24575,'5'0'0,"2"0"-8191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4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 24575,'-5'0'0,"-1"4"0,0 3-8191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4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24575,'5'0'0,"6"0"0,1 0-8191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5.0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24575,'5'0'0,"0"1"0,-1-1 0,1 1 0,-1 0 0,1 1 0,-1-1 0,1 1 0,-1 0 0,0 0 0,1 0 0,-1 0 0,0 1 0,-1 0 0,1-1 0,0 2 0,-1-1 0,0 0 0,1 1 0,-1-1 0,4 8 0,4 6 0,-2 1 0,1 0 0,9 29 0,-13-30 0,16 42 0,-13-33 0,1 0 0,18 34 0,-21-47 0,-1 1 0,-1-1 0,4 16 0,-6-17 0,0-1 0,1 0 0,1 0 0,0 0 0,10 16 0,-14-26 0,-1 0 0,1 1 0,-1-1 0,1 0 0,0 0 0,-1 0 0,1 0 0,0-1 0,0 1 0,0 0 0,-1 0 0,1 0 0,0-1 0,0 1 0,0 0 0,0-1 0,0 1 0,1-1 0,-1 1 0,0-1 0,0 0 0,0 1 0,0-1 0,0 0 0,1 0 0,-1 0 0,0 0 0,0 0 0,0 0 0,1 0 0,-1 0 0,0 0 0,0-1 0,0 1 0,0 0 0,1-1 0,-1 1 0,0-1 0,0 1 0,0-1 0,0 0 0,0 1 0,0-1 0,0 0 0,-1 0 0,1 0 0,0 1 0,0-1 0,-1 0 0,1 0 0,1-2 0,4-7 0,-1 0 0,0 0 0,0 0 0,4-15 0,-5 16 0,28-61 0,-24 58 0,-2-1 0,1 0 0,-2 0 0,0 0 0,0-1 0,-2 0 0,1 0 0,0-14 0,-3 18 0,-2 6 0,1 1 0,0-1 0,0 1 0,1-1 0,-1 1 0,1-1 0,0 1 0,0 0 0,0-1 0,0 1 0,0 0 0,3-5 0,-3 8 0,-1 0 0,0 0 0,1 0 0,-1 0 0,0 0 0,1 0 0,-1 0 0,0 0 0,0 0 0,1 0 0,-1 0 0,0 0 0,1 0 0,-1 1 0,0-1 0,0 0 0,1 0 0,-1 0 0,0 0 0,1 0 0,-1 1 0,0-1 0,0 0 0,0 0 0,1 0 0,-1 1 0,0-1 0,0 0 0,0 0 0,1 1 0,-1-1 0,0 0 0,0 1 0,0-1 0,0 0 0,0 0 0,0 1 0,0-1 0,0 0 0,0 1 0,0-1 0,0 0 0,0 1 0,0-1 0,0 0 0,0 0 0,0 1 0,0 0 0,4 17 0,9 56 0,-7-48 0,4 44 0,-10-60 0,2 0 0,-1 0 0,1-1 0,1 1 0,0 0 0,0-1 0,7 14 0,-8-19 0,1 1 0,-1-1 0,1 1 0,0-1 0,0 0 0,1 0 0,-1 0 0,1-1 0,0 1 0,0-1 0,0 0 0,0 0 0,1-1 0,-1 1 0,1-1 0,6 3 0,-8-4 0,0 0 0,0-1 0,0 1 0,0-1 0,0 1 0,0-1 0,1 0 0,-1 0 0,0-1 0,0 1 0,0 0 0,0-1 0,0 0 0,0 0 0,0 0 0,0 0 0,0 0 0,0-1 0,0 1 0,-1-1 0,1 0 0,-1 0 0,1 0 0,2-3 0,3-4 0,0-1 0,0 0 0,-1-1 0,11-20 0,7-11 0,36-58 0,-30 46 0,55-89 0,-85 141 0,0 0 0,0 0 0,1-1 0,-1 1 0,1 0 0,-1 1 0,1-1 0,-1 0 0,1 0 0,0 1 0,0-1 0,0 1 0,3-2 0,-5 3 0,1-1 0,-1 1 0,1 0 0,-1 0 0,0 0 0,1 0 0,-1 0 0,1 0 0,-1 0 0,1 0 0,-1 0 0,0 0 0,1 0 0,-1 1 0,1-1 0,-1 0 0,1 0 0,-1 0 0,0 0 0,1 1 0,-1-1 0,0 0 0,1 0 0,-1 1 0,0-1 0,1 0 0,-1 1 0,8 21 0,-6 7-127,-2 53 0,0-56-984,-1-1-5715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5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23 24575,'-9'-1'0,"-1"0"0,1-1 0,0 1 0,-13-6 0,15 5 0,0 0 0,-1 0 0,1 1 0,-1-1 0,1 2 0,-11-1 0,15 1 0,0 1 0,0-1 0,0 1 0,1 0 0,-1 0 0,0 0 0,0 1 0,1-1 0,-1 1 0,0-1 0,1 1 0,-1 0 0,1 0 0,0 0 0,0 0 0,0 0 0,0 0 0,0 1 0,0-1 0,-2 5 0,0 2 0,0 1 0,1 1 0,0-1 0,0 0 0,1 1 0,1-1 0,0 1 0,0 0 0,1-1 0,0 1 0,1 0 0,0-1 0,0 1 0,2-1 0,-1 1 0,6 14 0,-5-21 0,-1 1 0,1-1 0,0 0 0,1 0 0,-1 0 0,0 0 0,1-1 0,0 1 0,0-1 0,0 0 0,0 0 0,1 0 0,-1-1 0,1 0 0,-1 1 0,1-2 0,9 4 0,-2-3 0,-1 1 0,1-1 0,0-1 0,0 0 0,0-1 0,18-1 0,-25 0 0,-1 0 0,1 0 0,-1 0 0,0-1 0,1 1 0,-1-1 0,0 0 0,0 0 0,0-1 0,0 1 0,-1-1 0,1 0 0,-1 0 0,1 0 0,-1 0 0,0-1 0,0 1 0,0-1 0,-1 0 0,0 0 0,1 0 0,-1 0 0,0 0 0,1-5 0,3-9 0,0-2 0,-1 1 0,4-40 0,-9 55 0,0 2 0,1 0 0,-1-1 0,0 1 0,1 0 0,-1 0 0,1 0 0,-1 0 0,1 0 0,0 0 0,0 0 0,0 0 0,2-3 0,5 7 0,3 15 0,-1 6 0,-1 0 0,0 1 0,-2 0 0,-1 1 0,-1 0 0,3 32 0,-4-30 0,1 0 0,13 36 0,-9-32 0,8 41 0,-6-19 0,3 15 0,-13-62 0,0 0 0,-1 0 0,0 1 0,0-1 0,-1 0 0,1 0 0,-1 0 0,-3 9 0,2-12 0,0-1 0,1 1 0,-1 0 0,0-1 0,0 0 0,-1 1 0,1-1 0,0 0 0,-1 0 0,1 0 0,-1-1 0,0 1 0,1-1 0,-1 1 0,0-1 0,0 0 0,0 0 0,0 0 0,0 0 0,0-1 0,0 1 0,-1-1 0,1 0 0,-3 0 0,-5 1 0,-1-1 0,1-1 0,0 0 0,0 0 0,-17-5 0,23 5 0,1-1 0,-1 0 0,0 0 0,1 0 0,0 0 0,-1-1 0,1 0 0,0 0 0,1 0 0,-1 0 0,0 0 0,1-1 0,0 0 0,0 0 0,-5-6 0,4 3 0,1 0 0,0-1 0,0 1 0,0-1 0,1 1 0,0-1 0,1 0 0,0 0 0,-1-10 0,2 7 0,0-1 0,1 1 0,0-1 0,0 1 0,1-1 0,1 1 0,0 0 0,0 0 0,1 0 0,1 0 0,0 1 0,0-1 0,11-13 0,0 3 0,-10 12 0,1 1 0,0-1 0,1 1 0,14-12 0,-18 17 0,9-6 0,-1 0 0,0-1 0,-1-1 0,0 0 0,0 0 0,12-18 0,-14 17 0,0 1 0,1 0 0,0 1 0,1 0 0,18-13 0,20-19 0,-18 15-1365,-15 13-5461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16.0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24575,'-1'0'0,"0"1"0,0-1 0,0 0 0,0 1 0,0-1 0,0 0 0,0 1 0,0-1 0,0 1 0,1 0 0,-1-1 0,0 1 0,0 0 0,1-1 0,-1 1 0,0 0 0,1 0 0,-1 0 0,0 0 0,1-1 0,-1 1 0,1 0 0,0 0 0,-1 0 0,1 0 0,0 0 0,-1 0 0,1 0 0,0 0 0,0 0 0,0 1 0,0-1 0,0 0 0,0 1 0,4 39 0,-2-35 0,0 1 0,1 0 0,-1-1 0,1 0 0,0 1 0,1-1 0,0 0 0,0-1 0,0 1 0,0-1 0,1 0 0,0 0 0,0 0 0,7 4 0,-5-2 0,32 27 0,76 49 0,-109-79 0,-1 0 0,1 0 0,-1 0 0,0 1 0,0 0 0,7 9 0,-12-14 0,1 1 0,-1 0 0,1-1 0,-1 1 0,0-1 0,0 1 0,1 0 0,-1-1 0,0 1 0,0 0 0,0-1 0,1 1 0,-1 0 0,0 0 0,0-1 0,0 1 0,0 0 0,-1-1 0,1 1 0,0 0 0,0 0 0,0-1 0,0 1 0,-1 0 0,1-1 0,-1 2 0,0-1 0,-1 0 0,0 0 0,1 1 0,-1-1 0,0 0 0,1-1 0,-1 1 0,0 0 0,0 0 0,0-1 0,0 1 0,1-1 0,-1 0 0,-4 1 0,-26 2 0,-1-2 0,0-1 0,-35-4 0,66 4-54,-1 0-1,1 0 0,0 0 1,0 0-1,0-1 1,0 1-1,0-1 0,0 0 1,0 1-1,0-1 1,0 0-1,0 0 0,0 0 1,0 0-1,0-1 0,1 1 1,-1 0-1,1-1 1,-1 1-1,1-1 0,-1 0 1,1 1-1,0-1 1,-2-3-1,2-6-6771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1.6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465 84 24575,'-4'-1'0,"0"-1"0,0 1 0,0-1 0,0 0 0,0 0 0,0-1 0,1 1 0,-1-1 0,-5-6 0,-10-5 0,7 7 0,0 1 0,-1 0 0,0 1 0,1 1 0,-2 0 0,1 1 0,0 0 0,-1 1 0,1 0 0,-1 1 0,-25 2 0,-8-1 0,-71 3 0,116-3 0,0 0 0,-1 0 0,1 0 0,0 0 0,0 0 0,0 1 0,0-1 0,-1 1 0,1 0 0,0-1 0,0 1 0,0 0 0,0 0 0,1 0 0,-1 1 0,0-1 0,0 0 0,1 1 0,-1-1 0,0 1 0,1-1 0,0 1 0,-1 0 0,1 0 0,0 0 0,0 0 0,0 0 0,0 0 0,0 0 0,0 0 0,1 0 0,-1 0 0,1 0 0,-1 0 0,1 0 0,0 1 0,0-1 0,0 0 0,0 0 0,0 0 0,1 1 0,0 1 0,1 4 0,0-1 0,0 1 0,1-1 0,0 1 0,1-1 0,0 0 0,0 0 0,0 0 0,1-1 0,7 8 0,10 8 0,1-2 0,1-1 0,26 16 0,-33-23 0,-15-11 5,0 0-1,-1 0 1,1 0 0,-1 0-1,1 0 1,-1 0-1,1 1 1,-1-1 0,0 0-1,0 1 1,0-1 0,0 1-1,0-1 1,0 1-1,0 0 1,0 0 0,-1-1-1,1 1 1,0 0-1,-1 0 1,0 0 0,1-1-1,-1 1 1,0 0-1,0 2 1,-1-2-64,0 0-1,0-1 1,1 1-1,-2-1 1,1 1 0,0-1-1,0 1 1,0-1-1,-1 1 1,1-1 0,0 0-1,-1 0 1,1 0-1,-1 0 1,0 0 0,1 0-1,-1 0 1,0 0-1,0-1 1,1 1 0,-1-1-1,0 1 1,0-1-1,-3 1 1,-15 2-6767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1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24575,'4'0'0,"7"0"0,6 0 0,4 0 0,4 0 0,2 0 0,1 0 0,1 0 0,-1 0 0,0 0 0,1 0 0,-6 4 0,-6 7 0,-7 1-8191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2.0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 24575,'547'0'0,"-539"0"-341,1-1 0,-1 1-1,16-4 1,-6-2-6485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3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306 0 24575,'1'0'0,"0"1"0,0-1 0,0 1 0,1 0 0,-1-1 0,0 1 0,0 0 0,0-1 0,0 1 0,0 0 0,0 0 0,0 0 0,-1 0 0,1 0 0,0 0 0,0 0 0,-1 0 0,1 0 0,-1 1 0,1-1 0,-1 0 0,1 0 0,-1 1 0,0-1 0,1 0 0,-1 0 0,0 3 0,5 40 0,-5-39 0,2 274 0,-3-143 0,1-122 0,-1-1 0,-1 1 0,0 0 0,0-1 0,-2 1 0,1-1 0,-2 0 0,-9 20 0,13-29 0,-1-1 0,0 0 0,1 0 0,-1 0 0,0 0 0,-1 0 0,1 0 0,-1-1 0,1 1 0,-1-1 0,0 1 0,1-1 0,-1 0 0,-1 0 0,1-1 0,0 1 0,0 0 0,-1-1 0,1 0 0,0 0 0,-1 0 0,1 0 0,-1-1 0,0 1 0,1-1 0,-1 0 0,1 0 0,-1 0 0,0 0 0,1-1 0,-1 0 0,1 1 0,-1-1 0,1 0 0,-1-1 0,1 1 0,-4-3 0,-3-1 0,1-1 0,-1-1 0,1 1 0,-14-14 0,-13-10 0,29 25 0,1-1 0,-1 1 0,1-1 0,1-1 0,-1 1 0,1-1 0,0 0 0,1 0 0,-1 0 0,1 0 0,1-1 0,-1 0 0,1 0 0,1 0 0,-3-13 0,1 0 0,2 0 0,1 0 0,0 0 0,2 0 0,3-24 0,-4 41 0,0 1 0,1 0 0,0 0 0,0 0 0,0 0 0,0 0 0,0 0 0,1 0 0,-1 0 0,1 1 0,0-1 0,0 0 0,0 1 0,0-1 0,0 1 0,3-3 0,0 2 0,0-1 0,0 1 0,0 0 0,1 1 0,-1 0 0,1-1 0,-1 1 0,8-1 0,10-1 0,-1 1 0,1 1 0,36 2 0,-48 0 0,373 2 0,-378-2 0,1 1 0,-1-1 0,0 1 0,1 0 0,-1 1 0,10 3 0,-15-5 0,0 0 0,0 1 0,0-1 0,0 1 0,0-1 0,-1 1 0,1 0 0,0-1 0,0 1 0,0 0 0,-1-1 0,1 1 0,-1 0 0,1 0 0,0 0 0,-1-1 0,1 1 0,-1 0 0,0 0 0,1 1 0,-1 0 0,0-1 0,0 0 0,0 1 0,-1-1 0,1 0 0,0 1 0,-1-1 0,1 0 0,-1 1 0,1-1 0,-1 0 0,0 0 0,1 0 0,-1 0 0,0 1 0,0-1 0,0 0 0,0 0 0,-1 1 0,-31 28 0,25-24 0,1 0 0,0 0 0,0 1 0,1 0 0,0 0 0,0 0 0,1 1 0,0 0 0,-6 12 0,3 0 0,0 0 0,2 1 0,0-1 0,2 1 0,-4 32 0,8-47 0,0-1 0,0 1 0,1 0 0,-1 0 0,1 0 0,0-1 0,1 1 0,-1-1 0,1 1 0,1-1 0,2 6 0,-3-8 0,0 1 0,1-1 0,-1 0 0,1 0 0,0-1 0,0 1 0,0 0 0,0-1 0,0 0 0,1 0 0,-1 0 0,1 0 0,0 0 0,-1-1 0,1 0 0,0 1 0,7 0 0,-9-1 0,1-1 0,-1 1 0,1-1 0,-1 1 0,1-1 0,0 0 0,-1 0 0,1 0 0,-1-1 0,1 1 0,-1 0 0,1-1 0,-1 0 0,1 0 0,-1 1 0,0-1 0,1-1 0,-1 1 0,0 0 0,0 0 0,0-1 0,0 0 0,0 1 0,0-1 0,0 0 0,0 0 0,-1 0 0,1 0 0,-1 0 0,2-3 0,1-4 0,0-2 0,0 1 0,-2 0 0,1-1 0,2-20 0,1-5 0,0 0-145,-1-1 0,-3-1 0,-1-55 0,-2 66-640,1 3-6041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3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 0 24575,'1'1'0,"0"-1"0,1 1 0,-1-1 0,0 1 0,0-1 0,0 1 0,0 0 0,0 0 0,0 0 0,0-1 0,0 1 0,0 0 0,0 0 0,0 0 0,-1 0 0,1 0 0,0 1 0,-1-1 0,1 0 0,-1 0 0,1 0 0,-1 1 0,0-1 0,1 0 0,-1 0 0,0 1 0,0 1 0,5 42 0,-4-40 0,2 68 0,-7 104 0,-19-64 0,22-105 15,-1 1 0,1 0 0,-1 0 0,-1-1 0,0 1 0,0-1 0,-6 12 0,6-16-98,1-1 1,0 1-1,-1-1 1,0 1-1,0-1 1,0 0-1,0 0 1,-1 0-1,1-1 1,-1 1-1,1-1 1,-1 0-1,0 0 1,0 0-1,0 0 1,0-1-1,-5 2 1,-10 1-6744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4.1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1 176 24575,'2'-4'0,"0"1"0,0 0 0,1 0 0,-1 0 0,1 0 0,0 0 0,0 0 0,0 1 0,0-1 0,0 1 0,1 0 0,5-3 0,7-5 0,-3 0 0,1 2 0,0 0 0,0 0 0,0 1 0,1 1 0,1 1 0,29-8 0,-13 4 0,67-28 0,-74 24 0,-23 11 0,-15 8 0,1 1 0,1 0 0,0 1 0,0 0 0,0 1 0,1 0 0,0 1 0,1 0 0,0 0 0,-9 16 0,12-17 0,0 0 0,1 0 0,0 1 0,1 0 0,0-1 0,0 2 0,1-1 0,1 0 0,0 1 0,0-1 0,1 1 0,0 16 0,1-24 0,1 0 0,-1-1 0,1 1 0,-1 0 0,1-1 0,0 1 0,0-1 0,1 1 0,-1-1 0,0 1 0,1-1 0,0 0 0,-1 0 0,1 0 0,0 0 0,0 0 0,0 0 0,0 0 0,0-1 0,1 1 0,-1-1 0,0 1 0,1-1 0,-1 0 0,1 0 0,0 0 0,-1-1 0,1 1 0,0 0 0,-1-1 0,4 1 0,12 1 0,0-1 0,0-1 0,32-3 0,-23 2 0,8 1 0,-22 1 0,-1-1 0,1 0 0,0-1 0,18-4 0,-28 4 0,0 1 0,-1-1 0,1 0 0,-1 0 0,1 0 0,-1 0 0,1-1 0,-1 1 0,0-1 0,0 1 0,0-1 0,0 0 0,0 0 0,0 0 0,0 0 0,-1 0 0,1 0 0,-1-1 0,1 1 0,-1 0 0,0-1 0,0 1 0,0-1 0,0 0 0,0 1 0,0-4 0,1-28 0,-2 24 0,-2 27 0,1-4 0,0 1 0,1 0 0,0-1 0,2 1 0,3 20 0,-4-31 0,0 1 0,0-1 0,0 1 0,1-1 0,0 0 0,0 0 0,0 0 0,0 0 0,0 0 0,0 0 0,1 0 0,-1 0 0,1-1 0,0 0 0,0 1 0,0-1 0,0 0 0,0 0 0,0-1 0,1 1 0,-1-1 0,1 0 0,-1 1 0,1-1 0,5 0 0,-4 0 0,0 0 0,0 0 0,0 0 0,0-1 0,1 0 0,-1 0 0,0-1 0,0 1 0,0-1 0,0 0 0,0 0 0,0-1 0,0 0 0,0 0 0,6-3 0,-3-1 0,1-1 0,-1 0 0,0 0 0,-1-1 0,1 0 0,8-12 0,-9 10 0,-5 6 0,1 1 0,-1 0 0,1 0 0,-1 0 0,1 0 0,0 0 0,5-3 0,-8 6 0,0 0 0,1 0 0,-1 0 0,0 0 0,1 0 0,-1 0 0,0 0 0,1 0 0,-1 0 0,0 0 0,1 0 0,-1 0 0,0 1 0,0-1 0,1 0 0,-1 0 0,0 0 0,1 0 0,-1 1 0,0-1 0,0 0 0,1 0 0,-1 0 0,0 1 0,0-1 0,0 0 0,0 0 0,1 1 0,-1-1 0,0 0 0,0 1 0,0-1 0,0 0 0,0 0 0,0 1 0,1-1 0,-1 0 0,0 1 0,0-1 0,0 0 0,0 1 0,3 21 0,-3-9 0,-1-31 0,1 13 0,0-1 0,0 0 0,1 0 0,0 1 0,0-1 0,0 0 0,1 1 0,-1-1 0,1 1 0,1 0 0,-1-1 0,1 1 0,0 0 0,0 0 0,0 1 0,1-1 0,0 1 0,-1 0 0,2 0 0,-1 0 0,0 0 0,1 1 0,0-1 0,0 1 0,0 0 0,9-3 0,7-2 0,0 1 0,1 2 0,0 0 0,-1 1 0,2 1 0,-1 2 0,0 0 0,0 1 0,25 3 0,-38-2 0,-1 0 0,1 1 0,-1 0 0,0 0 0,0 1 0,0 0 0,0 0 0,0 1 0,9 6 0,-13-7 0,0 0 0,-1 0 0,1 0 0,-1 0 0,0 1 0,0 0 0,0-1 0,0 1 0,-1 0 0,1 0 0,-1 0 0,0 1 0,-1-1 0,1 0 0,-1 1 0,0-1 0,0 1 0,1 5 0,0 17-682,-3 44-1,0-58-6143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5.4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215 1 24575,'0'384'0,"-1"-361"0,-2 0 0,-9 41 0,1-11 0,2-17 0,0-1 0,-30 67 0,32-84 0,-5 5 0,-1 0 0,-1 0 0,-29 35 0,42-57 0,1 0 0,-1 0 0,0 0 0,1 0 0,-1 0 0,0 0 0,0 0 0,0 0 0,0 0 0,0 0 0,0 0 0,0-1 0,0 1 0,0 0 0,0-1 0,0 1 0,0-1 0,0 1 0,0-1 0,-1 0 0,1 1 0,0-1 0,0 0 0,-1 0 0,1 0 0,0 0 0,-2 0 0,2-1 0,0 1 0,0-1 0,0 0 0,1 0 0,-1 0 0,0 0 0,0 0 0,1 0 0,-1 0 0,1 0 0,-1 0 0,0 0 0,1-1 0,0 1 0,-1 0 0,1 0 0,0 0 0,0 0 0,0-1 0,0 1 0,-1 0 0,2 0 0,-1-1 0,0 1 0,0 0 0,0 0 0,1-2 0,-1-7 0,1 1 0,1-1 0,-1 1 0,1 0 0,1 0 0,0 0 0,0 0 0,1 0 0,0 0 0,0 1 0,1 0 0,0 0 0,0 0 0,1 0 0,0 1 0,13-11 0,-13 13 0,0 0 0,1 1 0,0-1 0,0 2 0,1-1 0,-1 1 0,1 0 0,-1 1 0,1-1 0,0 2 0,0-1 0,12 0 0,-8 1 0,0 1 0,0 0 0,1 1 0,-1 0 0,0 1 0,0 0 0,19 7 0,-28-8 0,1 1 0,-1 0 0,0 0 0,1 0 0,-1 0 0,0 0 0,0 1 0,0-1 0,-1 1 0,1 0 0,0 0 0,-1 0 0,0 0 0,0 0 0,0 0 0,0 1 0,0-1 0,1 6 0,2 5 0,-1 1 0,-1 1 0,3 19 0,-2-6 0,-1 15 0,1 9 0,-4-50 0,0 0 0,1 0 0,0 0 0,0 0 0,0 0 0,0 0 0,0 0 0,1 0 0,-1 0 0,1-1 0,0 1 0,2 2 0,-3-4 0,0 0 0,-1 0 0,1-1 0,0 1 0,0 0 0,0-1 0,0 1 0,0-1 0,0 1 0,0-1 0,0 1 0,0-1 0,0 0 0,0 0 0,0 1 0,0-1 0,0 0 0,0 0 0,0 0 0,0 0 0,0 0 0,0 0 0,0 0 0,1-1 0,0 1 0,0-2 0,1 1 0,-1 0 0,0 0 0,1-1 0,-1 0 0,0 1 0,0-1 0,0 0 0,0 0 0,1-3 0,3-2 0,-1 0 0,-1-1 0,0 1 0,0-1 0,5-13 0,0-22 0,3-15 0,-11 55 0,0-1 0,1 1 0,-1 0 0,0 0 0,1 0 0,0 0 0,0 0 0,0 1 0,0-1 0,0 0 0,0 1 0,1 0 0,3-4 0,-5 6 0,0-1 0,0 1 0,-1 0 0,1-1 0,0 1 0,0 0 0,0-1 0,0 1 0,0 0 0,0 0 0,-1 0 0,1 0 0,0 0 0,0 0 0,0 0 0,0 0 0,0 0 0,0 0 0,0 1 0,0-1 0,0 0 0,-1 0 0,1 1 0,0-1 0,0 1 0,0-1 0,-1 1 0,1-1 0,0 1 0,-1 0 0,1-1 0,0 1 0,-1 0 0,1-1 0,-1 1 0,1 0 0,0 1 0,17 38 0,-13-29 0,-3-5 0,6 12 0,0 0 0,1 0 0,19 28 0,-23-41 0,-1 1 0,1-1 0,0 0 0,1-1 0,-1 0 0,1 1 0,-1-2 0,1 1 0,1-1 0,-1 0 0,0 0 0,1 0 0,-1-1 0,10 2 0,-7-2 0,1 0 0,0 0 0,0-1 0,0 0 0,0-1 0,15-1 0,-23 1 0,1 0 0,0-1 0,-1 0 0,1 1 0,-1-1 0,1 0 0,-1 0 0,1-1 0,-1 1 0,0 0 0,0-1 0,1 1 0,-1-1 0,0 0 0,-1 0 0,1 0 0,0 0 0,0 0 0,-1 0 0,1 0 0,-1 0 0,0-1 0,0 1 0,1 0 0,-2-1 0,1 0 0,0 1 0,0-1 0,0-2 0,1-11 0,0 0 0,-1-30 0,-1 41 0,0 1 0,0-1 0,0 0 0,-1 1 0,0-1 0,0 0 0,0 1 0,-1-1 0,0 1 0,1 0 0,-2-1 0,1 1 0,-5-7 0,6 10 0,0 0 0,0 0 0,0 0 0,1 0 0,-1 1 0,0-1 0,0 0 0,0 1 0,0-1 0,0 1 0,0-1 0,-1 1 0,1-1 0,0 1 0,0 0 0,0-1 0,0 1 0,0 0 0,-1 0 0,1 0 0,0 0 0,0 0 0,0 0 0,0 1 0,-1-1 0,1 0 0,0 0 0,0 1 0,0-1 0,0 1 0,0-1 0,0 1 0,0-1 0,0 1 0,0 0 0,0-1 0,0 1 0,0 0 0,0 0 0,1 0 0,-1 0 0,0 0 0,1 0 0,-1 0 0,0 0 0,0 1 0,-2 3 0,0 1 0,0-1 0,1 1 0,0 0 0,0 0 0,0 0 0,-1 8 0,2-10 0,1 1 0,-1 0 0,1-1 0,0 1 0,0 0 0,0-1 0,1 1 0,0 0 0,0-1 0,0 1 0,0-1 0,1 1 0,0-1 0,0 0 0,0 0 0,0 0 0,1 0 0,-1 0 0,1 0 0,0 0 0,0-1 0,1 0 0,-1 1 0,6 3 0,-1-2 0,0-1 0,1 1 0,-1-2 0,1 1 0,0-1 0,0 0 0,0-1 0,0 0 0,0-1 0,1 0 0,13 0 0,-16-1 0,9 1 0,-1-1 0,0-1 0,29-4 0,-40 4 0,1 0 0,0-1 0,-1 0 0,1 0 0,-1 0 0,1 0 0,-1-1 0,0 0 0,0 1 0,0-2 0,0 1 0,-1 0 0,1-1 0,-1 1 0,0-1 0,3-4 0,-2 1 0,16-20 0,-19 27 0,-1-1 0,1 1 0,-1-1 0,1 1 0,-1 0 0,1 0 0,-1-1 0,1 1 0,-1 0 0,1 0 0,-1-1 0,1 1 0,-1 0 0,1 0 0,-1 0 0,1 0 0,-1 0 0,1 0 0,-1 0 0,1 0 0,0 0 0,-1 0 0,1 0 0,-1 0 0,1 1 0,-1-1 0,1 0 0,-1 0 0,1 1 0,-1-1 0,1 0 0,-1 0 0,1 1 0,-1-1 0,0 0 0,1 1 0,-1-1 0,1 1 0,-1-1 0,0 1 0,0-1 0,1 1 0,-1-1 0,0 1 0,0-1 0,1 1 0,-1-1 0,0 1 0,0-1 0,0 1 0,0 0 0,2-7 0,0-1 0,0 1 0,0 0 0,1 0 0,0 0 0,0 0 0,0 1 0,6-8 0,-4 6 0,-1 0 0,1 0 0,0 0 0,1 1 0,0 0 0,0 0 0,0 1 0,0 0 0,14-8 0,-13 10 0,0 1 0,0 0 0,1 0 0,-1 1 0,1 0 0,-1 0 0,1 1 0,-1 0 0,1 1 0,-1-1 0,1 1 0,-1 1 0,1-1 0,-1 1 0,0 0 0,0 1 0,0 0 0,0 0 0,0 1 0,-1-1 0,1 2 0,-1-1 0,0 1 0,-1-1 0,1 2 0,-1-1 0,0 0 0,0 1 0,0 0 0,-1 0 0,0 1 0,0-1 0,-1 1 0,1 0 0,-1 0 0,-1 0 0,3 12 0,-3-13 0,-1 1 0,0 0 0,-1 0 0,1-1 0,-1 1 0,-1 0 0,1 0 0,-3 9 0,2-14 0,0 1 0,0-1 0,0 0 0,0 0 0,0 1 0,-1-1 0,1 0 0,-1 0 0,1 0 0,-1 0 0,0 0 0,0-1 0,0 1 0,0 0 0,0-1 0,0 0 0,0 1 0,0-1 0,-1 0 0,1 0 0,-1 0 0,1 0 0,0-1 0,-1 1 0,-2 0 0,-26 2 0,1-1 0,-1-2 0,1 0 0,-42-7 0,63 6-170,-1-1-1,1 0 0,0 0 1,-1-1-1,1 0 0,0-1 1,-10-5-1,5-1-6655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5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2 24575,'31'-1'0,"-17"0"0,0 1 0,0 0 0,0 1 0,1 1 0,18 4 0,-30-5 0,0 0 0,0 0 0,1 1 0,-1-1 0,0 1 0,0 0 0,0 0 0,0 0 0,-1 0 0,1 0 0,-1 1 0,1-1 0,-1 1 0,0 0 0,0 0 0,0 0 0,0 0 0,0 0 0,-1 0 0,1 0 0,-1 0 0,0 0 0,0 1 0,0-1 0,-1 1 0,2 6 0,0 31 0,-1 0 0,-7 70 0,2-89 0,0 0 0,-2 0 0,-9 26 0,-9 32 0,15-49 0,-2 0 0,-1-1 0,-30 55 0,23-47 0,-11 19 0,7-15 0,-20 55 0,43-96-42,-9 18 209,9-19-208,0 1 0,0-1-1,0 1 1,-1-1-1,1 1 1,0-1 0,0 0-1,-1 1 1,1-1-1,0 1 1,-1-1 0,1 0-1,0 1 1,-1-1-1,1 0 1,0 1 0,-1-1-1,1 0 1,-1 0-1,1 1 1,0-1 0,-1 0-1,1 0 1,-1 0-1,1 0 1,-1 1 0,1-1-1,-1 0 1,1 0-1,-1 0 1,1 0 0,-1 0-1,1 0 1,-1 0-1,0-1 1,-4-4-6785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5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24575,'4'0'0,"7"0"0,6 0 0,4 0 0,0 0-8191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6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0 24575,'0'357'0,"-1"-338"0,-2-1 0,0 1 0,-2-1 0,0 0 0,-1-1 0,0 1 0,-13 23 0,10-21 0,0-3 0,-1 0 0,-1 0 0,-22 26 0,6-8 0,24-32-97,1 0-1,-1 0 1,0-1-1,0 1 1,0-1-1,0 1 1,0-1-1,0 0 1,-1 0-1,1 0 1,-1-1-1,1 1 0,-5 0 1,-11 3-6729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7.0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84 24575,'0'-1'0,"1"-1"0,-1 1 0,1-1 0,0 1 0,0 0 0,-1-1 0,1 1 0,0 0 0,0 0 0,0 0 0,0 0 0,0 0 0,1 0 0,-1 0 0,0 0 0,0 0 0,1 0 0,1 0 0,31-17 0,-26 14 0,7-3 0,-1 1 0,1 0 0,1 1 0,-1 1 0,1 0 0,-1 1 0,1 1 0,0 0 0,30 2 0,-34 0 0,29-1 0,0 3 0,-1 1 0,57 11 0,-74-9 0,1-2 0,42 1 0,-110-5 0,-147 2 0,185-1 0,0 1 0,0 0 0,1 1 0,-1 0 0,0-1 0,1 2 0,-1-1 0,1 1 0,0 0 0,-1 0 0,2 0 0,-1 1 0,0 0 0,1 0 0,-1 0 0,1 0 0,0 1 0,1-1 0,-1 1 0,1 0 0,-5 9 0,3-4 0,1 1 0,0-1 0,1 1 0,0 0 0,0 0 0,1 0 0,1 0 0,0 0 0,0 0 0,2 20 0,-1-29 0,0 1 0,0-1 0,1 1 0,-1-1 0,1 1 0,0-1 0,-1 1 0,1-1 0,0 1 0,0-1 0,1 0 0,-1 0 0,0 1 0,1-1 0,-1 0 0,1 0 0,0-1 0,0 1 0,0 0 0,0 0 0,0-1 0,0 1 0,0-1 0,0 0 0,0 0 0,1 0 0,-1 0 0,1 0 0,-1 0 0,1 0 0,-1-1 0,1 0 0,-1 1 0,1-1 0,-1 0 0,1 0 0,-1 0 0,1 0 0,3-1 0,2-1 0,0 1 0,0-1 0,0 0 0,0-1 0,0 0 0,-1 0 0,1-1 0,-1 1 0,0-2 0,0 1 0,7-7 0,-6 4 0,0 0 0,-1 0 0,0-1 0,0 0 0,0 0 0,-1-1 0,-1 1 0,1-2 0,-2 1 0,5-11 0,-8 17 0,0 1 0,0-1 0,0 1 0,0 0 0,1-1 0,-1 1 0,1 0 0,-1 0 0,1 0 0,0 0 0,0 0 0,0 0 0,2-2 0,-3 4 0,0-1 0,0 1 0,0 0 0,0-1 0,0 1 0,0 0 0,0 0 0,0 0 0,0 0 0,0 0 0,0 0 0,0 0 0,0 0 0,0 0 0,0 1 0,0-1 0,0 0 0,0 1 0,0-1 0,0 0 0,0 1 0,0-1 0,0 1 0,0 0 0,0-1 0,-1 1 0,1 0 0,0-1 0,-1 1 0,1 0 0,0 0 0,-1 0 0,1 0 0,-1-1 0,1 1 0,0 1 0,21 34 0,-10-16 0,26 33 0,-35-49 0,1 1 0,0-1 0,1 0 0,-1 0 0,1-1 0,-1 1 0,1-1 0,0 0 0,1 0 0,-1 0 0,0-1 0,7 2 0,-10-3 0,0-1 0,0 1 0,0-1 0,0 0 0,1 1 0,-1-1 0,0 0 0,0 0 0,1-1 0,-1 1 0,0 0 0,0-1 0,0 1 0,0-1 0,1 0 0,-1 0 0,0 0 0,0 0 0,0 0 0,-1 0 0,1 0 0,0-1 0,0 1 0,-1 0 0,1-1 0,0 0 0,-1 1 0,0-1 0,1 0 0,-1 0 0,0 0 0,0 0 0,1-4 0,3-6 0,-1 0 0,-1-1 0,0 0 0,2-23 0,0 3 0,-3 22 0,7-24 0,-9 33 0,0 1 0,1-1 0,0 1 0,-1-1 0,1 1 0,0-1 0,0 1 0,0-1 0,0 1 0,0 0 0,0-1 0,0 1 0,0 0 0,1 0 0,-1 0 0,2-1 0,-2 2 0,-1 0 0,1 0 0,0 0 0,0 0 0,-1 0 0,1 0 0,0 0 0,0 0 0,0 0 0,-1 0 0,1 0 0,0 1 0,0-1 0,-1 0 0,1 1 0,0-1 0,-1 0 0,1 1 0,0-1 0,-1 1 0,1-1 0,0 1 0,-1 0 0,1-1 0,-1 1 0,1-1 0,-1 1 0,0 0 0,1 0 0,13 24 0,-12-21 0,6 13 30,-1-1 0,0 2 0,7 34 0,-12-43-179,0 1 1,-1 0-1,0-1 1,-1 1-1,0 0 1,-1 0-1,0-1 1,0 1-1,-4 11 1,-1-3-6678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7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12 24575,'0'-4'0,"4"-3"0,3 6 0,-2 7 0,0 7 0,-2 7 0,0 3 0,-7 9 0,-6-3 0,-2 0 0,1-2 0,3 0 0,-3-5 0,2-1 0,-3 1 0,0-5-8191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7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91 24575,'0'-4'0,"5"-2"0,1-5 0,0-4 0,-2-5 0,4 1 0,0 3-8191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9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24575,'0'7'0,"1"0"0,0 0 0,0 0 0,0 0 0,1 0 0,0 0 0,0 0 0,1-1 0,0 1 0,0-1 0,0 0 0,6 8 0,4 3 0,1-1 0,28 26 0,-25-26 0,-8-9 0,0-1 0,1 0 0,0 0 0,0-1 0,0 0 0,0 0 0,1-2 0,0 1 0,0-1 0,22 3 0,-31-6 0,0 0 0,1 0 0,-1-1 0,0 1 0,0 0 0,0-1 0,0 1 0,0-1 0,0 0 0,0 0 0,0 0 0,0 0 0,0 0 0,0 0 0,-1 0 0,1-1 0,0 1 0,-1-1 0,1 1 0,-1-1 0,1 0 0,-1 1 0,0-1 0,0 0 0,0 0 0,0 0 0,0 0 0,0 0 0,-1 0 0,1 0 0,0 0 0,-1 0 0,0 0 0,1-4 0,1-10 0,-1 0 0,0 0 0,-3-27 0,1 25 0,1 10 0,0 0 0,1 0 0,0 0 0,3-12 0,-4 19 0,0 0 0,0 0 0,1 0 0,-1 0 0,0 1 0,1-1 0,-1 0 0,0 0 0,1 1 0,-1-1 0,1 0 0,-1 1 0,1-1 0,0 0 0,-1 1 0,1-1 0,0 1 0,-1-1 0,1 1 0,0-1 0,1 0 0,-1 2 0,0-1 0,0 0 0,0 0 0,0 1 0,1-1 0,-1 1 0,0-1 0,0 1 0,0-1 0,0 1 0,0-1 0,0 1 0,-1 0 0,1 0 0,0-1 0,0 1 0,0 0 0,-1 0 0,1 0 0,0 0 0,0 2 0,68 101 0,-36-50 0,-27-42 0,0-1 0,0 0 0,17 19 0,-13-19 0,0-1 0,1 0 0,0 0 0,14 9 0,-23-18 0,0 1 0,1-1 0,-1 0 0,1 0 0,0 0 0,-1 0 0,1 0 0,0 0 0,-1-1 0,1 1 0,0-1 0,5 0 0,-7 0 0,1-1 0,0 1 0,-1-1 0,1 1 0,-1-1 0,1 0 0,-1 0 0,1 0 0,-1 0 0,1 0 0,-1 0 0,0 0 0,0 0 0,1 0 0,-1 0 0,0-1 0,0 1 0,0-1 0,0 1 0,-1 0 0,1-1 0,0 0 0,0-1 0,6-16 0,0 0 0,-1 0 0,-1-1 0,-1 0 0,-1 1 0,-1-1 0,-1 0 0,-2-40 0,1 57 0,-1 0 0,1 1 0,-1-1 0,0 0 0,0 0 0,-1 0 0,1 1 0,0-1 0,-1 0 0,0 1 0,1 0 0,-1-1 0,0 1 0,0 0 0,-1 0 0,1 0 0,0 0 0,-1 0 0,1 1 0,-1-1 0,1 1 0,-1-1 0,0 1 0,1 0 0,-1 0 0,-6-1 0,6 1 0,1 1 0,-1-1 0,0 1 0,1 0 0,-1 0 0,0 0 0,1 0 0,-1 0 0,0 1 0,1-1 0,-1 1 0,0-1 0,1 1 0,-1 0 0,1 0 0,0 0 0,-1 1 0,1-1 0,0 0 0,-1 1 0,1 0 0,0-1 0,0 1 0,0 0 0,1 0 0,-1 0 0,0 0 0,1 1 0,-3 4 0,1 0 0,0 0 0,1 1 0,0-1 0,0 1 0,1 0 0,0 0 0,0-1 0,1 1 0,0 0 0,1 0 0,-1 0 0,1-1 0,3 9 0,-3-9 0,1-1 0,0 0 0,0 0 0,1 0 0,0 0 0,0 0 0,0 0 0,1-1 0,0 0 0,0 0 0,0 0 0,1 0 0,-1 0 0,1-1 0,10 7 0,-5-5 0,-1-1 0,1-1 0,-1 1 0,1-2 0,0 1 0,1-1 0,-1-1 0,0 0 0,1-1 0,16 1 0,-22-2 0,0 0 0,0 0 0,-1-1 0,1 0 0,0 0 0,0 0 0,0-1 0,-1 1 0,1-1 0,-1 0 0,1-1 0,-1 1 0,0-1 0,0 0 0,0 0 0,0 0 0,-1 0 0,1-1 0,-1 1 0,0-1 0,0 0 0,0 0 0,0 0 0,2-6 0,1-1 0,0-2 0,-2 1 0,1 0 0,-1-1 0,-1 0 0,0 0 0,-1 0 0,0-15 0,-2 26 0,0 1 0,0 0 0,0-1 0,0 1 0,0-1 0,0 1 0,1 0 0,-1-1 0,0 1 0,1 0 0,-1-1 0,1 1 0,-1 0 0,1 0 0,0 0 0,-1-1 0,2 0 0,-1 2 0,-1 0 0,1 0 0,-1 0 0,1 0 0,-1 0 0,1 0 0,-1 0 0,1 1 0,-1-1 0,1 0 0,-1 0 0,1 0 0,-1 1 0,1-1 0,-1 0 0,1 0 0,-1 1 0,0-1 0,1 0 0,-1 1 0,0-1 0,1 1 0,-1-1 0,0 1 0,1-1 0,-1 0 0,1 2 0,3 5 0,0 0 0,0 0 0,-1 0 0,4 12 0,-2-2-151,1 1-1,1-1 0,1 0 0,0 0 1,1-1-1,0 0 0,2-1 1,14 18-1,-13-22-6674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4:59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24575,'0'-5'0,"0"4"0,0 6 0,5 2 0,5 5 0,2 4 0,3 5 0,4-1 0,-1 0 0,0-3 0,-2 1 0,1-4 0,-3-3-8191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0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219 25 24575,'-9'-1'0,"1"2"0,-1-1 0,1 1 0,-1 0 0,1 1 0,0 0 0,-1 0 0,-9 4 0,15-4 0,-1 0 0,1 1 0,0-1 0,-1 0 0,1 1 0,1 0 0,-1-1 0,0 1 0,1 0 0,-1 1 0,1-1 0,0 0 0,0 1 0,0-1 0,1 1 0,-1 0 0,1-1 0,0 1 0,0 0 0,-1 4 0,-1 6 0,1 0 0,0 0 0,1 1 0,0-1 0,2 0 0,-1 0 0,2 0 0,0 0 0,0 0 0,9 24 0,-10-35 0,1 0 0,0 0 0,1 0 0,-1-1 0,0 1 0,1 0 0,0-1 0,-1 1 0,1-1 0,0 0 0,0 0 0,0 0 0,1 0 0,-1-1 0,0 1 0,1-1 0,-1 0 0,1 0 0,-1 0 0,1-1 0,-1 1 0,1-1 0,0 0 0,-1 0 0,1 0 0,0 0 0,6-2 0,-4 2 0,1-2 0,-1 1 0,0 0 0,0-1 0,0 0 0,0-1 0,0 1 0,0-1 0,-1 0 0,1-1 0,-1 1 0,0-1 0,0 0 0,0-1 0,5-5 0,-2-2 0,-6 9 0,0 0 0,0 0 0,0 0 0,0 0 0,0 1 0,1-1 0,4-3 0,-6 5 0,-1 1 0,1 0 0,-1 0 0,1 0 0,-1-1 0,1 1 0,0 0 0,-1 0 0,1 0 0,-1 0 0,1 0 0,-1 0 0,1 0 0,-1 0 0,1 0 0,0 0 0,-1 0 0,1 0 0,-1 0 0,1 1 0,-1-1 0,1 0 0,13 17 0,-6 0 0,0 0 0,-1 1 0,-1 1 0,-1-1 0,0 1 0,-2 0 0,0-1 0,-1 2 0,-1-1 0,0 0 0,-5 38 0,3-51 0,0 0 0,0 0 0,-1 0 0,1 0 0,-1 0 0,-1 0 0,1 0 0,-1-1 0,0 1 0,0-1 0,-1 0 0,0 0 0,0 0 0,0 0 0,0-1 0,-1 1 0,1-1 0,-1 0 0,0-1 0,-1 1 0,1-1 0,-1 0 0,1 0 0,-1-1 0,0 0 0,0 0 0,-9 2 0,-6 1 0,-1-2 0,0 0 0,0-1 0,0-1 0,0-2 0,-34-3 0,52 3 0,1 1 0,-1-1 0,0 1 0,1-1 0,-1 0 0,1 0 0,-1-1 0,1 1 0,0-1 0,0 0 0,0 1 0,0-1 0,0-1 0,0 1 0,0 0 0,0-1 0,1 0 0,-1 1 0,1-1 0,0 0 0,0 0 0,0 0 0,0-1 0,1 1 0,-1 0 0,-1-6 0,2 5 0,0-1 0,1 0 0,0 1 0,-1-1 0,1 0 0,1 1 0,-1-1 0,1 0 0,0 1 0,0-1 0,0 0 0,0 1 0,1 0 0,0-1 0,0 1 0,0 0 0,1 0 0,-1 0 0,1 0 0,4-4 0,7-7 0,1 0 0,1 2 0,34-23 0,-37 28 0,1-1 0,-1-1 0,-1 0 0,0-1 0,0 0 0,-1-1 0,14-20 0,14-15 0,-4 5 0,-10 9 0,-17 23 0,0 0 0,-1-1 0,12-20 0,25-50-76,-28 55-1213,-4 5-5537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0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24575,'0'488'0,"0"-490"0,1 0 0,0 0 0,-1 0 0,1 0 0,0 0 0,0 0 0,0 0 0,0 0 0,0 0 0,1 1 0,-1-1 0,0 0 0,1 1 0,0-1 0,-1 1 0,1-1 0,0 1 0,-1 0 0,1 0 0,0 0 0,0 0 0,0 0 0,0 0 0,0 1 0,0-1 0,3 0 0,4-2 0,0 1 0,0 0 0,1 1 0,17-1 0,-20 2 0,-1 0 0,1 1 0,-1 0 0,1 0 0,-1 0 0,1 1 0,-1 0 0,0 0 0,0 1 0,0 0 0,0 0 0,0 0 0,-1 1 0,6 4 0,2 4 0,-1 0 0,0 2 0,19 27 0,-29-37 14,1-1-1,0 1 0,0-1 0,0 0 1,0 0-1,0 0 0,1 0 1,7 4-1,-10-7-53,0 1 0,0-1 0,0 0-1,0 1 1,1-1 0,-1 0 0,0 0 0,0 0 0,0 0 0,1 0 0,-1 0-1,0 0 1,0 0 0,0 0 0,1-1 0,-1 1 0,0 0 0,0-1-1,0 1 1,0-1 0,0 1 0,0-1 0,0 0 0,0 0 0,0 1-1,0-1 1,0 0 0,0 0 0,0 0 0,-1 0 0,1 0 0,0 0 0,-1 0-1,1 0 1,-1 0 0,2-2 0,5-12-6786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0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24575,'1'3'0,"0"1"0,0-1 0,0 1 0,1-1 0,0 0 0,-1 0 0,1 1 0,0-1 0,4 4 0,7 13 0,-4-2 0,-2-4 0,0 0 0,-1 0 0,0 1 0,-2 0 0,0 0 0,3 16 0,-4-12 10,1 0-1,1 0 0,11 26 0,-8-22-10,9 35 0,-16-50-154,1-1-1,-2 1 1,1 0-1,-1 0 0,0-1 1,-1 1-1,1 0 1,-4 13-1,-2-3-6670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1.0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73 24575,'0'-2'0,"0"1"0,1 0 0,-1 0 0,1-1 0,0 1 0,-1 0 0,1 0 0,0 0 0,0 0 0,0 0 0,0 0 0,0 0 0,0 0 0,0 1 0,0-1 0,0 0 0,0 0 0,0 1 0,0-1 0,0 1 0,1-1 0,-1 1 0,0-1 0,0 1 0,1 0 0,-1 0 0,3-1 0,41-4 0,-40 5 0,69-1 0,-53 2 0,1-1 0,-1-1 0,0-1 0,32-7 0,-31 5 39,-1 0 0,44-1-1,-45 4-408,0 0 0,1-2-1,27-6 1,-30 3-6456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3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95 24575,'3'1'0,"0"0"0,0 1 0,0 0 0,-1-1 0,1 1 0,0 0 0,-1 0 0,0 1 0,1-1 0,-1 0 0,0 1 0,0 0 0,-1-1 0,1 1 0,2 4 0,3 4 0,5 4 0,9 14 0,2 0 0,0-2 0,2-1 0,34 28 0,-53-50 0,-1 1 0,1-1 0,0 0 0,1-1 0,-1 1 0,1-1 0,-1 0 0,12 2 0,-16-4 0,1-1 0,-1 0 0,1 0 0,-1 0 0,1 0 0,-1-1 0,1 1 0,-1-1 0,1 1 0,-1-1 0,1 0 0,-1 0 0,0 0 0,0 0 0,1 0 0,-1 0 0,0-1 0,0 1 0,0-1 0,0 0 0,0 1 0,-1-1 0,1 0 0,0 0 0,-1 0 0,0 0 0,3-5 0,0 0 0,-1 0 0,0-1 0,0 1 0,-1-1 0,1 0 0,-2 0 0,1 0 0,-1 0 0,0-9 0,-3-80 0,-1 47 0,2 34 0,1 12 0,-1-1 0,0 1 0,1-1 0,0 1 0,0-1 0,1 1 0,-1-1 0,1 1 0,0-1 0,0 1 0,0-1 0,1 1 0,0 0 0,3-7 0,-5 11 4,1 0 0,0-1-1,0 1 1,-1-1 0,1 1-1,0 0 1,0-1 0,0 1-1,-1 0 1,1 0 0,0 0 0,0 0-1,0 0 1,0-1 0,0 2-1,-1-1 1,1 0 0,0 0-1,0 0 1,0 0 0,0 0-1,-1 1 1,1-1 0,0 0-1,0 1 1,-1-1 0,1 1 0,0-1-1,0 1 1,0 0 0,21 18-1484,-12-5-5346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3.4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24575,'-1'11'0,"1"1"0,1-1 0,0 0 0,0 1 0,1-1 0,1 0 0,-1 0 0,2 0 0,0 0 0,0-1 0,1 0 0,0 0 0,1 0 0,0 0 0,1-1 0,0 0 0,10 11 0,17 18 0,13 13 0,-28-36 0,24 21 0,-41-34 0,-1 0 0,1-1 0,0 1 0,-1 0 0,1 0 0,-1 0 0,0 0 0,0 0 0,0 0 0,0 1 0,0-1 0,0 0 0,-1 0 0,1 1 0,-1-1 0,1 1 0,-1 3 0,0-4 0,-1-1 0,0 1 0,1-1 0,-1 1 0,0-1 0,0 0 0,0 1 0,0-1 0,0 0 0,0 0 0,0 1 0,0-1 0,-1 0 0,1 0 0,0 0 0,-1-1 0,1 1 0,-1 0 0,1 0 0,-1-1 0,1 1 0,-1-1 0,1 1 0,-1-1 0,1 0 0,-4 1 0,-47 2 0,45-3 0,-1 1 0,-51-4 0,58 3 0,-1 0 0,0 0 0,0 0 0,1 0 0,-1-1 0,1 1 0,-1-1 0,0 1 0,1-1 0,-1 0 0,1 1 0,-1-1 0,1 0 0,-1 0 0,1 0 0,0 0 0,0 0 0,-1 0 0,1-1 0,0 1 0,0 0 0,0-1 0,0 1 0,0-1 0,1 1 0,-1-1 0,-1-2 0,5-7-1365,6 2-5461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4.8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24575,'-2'125'0,"4"135"0,11-176 0,-7-55 0,2 49 0,-7-52-1365,-1-2-5461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5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24575,'0'-1'0,"1"0"0,-1 0 0,0 0 0,1 0 0,-1 0 0,1 0 0,-1 0 0,1 1 0,-1-1 0,1 0 0,0 0 0,0 0 0,-1 1 0,1-1 0,0 0 0,0 1 0,0-1 0,0 1 0,0-1 0,-1 1 0,1-1 0,0 1 0,0-1 0,0 1 0,2 0 0,34-9 0,-20 5 0,7-3 0,0 1 0,1 1 0,0 1 0,33-1 0,104 6 0,-62 2 0,-99-3 0,1 0 0,-1 0 0,0 0 0,1 0 0,-1 0 0,0 0 0,1 1 0,-1-1 0,1 0 0,-1 1 0,0-1 0,0 1 0,1 0 0,-1-1 0,0 1 0,0 0 0,0 0 0,0-1 0,0 1 0,0 0 0,0 0 0,0 0 0,0 1 0,0-1 0,0 0 0,0 0 0,-1 0 0,1 1 0,-1-1 0,1 0 0,-1 0 0,1 1 0,-1 1 0,1 5 0,0-1 0,-1 1 0,-1-1 0,1 1 0,-3 9 0,1 6 0,0-1 0,0-5 0,1-1 0,1 0 0,0 1 0,5 31 0,-4-45 0,0 0 0,-1 0 0,1 1 0,0-2 0,1 1 0,-1 0 0,0 0 0,1 0 0,0-1 0,0 1 0,-1 0 0,1-1 0,1 0 0,-1 1 0,0-1 0,1 0 0,-1 0 0,1-1 0,-1 1 0,1 0 0,0-1 0,0 1 0,0-1 0,0 0 0,0 0 0,0 0 0,0-1 0,0 1 0,0-1 0,0 1 0,6-1 0,-7 0 0,0 0 0,1 0 0,-1-1 0,0 1 0,0 0 0,0-1 0,0 0 0,0 1 0,0-1 0,0 0 0,0 0 0,0 0 0,0 0 0,0 0 0,0 0 0,-1-1 0,1 1 0,-1-1 0,3-2 0,-1 1 0,-1-1 0,0 0 0,0 1 0,0-1 0,-1 0 0,1 0 0,-1 0 0,0 0 0,1-7 0,0-2 0,-2 0 0,1 1 0,-2-1 0,1 0 0,-6-24 0,4 30-3,0 0 0,-1 0 0,0 0 0,0 1 0,-1-1 0,1 0 0,-2 1 0,1 0 0,-9-9 0,-7-12-1332,10 12-5491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5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24575,'4'0'0,"1"1"0,0-1 0,-1 1 0,1 0 0,-1 1 0,0-1 0,1 1 0,-1 0 0,0 0 0,0 0 0,0 0 0,0 1 0,0 0 0,-1 0 0,7 6 0,4 5 0,-1 1 0,16 26 0,6 5 0,-16-23 0,-2 0 0,-1 1 0,-1 1 0,18 40 0,2-13 17,-30-46-124,0-1 1,-1 1 0,1 0 0,-1 0-1,0 1 1,-1-1 0,0 1-1,0 0 1,0 0 0,-1 0 0,0 0-1,2 12 1,-5-1-6720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6.1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50 24575,'0'-1'0,"1"0"0,-1 0 0,0 0 0,1 0 0,-1 0 0,1 0 0,0 0 0,-1 0 0,1 0 0,0 0 0,-1 0 0,1 0 0,0 1 0,0-1 0,0 0 0,0 1 0,0-1 0,-1 0 0,1 1 0,0-1 0,1 1 0,-1-1 0,0 1 0,0 0 0,0 0 0,0-1 0,2 1 0,38-6 0,-28 5 0,3-2 0,0-1 0,0 0 0,16-7 0,-41 11 0,-13 5 0,17-2 0,0 1 0,0 0 0,1 0 0,-1 0 0,1 0 0,0 1 0,0 0 0,0 0 0,0 0 0,1 0 0,0 0 0,0 1 0,1-1 0,0 1 0,-1 0 0,-1 10 0,1-2 0,0 1 0,0-1 0,2 1 0,0 0 0,1 27 0,1-37 0,-1 0 0,1-1 0,0 1 0,0 0 0,1 0 0,-1-1 0,1 1 0,0-1 0,1 0 0,-1 0 0,0 1 0,1-1 0,0-1 0,0 1 0,1 0 0,-1-1 0,0 0 0,1 1 0,0-1 0,0-1 0,0 1 0,0-1 0,0 1 0,1-1 0,-1 0 0,1-1 0,-1 1 0,8 1 0,11 1 0,1-1 0,-1 0 0,1-2 0,38-3 0,-33 2 0,-23 0 0,1 0 0,-1-1 0,0 1 0,1-1 0,-1-1 0,0 1 0,0-1 0,0 0 0,0 0 0,7-5 0,-10 5 0,0 0 0,0 0 0,-1 0 0,1-1 0,-1 0 0,0 1 0,0-1 0,0 0 0,0 0 0,0 0 0,0 0 0,-1 0 0,0-1 0,1 1 0,-1 0 0,0-1 0,-1 1 0,1-1 0,0-6 0,0-1 0,0 0 0,-1-1 0,-2-11 0,2 21 0,0 1 0,0-1 0,0 0 0,0 0 0,0 1 0,-1-1 0,1 0 0,-1 1 0,1-1 0,-1 0 0,0 1 0,1-1 0,-1 1 0,0-1 0,0 1 0,0-1 0,0 1 0,0 0 0,-1 0 0,1-1 0,0 1 0,-1 0 0,1 0 0,0 0 0,-1 0 0,0 0 0,1 1 0,-1-1 0,-1 0 0,2 1 0,-1 0 0,1 0 0,0 1 0,0-1 0,0 0 0,0 1 0,0-1 0,0 0 0,0 1 0,0 0 0,0-1 0,0 1 0,0-1 0,0 1 0,0 0 0,1 0 0,-1 0 0,0-1 0,0 1 0,1 0 0,-1 0 0,1 0 0,-1 0 0,1 0 0,-1 0 0,1 0 0,-1 0 0,1 1 0,0-1 0,0 0 0,-1 0 0,1 0 0,0 0 0,0 0 0,0 0 0,0 1 0,1 0 0,3 46 0,-2-39 9,1 0 1,0-1-1,1 1 0,0-1 0,0 0 1,1 0-1,-1 0 0,2 0 0,-1-1 0,1 0 1,1 0-1,12 11 0,-15-15-80,1 1 1,0 0-1,0-1 0,0 0 0,1 0 1,-1 0-1,1-1 0,0 0 1,-1 0-1,1 0 0,0-1 0,0 1 1,0-2-1,0 1 0,0-1 1,0 1-1,0-2 0,1 1 0,-1-1 1,7-1-1,4-4-6755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6.4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1 221 24575,'-1'-10'0,"1"-6"0,0 1 0,1-1 0,1 0 0,6-25 0,-7 37 0,0 0 0,0 0 0,1 0 0,-1 0 0,1 0 0,1 0 0,-1 0 0,0 1 0,1-1 0,-1 1 0,1-1 0,0 1 0,1 0 0,-1 0 0,0 1 0,1-1 0,-1 1 0,1-1 0,0 1 0,0 0 0,0 1 0,0-1 0,8-2 0,41-7 0,57-5 0,-102 15 0,8 0 0,0-1 0,0 2 0,26 2 0,-37-1 0,0 0 0,0 1 0,0-1 0,0 1 0,0 0 0,0 0 0,-1 0 0,1 1 0,-1-1 0,1 1 0,-1 1 0,0-1 0,0 0 0,0 1 0,3 4 0,1 2-97,0-1-1,-1 2 1,-1-1-1,1 1 1,-2 0-1,1 0 1,-2 1-1,1 0 1,-2 0-1,1 0 1,-2 0-1,0 0 0,1 19 1,-2-9-6729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7.0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24575,'1'8'0,"0"0"0,1-1 0,0 1 0,0-1 0,1 0 0,3 7 0,3 6 0,-2 6 0,0 0 0,-2 1 0,4 44 0,-7-53 0,3 12 0,16 53 0,-14-58 0,-1 0 0,0 0 0,1 33 0,-5-30 0,0-8 0,-1 1 0,0 0 0,-2 0 0,0 0 0,-8 32 0,3-41 0,-1-16 0,1-20 0,6 22 0,0-1 0,1 1 0,-1 0 0,0 0 0,1-1 0,-1 1 0,1 0 0,0 0 0,-1 0 0,1 0 0,0 0 0,0 0 0,1 0 0,-1 0 0,0 0 0,1 1 0,-1-1 0,1 0 0,-1 1 0,3-2 0,0 0 0,0 1 0,0-1 0,0 1 0,1 0 0,-1 0 0,0 1 0,1-1 0,0 1 0,6-1 0,-4 1 0,-1 0 0,1 0 0,0 1 0,0 0 0,0 1 0,-1-1 0,1 1 0,0 0 0,-1 1 0,1 0 0,-1 0 0,1 0 0,11 6 0,-12-2 0,0-1 0,0 1 0,-1 0 0,1 0 0,-1 1 0,-1 0 0,1 0 0,5 12 0,-5-9 0,1 0 0,1 0 0,7 9 0,-12-17-25,-1 0 0,0-1-1,1 1 1,-1-1 0,1 1 0,-1-1-1,1 0 1,-1 0 0,1 0-1,0 0 1,0 0 0,0 0 0,0 0-1,0 0 1,0-1 0,0 1-1,0-1 1,0 1 0,0-1 0,0 0-1,0 0 1,0 0 0,0 0-1,0 0 1,0 0 0,0-1 0,0 1-1,0-1 1,0 1 0,0-1-1,0 0 1,0 0 0,0 0 0,-1 0-1,1 0 1,0 0 0,0 0 0,-1-1-1,1 1 1,-1-1 0,0 1-1,1-1 1,-1 1 0,0-1 0,0 0-1,0 0 1,0 1 0,0-1-1,0 0 1,0 0 0,-1 0 0,1 0-1,0-3 1,4-15-6801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7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24575,'1'8'0,"0"0"0,0 0 0,1 0 0,0-1 0,0 1 0,1-1 0,0 1 0,0-1 0,6 9 0,43 63 0,-38-61 0,-10-12 0,1 0 0,0 0 0,0 0 0,1-1 0,0 0 0,-1-1 0,2 1 0,-1-1 0,0 0 0,10 4 0,-13-7 0,0 1 0,0-1 0,1 0 0,-1 0 0,0-1 0,0 1 0,1-1 0,-1 0 0,0 1 0,1-2 0,-1 1 0,0 0 0,1-1 0,-1 1 0,0-1 0,0 0 0,1 0 0,-1 0 0,0 0 0,0-1 0,0 1 0,0-1 0,0 0 0,-1 0 0,5-4 0,-3 2 0,-1 0 0,0 0 0,-1-1 0,1 1 0,-1-1 0,1 0 0,-1 1 0,-1-1 0,1 0 0,-1 0 0,0 0 0,0-1 0,0 1 0,-1 0 0,0-6 0,1-4 0,-2 0 0,0-1 0,-6-27 0,5 36 0,0 0 0,-1 0 0,1 0 0,-2 0 0,1 0 0,-1 1 0,-6-9 0,9 14 0,0-1 0,0 1 0,1 0 0,-1 0 0,0-1 0,-1 1 0,1 0 0,0 0 0,0 0 0,0 0 0,-1 0 0,1 0 0,0 1 0,-1-1 0,1 0 0,-1 1 0,1-1 0,-1 1 0,1-1 0,-1 1 0,1 0 0,-1 0 0,1 0 0,-1-1 0,0 1 0,1 1 0,-1-1 0,1 0 0,-1 0 0,1 1 0,-1-1 0,1 1 0,-1-1 0,1 1 0,-1-1 0,1 1 0,0 0 0,-1 0 0,1 0 0,0 0 0,-2 1 0,0 2 0,1-1 0,-1 0 0,1 0 0,0 1 0,0 0 0,1-1 0,-1 1 0,1 0 0,-1 0 0,1-1 0,1 1 0,-1 0 0,0 8 0,1 59 0,1-51 0,-1-13 0,0 0 0,0 0 0,1-1 0,0 1 0,1 0 0,-1-1 0,1 1 0,1-1 0,5 12 0,-6-15 0,0 0 0,0-1 0,1 1 0,-1 0 0,1-1 0,-1 1 0,1-1 0,0 0 0,0 0 0,0 0 0,0-1 0,1 1 0,-1-1 0,0 1 0,1-1 0,-1 0 0,1 0 0,-1-1 0,1 1 0,3 0 0,-5-1 0,16 2 0,0-1 0,33-2 0,-47 1 0,0 0 0,0-1 0,0 0 0,0 0 0,0 0 0,0 0 0,0 0 0,-1-1 0,1 0 0,0 1 0,-1-1 0,1-1 0,-1 1 0,0 0 0,0-1 0,0 0 0,0 0 0,5-5 0,-4-1 0,0 1 0,0-1 0,0 0 0,3-16 0,6-15 0,-13 40 0,0-1 0,0 1 0,0-1 0,1 1 0,-1 0 0,0-1 0,0 1 0,0-1 0,0 1 0,1-1 0,-1 1 0,0 0 0,0-1 0,1 1 0,-1-1 0,0 1 0,1 0 0,-1-1 0,0 1 0,1 0 0,-1 0 0,0-1 0,1 1 0,-1 0 0,1 0 0,-1 0 0,0-1 0,1 1 0,-1 0 0,1 0 0,-1 0 0,1 0 0,-1 0 0,1 0 0,-1 0 0,1 0 0,-1 0 0,1 0 0,-1 0 0,0 0 0,1 0 0,-1 0 0,1 1 0,-1-1 0,1 0 0,-1 0 0,0 0 0,1 1 0,-1-1 0,1 0 0,-1 1 0,0-1 0,1 0 0,-1 1 0,0-1 0,1 0 0,-1 1 0,0-1 0,0 0 0,0 1 0,1-1 0,-1 1 0,0-1 0,0 1 0,0-1 0,0 1 0,16 36 0,-14-32 0,1 3 0,0 0 0,0 0 0,0-1 0,0 0 0,9 13 0,-12-19 0,0-1 0,0 0 0,1 0 0,-1 0 0,0 0 0,0 0 0,0 0 0,0 0 0,0 1 0,0-1 0,0 0 0,0 0 0,1 0 0,-1 0 0,0 0 0,0 0 0,0 0 0,0 0 0,0 0 0,0 0 0,1 0 0,-1 0 0,0 1 0,0-1 0,0 0 0,0 0 0,0 0 0,1 0 0,-1 0 0,0 0 0,0 0 0,0-1 0,0 1 0,0 0 0,0 0 0,1 0 0,-1 0 0,0 0 0,0 0 0,0 0 0,0 0 0,0 0 0,0 0 0,1 0 0,-1 0 0,0 0 0,0-1 0,0 1 0,0 0 0,0 0 0,0 0 0,0 0 0,0 0 0,0 0 0,0-1 0,1 1 0,2-13 0,0-17 0,-3 21 0,0-3 0,0 1 0,0-1 0,2 1 0,-1 0 0,7-20 0,-7 28 0,0 0 0,1 0 0,-1 0 0,1 0 0,0 0 0,0 1 0,0-1 0,0 1 0,0-1 0,1 1 0,-1 0 0,1 0 0,-1 0 0,1 0 0,0 0 0,0 1 0,0-1 0,0 1 0,0 0 0,0 0 0,0 0 0,0 0 0,0 1 0,7-1 0,-4 0 0,1 1 0,-1 0 0,0 0 0,0 0 0,0 1 0,0 0 0,0 0 0,0 1 0,0-1 0,0 1 0,0 1 0,-1-1 0,6 4 0,5 4 0,-1 1 0,27 25 0,-19-17 0,28 39 0,-45-52 0,1 1 0,-1-1 0,0 1 0,-1 1 0,0-1 0,0 1 0,0-1 0,-1 2 0,4 9 0,-7-16 0,-1 0 0,1 0 0,0-1 0,-1 1 0,1 1 0,-1-1 0,0 0 0,0 0 0,0 0 0,0 0 0,0 0 0,0 0 0,0 0 0,-1 0 0,1 0 0,-1 0 0,1 0 0,-1 0 0,0 0 0,0 0 0,0 0 0,0-1 0,0 1 0,0 0 0,0-1 0,-1 1 0,1 0 0,-1-1 0,1 0 0,-1 1 0,1-1 0,-1 0 0,0 0 0,0 0 0,0 0 0,1 0 0,-1 0 0,0-1 0,0 1 0,0 0 0,0-1 0,0 0 0,-1 1 0,-1-1 0,-16 2-231,0 0-1,-39-3 1,49 1-440,-15-1-6155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8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 24575,'1'-1'0,"-1"0"0,1-1 0,0 1 0,-1 0 0,1 0 0,0 0 0,0 0 0,0 0 0,0 0 0,0 0 0,0 0 0,0 0 0,0 0 0,0 0 0,0 1 0,0-1 0,0 0 0,1 1 0,2-1 0,32-14 0,-26 12 0,-3 0 0,-1 1 0,1 0 0,0 0 0,0 0 0,0 1 0,0 0 0,0 1 0,13 0 0,-18 0 0,1 0 0,-1 1 0,0-1 0,1 1 0,-1 0 0,0 0 0,0 0 0,0 0 0,1 0 0,-1 0 0,-1 1 0,1-1 0,0 1 0,0-1 0,0 1 0,-1 0 0,1-1 0,-1 1 0,1 0 0,-1 0 0,0 0 0,0 0 0,0 0 0,0 1 0,0-1 0,0 0 0,0 0 0,-1 1 0,1 3 0,2 20 7,-1 1 1,-1 0-1,-4 48 0,0-9-1401,2-42-5432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8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24575,'5'0'0,"1"0"-8191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8.4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 24575,'0'-4'0,"4"-3"0,7 2 0,6 0 0,4 2 0,0 5 0,0 3 0,1 0 0,1 5 0,2-1 0,2 0 0,-5-3-8191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8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24575,'-2'71'0,"4"76"0,11-79 0,-9-51 0,0 1 0,1 19 0,-5-36 0,2 37 0,14 69 0,-10-69 0,-2-1 0,-1 1 0,-1 1 0,-8 71 0,6-105-124,-1 0 0,0 1 0,0-1 0,0 0 0,-1 0 0,0 0-1,0 0 1,0-1 0,0 1 0,-5 6 0,-3 1-6702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9.4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24575,'245'0'0,"-244"0"0,1-1 0,-1 1 0,0 0 0,0 0 0,0 0 0,1 0 0,-1 0 0,0 0 0,0 1 0,1-1 0,-1 0 0,0 0 0,0 1 0,0-1 0,0 1 0,0-1 0,1 1 0,-1-1 0,0 1 0,0 0 0,0 0 0,-1-1 0,1 1 0,0 0 0,0 0 0,0 0 0,-1 0 0,1 0 0,0 0 0,-1 0 0,1 0 0,-1 0 0,1 1 0,-1-1 0,1 0 0,-1 0 0,0 0 0,0 1 0,1 1 0,-2 4 0,0 0 0,-1 0 0,0 0 0,0 0 0,0 0 0,-4 6 0,-4 18 0,5-10 0,2 0 0,-2 37 0,4-52 0,1 0 0,0 0 0,1 0 0,-1 0 0,1 0 0,0 0 0,1 0 0,0 0 0,-1 0 0,2-1 0,-1 1 0,1-1 0,0 1 0,5 6 0,-7-10 0,1 0 0,0 0 0,1 0 0,-1 0 0,0 0 0,0-1 0,1 1 0,-1-1 0,1 0 0,-1 0 0,1 0 0,0 0 0,-1 0 0,1 0 0,0-1 0,0 1 0,-1-1 0,1 0 0,0 0 0,0 0 0,0 0 0,0 0 0,-1 0 0,1-1 0,0 0 0,0 1 0,-1-1 0,1 0 0,-1 0 0,1-1 0,-1 1 0,1 0 0,-1-1 0,1 0 0,-1 1 0,0-1 0,0 0 0,0 0 0,0 0 0,0-1 0,-1 1 0,1 0 0,-1-1 0,1 1 0,-1-1 0,0 1 0,0-1 0,0 1 0,0-1 0,0-4 0,7-38 0,-5 26 0,0-1 0,9-24 0,-12 44 0,0 1 0,0-1 0,0 1 0,1-1 0,-1 0 0,0 1 0,0-1 0,0 1 0,0-1 0,1 0 0,-1 1 0,0-1 0,0 0 0,1 1 0,-1-1 0,0 0 0,1 0 0,-1 1 0,0-1 0,1 0 0,-1 0 0,1 1 0,-1-1 0,0 0 0,1 0 0,-1 0 0,1 0 0,-1 0 0,0 0 0,1 0 0,-1 1 0,1-1 0,-1 0 0,1-1 0,-1 1 0,0 0 0,1 0 0,-1 0 0,1 0 0,-1 0 0,0 0 0,1 0 0,-1-1 0,1 1 0,-1 0 0,0 0 0,1-1 0,-1 1 0,0 0 0,1 0 0,-1-1 0,0 1 0,0 0 0,1-1 0,-1 1 0,0 0 0,0-1 0,1 1 0,-1-1 0,0 1 0,0 0 0,0-1 0,0 1 0,0-1 0,0 1 0,0 0 0,1-1 0,-1 1 0,-1-1 0,19 41 0,-13-27 0,-3-8 0,0 0 0,1-1 0,-1 0 0,1 1 0,0-1 0,0 0 0,1-1 0,-1 1 0,1 0 0,0-1 0,8 6 0,-11-9 0,1 1 0,-1 0 0,1-1 0,-1 0 0,1 1 0,-1-1 0,1 0 0,-1 1 0,1-1 0,0 0 0,-1 0 0,1 0 0,-1-1 0,1 1 0,-1 0 0,3-1 0,-1 0 0,-1 0 0,1-1 0,-1 1 0,1-1 0,-1 0 0,0 1 0,0-1 0,1 0 0,-1 0 0,-1 0 0,4-5 0,-1 1 0,-1 1 0,-1-1 0,1 0 0,-1 1 0,0-1 0,0 0 0,-1-1 0,0 1 0,1-12 0,6-23 0,-8 40 0,0 0 0,0 1 0,0-1 0,0 0 0,0 0 0,1 1 0,-1-1 0,0 0 0,1 0 0,-1 1 0,1-1 0,-1 0 0,0 1 0,1-1 0,-1 0 0,1 1 0,0-1 0,-1 1 0,1-1 0,0 1 0,-1-1 0,1 1 0,0-1 0,-1 1 0,1 0 0,0-1 0,0 1 0,-1 0 0,1 0 0,0-1 0,0 1 0,0 0 0,-1 0 0,1 0 0,0 0 0,0 0 0,0 0 0,0 0 0,-1 1 0,1-1 0,0 0 0,0 0 0,-1 1 0,1-1 0,0 0 0,0 1 0,-1-1 0,1 1 0,0-1 0,-1 1 0,1-1 0,0 1 0,2 2 0,1 0 0,-1 0 0,0 0 0,-1 0 0,1 0 0,0 1 0,-1-1 0,4 8 0,49 105-1365,-48-99-5461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9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1 24575,'0'4'0,"0"7"0,0 6 0,-5-1 0,-1 3 0,-4 2 0,-1 2 0,2-2-8191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4:55:09.8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47 24575,'0'-5'0,"0"-6"0,-5-1 0,-6 2 0,-1 2-8191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B3BB3-38AA-4D02-8DEA-AB2198A06D7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4A81-946C-484B-BB07-7A80F8F70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7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4A81-946C-484B-BB07-7A80F8F709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1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DE4C-2591-08DA-CA8D-A922C34F8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CF79F-E8BB-F764-4F51-8E0181FDE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533AD-FCD9-0434-1D79-4E7D9D3C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17B6-9A0B-B1B2-7320-C72BCD46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241AD-6F3E-0E99-5608-E097C4AD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7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F412-BE97-240E-A7AC-994CEBB9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E47B1-99EB-139F-A9E3-9A7B14ED5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3FC0B-BD59-24D3-A4AD-E8289816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45256-8A81-C9E2-7327-E67911F3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FB832-250A-F2B7-32A2-475B4045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8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837D-8D93-286C-6848-CDBB68265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E9CA9-6019-8A58-CC73-E8E2522E4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2A4-8A3B-79BB-CAAD-A6C35DE4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1AF2C-B20C-3A59-AACC-1901F56D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DDEA-2DA1-C0A1-FAB9-EB75F423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CD29-B68A-FEF8-C2C9-FA6E871B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59D18-54B8-7532-FC3A-93CCE0F0B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804AB-1ED3-7FFF-9321-DD778B466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F0E1B-C737-9B7E-B5AE-0305D14B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57C16-97AA-B5F4-39E6-DEC9D9B0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8E066-F493-5301-3D63-45E30618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02F9-6CD5-5434-EB60-06399354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2FDF5-9397-9F59-7FE9-056EC6E16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2B244-A50F-3727-3631-1F16C10E5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3B8A5-3281-3E49-14EA-889F46B11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DCC29-E0B5-036F-B5A1-C19196313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8E787-389B-53E7-92B0-04E25263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FB37D-40EB-6D34-5A0C-82245875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42EA1-B226-9918-5A1F-8A325F31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8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5D78-AC70-E5AB-0CC0-29B97BCF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2EF1E-FFD7-ADF3-0647-5A62E799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8641A-7CE1-2F79-C46C-C035CCD4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F80C2-A2D8-C9E7-16EC-B065E65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79043-2A19-2072-E15E-542BE9F4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40463-366A-DF6F-CD9A-4D82E3F4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B2190-2380-541E-311C-80FADBAD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5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CAE0-87C9-B411-A37B-B790379C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2DF8-7647-312E-9AB2-555F11C21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80196-3170-86BA-AAEA-1CEF2BEDA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04BC5-54BD-385F-10C0-6AECFA91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79502-D6B6-04A8-8027-EBE92003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16C3C-F821-4AB1-660B-C72ABA5E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CA15-BDD0-5032-A9D0-6A3B21DC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E4181-1DE5-4A0A-9A4A-1D26D0D96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10701-0A16-59A1-C1C1-906EC8045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C8879-2711-97CC-7B8E-76CC45D5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1486D-B34E-D1D9-6DAE-B2DC1948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082D0-FC61-7062-CA7A-6638D80E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7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1A07B-C81A-9BFC-FA7E-EE50BE1E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2DAF5-7446-DCDF-27DA-4E6A60A5B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BA4B8-ED40-0846-3D46-403ACA70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DC62B-27A1-B5FD-D5C6-54F43147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B86E9-52E1-A917-5CEA-9569F795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7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4F95C-3B8E-0429-F1A5-4F7962FFA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4AED9-F311-EB91-F609-004B5CA2C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62AF-3DB0-779D-9061-8034BFC6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E9FE-AF49-BC31-1462-164DAF13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799E7-6847-8492-6EF6-987C2BA9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7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33518-72CB-C1D3-2CB2-3BF90634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816F2-13C6-A067-9E96-3A5657F08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B1ED7-81F2-6465-E21A-B4A4D9152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F9D5A-3125-4E5D-920C-1FB51FD2299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678E5-452C-3CFA-1DE8-BEC46A10C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1EB1A-8D70-E6DF-1220-7A4AD0109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6156B-661F-4884-B4EC-1AF81314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6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.xml"/><Relationship Id="rId63" Type="http://schemas.openxmlformats.org/officeDocument/2006/relationships/image" Target="../media/image32.png"/><Relationship Id="rId84" Type="http://schemas.openxmlformats.org/officeDocument/2006/relationships/customXml" Target="../ink/ink26.xml"/><Relationship Id="rId21" Type="http://schemas.openxmlformats.org/officeDocument/2006/relationships/image" Target="../media/image11.png"/><Relationship Id="rId138" Type="http://schemas.openxmlformats.org/officeDocument/2006/relationships/image" Target="../media/image69.png"/><Relationship Id="rId159" Type="http://schemas.openxmlformats.org/officeDocument/2006/relationships/customXml" Target="../ink/ink64.xml"/><Relationship Id="rId170" Type="http://schemas.openxmlformats.org/officeDocument/2006/relationships/image" Target="../media/image85.png"/><Relationship Id="rId191" Type="http://schemas.openxmlformats.org/officeDocument/2006/relationships/customXml" Target="../ink/ink81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74" Type="http://schemas.openxmlformats.org/officeDocument/2006/relationships/customXml" Target="../ink/ink21.xml"/><Relationship Id="rId128" Type="http://schemas.openxmlformats.org/officeDocument/2006/relationships/image" Target="../media/image64.png"/><Relationship Id="rId149" Type="http://schemas.openxmlformats.org/officeDocument/2006/relationships/customXml" Target="../ink/ink59.xml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image" Target="../media/image80.png"/><Relationship Id="rId181" Type="http://schemas.openxmlformats.org/officeDocument/2006/relationships/image" Target="../media/image90.png"/><Relationship Id="rId64" Type="http://schemas.openxmlformats.org/officeDocument/2006/relationships/customXml" Target="../ink/ink16.xml"/><Relationship Id="rId118" Type="http://schemas.openxmlformats.org/officeDocument/2006/relationships/image" Target="../media/image59.png"/><Relationship Id="rId139" Type="http://schemas.openxmlformats.org/officeDocument/2006/relationships/customXml" Target="../ink/ink54.xml"/><Relationship Id="rId85" Type="http://schemas.openxmlformats.org/officeDocument/2006/relationships/image" Target="../media/image43.png"/><Relationship Id="rId150" Type="http://schemas.openxmlformats.org/officeDocument/2006/relationships/image" Target="../media/image75.png"/><Relationship Id="rId171" Type="http://schemas.openxmlformats.org/officeDocument/2006/relationships/customXml" Target="../ink/ink70.xml"/><Relationship Id="rId192" Type="http://schemas.openxmlformats.org/officeDocument/2006/relationships/image" Target="../media/image95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38.xml"/><Relationship Id="rId124" Type="http://schemas.openxmlformats.org/officeDocument/2006/relationships/image" Target="../media/image62.png"/><Relationship Id="rId129" Type="http://schemas.openxmlformats.org/officeDocument/2006/relationships/customXml" Target="../ink/ink49.xml"/><Relationship Id="rId54" Type="http://schemas.openxmlformats.org/officeDocument/2006/relationships/customXml" Target="../ink/ink11.xml"/><Relationship Id="rId70" Type="http://schemas.openxmlformats.org/officeDocument/2006/relationships/customXml" Target="../ink/ink19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32.xml"/><Relationship Id="rId140" Type="http://schemas.openxmlformats.org/officeDocument/2006/relationships/image" Target="../media/image70.png"/><Relationship Id="rId145" Type="http://schemas.openxmlformats.org/officeDocument/2006/relationships/customXml" Target="../ink/ink57.xml"/><Relationship Id="rId161" Type="http://schemas.openxmlformats.org/officeDocument/2006/relationships/customXml" Target="../ink/ink65.xml"/><Relationship Id="rId166" Type="http://schemas.openxmlformats.org/officeDocument/2006/relationships/image" Target="../media/image83.png"/><Relationship Id="rId182" Type="http://schemas.openxmlformats.org/officeDocument/2006/relationships/customXml" Target="../ink/ink76.xml"/><Relationship Id="rId187" Type="http://schemas.openxmlformats.org/officeDocument/2006/relationships/customXml" Target="../ink/ink7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49" Type="http://schemas.openxmlformats.org/officeDocument/2006/relationships/image" Target="../media/image25.png"/><Relationship Id="rId114" Type="http://schemas.openxmlformats.org/officeDocument/2006/relationships/image" Target="../media/image57.png"/><Relationship Id="rId119" Type="http://schemas.openxmlformats.org/officeDocument/2006/relationships/customXml" Target="../ink/ink44.xml"/><Relationship Id="rId60" Type="http://schemas.openxmlformats.org/officeDocument/2006/relationships/customXml" Target="../ink/ink14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27.xml"/><Relationship Id="rId130" Type="http://schemas.openxmlformats.org/officeDocument/2006/relationships/image" Target="../media/image65.png"/><Relationship Id="rId135" Type="http://schemas.openxmlformats.org/officeDocument/2006/relationships/customXml" Target="../ink/ink52.xml"/><Relationship Id="rId151" Type="http://schemas.openxmlformats.org/officeDocument/2006/relationships/customXml" Target="../ink/ink60.xml"/><Relationship Id="rId156" Type="http://schemas.openxmlformats.org/officeDocument/2006/relationships/image" Target="../media/image78.png"/><Relationship Id="rId177" Type="http://schemas.openxmlformats.org/officeDocument/2006/relationships/customXml" Target="../ink/ink73.xml"/><Relationship Id="rId172" Type="http://schemas.openxmlformats.org/officeDocument/2006/relationships/image" Target="../media/image86.png"/><Relationship Id="rId193" Type="http://schemas.openxmlformats.org/officeDocument/2006/relationships/customXml" Target="../ink/ink82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109" Type="http://schemas.openxmlformats.org/officeDocument/2006/relationships/image" Target="../media/image55.png"/><Relationship Id="rId50" Type="http://schemas.openxmlformats.org/officeDocument/2006/relationships/customXml" Target="../ink/ink9.xml"/><Relationship Id="rId55" Type="http://schemas.openxmlformats.org/officeDocument/2006/relationships/image" Target="../media/image28.png"/><Relationship Id="rId76" Type="http://schemas.openxmlformats.org/officeDocument/2006/relationships/customXml" Target="../ink/ink22.xml"/><Relationship Id="rId97" Type="http://schemas.openxmlformats.org/officeDocument/2006/relationships/image" Target="../media/image49.png"/><Relationship Id="rId104" Type="http://schemas.openxmlformats.org/officeDocument/2006/relationships/customXml" Target="../ink/ink36.xml"/><Relationship Id="rId120" Type="http://schemas.openxmlformats.org/officeDocument/2006/relationships/image" Target="../media/image60.png"/><Relationship Id="rId125" Type="http://schemas.openxmlformats.org/officeDocument/2006/relationships/customXml" Target="../ink/ink47.xml"/><Relationship Id="rId141" Type="http://schemas.openxmlformats.org/officeDocument/2006/relationships/customXml" Target="../ink/ink55.xml"/><Relationship Id="rId146" Type="http://schemas.openxmlformats.org/officeDocument/2006/relationships/image" Target="../media/image73.png"/><Relationship Id="rId167" Type="http://schemas.openxmlformats.org/officeDocument/2006/relationships/customXml" Target="../ink/ink68.xml"/><Relationship Id="rId188" Type="http://schemas.openxmlformats.org/officeDocument/2006/relationships/image" Target="../media/image93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30.xml"/><Relationship Id="rId162" Type="http://schemas.openxmlformats.org/officeDocument/2006/relationships/image" Target="../media/image81.png"/><Relationship Id="rId183" Type="http://schemas.openxmlformats.org/officeDocument/2006/relationships/customXml" Target="../ink/ink77.xml"/><Relationship Id="rId2" Type="http://schemas.openxmlformats.org/officeDocument/2006/relationships/image" Target="../media/image1.png"/><Relationship Id="rId66" Type="http://schemas.openxmlformats.org/officeDocument/2006/relationships/customXml" Target="../ink/ink17.xml"/><Relationship Id="rId87" Type="http://schemas.openxmlformats.org/officeDocument/2006/relationships/image" Target="../media/image44.png"/><Relationship Id="rId110" Type="http://schemas.openxmlformats.org/officeDocument/2006/relationships/customXml" Target="../ink/ink39.xml"/><Relationship Id="rId115" Type="http://schemas.openxmlformats.org/officeDocument/2006/relationships/customXml" Target="../ink/ink42.xml"/><Relationship Id="rId131" Type="http://schemas.openxmlformats.org/officeDocument/2006/relationships/customXml" Target="../ink/ink50.xml"/><Relationship Id="rId136" Type="http://schemas.openxmlformats.org/officeDocument/2006/relationships/image" Target="../media/image68.png"/><Relationship Id="rId157" Type="http://schemas.openxmlformats.org/officeDocument/2006/relationships/customXml" Target="../ink/ink63.xml"/><Relationship Id="rId178" Type="http://schemas.openxmlformats.org/officeDocument/2006/relationships/customXml" Target="../ink/ink74.xml"/><Relationship Id="rId61" Type="http://schemas.openxmlformats.org/officeDocument/2006/relationships/image" Target="../media/image31.png"/><Relationship Id="rId82" Type="http://schemas.openxmlformats.org/officeDocument/2006/relationships/customXml" Target="../ink/ink25.xml"/><Relationship Id="rId152" Type="http://schemas.openxmlformats.org/officeDocument/2006/relationships/image" Target="../media/image76.png"/><Relationship Id="rId173" Type="http://schemas.openxmlformats.org/officeDocument/2006/relationships/customXml" Target="../ink/ink71.xml"/><Relationship Id="rId194" Type="http://schemas.openxmlformats.org/officeDocument/2006/relationships/image" Target="../media/image96.png"/><Relationship Id="rId14" Type="http://schemas.openxmlformats.org/officeDocument/2006/relationships/customXml" Target="../ink/ink6.xml"/><Relationship Id="rId56" Type="http://schemas.openxmlformats.org/officeDocument/2006/relationships/customXml" Target="../ink/ink12.xml"/><Relationship Id="rId77" Type="http://schemas.openxmlformats.org/officeDocument/2006/relationships/image" Target="../media/image39.png"/><Relationship Id="rId100" Type="http://schemas.openxmlformats.org/officeDocument/2006/relationships/customXml" Target="../ink/ink34.xml"/><Relationship Id="rId105" Type="http://schemas.openxmlformats.org/officeDocument/2006/relationships/image" Target="../media/image53.png"/><Relationship Id="rId126" Type="http://schemas.openxmlformats.org/officeDocument/2006/relationships/image" Target="../media/image63.png"/><Relationship Id="rId147" Type="http://schemas.openxmlformats.org/officeDocument/2006/relationships/customXml" Target="../ink/ink58.xml"/><Relationship Id="rId168" Type="http://schemas.openxmlformats.org/officeDocument/2006/relationships/image" Target="../media/image84.png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20.xml"/><Relationship Id="rId93" Type="http://schemas.openxmlformats.org/officeDocument/2006/relationships/image" Target="../media/image47.png"/><Relationship Id="rId98" Type="http://schemas.openxmlformats.org/officeDocument/2006/relationships/customXml" Target="../ink/ink33.xml"/><Relationship Id="rId121" Type="http://schemas.openxmlformats.org/officeDocument/2006/relationships/customXml" Target="../ink/ink45.xml"/><Relationship Id="rId142" Type="http://schemas.openxmlformats.org/officeDocument/2006/relationships/image" Target="../media/image71.png"/><Relationship Id="rId163" Type="http://schemas.openxmlformats.org/officeDocument/2006/relationships/customXml" Target="../ink/ink66.xml"/><Relationship Id="rId184" Type="http://schemas.openxmlformats.org/officeDocument/2006/relationships/image" Target="../media/image91.png"/><Relationship Id="rId189" Type="http://schemas.openxmlformats.org/officeDocument/2006/relationships/customXml" Target="../ink/ink80.xml"/><Relationship Id="rId3" Type="http://schemas.openxmlformats.org/officeDocument/2006/relationships/image" Target="../media/image2.png"/><Relationship Id="rId67" Type="http://schemas.openxmlformats.org/officeDocument/2006/relationships/image" Target="../media/image34.png"/><Relationship Id="rId116" Type="http://schemas.openxmlformats.org/officeDocument/2006/relationships/image" Target="../media/image58.png"/><Relationship Id="rId137" Type="http://schemas.openxmlformats.org/officeDocument/2006/relationships/customXml" Target="../ink/ink53.xml"/><Relationship Id="rId158" Type="http://schemas.openxmlformats.org/officeDocument/2006/relationships/image" Target="../media/image79.png"/><Relationship Id="rId62" Type="http://schemas.openxmlformats.org/officeDocument/2006/relationships/customXml" Target="../ink/ink15.xml"/><Relationship Id="rId83" Type="http://schemas.openxmlformats.org/officeDocument/2006/relationships/image" Target="../media/image42.png"/><Relationship Id="rId88" Type="http://schemas.openxmlformats.org/officeDocument/2006/relationships/customXml" Target="../ink/ink28.xml"/><Relationship Id="rId111" Type="http://schemas.openxmlformats.org/officeDocument/2006/relationships/image" Target="../media/image56.png"/><Relationship Id="rId132" Type="http://schemas.openxmlformats.org/officeDocument/2006/relationships/image" Target="../media/image66.png"/><Relationship Id="rId153" Type="http://schemas.openxmlformats.org/officeDocument/2006/relationships/customXml" Target="../ink/ink61.xml"/><Relationship Id="rId174" Type="http://schemas.openxmlformats.org/officeDocument/2006/relationships/image" Target="../media/image87.png"/><Relationship Id="rId179" Type="http://schemas.openxmlformats.org/officeDocument/2006/relationships/image" Target="../media/image89.png"/><Relationship Id="rId190" Type="http://schemas.openxmlformats.org/officeDocument/2006/relationships/image" Target="../media/image94.png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106" Type="http://schemas.openxmlformats.org/officeDocument/2006/relationships/customXml" Target="../ink/ink37.xml"/><Relationship Id="rId127" Type="http://schemas.openxmlformats.org/officeDocument/2006/relationships/customXml" Target="../ink/ink48.xml"/><Relationship Id="rId10" Type="http://schemas.openxmlformats.org/officeDocument/2006/relationships/customXml" Target="../ink/ink4.xml"/><Relationship Id="rId52" Type="http://schemas.openxmlformats.org/officeDocument/2006/relationships/customXml" Target="../ink/ink10.xml"/><Relationship Id="rId73" Type="http://schemas.openxmlformats.org/officeDocument/2006/relationships/image" Target="../media/image37.png"/><Relationship Id="rId78" Type="http://schemas.openxmlformats.org/officeDocument/2006/relationships/customXml" Target="../ink/ink23.xml"/><Relationship Id="rId94" Type="http://schemas.openxmlformats.org/officeDocument/2006/relationships/customXml" Target="../ink/ink31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image" Target="../media/image61.png"/><Relationship Id="rId143" Type="http://schemas.openxmlformats.org/officeDocument/2006/relationships/customXml" Target="../ink/ink56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69.xml"/><Relationship Id="rId185" Type="http://schemas.openxmlformats.org/officeDocument/2006/relationships/customXml" Target="../ink/ink78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80" Type="http://schemas.openxmlformats.org/officeDocument/2006/relationships/customXml" Target="../ink/ink75.xml"/><Relationship Id="rId68" Type="http://schemas.openxmlformats.org/officeDocument/2006/relationships/customXml" Target="../ink/ink18.xml"/><Relationship Id="rId89" Type="http://schemas.openxmlformats.org/officeDocument/2006/relationships/image" Target="../media/image45.png"/><Relationship Id="rId112" Type="http://schemas.openxmlformats.org/officeDocument/2006/relationships/customXml" Target="../ink/ink40.xml"/><Relationship Id="rId133" Type="http://schemas.openxmlformats.org/officeDocument/2006/relationships/customXml" Target="../ink/ink51.xml"/><Relationship Id="rId154" Type="http://schemas.openxmlformats.org/officeDocument/2006/relationships/image" Target="../media/image77.png"/><Relationship Id="rId175" Type="http://schemas.openxmlformats.org/officeDocument/2006/relationships/customXml" Target="../ink/ink72.xml"/><Relationship Id="rId16" Type="http://schemas.openxmlformats.org/officeDocument/2006/relationships/customXml" Target="../ink/ink7.xml"/><Relationship Id="rId58" Type="http://schemas.openxmlformats.org/officeDocument/2006/relationships/customXml" Target="../ink/ink13.xml"/><Relationship Id="rId79" Type="http://schemas.openxmlformats.org/officeDocument/2006/relationships/image" Target="../media/image40.png"/><Relationship Id="rId102" Type="http://schemas.openxmlformats.org/officeDocument/2006/relationships/customXml" Target="../ink/ink35.xml"/><Relationship Id="rId123" Type="http://schemas.openxmlformats.org/officeDocument/2006/relationships/customXml" Target="../ink/ink46.xml"/><Relationship Id="rId144" Type="http://schemas.openxmlformats.org/officeDocument/2006/relationships/image" Target="../media/image72.png"/><Relationship Id="rId90" Type="http://schemas.openxmlformats.org/officeDocument/2006/relationships/customXml" Target="../ink/ink29.xml"/><Relationship Id="rId165" Type="http://schemas.openxmlformats.org/officeDocument/2006/relationships/customXml" Target="../ink/ink67.xml"/><Relationship Id="rId186" Type="http://schemas.openxmlformats.org/officeDocument/2006/relationships/image" Target="../media/image92.png"/><Relationship Id="rId69" Type="http://schemas.openxmlformats.org/officeDocument/2006/relationships/image" Target="../media/image35.png"/><Relationship Id="rId113" Type="http://schemas.openxmlformats.org/officeDocument/2006/relationships/customXml" Target="../ink/ink41.xml"/><Relationship Id="rId134" Type="http://schemas.openxmlformats.org/officeDocument/2006/relationships/image" Target="../media/image67.png"/><Relationship Id="rId80" Type="http://schemas.openxmlformats.org/officeDocument/2006/relationships/customXml" Target="../ink/ink24.xml"/><Relationship Id="rId155" Type="http://schemas.openxmlformats.org/officeDocument/2006/relationships/customXml" Target="../ink/ink62.xml"/><Relationship Id="rId176" Type="http://schemas.openxmlformats.org/officeDocument/2006/relationships/image" Target="../media/image88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2.png"/><Relationship Id="rId299" Type="http://schemas.openxmlformats.org/officeDocument/2006/relationships/image" Target="../media/image188.png"/><Relationship Id="rId303" Type="http://schemas.openxmlformats.org/officeDocument/2006/relationships/image" Target="../media/image190.png"/><Relationship Id="rId21" Type="http://schemas.openxmlformats.org/officeDocument/2006/relationships/image" Target="../media/image104.png"/><Relationship Id="rId138" Type="http://schemas.openxmlformats.org/officeDocument/2006/relationships/customXml" Target="../ink/ink108.xml"/><Relationship Id="rId159" Type="http://schemas.openxmlformats.org/officeDocument/2006/relationships/image" Target="../media/image12.png"/><Relationship Id="rId324" Type="http://schemas.openxmlformats.org/officeDocument/2006/relationships/customXml" Target="../ink/ink201.xml"/><Relationship Id="rId170" Type="http://schemas.openxmlformats.org/officeDocument/2006/relationships/customXml" Target="../ink/ink124.xml"/><Relationship Id="rId191" Type="http://schemas.openxmlformats.org/officeDocument/2006/relationships/image" Target="../media/image100.png"/><Relationship Id="rId205" Type="http://schemas.openxmlformats.org/officeDocument/2006/relationships/image" Target="../media/image108.png"/><Relationship Id="rId226" Type="http://schemas.openxmlformats.org/officeDocument/2006/relationships/customXml" Target="../ink/ink152.xml"/><Relationship Id="rId247" Type="http://schemas.openxmlformats.org/officeDocument/2006/relationships/image" Target="../media/image131.png"/><Relationship Id="rId107" Type="http://schemas.openxmlformats.org/officeDocument/2006/relationships/image" Target="../media/image147.png"/><Relationship Id="rId268" Type="http://schemas.openxmlformats.org/officeDocument/2006/relationships/customXml" Target="../ink/ink173.xml"/><Relationship Id="rId289" Type="http://schemas.openxmlformats.org/officeDocument/2006/relationships/image" Target="../media/image183.png"/><Relationship Id="rId128" Type="http://schemas.openxmlformats.org/officeDocument/2006/relationships/customXml" Target="../ink/ink103.xml"/><Relationship Id="rId149" Type="http://schemas.openxmlformats.org/officeDocument/2006/relationships/image" Target="../media/image168.png"/><Relationship Id="rId314" Type="http://schemas.openxmlformats.org/officeDocument/2006/relationships/customXml" Target="../ink/ink196.xml"/><Relationship Id="rId95" Type="http://schemas.openxmlformats.org/officeDocument/2006/relationships/image" Target="../media/image141.png"/><Relationship Id="rId160" Type="http://schemas.openxmlformats.org/officeDocument/2006/relationships/customXml" Target="../ink/ink119.xml"/><Relationship Id="rId181" Type="http://schemas.openxmlformats.org/officeDocument/2006/relationships/image" Target="../media/image23.png"/><Relationship Id="rId216" Type="http://schemas.openxmlformats.org/officeDocument/2006/relationships/customXml" Target="../ink/ink147.xml"/><Relationship Id="rId237" Type="http://schemas.openxmlformats.org/officeDocument/2006/relationships/image" Target="../media/image126.png"/><Relationship Id="rId258" Type="http://schemas.openxmlformats.org/officeDocument/2006/relationships/customXml" Target="../ink/ink168.xml"/><Relationship Id="rId279" Type="http://schemas.openxmlformats.org/officeDocument/2006/relationships/image" Target="../media/image178.png"/><Relationship Id="rId22" Type="http://schemas.openxmlformats.org/officeDocument/2006/relationships/customXml" Target="../ink/ink84.xml"/><Relationship Id="rId118" Type="http://schemas.openxmlformats.org/officeDocument/2006/relationships/customXml" Target="../ink/ink98.xml"/><Relationship Id="rId139" Type="http://schemas.openxmlformats.org/officeDocument/2006/relationships/image" Target="../media/image163.png"/><Relationship Id="rId290" Type="http://schemas.openxmlformats.org/officeDocument/2006/relationships/customXml" Target="../ink/ink184.xml"/><Relationship Id="rId304" Type="http://schemas.openxmlformats.org/officeDocument/2006/relationships/customXml" Target="../ink/ink191.xml"/><Relationship Id="rId325" Type="http://schemas.openxmlformats.org/officeDocument/2006/relationships/image" Target="../media/image201.png"/><Relationship Id="rId150" Type="http://schemas.openxmlformats.org/officeDocument/2006/relationships/customXml" Target="../ink/ink114.xml"/><Relationship Id="rId171" Type="http://schemas.openxmlformats.org/officeDocument/2006/relationships/image" Target="../media/image18.png"/><Relationship Id="rId192" Type="http://schemas.openxmlformats.org/officeDocument/2006/relationships/customXml" Target="../ink/ink135.xml"/><Relationship Id="rId206" Type="http://schemas.openxmlformats.org/officeDocument/2006/relationships/customXml" Target="../ink/ink142.xml"/><Relationship Id="rId227" Type="http://schemas.openxmlformats.org/officeDocument/2006/relationships/image" Target="../media/image119.png"/><Relationship Id="rId248" Type="http://schemas.openxmlformats.org/officeDocument/2006/relationships/customXml" Target="../ink/ink163.xml"/><Relationship Id="rId269" Type="http://schemas.openxmlformats.org/officeDocument/2006/relationships/image" Target="../media/image173.png"/><Relationship Id="rId108" Type="http://schemas.openxmlformats.org/officeDocument/2006/relationships/customXml" Target="../ink/ink93.xml"/><Relationship Id="rId129" Type="http://schemas.openxmlformats.org/officeDocument/2006/relationships/image" Target="../media/image158.png"/><Relationship Id="rId280" Type="http://schemas.openxmlformats.org/officeDocument/2006/relationships/customXml" Target="../ink/ink179.xml"/><Relationship Id="rId315" Type="http://schemas.openxmlformats.org/officeDocument/2006/relationships/image" Target="../media/image196.png"/><Relationship Id="rId96" Type="http://schemas.openxmlformats.org/officeDocument/2006/relationships/customXml" Target="../ink/ink87.xml"/><Relationship Id="rId140" Type="http://schemas.openxmlformats.org/officeDocument/2006/relationships/customXml" Target="../ink/ink109.xml"/><Relationship Id="rId161" Type="http://schemas.openxmlformats.org/officeDocument/2006/relationships/image" Target="../media/image13.png"/><Relationship Id="rId182" Type="http://schemas.openxmlformats.org/officeDocument/2006/relationships/customXml" Target="../ink/ink130.xml"/><Relationship Id="rId217" Type="http://schemas.openxmlformats.org/officeDocument/2006/relationships/image" Target="../media/image114.png"/><Relationship Id="rId238" Type="http://schemas.openxmlformats.org/officeDocument/2006/relationships/customXml" Target="../ink/ink158.xml"/><Relationship Id="rId259" Type="http://schemas.openxmlformats.org/officeDocument/2006/relationships/image" Target="../media/image137.png"/><Relationship Id="rId119" Type="http://schemas.openxmlformats.org/officeDocument/2006/relationships/image" Target="../media/image153.png"/><Relationship Id="rId270" Type="http://schemas.openxmlformats.org/officeDocument/2006/relationships/customXml" Target="../ink/ink174.xml"/><Relationship Id="rId291" Type="http://schemas.openxmlformats.org/officeDocument/2006/relationships/image" Target="../media/image184.png"/><Relationship Id="rId305" Type="http://schemas.openxmlformats.org/officeDocument/2006/relationships/image" Target="../media/image191.png"/><Relationship Id="rId326" Type="http://schemas.openxmlformats.org/officeDocument/2006/relationships/customXml" Target="../ink/ink202.xml"/><Relationship Id="rId130" Type="http://schemas.openxmlformats.org/officeDocument/2006/relationships/customXml" Target="../ink/ink104.xml"/><Relationship Id="rId151" Type="http://schemas.openxmlformats.org/officeDocument/2006/relationships/image" Target="../media/image169.png"/><Relationship Id="rId172" Type="http://schemas.openxmlformats.org/officeDocument/2006/relationships/customXml" Target="../ink/ink125.xml"/><Relationship Id="rId193" Type="http://schemas.openxmlformats.org/officeDocument/2006/relationships/image" Target="../media/image101.png"/><Relationship Id="rId207" Type="http://schemas.openxmlformats.org/officeDocument/2006/relationships/image" Target="../media/image109.png"/><Relationship Id="rId228" Type="http://schemas.openxmlformats.org/officeDocument/2006/relationships/customXml" Target="../ink/ink153.xml"/><Relationship Id="rId249" Type="http://schemas.openxmlformats.org/officeDocument/2006/relationships/image" Target="../media/image132.png"/><Relationship Id="rId109" Type="http://schemas.openxmlformats.org/officeDocument/2006/relationships/image" Target="../media/image148.png"/><Relationship Id="rId260" Type="http://schemas.openxmlformats.org/officeDocument/2006/relationships/customXml" Target="../ink/ink169.xml"/><Relationship Id="rId281" Type="http://schemas.openxmlformats.org/officeDocument/2006/relationships/image" Target="../media/image179.png"/><Relationship Id="rId316" Type="http://schemas.openxmlformats.org/officeDocument/2006/relationships/customXml" Target="../ink/ink197.xml"/><Relationship Id="rId97" Type="http://schemas.openxmlformats.org/officeDocument/2006/relationships/image" Target="../media/image142.png"/><Relationship Id="rId120" Type="http://schemas.openxmlformats.org/officeDocument/2006/relationships/customXml" Target="../ink/ink99.xml"/><Relationship Id="rId141" Type="http://schemas.openxmlformats.org/officeDocument/2006/relationships/image" Target="../media/image164.png"/><Relationship Id="rId162" Type="http://schemas.openxmlformats.org/officeDocument/2006/relationships/customXml" Target="../ink/ink120.xml"/><Relationship Id="rId183" Type="http://schemas.openxmlformats.org/officeDocument/2006/relationships/image" Target="../media/image24.png"/><Relationship Id="rId218" Type="http://schemas.openxmlformats.org/officeDocument/2006/relationships/customXml" Target="../ink/ink148.xml"/><Relationship Id="rId239" Type="http://schemas.openxmlformats.org/officeDocument/2006/relationships/image" Target="../media/image127.png"/><Relationship Id="rId250" Type="http://schemas.openxmlformats.org/officeDocument/2006/relationships/customXml" Target="../ink/ink164.xml"/><Relationship Id="rId271" Type="http://schemas.openxmlformats.org/officeDocument/2006/relationships/image" Target="../media/image174.png"/><Relationship Id="rId292" Type="http://schemas.openxmlformats.org/officeDocument/2006/relationships/customXml" Target="../ink/ink185.xml"/><Relationship Id="rId306" Type="http://schemas.openxmlformats.org/officeDocument/2006/relationships/customXml" Target="../ink/ink192.xml"/><Relationship Id="rId110" Type="http://schemas.openxmlformats.org/officeDocument/2006/relationships/customXml" Target="../ink/ink94.xml"/><Relationship Id="rId131" Type="http://schemas.openxmlformats.org/officeDocument/2006/relationships/image" Target="../media/image159.png"/><Relationship Id="rId327" Type="http://schemas.openxmlformats.org/officeDocument/2006/relationships/image" Target="../media/image202.png"/><Relationship Id="rId152" Type="http://schemas.openxmlformats.org/officeDocument/2006/relationships/customXml" Target="../ink/ink115.xml"/><Relationship Id="rId173" Type="http://schemas.openxmlformats.org/officeDocument/2006/relationships/image" Target="../media/image19.png"/><Relationship Id="rId194" Type="http://schemas.openxmlformats.org/officeDocument/2006/relationships/customXml" Target="../ink/ink136.xml"/><Relationship Id="rId208" Type="http://schemas.openxmlformats.org/officeDocument/2006/relationships/customXml" Target="../ink/ink143.xml"/><Relationship Id="rId229" Type="http://schemas.openxmlformats.org/officeDocument/2006/relationships/image" Target="../media/image120.png"/><Relationship Id="rId240" Type="http://schemas.openxmlformats.org/officeDocument/2006/relationships/customXml" Target="../ink/ink159.xml"/><Relationship Id="rId261" Type="http://schemas.openxmlformats.org/officeDocument/2006/relationships/image" Target="../media/image138.png"/><Relationship Id="rId100" Type="http://schemas.openxmlformats.org/officeDocument/2006/relationships/customXml" Target="../ink/ink89.xml"/><Relationship Id="rId282" Type="http://schemas.openxmlformats.org/officeDocument/2006/relationships/customXml" Target="../ink/ink180.xml"/><Relationship Id="rId317" Type="http://schemas.openxmlformats.org/officeDocument/2006/relationships/image" Target="../media/image197.png"/><Relationship Id="rId98" Type="http://schemas.openxmlformats.org/officeDocument/2006/relationships/customXml" Target="../ink/ink88.xml"/><Relationship Id="rId121" Type="http://schemas.openxmlformats.org/officeDocument/2006/relationships/image" Target="../media/image154.png"/><Relationship Id="rId142" Type="http://schemas.openxmlformats.org/officeDocument/2006/relationships/customXml" Target="../ink/ink110.xml"/><Relationship Id="rId163" Type="http://schemas.openxmlformats.org/officeDocument/2006/relationships/image" Target="../media/image14.png"/><Relationship Id="rId184" Type="http://schemas.openxmlformats.org/officeDocument/2006/relationships/customXml" Target="../ink/ink131.xml"/><Relationship Id="rId219" Type="http://schemas.openxmlformats.org/officeDocument/2006/relationships/image" Target="../media/image115.png"/><Relationship Id="rId230" Type="http://schemas.openxmlformats.org/officeDocument/2006/relationships/customXml" Target="../ink/ink154.xml"/><Relationship Id="rId251" Type="http://schemas.openxmlformats.org/officeDocument/2006/relationships/image" Target="../media/image133.png"/><Relationship Id="rId272" Type="http://schemas.openxmlformats.org/officeDocument/2006/relationships/customXml" Target="../ink/ink175.xml"/><Relationship Id="rId293" Type="http://schemas.openxmlformats.org/officeDocument/2006/relationships/image" Target="../media/image185.png"/><Relationship Id="rId307" Type="http://schemas.openxmlformats.org/officeDocument/2006/relationships/image" Target="../media/image192.png"/><Relationship Id="rId328" Type="http://schemas.openxmlformats.org/officeDocument/2006/relationships/customXml" Target="../ink/ink203.xml"/><Relationship Id="rId111" Type="http://schemas.openxmlformats.org/officeDocument/2006/relationships/image" Target="../media/image149.png"/><Relationship Id="rId132" Type="http://schemas.openxmlformats.org/officeDocument/2006/relationships/customXml" Target="../ink/ink105.xml"/><Relationship Id="rId153" Type="http://schemas.openxmlformats.org/officeDocument/2006/relationships/image" Target="../media/image170.png"/><Relationship Id="rId174" Type="http://schemas.openxmlformats.org/officeDocument/2006/relationships/customXml" Target="../ink/ink126.xml"/><Relationship Id="rId195" Type="http://schemas.openxmlformats.org/officeDocument/2006/relationships/image" Target="../media/image102.png"/><Relationship Id="rId209" Type="http://schemas.openxmlformats.org/officeDocument/2006/relationships/image" Target="../media/image110.png"/><Relationship Id="rId220" Type="http://schemas.openxmlformats.org/officeDocument/2006/relationships/customXml" Target="../ink/ink149.xml"/><Relationship Id="rId241" Type="http://schemas.openxmlformats.org/officeDocument/2006/relationships/image" Target="../media/image128.png"/><Relationship Id="rId57" Type="http://schemas.openxmlformats.org/officeDocument/2006/relationships/image" Target="../media/image122.png"/><Relationship Id="rId262" Type="http://schemas.openxmlformats.org/officeDocument/2006/relationships/customXml" Target="../ink/ink170.xml"/><Relationship Id="rId283" Type="http://schemas.openxmlformats.org/officeDocument/2006/relationships/image" Target="../media/image180.png"/><Relationship Id="rId318" Type="http://schemas.openxmlformats.org/officeDocument/2006/relationships/customXml" Target="../ink/ink198.xml"/><Relationship Id="rId99" Type="http://schemas.openxmlformats.org/officeDocument/2006/relationships/image" Target="../media/image143.png"/><Relationship Id="rId101" Type="http://schemas.openxmlformats.org/officeDocument/2006/relationships/image" Target="../media/image144.png"/><Relationship Id="rId122" Type="http://schemas.openxmlformats.org/officeDocument/2006/relationships/customXml" Target="../ink/ink100.xml"/><Relationship Id="rId143" Type="http://schemas.openxmlformats.org/officeDocument/2006/relationships/image" Target="../media/image165.png"/><Relationship Id="rId148" Type="http://schemas.openxmlformats.org/officeDocument/2006/relationships/customXml" Target="../ink/ink113.xml"/><Relationship Id="rId164" Type="http://schemas.openxmlformats.org/officeDocument/2006/relationships/customXml" Target="../ink/ink121.xml"/><Relationship Id="rId169" Type="http://schemas.openxmlformats.org/officeDocument/2006/relationships/image" Target="../media/image17.png"/><Relationship Id="rId185" Type="http://schemas.openxmlformats.org/officeDocument/2006/relationships/image" Target="../media/image97.png"/><Relationship Id="rId4" Type="http://schemas.openxmlformats.org/officeDocument/2006/relationships/customXml" Target="../ink/ink83.xml"/><Relationship Id="rId180" Type="http://schemas.openxmlformats.org/officeDocument/2006/relationships/customXml" Target="../ink/ink129.xml"/><Relationship Id="rId210" Type="http://schemas.openxmlformats.org/officeDocument/2006/relationships/customXml" Target="../ink/ink144.xml"/><Relationship Id="rId215" Type="http://schemas.openxmlformats.org/officeDocument/2006/relationships/image" Target="../media/image113.png"/><Relationship Id="rId236" Type="http://schemas.openxmlformats.org/officeDocument/2006/relationships/customXml" Target="../ink/ink157.xml"/><Relationship Id="rId257" Type="http://schemas.openxmlformats.org/officeDocument/2006/relationships/image" Target="../media/image136.png"/><Relationship Id="rId278" Type="http://schemas.openxmlformats.org/officeDocument/2006/relationships/customXml" Target="../ink/ink178.xml"/><Relationship Id="rId231" Type="http://schemas.openxmlformats.org/officeDocument/2006/relationships/image" Target="../media/image121.png"/><Relationship Id="rId252" Type="http://schemas.openxmlformats.org/officeDocument/2006/relationships/customXml" Target="../ink/ink165.xml"/><Relationship Id="rId273" Type="http://schemas.openxmlformats.org/officeDocument/2006/relationships/image" Target="../media/image175.png"/><Relationship Id="rId294" Type="http://schemas.openxmlformats.org/officeDocument/2006/relationships/customXml" Target="../ink/ink186.xml"/><Relationship Id="rId308" Type="http://schemas.openxmlformats.org/officeDocument/2006/relationships/customXml" Target="../ink/ink193.xml"/><Relationship Id="rId329" Type="http://schemas.openxmlformats.org/officeDocument/2006/relationships/image" Target="../media/image203.png"/><Relationship Id="rId112" Type="http://schemas.openxmlformats.org/officeDocument/2006/relationships/customXml" Target="../ink/ink95.xml"/><Relationship Id="rId133" Type="http://schemas.openxmlformats.org/officeDocument/2006/relationships/image" Target="../media/image160.png"/><Relationship Id="rId154" Type="http://schemas.openxmlformats.org/officeDocument/2006/relationships/customXml" Target="../ink/ink116.xml"/><Relationship Id="rId175" Type="http://schemas.openxmlformats.org/officeDocument/2006/relationships/image" Target="../media/image20.png"/><Relationship Id="rId196" Type="http://schemas.openxmlformats.org/officeDocument/2006/relationships/customXml" Target="../ink/ink137.xml"/><Relationship Id="rId200" Type="http://schemas.openxmlformats.org/officeDocument/2006/relationships/customXml" Target="../ink/ink139.xml"/><Relationship Id="rId221" Type="http://schemas.openxmlformats.org/officeDocument/2006/relationships/image" Target="../media/image116.png"/><Relationship Id="rId242" Type="http://schemas.openxmlformats.org/officeDocument/2006/relationships/customXml" Target="../ink/ink160.xml"/><Relationship Id="rId263" Type="http://schemas.openxmlformats.org/officeDocument/2006/relationships/image" Target="../media/image139.png"/><Relationship Id="rId284" Type="http://schemas.openxmlformats.org/officeDocument/2006/relationships/customXml" Target="../ink/ink181.xml"/><Relationship Id="rId319" Type="http://schemas.openxmlformats.org/officeDocument/2006/relationships/image" Target="../media/image198.png"/><Relationship Id="rId58" Type="http://schemas.openxmlformats.org/officeDocument/2006/relationships/customXml" Target="../ink/ink85.xml"/><Relationship Id="rId102" Type="http://schemas.openxmlformats.org/officeDocument/2006/relationships/customXml" Target="../ink/ink90.xml"/><Relationship Id="rId123" Type="http://schemas.openxmlformats.org/officeDocument/2006/relationships/image" Target="../media/image155.png"/><Relationship Id="rId144" Type="http://schemas.openxmlformats.org/officeDocument/2006/relationships/customXml" Target="../ink/ink111.xml"/><Relationship Id="rId165" Type="http://schemas.openxmlformats.org/officeDocument/2006/relationships/image" Target="../media/image15.png"/><Relationship Id="rId186" Type="http://schemas.openxmlformats.org/officeDocument/2006/relationships/customXml" Target="../ink/ink132.xml"/><Relationship Id="rId211" Type="http://schemas.openxmlformats.org/officeDocument/2006/relationships/image" Target="../media/image111.png"/><Relationship Id="rId232" Type="http://schemas.openxmlformats.org/officeDocument/2006/relationships/customXml" Target="../ink/ink155.xml"/><Relationship Id="rId253" Type="http://schemas.openxmlformats.org/officeDocument/2006/relationships/image" Target="../media/image134.png"/><Relationship Id="rId274" Type="http://schemas.openxmlformats.org/officeDocument/2006/relationships/customXml" Target="../ink/ink176.xml"/><Relationship Id="rId295" Type="http://schemas.openxmlformats.org/officeDocument/2006/relationships/image" Target="../media/image186.png"/><Relationship Id="rId309" Type="http://schemas.openxmlformats.org/officeDocument/2006/relationships/image" Target="../media/image193.png"/><Relationship Id="rId113" Type="http://schemas.openxmlformats.org/officeDocument/2006/relationships/image" Target="../media/image150.png"/><Relationship Id="rId134" Type="http://schemas.openxmlformats.org/officeDocument/2006/relationships/customXml" Target="../ink/ink106.xml"/><Relationship Id="rId320" Type="http://schemas.openxmlformats.org/officeDocument/2006/relationships/customXml" Target="../ink/ink199.xml"/><Relationship Id="rId155" Type="http://schemas.openxmlformats.org/officeDocument/2006/relationships/image" Target="../media/image171.png"/><Relationship Id="rId176" Type="http://schemas.openxmlformats.org/officeDocument/2006/relationships/customXml" Target="../ink/ink127.xml"/><Relationship Id="rId197" Type="http://schemas.openxmlformats.org/officeDocument/2006/relationships/image" Target="../media/image103.png"/><Relationship Id="rId201" Type="http://schemas.openxmlformats.org/officeDocument/2006/relationships/image" Target="../media/image106.png"/><Relationship Id="rId222" Type="http://schemas.openxmlformats.org/officeDocument/2006/relationships/customXml" Target="../ink/ink150.xml"/><Relationship Id="rId243" Type="http://schemas.openxmlformats.org/officeDocument/2006/relationships/image" Target="../media/image129.png"/><Relationship Id="rId264" Type="http://schemas.openxmlformats.org/officeDocument/2006/relationships/customXml" Target="../ink/ink171.xml"/><Relationship Id="rId285" Type="http://schemas.openxmlformats.org/officeDocument/2006/relationships/image" Target="../media/image181.png"/><Relationship Id="rId59" Type="http://schemas.openxmlformats.org/officeDocument/2006/relationships/image" Target="../media/image123.png"/><Relationship Id="rId103" Type="http://schemas.openxmlformats.org/officeDocument/2006/relationships/image" Target="../media/image145.png"/><Relationship Id="rId124" Type="http://schemas.openxmlformats.org/officeDocument/2006/relationships/customXml" Target="../ink/ink101.xml"/><Relationship Id="rId310" Type="http://schemas.openxmlformats.org/officeDocument/2006/relationships/customXml" Target="../ink/ink194.xml"/><Relationship Id="rId145" Type="http://schemas.openxmlformats.org/officeDocument/2006/relationships/image" Target="../media/image166.png"/><Relationship Id="rId166" Type="http://schemas.openxmlformats.org/officeDocument/2006/relationships/customXml" Target="../ink/ink122.xml"/><Relationship Id="rId187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45.xml"/><Relationship Id="rId233" Type="http://schemas.openxmlformats.org/officeDocument/2006/relationships/image" Target="../media/image124.png"/><Relationship Id="rId254" Type="http://schemas.openxmlformats.org/officeDocument/2006/relationships/customXml" Target="../ink/ink166.xml"/><Relationship Id="rId114" Type="http://schemas.openxmlformats.org/officeDocument/2006/relationships/customXml" Target="../ink/ink96.xml"/><Relationship Id="rId275" Type="http://schemas.openxmlformats.org/officeDocument/2006/relationships/image" Target="../media/image176.png"/><Relationship Id="rId296" Type="http://schemas.openxmlformats.org/officeDocument/2006/relationships/customXml" Target="../ink/ink187.xml"/><Relationship Id="rId300" Type="http://schemas.openxmlformats.org/officeDocument/2006/relationships/customXml" Target="../ink/ink189.xml"/><Relationship Id="rId60" Type="http://schemas.openxmlformats.org/officeDocument/2006/relationships/customXml" Target="../ink/ink86.xml"/><Relationship Id="rId135" Type="http://schemas.openxmlformats.org/officeDocument/2006/relationships/image" Target="../media/image161.png"/><Relationship Id="rId156" Type="http://schemas.openxmlformats.org/officeDocument/2006/relationships/customXml" Target="../ink/ink117.xml"/><Relationship Id="rId177" Type="http://schemas.openxmlformats.org/officeDocument/2006/relationships/image" Target="../media/image21.png"/><Relationship Id="rId198" Type="http://schemas.openxmlformats.org/officeDocument/2006/relationships/customXml" Target="../ink/ink138.xml"/><Relationship Id="rId321" Type="http://schemas.openxmlformats.org/officeDocument/2006/relationships/image" Target="../media/image199.png"/><Relationship Id="rId202" Type="http://schemas.openxmlformats.org/officeDocument/2006/relationships/customXml" Target="../ink/ink140.xml"/><Relationship Id="rId223" Type="http://schemas.openxmlformats.org/officeDocument/2006/relationships/image" Target="../media/image117.png"/><Relationship Id="rId244" Type="http://schemas.openxmlformats.org/officeDocument/2006/relationships/customXml" Target="../ink/ink161.xml"/><Relationship Id="rId265" Type="http://schemas.openxmlformats.org/officeDocument/2006/relationships/image" Target="../media/image140.png"/><Relationship Id="rId286" Type="http://schemas.openxmlformats.org/officeDocument/2006/relationships/customXml" Target="../ink/ink182.xml"/><Relationship Id="rId104" Type="http://schemas.openxmlformats.org/officeDocument/2006/relationships/customXml" Target="../ink/ink91.xml"/><Relationship Id="rId125" Type="http://schemas.openxmlformats.org/officeDocument/2006/relationships/image" Target="../media/image156.png"/><Relationship Id="rId146" Type="http://schemas.openxmlformats.org/officeDocument/2006/relationships/customXml" Target="../ink/ink112.xml"/><Relationship Id="rId167" Type="http://schemas.openxmlformats.org/officeDocument/2006/relationships/image" Target="../media/image16.png"/><Relationship Id="rId188" Type="http://schemas.openxmlformats.org/officeDocument/2006/relationships/customXml" Target="../ink/ink133.xml"/><Relationship Id="rId311" Type="http://schemas.openxmlformats.org/officeDocument/2006/relationships/image" Target="../media/image194.png"/><Relationship Id="rId213" Type="http://schemas.openxmlformats.org/officeDocument/2006/relationships/image" Target="../media/image112.png"/><Relationship Id="rId234" Type="http://schemas.openxmlformats.org/officeDocument/2006/relationships/customXml" Target="../ink/ink156.xml"/><Relationship Id="rId2" Type="http://schemas.openxmlformats.org/officeDocument/2006/relationships/image" Target="../media/image1.png"/><Relationship Id="rId255" Type="http://schemas.openxmlformats.org/officeDocument/2006/relationships/image" Target="../media/image135.png"/><Relationship Id="rId276" Type="http://schemas.openxmlformats.org/officeDocument/2006/relationships/customXml" Target="../ink/ink177.xml"/><Relationship Id="rId297" Type="http://schemas.openxmlformats.org/officeDocument/2006/relationships/image" Target="../media/image187.png"/><Relationship Id="rId115" Type="http://schemas.openxmlformats.org/officeDocument/2006/relationships/image" Target="../media/image151.png"/><Relationship Id="rId136" Type="http://schemas.openxmlformats.org/officeDocument/2006/relationships/customXml" Target="../ink/ink107.xml"/><Relationship Id="rId157" Type="http://schemas.openxmlformats.org/officeDocument/2006/relationships/image" Target="../media/image10.png"/><Relationship Id="rId178" Type="http://schemas.openxmlformats.org/officeDocument/2006/relationships/customXml" Target="../ink/ink128.xml"/><Relationship Id="rId301" Type="http://schemas.openxmlformats.org/officeDocument/2006/relationships/image" Target="../media/image189.png"/><Relationship Id="rId322" Type="http://schemas.openxmlformats.org/officeDocument/2006/relationships/customXml" Target="../ink/ink200.xml"/><Relationship Id="rId199" Type="http://schemas.openxmlformats.org/officeDocument/2006/relationships/image" Target="../media/image105.png"/><Relationship Id="rId203" Type="http://schemas.openxmlformats.org/officeDocument/2006/relationships/image" Target="../media/image107.png"/><Relationship Id="rId224" Type="http://schemas.openxmlformats.org/officeDocument/2006/relationships/customXml" Target="../ink/ink151.xml"/><Relationship Id="rId245" Type="http://schemas.openxmlformats.org/officeDocument/2006/relationships/image" Target="../media/image130.png"/><Relationship Id="rId266" Type="http://schemas.openxmlformats.org/officeDocument/2006/relationships/customXml" Target="../ink/ink172.xml"/><Relationship Id="rId287" Type="http://schemas.openxmlformats.org/officeDocument/2006/relationships/image" Target="../media/image182.png"/><Relationship Id="rId105" Type="http://schemas.openxmlformats.org/officeDocument/2006/relationships/image" Target="../media/image146.png"/><Relationship Id="rId126" Type="http://schemas.openxmlformats.org/officeDocument/2006/relationships/customXml" Target="../ink/ink102.xml"/><Relationship Id="rId147" Type="http://schemas.openxmlformats.org/officeDocument/2006/relationships/image" Target="../media/image167.png"/><Relationship Id="rId168" Type="http://schemas.openxmlformats.org/officeDocument/2006/relationships/customXml" Target="../ink/ink123.xml"/><Relationship Id="rId312" Type="http://schemas.openxmlformats.org/officeDocument/2006/relationships/customXml" Target="../ink/ink195.xml"/><Relationship Id="rId189" Type="http://schemas.openxmlformats.org/officeDocument/2006/relationships/image" Target="../media/image99.png"/><Relationship Id="rId3" Type="http://schemas.openxmlformats.org/officeDocument/2006/relationships/image" Target="../media/image2.png"/><Relationship Id="rId214" Type="http://schemas.openxmlformats.org/officeDocument/2006/relationships/customXml" Target="../ink/ink146.xml"/><Relationship Id="rId235" Type="http://schemas.openxmlformats.org/officeDocument/2006/relationships/image" Target="../media/image125.png"/><Relationship Id="rId256" Type="http://schemas.openxmlformats.org/officeDocument/2006/relationships/customXml" Target="../ink/ink167.xml"/><Relationship Id="rId277" Type="http://schemas.openxmlformats.org/officeDocument/2006/relationships/image" Target="../media/image177.png"/><Relationship Id="rId298" Type="http://schemas.openxmlformats.org/officeDocument/2006/relationships/customXml" Target="../ink/ink188.xml"/><Relationship Id="rId116" Type="http://schemas.openxmlformats.org/officeDocument/2006/relationships/customXml" Target="../ink/ink97.xml"/><Relationship Id="rId137" Type="http://schemas.openxmlformats.org/officeDocument/2006/relationships/image" Target="../media/image162.png"/><Relationship Id="rId158" Type="http://schemas.openxmlformats.org/officeDocument/2006/relationships/customXml" Target="../ink/ink118.xml"/><Relationship Id="rId302" Type="http://schemas.openxmlformats.org/officeDocument/2006/relationships/customXml" Target="../ink/ink190.xml"/><Relationship Id="rId323" Type="http://schemas.openxmlformats.org/officeDocument/2006/relationships/image" Target="../media/image200.png"/><Relationship Id="rId179" Type="http://schemas.openxmlformats.org/officeDocument/2006/relationships/image" Target="../media/image22.png"/><Relationship Id="rId190" Type="http://schemas.openxmlformats.org/officeDocument/2006/relationships/customXml" Target="../ink/ink134.xml"/><Relationship Id="rId204" Type="http://schemas.openxmlformats.org/officeDocument/2006/relationships/customXml" Target="../ink/ink141.xml"/><Relationship Id="rId225" Type="http://schemas.openxmlformats.org/officeDocument/2006/relationships/image" Target="../media/image118.png"/><Relationship Id="rId246" Type="http://schemas.openxmlformats.org/officeDocument/2006/relationships/customXml" Target="../ink/ink162.xml"/><Relationship Id="rId267" Type="http://schemas.openxmlformats.org/officeDocument/2006/relationships/image" Target="../media/image172.png"/><Relationship Id="rId288" Type="http://schemas.openxmlformats.org/officeDocument/2006/relationships/customXml" Target="../ink/ink183.xml"/><Relationship Id="rId106" Type="http://schemas.openxmlformats.org/officeDocument/2006/relationships/customXml" Target="../ink/ink92.xml"/><Relationship Id="rId127" Type="http://schemas.openxmlformats.org/officeDocument/2006/relationships/image" Target="../media/image157.png"/><Relationship Id="rId313" Type="http://schemas.openxmlformats.org/officeDocument/2006/relationships/image" Target="../media/image19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9.xml"/><Relationship Id="rId18" Type="http://schemas.openxmlformats.org/officeDocument/2006/relationships/image" Target="../media/image264.png"/><Relationship Id="rId26" Type="http://schemas.openxmlformats.org/officeDocument/2006/relationships/image" Target="../media/image268.png"/><Relationship Id="rId3" Type="http://schemas.openxmlformats.org/officeDocument/2006/relationships/customXml" Target="../ink/ink204.xml"/><Relationship Id="rId21" Type="http://schemas.openxmlformats.org/officeDocument/2006/relationships/customXml" Target="../ink/ink213.xml"/><Relationship Id="rId34" Type="http://schemas.openxmlformats.org/officeDocument/2006/relationships/image" Target="../media/image272.png"/><Relationship Id="rId7" Type="http://schemas.openxmlformats.org/officeDocument/2006/relationships/customXml" Target="../ink/ink206.xml"/><Relationship Id="rId12" Type="http://schemas.openxmlformats.org/officeDocument/2006/relationships/image" Target="../media/image261.png"/><Relationship Id="rId17" Type="http://schemas.openxmlformats.org/officeDocument/2006/relationships/customXml" Target="../ink/ink211.xml"/><Relationship Id="rId25" Type="http://schemas.openxmlformats.org/officeDocument/2006/relationships/customXml" Target="../ink/ink215.xml"/><Relationship Id="rId33" Type="http://schemas.openxmlformats.org/officeDocument/2006/relationships/customXml" Target="../ink/ink219.xml"/><Relationship Id="rId2" Type="http://schemas.openxmlformats.org/officeDocument/2006/relationships/image" Target="../media/image204.png"/><Relationship Id="rId16" Type="http://schemas.openxmlformats.org/officeDocument/2006/relationships/image" Target="../media/image263.png"/><Relationship Id="rId20" Type="http://schemas.openxmlformats.org/officeDocument/2006/relationships/image" Target="../media/image265.png"/><Relationship Id="rId29" Type="http://schemas.openxmlformats.org/officeDocument/2006/relationships/customXml" Target="../ink/ink2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11" Type="http://schemas.openxmlformats.org/officeDocument/2006/relationships/customXml" Target="../ink/ink208.xml"/><Relationship Id="rId24" Type="http://schemas.openxmlformats.org/officeDocument/2006/relationships/image" Target="../media/image267.png"/><Relationship Id="rId32" Type="http://schemas.openxmlformats.org/officeDocument/2006/relationships/image" Target="../media/image271.png"/><Relationship Id="rId5" Type="http://schemas.openxmlformats.org/officeDocument/2006/relationships/customXml" Target="../ink/ink205.xml"/><Relationship Id="rId15" Type="http://schemas.openxmlformats.org/officeDocument/2006/relationships/customXml" Target="../ink/ink210.xml"/><Relationship Id="rId23" Type="http://schemas.openxmlformats.org/officeDocument/2006/relationships/customXml" Target="../ink/ink214.xml"/><Relationship Id="rId28" Type="http://schemas.openxmlformats.org/officeDocument/2006/relationships/image" Target="../media/image269.png"/><Relationship Id="rId10" Type="http://schemas.openxmlformats.org/officeDocument/2006/relationships/image" Target="../media/image260.png"/><Relationship Id="rId19" Type="http://schemas.openxmlformats.org/officeDocument/2006/relationships/customXml" Target="../ink/ink212.xml"/><Relationship Id="rId31" Type="http://schemas.openxmlformats.org/officeDocument/2006/relationships/customXml" Target="../ink/ink218.xml"/><Relationship Id="rId4" Type="http://schemas.openxmlformats.org/officeDocument/2006/relationships/image" Target="../media/image257.png"/><Relationship Id="rId9" Type="http://schemas.openxmlformats.org/officeDocument/2006/relationships/customXml" Target="../ink/ink207.xml"/><Relationship Id="rId14" Type="http://schemas.openxmlformats.org/officeDocument/2006/relationships/image" Target="../media/image262.png"/><Relationship Id="rId22" Type="http://schemas.openxmlformats.org/officeDocument/2006/relationships/image" Target="../media/image266.png"/><Relationship Id="rId27" Type="http://schemas.openxmlformats.org/officeDocument/2006/relationships/customXml" Target="../ink/ink216.xml"/><Relationship Id="rId30" Type="http://schemas.openxmlformats.org/officeDocument/2006/relationships/image" Target="../media/image270.png"/><Relationship Id="rId8" Type="http://schemas.openxmlformats.org/officeDocument/2006/relationships/image" Target="../media/image259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7.xml"/><Relationship Id="rId299" Type="http://schemas.openxmlformats.org/officeDocument/2006/relationships/customXml" Target="../ink/ink368.xml"/><Relationship Id="rId21" Type="http://schemas.openxmlformats.org/officeDocument/2006/relationships/customXml" Target="../ink/ink229.xml"/><Relationship Id="rId63" Type="http://schemas.openxmlformats.org/officeDocument/2006/relationships/customXml" Target="../ink/ink250.xml"/><Relationship Id="rId159" Type="http://schemas.openxmlformats.org/officeDocument/2006/relationships/customXml" Target="../ink/ink298.xml"/><Relationship Id="rId170" Type="http://schemas.openxmlformats.org/officeDocument/2006/relationships/image" Target="../media/image356.png"/><Relationship Id="rId226" Type="http://schemas.openxmlformats.org/officeDocument/2006/relationships/image" Target="../media/image384.png"/><Relationship Id="rId268" Type="http://schemas.openxmlformats.org/officeDocument/2006/relationships/image" Target="../media/image405.png"/><Relationship Id="rId32" Type="http://schemas.openxmlformats.org/officeDocument/2006/relationships/image" Target="../media/image287.png"/><Relationship Id="rId74" Type="http://schemas.openxmlformats.org/officeDocument/2006/relationships/image" Target="../media/image308.png"/><Relationship Id="rId128" Type="http://schemas.openxmlformats.org/officeDocument/2006/relationships/image" Target="../media/image335.png"/><Relationship Id="rId5" Type="http://schemas.openxmlformats.org/officeDocument/2006/relationships/customXml" Target="../ink/ink221.xml"/><Relationship Id="rId181" Type="http://schemas.openxmlformats.org/officeDocument/2006/relationships/customXml" Target="../ink/ink309.xml"/><Relationship Id="rId237" Type="http://schemas.openxmlformats.org/officeDocument/2006/relationships/customXml" Target="../ink/ink337.xml"/><Relationship Id="rId279" Type="http://schemas.openxmlformats.org/officeDocument/2006/relationships/customXml" Target="../ink/ink358.xml"/><Relationship Id="rId43" Type="http://schemas.openxmlformats.org/officeDocument/2006/relationships/customXml" Target="../ink/ink240.xml"/><Relationship Id="rId139" Type="http://schemas.openxmlformats.org/officeDocument/2006/relationships/customXml" Target="../ink/ink288.xml"/><Relationship Id="rId290" Type="http://schemas.openxmlformats.org/officeDocument/2006/relationships/image" Target="../media/image416.png"/><Relationship Id="rId85" Type="http://schemas.openxmlformats.org/officeDocument/2006/relationships/customXml" Target="../ink/ink261.xml"/><Relationship Id="rId150" Type="http://schemas.openxmlformats.org/officeDocument/2006/relationships/image" Target="../media/image346.png"/><Relationship Id="rId192" Type="http://schemas.openxmlformats.org/officeDocument/2006/relationships/image" Target="../media/image367.png"/><Relationship Id="rId206" Type="http://schemas.openxmlformats.org/officeDocument/2006/relationships/image" Target="../media/image374.png"/><Relationship Id="rId248" Type="http://schemas.openxmlformats.org/officeDocument/2006/relationships/image" Target="../media/image395.png"/><Relationship Id="rId12" Type="http://schemas.openxmlformats.org/officeDocument/2006/relationships/image" Target="../media/image277.png"/><Relationship Id="rId108" Type="http://schemas.openxmlformats.org/officeDocument/2006/relationships/image" Target="../media/image325.png"/><Relationship Id="rId54" Type="http://schemas.openxmlformats.org/officeDocument/2006/relationships/image" Target="../media/image298.png"/><Relationship Id="rId96" Type="http://schemas.openxmlformats.org/officeDocument/2006/relationships/image" Target="../media/image319.png"/><Relationship Id="rId161" Type="http://schemas.openxmlformats.org/officeDocument/2006/relationships/customXml" Target="../ink/ink299.xml"/><Relationship Id="rId217" Type="http://schemas.openxmlformats.org/officeDocument/2006/relationships/customXml" Target="../ink/ink327.xml"/><Relationship Id="rId6" Type="http://schemas.openxmlformats.org/officeDocument/2006/relationships/image" Target="../media/image275.png"/><Relationship Id="rId238" Type="http://schemas.openxmlformats.org/officeDocument/2006/relationships/image" Target="../media/image390.png"/><Relationship Id="rId259" Type="http://schemas.openxmlformats.org/officeDocument/2006/relationships/customXml" Target="../ink/ink348.xml"/><Relationship Id="rId23" Type="http://schemas.openxmlformats.org/officeDocument/2006/relationships/customXml" Target="../ink/ink230.xml"/><Relationship Id="rId119" Type="http://schemas.openxmlformats.org/officeDocument/2006/relationships/customXml" Target="../ink/ink278.xml"/><Relationship Id="rId270" Type="http://schemas.openxmlformats.org/officeDocument/2006/relationships/image" Target="../media/image406.png"/><Relationship Id="rId291" Type="http://schemas.openxmlformats.org/officeDocument/2006/relationships/customXml" Target="../ink/ink364.xml"/><Relationship Id="rId44" Type="http://schemas.openxmlformats.org/officeDocument/2006/relationships/image" Target="../media/image293.png"/><Relationship Id="rId65" Type="http://schemas.openxmlformats.org/officeDocument/2006/relationships/customXml" Target="../ink/ink251.xml"/><Relationship Id="rId86" Type="http://schemas.openxmlformats.org/officeDocument/2006/relationships/image" Target="../media/image314.png"/><Relationship Id="rId130" Type="http://schemas.openxmlformats.org/officeDocument/2006/relationships/image" Target="../media/image336.png"/><Relationship Id="rId151" Type="http://schemas.openxmlformats.org/officeDocument/2006/relationships/customXml" Target="../ink/ink294.xml"/><Relationship Id="rId172" Type="http://schemas.openxmlformats.org/officeDocument/2006/relationships/image" Target="../media/image357.png"/><Relationship Id="rId193" Type="http://schemas.openxmlformats.org/officeDocument/2006/relationships/customXml" Target="../ink/ink315.xml"/><Relationship Id="rId207" Type="http://schemas.openxmlformats.org/officeDocument/2006/relationships/customXml" Target="../ink/ink322.xml"/><Relationship Id="rId228" Type="http://schemas.openxmlformats.org/officeDocument/2006/relationships/image" Target="../media/image385.png"/><Relationship Id="rId249" Type="http://schemas.openxmlformats.org/officeDocument/2006/relationships/customXml" Target="../ink/ink343.xml"/><Relationship Id="rId13" Type="http://schemas.openxmlformats.org/officeDocument/2006/relationships/customXml" Target="../ink/ink225.xml"/><Relationship Id="rId109" Type="http://schemas.openxmlformats.org/officeDocument/2006/relationships/customXml" Target="../ink/ink273.xml"/><Relationship Id="rId260" Type="http://schemas.openxmlformats.org/officeDocument/2006/relationships/image" Target="../media/image401.png"/><Relationship Id="rId281" Type="http://schemas.openxmlformats.org/officeDocument/2006/relationships/customXml" Target="../ink/ink359.xml"/><Relationship Id="rId34" Type="http://schemas.openxmlformats.org/officeDocument/2006/relationships/image" Target="../media/image288.png"/><Relationship Id="rId55" Type="http://schemas.openxmlformats.org/officeDocument/2006/relationships/customXml" Target="../ink/ink246.xml"/><Relationship Id="rId76" Type="http://schemas.openxmlformats.org/officeDocument/2006/relationships/image" Target="../media/image309.png"/><Relationship Id="rId97" Type="http://schemas.openxmlformats.org/officeDocument/2006/relationships/customXml" Target="../ink/ink267.xml"/><Relationship Id="rId120" Type="http://schemas.openxmlformats.org/officeDocument/2006/relationships/image" Target="../media/image331.png"/><Relationship Id="rId141" Type="http://schemas.openxmlformats.org/officeDocument/2006/relationships/customXml" Target="../ink/ink289.xml"/><Relationship Id="rId7" Type="http://schemas.openxmlformats.org/officeDocument/2006/relationships/customXml" Target="../ink/ink222.xml"/><Relationship Id="rId162" Type="http://schemas.openxmlformats.org/officeDocument/2006/relationships/image" Target="../media/image352.png"/><Relationship Id="rId183" Type="http://schemas.openxmlformats.org/officeDocument/2006/relationships/customXml" Target="../ink/ink310.xml"/><Relationship Id="rId218" Type="http://schemas.openxmlformats.org/officeDocument/2006/relationships/image" Target="../media/image380.png"/><Relationship Id="rId239" Type="http://schemas.openxmlformats.org/officeDocument/2006/relationships/customXml" Target="../ink/ink338.xml"/><Relationship Id="rId250" Type="http://schemas.openxmlformats.org/officeDocument/2006/relationships/image" Target="../media/image396.png"/><Relationship Id="rId271" Type="http://schemas.openxmlformats.org/officeDocument/2006/relationships/customXml" Target="../ink/ink354.xml"/><Relationship Id="rId292" Type="http://schemas.openxmlformats.org/officeDocument/2006/relationships/image" Target="../media/image417.png"/><Relationship Id="rId24" Type="http://schemas.openxmlformats.org/officeDocument/2006/relationships/image" Target="../media/image283.png"/><Relationship Id="rId45" Type="http://schemas.openxmlformats.org/officeDocument/2006/relationships/customXml" Target="../ink/ink241.xml"/><Relationship Id="rId66" Type="http://schemas.openxmlformats.org/officeDocument/2006/relationships/image" Target="../media/image304.png"/><Relationship Id="rId87" Type="http://schemas.openxmlformats.org/officeDocument/2006/relationships/customXml" Target="../ink/ink262.xml"/><Relationship Id="rId110" Type="http://schemas.openxmlformats.org/officeDocument/2006/relationships/image" Target="../media/image326.png"/><Relationship Id="rId131" Type="http://schemas.openxmlformats.org/officeDocument/2006/relationships/customXml" Target="../ink/ink284.xml"/><Relationship Id="rId152" Type="http://schemas.openxmlformats.org/officeDocument/2006/relationships/image" Target="../media/image347.png"/><Relationship Id="rId173" Type="http://schemas.openxmlformats.org/officeDocument/2006/relationships/customXml" Target="../ink/ink305.xml"/><Relationship Id="rId194" Type="http://schemas.openxmlformats.org/officeDocument/2006/relationships/image" Target="../media/image368.png"/><Relationship Id="rId208" Type="http://schemas.openxmlformats.org/officeDocument/2006/relationships/image" Target="../media/image375.png"/><Relationship Id="rId229" Type="http://schemas.openxmlformats.org/officeDocument/2006/relationships/customXml" Target="../ink/ink333.xml"/><Relationship Id="rId240" Type="http://schemas.openxmlformats.org/officeDocument/2006/relationships/image" Target="../media/image391.png"/><Relationship Id="rId261" Type="http://schemas.openxmlformats.org/officeDocument/2006/relationships/customXml" Target="../ink/ink349.xml"/><Relationship Id="rId14" Type="http://schemas.openxmlformats.org/officeDocument/2006/relationships/image" Target="../media/image278.png"/><Relationship Id="rId35" Type="http://schemas.openxmlformats.org/officeDocument/2006/relationships/customXml" Target="../ink/ink236.xml"/><Relationship Id="rId56" Type="http://schemas.openxmlformats.org/officeDocument/2006/relationships/image" Target="../media/image299.png"/><Relationship Id="rId77" Type="http://schemas.openxmlformats.org/officeDocument/2006/relationships/customXml" Target="../ink/ink257.xml"/><Relationship Id="rId100" Type="http://schemas.openxmlformats.org/officeDocument/2006/relationships/image" Target="../media/image321.png"/><Relationship Id="rId282" Type="http://schemas.openxmlformats.org/officeDocument/2006/relationships/image" Target="../media/image412.png"/><Relationship Id="rId8" Type="http://schemas.openxmlformats.org/officeDocument/2006/relationships/image" Target="../media/image11.png"/><Relationship Id="rId98" Type="http://schemas.openxmlformats.org/officeDocument/2006/relationships/image" Target="../media/image320.png"/><Relationship Id="rId121" Type="http://schemas.openxmlformats.org/officeDocument/2006/relationships/customXml" Target="../ink/ink279.xml"/><Relationship Id="rId142" Type="http://schemas.openxmlformats.org/officeDocument/2006/relationships/image" Target="../media/image342.png"/><Relationship Id="rId163" Type="http://schemas.openxmlformats.org/officeDocument/2006/relationships/customXml" Target="../ink/ink300.xml"/><Relationship Id="rId184" Type="http://schemas.openxmlformats.org/officeDocument/2006/relationships/image" Target="../media/image363.png"/><Relationship Id="rId219" Type="http://schemas.openxmlformats.org/officeDocument/2006/relationships/customXml" Target="../ink/ink328.xml"/><Relationship Id="rId230" Type="http://schemas.openxmlformats.org/officeDocument/2006/relationships/image" Target="../media/image386.png"/><Relationship Id="rId251" Type="http://schemas.openxmlformats.org/officeDocument/2006/relationships/customXml" Target="../ink/ink344.xml"/><Relationship Id="rId25" Type="http://schemas.openxmlformats.org/officeDocument/2006/relationships/customXml" Target="../ink/ink231.xml"/><Relationship Id="rId46" Type="http://schemas.openxmlformats.org/officeDocument/2006/relationships/image" Target="../media/image294.png"/><Relationship Id="rId67" Type="http://schemas.openxmlformats.org/officeDocument/2006/relationships/customXml" Target="../ink/ink252.xml"/><Relationship Id="rId272" Type="http://schemas.openxmlformats.org/officeDocument/2006/relationships/image" Target="../media/image407.png"/><Relationship Id="rId293" Type="http://schemas.openxmlformats.org/officeDocument/2006/relationships/customXml" Target="../ink/ink365.xml"/><Relationship Id="rId88" Type="http://schemas.openxmlformats.org/officeDocument/2006/relationships/image" Target="../media/image315.png"/><Relationship Id="rId111" Type="http://schemas.openxmlformats.org/officeDocument/2006/relationships/customXml" Target="../ink/ink274.xml"/><Relationship Id="rId132" Type="http://schemas.openxmlformats.org/officeDocument/2006/relationships/image" Target="../media/image337.png"/><Relationship Id="rId153" Type="http://schemas.openxmlformats.org/officeDocument/2006/relationships/customXml" Target="../ink/ink295.xml"/><Relationship Id="rId174" Type="http://schemas.openxmlformats.org/officeDocument/2006/relationships/image" Target="../media/image358.png"/><Relationship Id="rId195" Type="http://schemas.openxmlformats.org/officeDocument/2006/relationships/customXml" Target="../ink/ink316.xml"/><Relationship Id="rId209" Type="http://schemas.openxmlformats.org/officeDocument/2006/relationships/customXml" Target="../ink/ink323.xml"/><Relationship Id="rId220" Type="http://schemas.openxmlformats.org/officeDocument/2006/relationships/image" Target="../media/image381.png"/><Relationship Id="rId241" Type="http://schemas.openxmlformats.org/officeDocument/2006/relationships/customXml" Target="../ink/ink339.xml"/><Relationship Id="rId15" Type="http://schemas.openxmlformats.org/officeDocument/2006/relationships/customXml" Target="../ink/ink226.xml"/><Relationship Id="rId36" Type="http://schemas.openxmlformats.org/officeDocument/2006/relationships/image" Target="../media/image289.png"/><Relationship Id="rId57" Type="http://schemas.openxmlformats.org/officeDocument/2006/relationships/customXml" Target="../ink/ink247.xml"/><Relationship Id="rId262" Type="http://schemas.openxmlformats.org/officeDocument/2006/relationships/image" Target="../media/image402.png"/><Relationship Id="rId283" Type="http://schemas.openxmlformats.org/officeDocument/2006/relationships/customXml" Target="../ink/ink360.xml"/><Relationship Id="rId78" Type="http://schemas.openxmlformats.org/officeDocument/2006/relationships/image" Target="../media/image310.png"/><Relationship Id="rId99" Type="http://schemas.openxmlformats.org/officeDocument/2006/relationships/customXml" Target="../ink/ink268.xml"/><Relationship Id="rId101" Type="http://schemas.openxmlformats.org/officeDocument/2006/relationships/customXml" Target="../ink/ink269.xml"/><Relationship Id="rId122" Type="http://schemas.openxmlformats.org/officeDocument/2006/relationships/image" Target="../media/image332.png"/><Relationship Id="rId143" Type="http://schemas.openxmlformats.org/officeDocument/2006/relationships/customXml" Target="../ink/ink290.xml"/><Relationship Id="rId164" Type="http://schemas.openxmlformats.org/officeDocument/2006/relationships/image" Target="../media/image353.png"/><Relationship Id="rId185" Type="http://schemas.openxmlformats.org/officeDocument/2006/relationships/customXml" Target="../ink/ink311.xml"/><Relationship Id="rId9" Type="http://schemas.openxmlformats.org/officeDocument/2006/relationships/customXml" Target="../ink/ink223.xml"/><Relationship Id="rId210" Type="http://schemas.openxmlformats.org/officeDocument/2006/relationships/image" Target="../media/image376.png"/><Relationship Id="rId26" Type="http://schemas.openxmlformats.org/officeDocument/2006/relationships/image" Target="../media/image284.png"/><Relationship Id="rId231" Type="http://schemas.openxmlformats.org/officeDocument/2006/relationships/customXml" Target="../ink/ink334.xml"/><Relationship Id="rId252" Type="http://schemas.openxmlformats.org/officeDocument/2006/relationships/image" Target="../media/image397.png"/><Relationship Id="rId273" Type="http://schemas.openxmlformats.org/officeDocument/2006/relationships/customXml" Target="../ink/ink355.xml"/><Relationship Id="rId294" Type="http://schemas.openxmlformats.org/officeDocument/2006/relationships/image" Target="../media/image418.png"/><Relationship Id="rId47" Type="http://schemas.openxmlformats.org/officeDocument/2006/relationships/customXml" Target="../ink/ink242.xml"/><Relationship Id="rId68" Type="http://schemas.openxmlformats.org/officeDocument/2006/relationships/image" Target="../media/image305.png"/><Relationship Id="rId89" Type="http://schemas.openxmlformats.org/officeDocument/2006/relationships/customXml" Target="../ink/ink263.xml"/><Relationship Id="rId112" Type="http://schemas.openxmlformats.org/officeDocument/2006/relationships/image" Target="../media/image327.png"/><Relationship Id="rId133" Type="http://schemas.openxmlformats.org/officeDocument/2006/relationships/customXml" Target="../ink/ink285.xml"/><Relationship Id="rId154" Type="http://schemas.openxmlformats.org/officeDocument/2006/relationships/image" Target="../media/image348.png"/><Relationship Id="rId175" Type="http://schemas.openxmlformats.org/officeDocument/2006/relationships/customXml" Target="../ink/ink306.xml"/><Relationship Id="rId196" Type="http://schemas.openxmlformats.org/officeDocument/2006/relationships/image" Target="../media/image369.png"/><Relationship Id="rId200" Type="http://schemas.openxmlformats.org/officeDocument/2006/relationships/image" Target="../media/image371.png"/><Relationship Id="rId16" Type="http://schemas.openxmlformats.org/officeDocument/2006/relationships/image" Target="../media/image279.png"/><Relationship Id="rId221" Type="http://schemas.openxmlformats.org/officeDocument/2006/relationships/customXml" Target="../ink/ink329.xml"/><Relationship Id="rId242" Type="http://schemas.openxmlformats.org/officeDocument/2006/relationships/image" Target="../media/image392.png"/><Relationship Id="rId263" Type="http://schemas.openxmlformats.org/officeDocument/2006/relationships/customXml" Target="../ink/ink350.xml"/><Relationship Id="rId284" Type="http://schemas.openxmlformats.org/officeDocument/2006/relationships/image" Target="../media/image413.png"/><Relationship Id="rId37" Type="http://schemas.openxmlformats.org/officeDocument/2006/relationships/customXml" Target="../ink/ink237.xml"/><Relationship Id="rId58" Type="http://schemas.openxmlformats.org/officeDocument/2006/relationships/image" Target="../media/image300.png"/><Relationship Id="rId79" Type="http://schemas.openxmlformats.org/officeDocument/2006/relationships/customXml" Target="../ink/ink258.xml"/><Relationship Id="rId102" Type="http://schemas.openxmlformats.org/officeDocument/2006/relationships/image" Target="../media/image322.png"/><Relationship Id="rId123" Type="http://schemas.openxmlformats.org/officeDocument/2006/relationships/customXml" Target="../ink/ink280.xml"/><Relationship Id="rId144" Type="http://schemas.openxmlformats.org/officeDocument/2006/relationships/image" Target="../media/image343.png"/><Relationship Id="rId90" Type="http://schemas.openxmlformats.org/officeDocument/2006/relationships/image" Target="../media/image316.png"/><Relationship Id="rId165" Type="http://schemas.openxmlformats.org/officeDocument/2006/relationships/customXml" Target="../ink/ink301.xml"/><Relationship Id="rId186" Type="http://schemas.openxmlformats.org/officeDocument/2006/relationships/image" Target="../media/image364.png"/><Relationship Id="rId211" Type="http://schemas.openxmlformats.org/officeDocument/2006/relationships/customXml" Target="../ink/ink324.xml"/><Relationship Id="rId232" Type="http://schemas.openxmlformats.org/officeDocument/2006/relationships/image" Target="../media/image387.png"/><Relationship Id="rId253" Type="http://schemas.openxmlformats.org/officeDocument/2006/relationships/customXml" Target="../ink/ink345.xml"/><Relationship Id="rId274" Type="http://schemas.openxmlformats.org/officeDocument/2006/relationships/image" Target="../media/image408.png"/><Relationship Id="rId295" Type="http://schemas.openxmlformats.org/officeDocument/2006/relationships/customXml" Target="../ink/ink366.xml"/><Relationship Id="rId27" Type="http://schemas.openxmlformats.org/officeDocument/2006/relationships/customXml" Target="../ink/ink232.xml"/><Relationship Id="rId48" Type="http://schemas.openxmlformats.org/officeDocument/2006/relationships/image" Target="../media/image295.png"/><Relationship Id="rId69" Type="http://schemas.openxmlformats.org/officeDocument/2006/relationships/customXml" Target="../ink/ink253.xml"/><Relationship Id="rId113" Type="http://schemas.openxmlformats.org/officeDocument/2006/relationships/customXml" Target="../ink/ink275.xml"/><Relationship Id="rId134" Type="http://schemas.openxmlformats.org/officeDocument/2006/relationships/image" Target="../media/image338.png"/><Relationship Id="rId80" Type="http://schemas.openxmlformats.org/officeDocument/2006/relationships/image" Target="../media/image311.png"/><Relationship Id="rId155" Type="http://schemas.openxmlformats.org/officeDocument/2006/relationships/customXml" Target="../ink/ink296.xml"/><Relationship Id="rId176" Type="http://schemas.openxmlformats.org/officeDocument/2006/relationships/image" Target="../media/image359.png"/><Relationship Id="rId197" Type="http://schemas.openxmlformats.org/officeDocument/2006/relationships/customXml" Target="../ink/ink317.xml"/><Relationship Id="rId201" Type="http://schemas.openxmlformats.org/officeDocument/2006/relationships/customXml" Target="../ink/ink319.xml"/><Relationship Id="rId222" Type="http://schemas.openxmlformats.org/officeDocument/2006/relationships/image" Target="../media/image382.png"/><Relationship Id="rId243" Type="http://schemas.openxmlformats.org/officeDocument/2006/relationships/customXml" Target="../ink/ink340.xml"/><Relationship Id="rId264" Type="http://schemas.openxmlformats.org/officeDocument/2006/relationships/image" Target="../media/image403.png"/><Relationship Id="rId285" Type="http://schemas.openxmlformats.org/officeDocument/2006/relationships/customXml" Target="../ink/ink361.xml"/><Relationship Id="rId17" Type="http://schemas.openxmlformats.org/officeDocument/2006/relationships/customXml" Target="../ink/ink227.xml"/><Relationship Id="rId38" Type="http://schemas.openxmlformats.org/officeDocument/2006/relationships/image" Target="../media/image290.png"/><Relationship Id="rId59" Type="http://schemas.openxmlformats.org/officeDocument/2006/relationships/customXml" Target="../ink/ink248.xml"/><Relationship Id="rId103" Type="http://schemas.openxmlformats.org/officeDocument/2006/relationships/customXml" Target="../ink/ink270.xml"/><Relationship Id="rId124" Type="http://schemas.openxmlformats.org/officeDocument/2006/relationships/image" Target="../media/image333.png"/><Relationship Id="rId70" Type="http://schemas.openxmlformats.org/officeDocument/2006/relationships/image" Target="../media/image306.png"/><Relationship Id="rId91" Type="http://schemas.openxmlformats.org/officeDocument/2006/relationships/customXml" Target="../ink/ink264.xml"/><Relationship Id="rId145" Type="http://schemas.openxmlformats.org/officeDocument/2006/relationships/customXml" Target="../ink/ink291.xml"/><Relationship Id="rId166" Type="http://schemas.openxmlformats.org/officeDocument/2006/relationships/image" Target="../media/image354.png"/><Relationship Id="rId187" Type="http://schemas.openxmlformats.org/officeDocument/2006/relationships/customXml" Target="../ink/ink31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77.png"/><Relationship Id="rId233" Type="http://schemas.openxmlformats.org/officeDocument/2006/relationships/customXml" Target="../ink/ink335.xml"/><Relationship Id="rId254" Type="http://schemas.openxmlformats.org/officeDocument/2006/relationships/image" Target="../media/image398.png"/><Relationship Id="rId28" Type="http://schemas.openxmlformats.org/officeDocument/2006/relationships/image" Target="../media/image285.png"/><Relationship Id="rId49" Type="http://schemas.openxmlformats.org/officeDocument/2006/relationships/customXml" Target="../ink/ink243.xml"/><Relationship Id="rId114" Type="http://schemas.openxmlformats.org/officeDocument/2006/relationships/image" Target="../media/image328.png"/><Relationship Id="rId275" Type="http://schemas.openxmlformats.org/officeDocument/2006/relationships/customXml" Target="../ink/ink356.xml"/><Relationship Id="rId296" Type="http://schemas.openxmlformats.org/officeDocument/2006/relationships/image" Target="../media/image419.png"/><Relationship Id="rId300" Type="http://schemas.openxmlformats.org/officeDocument/2006/relationships/image" Target="../media/image421.png"/><Relationship Id="rId60" Type="http://schemas.openxmlformats.org/officeDocument/2006/relationships/image" Target="../media/image301.png"/><Relationship Id="rId81" Type="http://schemas.openxmlformats.org/officeDocument/2006/relationships/customXml" Target="../ink/ink259.xml"/><Relationship Id="rId135" Type="http://schemas.openxmlformats.org/officeDocument/2006/relationships/customXml" Target="../ink/ink286.xml"/><Relationship Id="rId156" Type="http://schemas.openxmlformats.org/officeDocument/2006/relationships/image" Target="../media/image349.png"/><Relationship Id="rId177" Type="http://schemas.openxmlformats.org/officeDocument/2006/relationships/customXml" Target="../ink/ink307.xml"/><Relationship Id="rId198" Type="http://schemas.openxmlformats.org/officeDocument/2006/relationships/image" Target="../media/image370.png"/><Relationship Id="rId202" Type="http://schemas.openxmlformats.org/officeDocument/2006/relationships/image" Target="../media/image372.png"/><Relationship Id="rId223" Type="http://schemas.openxmlformats.org/officeDocument/2006/relationships/customXml" Target="../ink/ink330.xml"/><Relationship Id="rId244" Type="http://schemas.openxmlformats.org/officeDocument/2006/relationships/image" Target="../media/image393.png"/><Relationship Id="rId18" Type="http://schemas.openxmlformats.org/officeDocument/2006/relationships/image" Target="../media/image280.png"/><Relationship Id="rId39" Type="http://schemas.openxmlformats.org/officeDocument/2006/relationships/customXml" Target="../ink/ink238.xml"/><Relationship Id="rId265" Type="http://schemas.openxmlformats.org/officeDocument/2006/relationships/customXml" Target="../ink/ink351.xml"/><Relationship Id="rId286" Type="http://schemas.openxmlformats.org/officeDocument/2006/relationships/image" Target="../media/image414.png"/><Relationship Id="rId50" Type="http://schemas.openxmlformats.org/officeDocument/2006/relationships/image" Target="../media/image296.png"/><Relationship Id="rId104" Type="http://schemas.openxmlformats.org/officeDocument/2006/relationships/image" Target="../media/image323.png"/><Relationship Id="rId125" Type="http://schemas.openxmlformats.org/officeDocument/2006/relationships/customXml" Target="../ink/ink281.xml"/><Relationship Id="rId146" Type="http://schemas.openxmlformats.org/officeDocument/2006/relationships/image" Target="../media/image344.png"/><Relationship Id="rId167" Type="http://schemas.openxmlformats.org/officeDocument/2006/relationships/customXml" Target="../ink/ink302.xml"/><Relationship Id="rId188" Type="http://schemas.openxmlformats.org/officeDocument/2006/relationships/image" Target="../media/image365.png"/><Relationship Id="rId71" Type="http://schemas.openxmlformats.org/officeDocument/2006/relationships/customXml" Target="../ink/ink254.xml"/><Relationship Id="rId92" Type="http://schemas.openxmlformats.org/officeDocument/2006/relationships/image" Target="../media/image317.png"/><Relationship Id="rId213" Type="http://schemas.openxmlformats.org/officeDocument/2006/relationships/customXml" Target="../ink/ink325.xml"/><Relationship Id="rId234" Type="http://schemas.openxmlformats.org/officeDocument/2006/relationships/image" Target="../media/image388.png"/><Relationship Id="rId2" Type="http://schemas.openxmlformats.org/officeDocument/2006/relationships/image" Target="../media/image205.png"/><Relationship Id="rId29" Type="http://schemas.openxmlformats.org/officeDocument/2006/relationships/customXml" Target="../ink/ink233.xml"/><Relationship Id="rId255" Type="http://schemas.openxmlformats.org/officeDocument/2006/relationships/customXml" Target="../ink/ink346.xml"/><Relationship Id="rId276" Type="http://schemas.openxmlformats.org/officeDocument/2006/relationships/image" Target="../media/image409.png"/><Relationship Id="rId297" Type="http://schemas.openxmlformats.org/officeDocument/2006/relationships/customXml" Target="../ink/ink367.xml"/><Relationship Id="rId40" Type="http://schemas.openxmlformats.org/officeDocument/2006/relationships/image" Target="../media/image291.png"/><Relationship Id="rId115" Type="http://schemas.openxmlformats.org/officeDocument/2006/relationships/customXml" Target="../ink/ink276.xml"/><Relationship Id="rId136" Type="http://schemas.openxmlformats.org/officeDocument/2006/relationships/image" Target="../media/image339.png"/><Relationship Id="rId157" Type="http://schemas.openxmlformats.org/officeDocument/2006/relationships/customXml" Target="../ink/ink297.xml"/><Relationship Id="rId178" Type="http://schemas.openxmlformats.org/officeDocument/2006/relationships/image" Target="../media/image360.png"/><Relationship Id="rId301" Type="http://schemas.openxmlformats.org/officeDocument/2006/relationships/customXml" Target="../ink/ink369.xml"/><Relationship Id="rId61" Type="http://schemas.openxmlformats.org/officeDocument/2006/relationships/customXml" Target="../ink/ink249.xml"/><Relationship Id="rId82" Type="http://schemas.openxmlformats.org/officeDocument/2006/relationships/image" Target="../media/image312.png"/><Relationship Id="rId199" Type="http://schemas.openxmlformats.org/officeDocument/2006/relationships/customXml" Target="../ink/ink318.xml"/><Relationship Id="rId203" Type="http://schemas.openxmlformats.org/officeDocument/2006/relationships/customXml" Target="../ink/ink320.xml"/><Relationship Id="rId19" Type="http://schemas.openxmlformats.org/officeDocument/2006/relationships/customXml" Target="../ink/ink228.xml"/><Relationship Id="rId224" Type="http://schemas.openxmlformats.org/officeDocument/2006/relationships/image" Target="../media/image383.png"/><Relationship Id="rId245" Type="http://schemas.openxmlformats.org/officeDocument/2006/relationships/customXml" Target="../ink/ink341.xml"/><Relationship Id="rId266" Type="http://schemas.openxmlformats.org/officeDocument/2006/relationships/image" Target="../media/image404.png"/><Relationship Id="rId287" Type="http://schemas.openxmlformats.org/officeDocument/2006/relationships/customXml" Target="../ink/ink362.xml"/><Relationship Id="rId30" Type="http://schemas.openxmlformats.org/officeDocument/2006/relationships/image" Target="../media/image286.png"/><Relationship Id="rId105" Type="http://schemas.openxmlformats.org/officeDocument/2006/relationships/customXml" Target="../ink/ink271.xml"/><Relationship Id="rId126" Type="http://schemas.openxmlformats.org/officeDocument/2006/relationships/image" Target="../media/image334.png"/><Relationship Id="rId147" Type="http://schemas.openxmlformats.org/officeDocument/2006/relationships/customXml" Target="../ink/ink292.xml"/><Relationship Id="rId168" Type="http://schemas.openxmlformats.org/officeDocument/2006/relationships/image" Target="../media/image355.png"/><Relationship Id="rId51" Type="http://schemas.openxmlformats.org/officeDocument/2006/relationships/customXml" Target="../ink/ink244.xml"/><Relationship Id="rId72" Type="http://schemas.openxmlformats.org/officeDocument/2006/relationships/image" Target="../media/image307.png"/><Relationship Id="rId93" Type="http://schemas.openxmlformats.org/officeDocument/2006/relationships/customXml" Target="../ink/ink265.xml"/><Relationship Id="rId189" Type="http://schemas.openxmlformats.org/officeDocument/2006/relationships/customXml" Target="../ink/ink313.xml"/><Relationship Id="rId3" Type="http://schemas.openxmlformats.org/officeDocument/2006/relationships/customXml" Target="../ink/ink220.xml"/><Relationship Id="rId214" Type="http://schemas.openxmlformats.org/officeDocument/2006/relationships/image" Target="../media/image378.png"/><Relationship Id="rId235" Type="http://schemas.openxmlformats.org/officeDocument/2006/relationships/customXml" Target="../ink/ink336.xml"/><Relationship Id="rId256" Type="http://schemas.openxmlformats.org/officeDocument/2006/relationships/image" Target="../media/image399.png"/><Relationship Id="rId277" Type="http://schemas.openxmlformats.org/officeDocument/2006/relationships/customXml" Target="../ink/ink357.xml"/><Relationship Id="rId298" Type="http://schemas.openxmlformats.org/officeDocument/2006/relationships/image" Target="../media/image420.png"/><Relationship Id="rId116" Type="http://schemas.openxmlformats.org/officeDocument/2006/relationships/image" Target="../media/image329.png"/><Relationship Id="rId137" Type="http://schemas.openxmlformats.org/officeDocument/2006/relationships/customXml" Target="../ink/ink287.xml"/><Relationship Id="rId158" Type="http://schemas.openxmlformats.org/officeDocument/2006/relationships/image" Target="../media/image350.png"/><Relationship Id="rId302" Type="http://schemas.openxmlformats.org/officeDocument/2006/relationships/image" Target="../media/image422.png"/><Relationship Id="rId20" Type="http://schemas.openxmlformats.org/officeDocument/2006/relationships/image" Target="../media/image281.png"/><Relationship Id="rId41" Type="http://schemas.openxmlformats.org/officeDocument/2006/relationships/customXml" Target="../ink/ink239.xml"/><Relationship Id="rId62" Type="http://schemas.openxmlformats.org/officeDocument/2006/relationships/image" Target="../media/image302.png"/><Relationship Id="rId83" Type="http://schemas.openxmlformats.org/officeDocument/2006/relationships/customXml" Target="../ink/ink260.xml"/><Relationship Id="rId179" Type="http://schemas.openxmlformats.org/officeDocument/2006/relationships/customXml" Target="../ink/ink308.xml"/><Relationship Id="rId190" Type="http://schemas.openxmlformats.org/officeDocument/2006/relationships/image" Target="../media/image366.png"/><Relationship Id="rId204" Type="http://schemas.openxmlformats.org/officeDocument/2006/relationships/image" Target="../media/image373.png"/><Relationship Id="rId225" Type="http://schemas.openxmlformats.org/officeDocument/2006/relationships/customXml" Target="../ink/ink331.xml"/><Relationship Id="rId246" Type="http://schemas.openxmlformats.org/officeDocument/2006/relationships/image" Target="../media/image394.png"/><Relationship Id="rId267" Type="http://schemas.openxmlformats.org/officeDocument/2006/relationships/customXml" Target="../ink/ink352.xml"/><Relationship Id="rId288" Type="http://schemas.openxmlformats.org/officeDocument/2006/relationships/image" Target="../media/image415.png"/><Relationship Id="rId106" Type="http://schemas.openxmlformats.org/officeDocument/2006/relationships/image" Target="../media/image324.png"/><Relationship Id="rId127" Type="http://schemas.openxmlformats.org/officeDocument/2006/relationships/customXml" Target="../ink/ink282.xml"/><Relationship Id="rId10" Type="http://schemas.openxmlformats.org/officeDocument/2006/relationships/image" Target="../media/image276.png"/><Relationship Id="rId31" Type="http://schemas.openxmlformats.org/officeDocument/2006/relationships/customXml" Target="../ink/ink234.xml"/><Relationship Id="rId52" Type="http://schemas.openxmlformats.org/officeDocument/2006/relationships/image" Target="../media/image297.png"/><Relationship Id="rId73" Type="http://schemas.openxmlformats.org/officeDocument/2006/relationships/customXml" Target="../ink/ink255.xml"/><Relationship Id="rId94" Type="http://schemas.openxmlformats.org/officeDocument/2006/relationships/image" Target="../media/image318.png"/><Relationship Id="rId148" Type="http://schemas.openxmlformats.org/officeDocument/2006/relationships/image" Target="../media/image345.png"/><Relationship Id="rId169" Type="http://schemas.openxmlformats.org/officeDocument/2006/relationships/customXml" Target="../ink/ink303.xml"/><Relationship Id="rId4" Type="http://schemas.openxmlformats.org/officeDocument/2006/relationships/image" Target="../media/image274.png"/><Relationship Id="rId180" Type="http://schemas.openxmlformats.org/officeDocument/2006/relationships/image" Target="../media/image361.png"/><Relationship Id="rId215" Type="http://schemas.openxmlformats.org/officeDocument/2006/relationships/customXml" Target="../ink/ink326.xml"/><Relationship Id="rId236" Type="http://schemas.openxmlformats.org/officeDocument/2006/relationships/image" Target="../media/image389.png"/><Relationship Id="rId257" Type="http://schemas.openxmlformats.org/officeDocument/2006/relationships/customXml" Target="../ink/ink347.xml"/><Relationship Id="rId278" Type="http://schemas.openxmlformats.org/officeDocument/2006/relationships/image" Target="../media/image410.png"/><Relationship Id="rId42" Type="http://schemas.openxmlformats.org/officeDocument/2006/relationships/image" Target="../media/image292.png"/><Relationship Id="rId84" Type="http://schemas.openxmlformats.org/officeDocument/2006/relationships/image" Target="../media/image313.png"/><Relationship Id="rId138" Type="http://schemas.openxmlformats.org/officeDocument/2006/relationships/image" Target="../media/image340.png"/><Relationship Id="rId191" Type="http://schemas.openxmlformats.org/officeDocument/2006/relationships/customXml" Target="../ink/ink314.xml"/><Relationship Id="rId205" Type="http://schemas.openxmlformats.org/officeDocument/2006/relationships/customXml" Target="../ink/ink321.xml"/><Relationship Id="rId247" Type="http://schemas.openxmlformats.org/officeDocument/2006/relationships/customXml" Target="../ink/ink342.xml"/><Relationship Id="rId107" Type="http://schemas.openxmlformats.org/officeDocument/2006/relationships/customXml" Target="../ink/ink272.xml"/><Relationship Id="rId289" Type="http://schemas.openxmlformats.org/officeDocument/2006/relationships/customXml" Target="../ink/ink363.xml"/><Relationship Id="rId11" Type="http://schemas.openxmlformats.org/officeDocument/2006/relationships/customXml" Target="../ink/ink224.xml"/><Relationship Id="rId53" Type="http://schemas.openxmlformats.org/officeDocument/2006/relationships/customXml" Target="../ink/ink245.xml"/><Relationship Id="rId149" Type="http://schemas.openxmlformats.org/officeDocument/2006/relationships/customXml" Target="../ink/ink293.xml"/><Relationship Id="rId95" Type="http://schemas.openxmlformats.org/officeDocument/2006/relationships/customXml" Target="../ink/ink266.xml"/><Relationship Id="rId160" Type="http://schemas.openxmlformats.org/officeDocument/2006/relationships/image" Target="../media/image351.png"/><Relationship Id="rId216" Type="http://schemas.openxmlformats.org/officeDocument/2006/relationships/image" Target="../media/image379.png"/><Relationship Id="rId258" Type="http://schemas.openxmlformats.org/officeDocument/2006/relationships/image" Target="../media/image400.png"/><Relationship Id="rId22" Type="http://schemas.openxmlformats.org/officeDocument/2006/relationships/image" Target="../media/image282.png"/><Relationship Id="rId64" Type="http://schemas.openxmlformats.org/officeDocument/2006/relationships/image" Target="../media/image303.png"/><Relationship Id="rId118" Type="http://schemas.openxmlformats.org/officeDocument/2006/relationships/image" Target="../media/image330.png"/><Relationship Id="rId171" Type="http://schemas.openxmlformats.org/officeDocument/2006/relationships/customXml" Target="../ink/ink304.xml"/><Relationship Id="rId227" Type="http://schemas.openxmlformats.org/officeDocument/2006/relationships/customXml" Target="../ink/ink332.xml"/><Relationship Id="rId269" Type="http://schemas.openxmlformats.org/officeDocument/2006/relationships/customXml" Target="../ink/ink353.xml"/><Relationship Id="rId33" Type="http://schemas.openxmlformats.org/officeDocument/2006/relationships/customXml" Target="../ink/ink235.xml"/><Relationship Id="rId129" Type="http://schemas.openxmlformats.org/officeDocument/2006/relationships/customXml" Target="../ink/ink283.xml"/><Relationship Id="rId280" Type="http://schemas.openxmlformats.org/officeDocument/2006/relationships/image" Target="../media/image411.png"/><Relationship Id="rId75" Type="http://schemas.openxmlformats.org/officeDocument/2006/relationships/customXml" Target="../ink/ink256.xml"/><Relationship Id="rId140" Type="http://schemas.openxmlformats.org/officeDocument/2006/relationships/image" Target="../media/image341.png"/><Relationship Id="rId182" Type="http://schemas.openxmlformats.org/officeDocument/2006/relationships/image" Target="../media/image362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27.xml"/><Relationship Id="rId21" Type="http://schemas.openxmlformats.org/officeDocument/2006/relationships/customXml" Target="../ink/ink379.xml"/><Relationship Id="rId42" Type="http://schemas.openxmlformats.org/officeDocument/2006/relationships/image" Target="../media/image442.png"/><Relationship Id="rId63" Type="http://schemas.openxmlformats.org/officeDocument/2006/relationships/customXml" Target="../ink/ink400.xml"/><Relationship Id="rId84" Type="http://schemas.openxmlformats.org/officeDocument/2006/relationships/image" Target="../media/image463.png"/><Relationship Id="rId16" Type="http://schemas.openxmlformats.org/officeDocument/2006/relationships/image" Target="../media/image429.png"/><Relationship Id="rId107" Type="http://schemas.openxmlformats.org/officeDocument/2006/relationships/customXml" Target="../ink/ink422.xml"/><Relationship Id="rId11" Type="http://schemas.openxmlformats.org/officeDocument/2006/relationships/customXml" Target="../ink/ink374.xml"/><Relationship Id="rId32" Type="http://schemas.openxmlformats.org/officeDocument/2006/relationships/image" Target="../media/image437.png"/><Relationship Id="rId37" Type="http://schemas.openxmlformats.org/officeDocument/2006/relationships/customXml" Target="../ink/ink387.xml"/><Relationship Id="rId53" Type="http://schemas.openxmlformats.org/officeDocument/2006/relationships/customXml" Target="../ink/ink395.xml"/><Relationship Id="rId58" Type="http://schemas.openxmlformats.org/officeDocument/2006/relationships/image" Target="../media/image450.png"/><Relationship Id="rId74" Type="http://schemas.openxmlformats.org/officeDocument/2006/relationships/image" Target="../media/image458.png"/><Relationship Id="rId79" Type="http://schemas.openxmlformats.org/officeDocument/2006/relationships/customXml" Target="../ink/ink408.xml"/><Relationship Id="rId102" Type="http://schemas.openxmlformats.org/officeDocument/2006/relationships/image" Target="../media/image472.png"/><Relationship Id="rId123" Type="http://schemas.openxmlformats.org/officeDocument/2006/relationships/customXml" Target="../ink/ink430.xml"/><Relationship Id="rId128" Type="http://schemas.openxmlformats.org/officeDocument/2006/relationships/image" Target="../media/image485.png"/><Relationship Id="rId5" Type="http://schemas.openxmlformats.org/officeDocument/2006/relationships/image" Target="../media/image206.svg"/><Relationship Id="rId90" Type="http://schemas.openxmlformats.org/officeDocument/2006/relationships/image" Target="../media/image466.png"/><Relationship Id="rId95" Type="http://schemas.openxmlformats.org/officeDocument/2006/relationships/customXml" Target="../ink/ink416.xml"/><Relationship Id="rId22" Type="http://schemas.openxmlformats.org/officeDocument/2006/relationships/image" Target="../media/image432.png"/><Relationship Id="rId27" Type="http://schemas.openxmlformats.org/officeDocument/2006/relationships/customXml" Target="../ink/ink382.xml"/><Relationship Id="rId43" Type="http://schemas.openxmlformats.org/officeDocument/2006/relationships/customXml" Target="../ink/ink390.xml"/><Relationship Id="rId48" Type="http://schemas.openxmlformats.org/officeDocument/2006/relationships/image" Target="../media/image445.png"/><Relationship Id="rId64" Type="http://schemas.openxmlformats.org/officeDocument/2006/relationships/image" Target="../media/image453.png"/><Relationship Id="rId69" Type="http://schemas.openxmlformats.org/officeDocument/2006/relationships/customXml" Target="../ink/ink403.xml"/><Relationship Id="rId113" Type="http://schemas.openxmlformats.org/officeDocument/2006/relationships/customXml" Target="../ink/ink425.xml"/><Relationship Id="rId118" Type="http://schemas.openxmlformats.org/officeDocument/2006/relationships/image" Target="../media/image480.png"/><Relationship Id="rId134" Type="http://schemas.openxmlformats.org/officeDocument/2006/relationships/image" Target="../media/image488.png"/><Relationship Id="rId80" Type="http://schemas.openxmlformats.org/officeDocument/2006/relationships/image" Target="../media/image461.png"/><Relationship Id="rId85" Type="http://schemas.openxmlformats.org/officeDocument/2006/relationships/customXml" Target="../ink/ink411.xml"/><Relationship Id="rId12" Type="http://schemas.openxmlformats.org/officeDocument/2006/relationships/image" Target="../media/image427.png"/><Relationship Id="rId17" Type="http://schemas.openxmlformats.org/officeDocument/2006/relationships/customXml" Target="../ink/ink377.xml"/><Relationship Id="rId33" Type="http://schemas.openxmlformats.org/officeDocument/2006/relationships/customXml" Target="../ink/ink385.xml"/><Relationship Id="rId38" Type="http://schemas.openxmlformats.org/officeDocument/2006/relationships/image" Target="../media/image440.png"/><Relationship Id="rId59" Type="http://schemas.openxmlformats.org/officeDocument/2006/relationships/customXml" Target="../ink/ink398.xml"/><Relationship Id="rId103" Type="http://schemas.openxmlformats.org/officeDocument/2006/relationships/customXml" Target="../ink/ink420.xml"/><Relationship Id="rId108" Type="http://schemas.openxmlformats.org/officeDocument/2006/relationships/image" Target="../media/image475.png"/><Relationship Id="rId124" Type="http://schemas.openxmlformats.org/officeDocument/2006/relationships/image" Target="../media/image483.png"/><Relationship Id="rId129" Type="http://schemas.openxmlformats.org/officeDocument/2006/relationships/customXml" Target="../ink/ink433.xml"/><Relationship Id="rId54" Type="http://schemas.openxmlformats.org/officeDocument/2006/relationships/image" Target="../media/image448.png"/><Relationship Id="rId70" Type="http://schemas.openxmlformats.org/officeDocument/2006/relationships/image" Target="../media/image456.png"/><Relationship Id="rId75" Type="http://schemas.openxmlformats.org/officeDocument/2006/relationships/customXml" Target="../ink/ink406.xml"/><Relationship Id="rId91" Type="http://schemas.openxmlformats.org/officeDocument/2006/relationships/customXml" Target="../ink/ink414.xml"/><Relationship Id="rId96" Type="http://schemas.openxmlformats.org/officeDocument/2006/relationships/image" Target="../media/image4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23" Type="http://schemas.openxmlformats.org/officeDocument/2006/relationships/customXml" Target="../ink/ink380.xml"/><Relationship Id="rId28" Type="http://schemas.openxmlformats.org/officeDocument/2006/relationships/image" Target="../media/image435.png"/><Relationship Id="rId49" Type="http://schemas.openxmlformats.org/officeDocument/2006/relationships/customXml" Target="../ink/ink393.xml"/><Relationship Id="rId114" Type="http://schemas.openxmlformats.org/officeDocument/2006/relationships/image" Target="../media/image478.png"/><Relationship Id="rId119" Type="http://schemas.openxmlformats.org/officeDocument/2006/relationships/customXml" Target="../ink/ink428.xml"/><Relationship Id="rId44" Type="http://schemas.openxmlformats.org/officeDocument/2006/relationships/image" Target="../media/image443.png"/><Relationship Id="rId60" Type="http://schemas.openxmlformats.org/officeDocument/2006/relationships/image" Target="../media/image451.png"/><Relationship Id="rId65" Type="http://schemas.openxmlformats.org/officeDocument/2006/relationships/customXml" Target="../ink/ink401.xml"/><Relationship Id="rId81" Type="http://schemas.openxmlformats.org/officeDocument/2006/relationships/customXml" Target="../ink/ink409.xml"/><Relationship Id="rId86" Type="http://schemas.openxmlformats.org/officeDocument/2006/relationships/image" Target="../media/image464.png"/><Relationship Id="rId130" Type="http://schemas.openxmlformats.org/officeDocument/2006/relationships/image" Target="../media/image486.png"/><Relationship Id="rId135" Type="http://schemas.openxmlformats.org/officeDocument/2006/relationships/customXml" Target="../ink/ink436.xml"/><Relationship Id="rId13" Type="http://schemas.openxmlformats.org/officeDocument/2006/relationships/customXml" Target="../ink/ink375.xml"/><Relationship Id="rId18" Type="http://schemas.openxmlformats.org/officeDocument/2006/relationships/image" Target="../media/image430.png"/><Relationship Id="rId39" Type="http://schemas.openxmlformats.org/officeDocument/2006/relationships/customXml" Target="../ink/ink388.xml"/><Relationship Id="rId109" Type="http://schemas.openxmlformats.org/officeDocument/2006/relationships/customXml" Target="../ink/ink423.xml"/><Relationship Id="rId34" Type="http://schemas.openxmlformats.org/officeDocument/2006/relationships/image" Target="../media/image438.png"/><Relationship Id="rId50" Type="http://schemas.openxmlformats.org/officeDocument/2006/relationships/image" Target="../media/image446.png"/><Relationship Id="rId55" Type="http://schemas.openxmlformats.org/officeDocument/2006/relationships/customXml" Target="../ink/ink396.xml"/><Relationship Id="rId76" Type="http://schemas.openxmlformats.org/officeDocument/2006/relationships/image" Target="../media/image459.png"/><Relationship Id="rId97" Type="http://schemas.openxmlformats.org/officeDocument/2006/relationships/customXml" Target="../ink/ink417.xml"/><Relationship Id="rId104" Type="http://schemas.openxmlformats.org/officeDocument/2006/relationships/image" Target="../media/image473.png"/><Relationship Id="rId120" Type="http://schemas.openxmlformats.org/officeDocument/2006/relationships/image" Target="../media/image481.png"/><Relationship Id="rId125" Type="http://schemas.openxmlformats.org/officeDocument/2006/relationships/customXml" Target="../ink/ink431.xml"/><Relationship Id="rId7" Type="http://schemas.openxmlformats.org/officeDocument/2006/relationships/customXml" Target="../ink/ink372.xml"/><Relationship Id="rId71" Type="http://schemas.openxmlformats.org/officeDocument/2006/relationships/customXml" Target="../ink/ink404.xml"/><Relationship Id="rId92" Type="http://schemas.openxmlformats.org/officeDocument/2006/relationships/image" Target="../media/image467.png"/><Relationship Id="rId2" Type="http://schemas.openxmlformats.org/officeDocument/2006/relationships/customXml" Target="../ink/ink370.xml"/><Relationship Id="rId29" Type="http://schemas.openxmlformats.org/officeDocument/2006/relationships/customXml" Target="../ink/ink383.xml"/><Relationship Id="rId24" Type="http://schemas.openxmlformats.org/officeDocument/2006/relationships/image" Target="../media/image433.png"/><Relationship Id="rId40" Type="http://schemas.openxmlformats.org/officeDocument/2006/relationships/image" Target="../media/image441.png"/><Relationship Id="rId45" Type="http://schemas.openxmlformats.org/officeDocument/2006/relationships/customXml" Target="../ink/ink391.xml"/><Relationship Id="rId66" Type="http://schemas.openxmlformats.org/officeDocument/2006/relationships/image" Target="../media/image454.png"/><Relationship Id="rId87" Type="http://schemas.openxmlformats.org/officeDocument/2006/relationships/customXml" Target="../ink/ink412.xml"/><Relationship Id="rId110" Type="http://schemas.openxmlformats.org/officeDocument/2006/relationships/image" Target="../media/image476.png"/><Relationship Id="rId115" Type="http://schemas.openxmlformats.org/officeDocument/2006/relationships/customXml" Target="../ink/ink426.xml"/><Relationship Id="rId131" Type="http://schemas.openxmlformats.org/officeDocument/2006/relationships/customXml" Target="../ink/ink434.xml"/><Relationship Id="rId61" Type="http://schemas.openxmlformats.org/officeDocument/2006/relationships/customXml" Target="../ink/ink399.xml"/><Relationship Id="rId82" Type="http://schemas.openxmlformats.org/officeDocument/2006/relationships/image" Target="../media/image462.png"/><Relationship Id="rId19" Type="http://schemas.openxmlformats.org/officeDocument/2006/relationships/customXml" Target="../ink/ink378.xml"/><Relationship Id="rId14" Type="http://schemas.openxmlformats.org/officeDocument/2006/relationships/image" Target="../media/image428.png"/><Relationship Id="rId30" Type="http://schemas.openxmlformats.org/officeDocument/2006/relationships/image" Target="../media/image436.png"/><Relationship Id="rId35" Type="http://schemas.openxmlformats.org/officeDocument/2006/relationships/customXml" Target="../ink/ink386.xml"/><Relationship Id="rId56" Type="http://schemas.openxmlformats.org/officeDocument/2006/relationships/image" Target="../media/image449.png"/><Relationship Id="rId77" Type="http://schemas.openxmlformats.org/officeDocument/2006/relationships/customXml" Target="../ink/ink407.xml"/><Relationship Id="rId100" Type="http://schemas.openxmlformats.org/officeDocument/2006/relationships/image" Target="../media/image471.png"/><Relationship Id="rId105" Type="http://schemas.openxmlformats.org/officeDocument/2006/relationships/customXml" Target="../ink/ink421.xml"/><Relationship Id="rId126" Type="http://schemas.openxmlformats.org/officeDocument/2006/relationships/image" Target="../media/image484.png"/><Relationship Id="rId8" Type="http://schemas.openxmlformats.org/officeDocument/2006/relationships/image" Target="../media/image425.png"/><Relationship Id="rId51" Type="http://schemas.openxmlformats.org/officeDocument/2006/relationships/customXml" Target="../ink/ink394.xml"/><Relationship Id="rId72" Type="http://schemas.openxmlformats.org/officeDocument/2006/relationships/image" Target="../media/image457.png"/><Relationship Id="rId93" Type="http://schemas.openxmlformats.org/officeDocument/2006/relationships/customXml" Target="../ink/ink415.xml"/><Relationship Id="rId98" Type="http://schemas.openxmlformats.org/officeDocument/2006/relationships/image" Target="../media/image470.png"/><Relationship Id="rId121" Type="http://schemas.openxmlformats.org/officeDocument/2006/relationships/customXml" Target="../ink/ink429.xml"/><Relationship Id="rId3" Type="http://schemas.openxmlformats.org/officeDocument/2006/relationships/image" Target="../media/image11.png"/><Relationship Id="rId25" Type="http://schemas.openxmlformats.org/officeDocument/2006/relationships/customXml" Target="../ink/ink381.xml"/><Relationship Id="rId46" Type="http://schemas.openxmlformats.org/officeDocument/2006/relationships/image" Target="../media/image444.png"/><Relationship Id="rId67" Type="http://schemas.openxmlformats.org/officeDocument/2006/relationships/customXml" Target="../ink/ink402.xml"/><Relationship Id="rId116" Type="http://schemas.openxmlformats.org/officeDocument/2006/relationships/image" Target="../media/image479.png"/><Relationship Id="rId20" Type="http://schemas.openxmlformats.org/officeDocument/2006/relationships/image" Target="../media/image431.png"/><Relationship Id="rId41" Type="http://schemas.openxmlformats.org/officeDocument/2006/relationships/customXml" Target="../ink/ink389.xml"/><Relationship Id="rId62" Type="http://schemas.openxmlformats.org/officeDocument/2006/relationships/image" Target="../media/image452.png"/><Relationship Id="rId83" Type="http://schemas.openxmlformats.org/officeDocument/2006/relationships/customXml" Target="../ink/ink410.xml"/><Relationship Id="rId88" Type="http://schemas.openxmlformats.org/officeDocument/2006/relationships/image" Target="../media/image465.png"/><Relationship Id="rId111" Type="http://schemas.openxmlformats.org/officeDocument/2006/relationships/customXml" Target="../ink/ink424.xml"/><Relationship Id="rId132" Type="http://schemas.openxmlformats.org/officeDocument/2006/relationships/image" Target="../media/image487.png"/><Relationship Id="rId15" Type="http://schemas.openxmlformats.org/officeDocument/2006/relationships/customXml" Target="../ink/ink376.xml"/><Relationship Id="rId36" Type="http://schemas.openxmlformats.org/officeDocument/2006/relationships/image" Target="../media/image439.png"/><Relationship Id="rId57" Type="http://schemas.openxmlformats.org/officeDocument/2006/relationships/customXml" Target="../ink/ink397.xml"/><Relationship Id="rId106" Type="http://schemas.openxmlformats.org/officeDocument/2006/relationships/image" Target="../media/image474.png"/><Relationship Id="rId127" Type="http://schemas.openxmlformats.org/officeDocument/2006/relationships/customXml" Target="../ink/ink432.xml"/><Relationship Id="rId10" Type="http://schemas.openxmlformats.org/officeDocument/2006/relationships/image" Target="../media/image426.png"/><Relationship Id="rId31" Type="http://schemas.openxmlformats.org/officeDocument/2006/relationships/customXml" Target="../ink/ink384.xml"/><Relationship Id="rId52" Type="http://schemas.openxmlformats.org/officeDocument/2006/relationships/image" Target="../media/image447.png"/><Relationship Id="rId73" Type="http://schemas.openxmlformats.org/officeDocument/2006/relationships/customXml" Target="../ink/ink405.xml"/><Relationship Id="rId78" Type="http://schemas.openxmlformats.org/officeDocument/2006/relationships/image" Target="../media/image460.png"/><Relationship Id="rId94" Type="http://schemas.openxmlformats.org/officeDocument/2006/relationships/image" Target="../media/image468.png"/><Relationship Id="rId99" Type="http://schemas.openxmlformats.org/officeDocument/2006/relationships/customXml" Target="../ink/ink418.xml"/><Relationship Id="rId101" Type="http://schemas.openxmlformats.org/officeDocument/2006/relationships/customXml" Target="../ink/ink419.xml"/><Relationship Id="rId122" Type="http://schemas.openxmlformats.org/officeDocument/2006/relationships/image" Target="../media/image482.png"/><Relationship Id="rId4" Type="http://schemas.openxmlformats.org/officeDocument/2006/relationships/customXml" Target="../ink/ink371.xml"/><Relationship Id="rId9" Type="http://schemas.openxmlformats.org/officeDocument/2006/relationships/customXml" Target="../ink/ink373.xml"/><Relationship Id="rId26" Type="http://schemas.openxmlformats.org/officeDocument/2006/relationships/image" Target="../media/image434.png"/><Relationship Id="rId47" Type="http://schemas.openxmlformats.org/officeDocument/2006/relationships/customXml" Target="../ink/ink392.xml"/><Relationship Id="rId68" Type="http://schemas.openxmlformats.org/officeDocument/2006/relationships/image" Target="../media/image455.png"/><Relationship Id="rId89" Type="http://schemas.openxmlformats.org/officeDocument/2006/relationships/customXml" Target="../ink/ink413.xml"/><Relationship Id="rId112" Type="http://schemas.openxmlformats.org/officeDocument/2006/relationships/image" Target="../media/image477.png"/><Relationship Id="rId133" Type="http://schemas.openxmlformats.org/officeDocument/2006/relationships/customXml" Target="../ink/ink43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6.png"/><Relationship Id="rId299" Type="http://schemas.openxmlformats.org/officeDocument/2006/relationships/image" Target="../media/image632.png"/><Relationship Id="rId21" Type="http://schemas.openxmlformats.org/officeDocument/2006/relationships/image" Target="../media/image498.png"/><Relationship Id="rId159" Type="http://schemas.openxmlformats.org/officeDocument/2006/relationships/image" Target="../media/image11.png"/><Relationship Id="rId324" Type="http://schemas.openxmlformats.org/officeDocument/2006/relationships/customXml" Target="../ink/ink573.xml"/><Relationship Id="rId366" Type="http://schemas.openxmlformats.org/officeDocument/2006/relationships/customXml" Target="../ink/ink594.xml"/><Relationship Id="rId170" Type="http://schemas.openxmlformats.org/officeDocument/2006/relationships/customXml" Target="../ink/ink497.xml"/><Relationship Id="rId226" Type="http://schemas.openxmlformats.org/officeDocument/2006/relationships/image" Target="../media/image599.png"/><Relationship Id="rId433" Type="http://schemas.openxmlformats.org/officeDocument/2006/relationships/image" Target="../media/image697.png"/><Relationship Id="rId268" Type="http://schemas.openxmlformats.org/officeDocument/2006/relationships/customXml" Target="../ink/ink546.xml"/><Relationship Id="rId475" Type="http://schemas.openxmlformats.org/officeDocument/2006/relationships/image" Target="../media/image718.png"/><Relationship Id="rId32" Type="http://schemas.openxmlformats.org/officeDocument/2006/relationships/customXml" Target="../ink/ink452.xml"/><Relationship Id="rId335" Type="http://schemas.openxmlformats.org/officeDocument/2006/relationships/image" Target="../media/image650.png"/><Relationship Id="rId377" Type="http://schemas.openxmlformats.org/officeDocument/2006/relationships/image" Target="../media/image670.png"/><Relationship Id="rId5" Type="http://schemas.openxmlformats.org/officeDocument/2006/relationships/image" Target="../media/image490.png"/><Relationship Id="rId181" Type="http://schemas.openxmlformats.org/officeDocument/2006/relationships/image" Target="../media/image577.png"/><Relationship Id="rId237" Type="http://schemas.openxmlformats.org/officeDocument/2006/relationships/customXml" Target="../ink/ink531.xml"/><Relationship Id="rId402" Type="http://schemas.openxmlformats.org/officeDocument/2006/relationships/customXml" Target="../ink/ink610.xml"/><Relationship Id="rId279" Type="http://schemas.openxmlformats.org/officeDocument/2006/relationships/image" Target="../media/image623.png"/><Relationship Id="rId444" Type="http://schemas.openxmlformats.org/officeDocument/2006/relationships/customXml" Target="../ink/ink632.xml"/><Relationship Id="rId486" Type="http://schemas.openxmlformats.org/officeDocument/2006/relationships/customXml" Target="../ink/ink653.xml"/><Relationship Id="rId43" Type="http://schemas.openxmlformats.org/officeDocument/2006/relationships/image" Target="../media/image509.png"/><Relationship Id="rId290" Type="http://schemas.openxmlformats.org/officeDocument/2006/relationships/customXml" Target="../ink/ink555.xml"/><Relationship Id="rId304" Type="http://schemas.openxmlformats.org/officeDocument/2006/relationships/customXml" Target="../ink/ink563.xml"/><Relationship Id="rId346" Type="http://schemas.openxmlformats.org/officeDocument/2006/relationships/customXml" Target="../ink/ink584.xml"/><Relationship Id="rId85" Type="http://schemas.openxmlformats.org/officeDocument/2006/relationships/image" Target="../media/image530.png"/><Relationship Id="rId192" Type="http://schemas.openxmlformats.org/officeDocument/2006/relationships/customXml" Target="../ink/ink508.xml"/><Relationship Id="rId206" Type="http://schemas.openxmlformats.org/officeDocument/2006/relationships/customXml" Target="../ink/ink515.xml"/><Relationship Id="rId413" Type="http://schemas.openxmlformats.org/officeDocument/2006/relationships/image" Target="../media/image688.png"/><Relationship Id="rId248" Type="http://schemas.openxmlformats.org/officeDocument/2006/relationships/customXml" Target="../ink/ink537.xml"/><Relationship Id="rId455" Type="http://schemas.openxmlformats.org/officeDocument/2006/relationships/image" Target="../media/image708.png"/><Relationship Id="rId12" Type="http://schemas.openxmlformats.org/officeDocument/2006/relationships/customXml" Target="../ink/ink442.xml"/><Relationship Id="rId108" Type="http://schemas.openxmlformats.org/officeDocument/2006/relationships/customXml" Target="../ink/ink484.xml"/><Relationship Id="rId315" Type="http://schemas.openxmlformats.org/officeDocument/2006/relationships/image" Target="../media/image640.png"/><Relationship Id="rId357" Type="http://schemas.openxmlformats.org/officeDocument/2006/relationships/image" Target="../media/image413.png"/><Relationship Id="rId54" Type="http://schemas.openxmlformats.org/officeDocument/2006/relationships/customXml" Target="../ink/ink463.xml"/><Relationship Id="rId96" Type="http://schemas.openxmlformats.org/officeDocument/2006/relationships/customXml" Target="../ink/ink478.xml"/><Relationship Id="rId217" Type="http://schemas.openxmlformats.org/officeDocument/2006/relationships/image" Target="../media/image595.png"/><Relationship Id="rId399" Type="http://schemas.openxmlformats.org/officeDocument/2006/relationships/image" Target="../media/image681.png"/><Relationship Id="rId424" Type="http://schemas.openxmlformats.org/officeDocument/2006/relationships/customXml" Target="../ink/ink621.xml"/><Relationship Id="rId466" Type="http://schemas.openxmlformats.org/officeDocument/2006/relationships/customXml" Target="../ink/ink643.xml"/><Relationship Id="rId23" Type="http://schemas.openxmlformats.org/officeDocument/2006/relationships/image" Target="../media/image499.png"/><Relationship Id="rId270" Type="http://schemas.openxmlformats.org/officeDocument/2006/relationships/customXml" Target="../ink/ink547.xml"/><Relationship Id="rId326" Type="http://schemas.openxmlformats.org/officeDocument/2006/relationships/customXml" Target="../ink/ink574.xml"/><Relationship Id="rId368" Type="http://schemas.openxmlformats.org/officeDocument/2006/relationships/customXml" Target="../ink/ink595.xml"/><Relationship Id="rId172" Type="http://schemas.openxmlformats.org/officeDocument/2006/relationships/customXml" Target="../ink/ink498.xml"/><Relationship Id="rId228" Type="http://schemas.openxmlformats.org/officeDocument/2006/relationships/image" Target="../media/image600.png"/><Relationship Id="rId435" Type="http://schemas.openxmlformats.org/officeDocument/2006/relationships/image" Target="../media/image698.png"/><Relationship Id="rId477" Type="http://schemas.openxmlformats.org/officeDocument/2006/relationships/image" Target="../media/image719.png"/><Relationship Id="rId281" Type="http://schemas.openxmlformats.org/officeDocument/2006/relationships/image" Target="../media/image624.png"/><Relationship Id="rId337" Type="http://schemas.openxmlformats.org/officeDocument/2006/relationships/image" Target="../media/image651.png"/><Relationship Id="rId34" Type="http://schemas.openxmlformats.org/officeDocument/2006/relationships/customXml" Target="../ink/ink453.xml"/><Relationship Id="rId76" Type="http://schemas.openxmlformats.org/officeDocument/2006/relationships/customXml" Target="../ink/ink468.xml"/><Relationship Id="rId379" Type="http://schemas.openxmlformats.org/officeDocument/2006/relationships/image" Target="../media/image671.png"/><Relationship Id="rId7" Type="http://schemas.openxmlformats.org/officeDocument/2006/relationships/image" Target="../media/image491.png"/><Relationship Id="rId183" Type="http://schemas.openxmlformats.org/officeDocument/2006/relationships/image" Target="../media/image578.png"/><Relationship Id="rId239" Type="http://schemas.openxmlformats.org/officeDocument/2006/relationships/customXml" Target="../ink/ink532.xml"/><Relationship Id="rId404" Type="http://schemas.openxmlformats.org/officeDocument/2006/relationships/customXml" Target="../ink/ink611.xml"/><Relationship Id="rId446" Type="http://schemas.openxmlformats.org/officeDocument/2006/relationships/customXml" Target="../ink/ink633.xml"/><Relationship Id="rId250" Type="http://schemas.openxmlformats.org/officeDocument/2006/relationships/image" Target="../media/image610.png"/><Relationship Id="rId292" Type="http://schemas.openxmlformats.org/officeDocument/2006/relationships/customXml" Target="../ink/ink556.xml"/><Relationship Id="rId306" Type="http://schemas.openxmlformats.org/officeDocument/2006/relationships/customXml" Target="../ink/ink564.xml"/><Relationship Id="rId488" Type="http://schemas.openxmlformats.org/officeDocument/2006/relationships/customXml" Target="../ink/ink654.xml"/><Relationship Id="rId45" Type="http://schemas.openxmlformats.org/officeDocument/2006/relationships/image" Target="../media/image510.png"/><Relationship Id="rId87" Type="http://schemas.openxmlformats.org/officeDocument/2006/relationships/image" Target="../media/image531.png"/><Relationship Id="rId110" Type="http://schemas.openxmlformats.org/officeDocument/2006/relationships/customXml" Target="../ink/ink485.xml"/><Relationship Id="rId348" Type="http://schemas.openxmlformats.org/officeDocument/2006/relationships/customXml" Target="../ink/ink585.xml"/><Relationship Id="rId152" Type="http://schemas.openxmlformats.org/officeDocument/2006/relationships/customXml" Target="../ink/ink490.xml"/><Relationship Id="rId194" Type="http://schemas.openxmlformats.org/officeDocument/2006/relationships/customXml" Target="../ink/ink509.xml"/><Relationship Id="rId208" Type="http://schemas.openxmlformats.org/officeDocument/2006/relationships/customXml" Target="../ink/ink516.xml"/><Relationship Id="rId415" Type="http://schemas.openxmlformats.org/officeDocument/2006/relationships/image" Target="../media/image689.png"/><Relationship Id="rId457" Type="http://schemas.openxmlformats.org/officeDocument/2006/relationships/image" Target="../media/image709.png"/><Relationship Id="rId261" Type="http://schemas.openxmlformats.org/officeDocument/2006/relationships/customXml" Target="../ink/ink542.xml"/><Relationship Id="rId14" Type="http://schemas.openxmlformats.org/officeDocument/2006/relationships/customXml" Target="../ink/ink443.xml"/><Relationship Id="rId56" Type="http://schemas.openxmlformats.org/officeDocument/2006/relationships/customXml" Target="../ink/ink464.xml"/><Relationship Id="rId317" Type="http://schemas.openxmlformats.org/officeDocument/2006/relationships/image" Target="../media/image641.png"/><Relationship Id="rId359" Type="http://schemas.openxmlformats.org/officeDocument/2006/relationships/image" Target="../media/image661.png"/><Relationship Id="rId98" Type="http://schemas.openxmlformats.org/officeDocument/2006/relationships/customXml" Target="../ink/ink479.xml"/><Relationship Id="rId163" Type="http://schemas.openxmlformats.org/officeDocument/2006/relationships/image" Target="../media/image568.png"/><Relationship Id="rId219" Type="http://schemas.openxmlformats.org/officeDocument/2006/relationships/image" Target="../media/image596.png"/><Relationship Id="rId370" Type="http://schemas.openxmlformats.org/officeDocument/2006/relationships/customXml" Target="../ink/ink596.xml"/><Relationship Id="rId426" Type="http://schemas.openxmlformats.org/officeDocument/2006/relationships/customXml" Target="../ink/ink622.xml"/><Relationship Id="rId230" Type="http://schemas.openxmlformats.org/officeDocument/2006/relationships/image" Target="../media/image601.png"/><Relationship Id="rId468" Type="http://schemas.openxmlformats.org/officeDocument/2006/relationships/customXml" Target="../ink/ink644.xml"/><Relationship Id="rId25" Type="http://schemas.openxmlformats.org/officeDocument/2006/relationships/image" Target="../media/image500.png"/><Relationship Id="rId328" Type="http://schemas.openxmlformats.org/officeDocument/2006/relationships/customXml" Target="../ink/ink575.xml"/><Relationship Id="rId174" Type="http://schemas.openxmlformats.org/officeDocument/2006/relationships/customXml" Target="../ink/ink499.xml"/><Relationship Id="rId381" Type="http://schemas.openxmlformats.org/officeDocument/2006/relationships/image" Target="../media/image672.png"/><Relationship Id="rId241" Type="http://schemas.openxmlformats.org/officeDocument/2006/relationships/customXml" Target="../ink/ink533.xml"/><Relationship Id="rId437" Type="http://schemas.openxmlformats.org/officeDocument/2006/relationships/image" Target="../media/image699.png"/><Relationship Id="rId479" Type="http://schemas.openxmlformats.org/officeDocument/2006/relationships/image" Target="../media/image720.png"/><Relationship Id="rId36" Type="http://schemas.openxmlformats.org/officeDocument/2006/relationships/customXml" Target="../ink/ink454.xml"/><Relationship Id="rId283" Type="http://schemas.openxmlformats.org/officeDocument/2006/relationships/image" Target="../media/image625.png"/><Relationship Id="rId339" Type="http://schemas.openxmlformats.org/officeDocument/2006/relationships/image" Target="../media/image652.png"/><Relationship Id="rId490" Type="http://schemas.openxmlformats.org/officeDocument/2006/relationships/customXml" Target="../ink/ink655.xml"/><Relationship Id="rId78" Type="http://schemas.openxmlformats.org/officeDocument/2006/relationships/customXml" Target="../ink/ink469.xml"/><Relationship Id="rId101" Type="http://schemas.openxmlformats.org/officeDocument/2006/relationships/image" Target="../media/image538.png"/><Relationship Id="rId185" Type="http://schemas.openxmlformats.org/officeDocument/2006/relationships/image" Target="../media/image579.png"/><Relationship Id="rId350" Type="http://schemas.openxmlformats.org/officeDocument/2006/relationships/customXml" Target="../ink/ink586.xml"/><Relationship Id="rId406" Type="http://schemas.openxmlformats.org/officeDocument/2006/relationships/customXml" Target="../ink/ink612.xml"/><Relationship Id="rId9" Type="http://schemas.openxmlformats.org/officeDocument/2006/relationships/image" Target="../media/image492.png"/><Relationship Id="rId210" Type="http://schemas.openxmlformats.org/officeDocument/2006/relationships/customXml" Target="../ink/ink517.xml"/><Relationship Id="rId392" Type="http://schemas.openxmlformats.org/officeDocument/2006/relationships/customXml" Target="../ink/ink605.xml"/><Relationship Id="rId448" Type="http://schemas.openxmlformats.org/officeDocument/2006/relationships/customXml" Target="../ink/ink634.xml"/><Relationship Id="rId252" Type="http://schemas.openxmlformats.org/officeDocument/2006/relationships/image" Target="../media/image611.png"/><Relationship Id="rId294" Type="http://schemas.openxmlformats.org/officeDocument/2006/relationships/customXml" Target="../ink/ink558.xml"/><Relationship Id="rId308" Type="http://schemas.openxmlformats.org/officeDocument/2006/relationships/customXml" Target="../ink/ink565.xml"/><Relationship Id="rId47" Type="http://schemas.openxmlformats.org/officeDocument/2006/relationships/image" Target="../media/image511.png"/><Relationship Id="rId89" Type="http://schemas.openxmlformats.org/officeDocument/2006/relationships/image" Target="../media/image532.png"/><Relationship Id="rId112" Type="http://schemas.openxmlformats.org/officeDocument/2006/relationships/customXml" Target="../ink/ink486.xml"/><Relationship Id="rId154" Type="http://schemas.openxmlformats.org/officeDocument/2006/relationships/customXml" Target="../ink/ink491.xml"/><Relationship Id="rId361" Type="http://schemas.openxmlformats.org/officeDocument/2006/relationships/image" Target="../media/image662.png"/><Relationship Id="rId196" Type="http://schemas.openxmlformats.org/officeDocument/2006/relationships/customXml" Target="../ink/ink510.xml"/><Relationship Id="rId417" Type="http://schemas.openxmlformats.org/officeDocument/2006/relationships/image" Target="../media/image690.png"/><Relationship Id="rId459" Type="http://schemas.openxmlformats.org/officeDocument/2006/relationships/image" Target="../media/image710.png"/><Relationship Id="rId16" Type="http://schemas.openxmlformats.org/officeDocument/2006/relationships/customXml" Target="../ink/ink444.xml"/><Relationship Id="rId221" Type="http://schemas.openxmlformats.org/officeDocument/2006/relationships/image" Target="../media/image597.png"/><Relationship Id="rId263" Type="http://schemas.openxmlformats.org/officeDocument/2006/relationships/customXml" Target="../ink/ink543.xml"/><Relationship Id="rId319" Type="http://schemas.openxmlformats.org/officeDocument/2006/relationships/image" Target="../media/image642.png"/><Relationship Id="rId470" Type="http://schemas.openxmlformats.org/officeDocument/2006/relationships/customXml" Target="../ink/ink645.xml"/><Relationship Id="rId58" Type="http://schemas.openxmlformats.org/officeDocument/2006/relationships/customXml" Target="../ink/ink465.xml"/><Relationship Id="rId330" Type="http://schemas.openxmlformats.org/officeDocument/2006/relationships/customXml" Target="../ink/ink576.xml"/><Relationship Id="rId165" Type="http://schemas.openxmlformats.org/officeDocument/2006/relationships/image" Target="../media/image569.png"/><Relationship Id="rId372" Type="http://schemas.openxmlformats.org/officeDocument/2006/relationships/customXml" Target="../ink/ink597.xml"/><Relationship Id="rId428" Type="http://schemas.openxmlformats.org/officeDocument/2006/relationships/customXml" Target="../ink/ink623.xml"/><Relationship Id="rId232" Type="http://schemas.openxmlformats.org/officeDocument/2006/relationships/image" Target="../media/image602.png"/><Relationship Id="rId481" Type="http://schemas.openxmlformats.org/officeDocument/2006/relationships/image" Target="../media/image721.png"/><Relationship Id="rId27" Type="http://schemas.openxmlformats.org/officeDocument/2006/relationships/image" Target="../media/image501.png"/><Relationship Id="rId80" Type="http://schemas.openxmlformats.org/officeDocument/2006/relationships/customXml" Target="../ink/ink470.xml"/><Relationship Id="rId176" Type="http://schemas.openxmlformats.org/officeDocument/2006/relationships/customXml" Target="../ink/ink500.xml"/><Relationship Id="rId341" Type="http://schemas.openxmlformats.org/officeDocument/2006/relationships/image" Target="../media/image653.png"/><Relationship Id="rId383" Type="http://schemas.openxmlformats.org/officeDocument/2006/relationships/image" Target="../media/image673.png"/><Relationship Id="rId439" Type="http://schemas.openxmlformats.org/officeDocument/2006/relationships/image" Target="../media/image700.png"/><Relationship Id="rId201" Type="http://schemas.openxmlformats.org/officeDocument/2006/relationships/image" Target="../media/image587.png"/><Relationship Id="rId243" Type="http://schemas.openxmlformats.org/officeDocument/2006/relationships/customXml" Target="../ink/ink534.xml"/><Relationship Id="rId285" Type="http://schemas.openxmlformats.org/officeDocument/2006/relationships/image" Target="../media/image626.png"/><Relationship Id="rId450" Type="http://schemas.openxmlformats.org/officeDocument/2006/relationships/customXml" Target="../ink/ink635.xml"/><Relationship Id="rId38" Type="http://schemas.openxmlformats.org/officeDocument/2006/relationships/customXml" Target="../ink/ink455.xml"/><Relationship Id="rId103" Type="http://schemas.openxmlformats.org/officeDocument/2006/relationships/image" Target="../media/image539.png"/><Relationship Id="rId310" Type="http://schemas.openxmlformats.org/officeDocument/2006/relationships/customXml" Target="../ink/ink566.xml"/><Relationship Id="rId492" Type="http://schemas.openxmlformats.org/officeDocument/2006/relationships/customXml" Target="../ink/ink656.xml"/><Relationship Id="rId91" Type="http://schemas.openxmlformats.org/officeDocument/2006/relationships/image" Target="../media/image533.png"/><Relationship Id="rId187" Type="http://schemas.openxmlformats.org/officeDocument/2006/relationships/image" Target="../media/image580.png"/><Relationship Id="rId352" Type="http://schemas.openxmlformats.org/officeDocument/2006/relationships/customXml" Target="../ink/ink587.xml"/><Relationship Id="rId394" Type="http://schemas.openxmlformats.org/officeDocument/2006/relationships/customXml" Target="../ink/ink606.xml"/><Relationship Id="rId408" Type="http://schemas.openxmlformats.org/officeDocument/2006/relationships/customXml" Target="../ink/ink613.xml"/><Relationship Id="rId212" Type="http://schemas.openxmlformats.org/officeDocument/2006/relationships/customXml" Target="../ink/ink518.xml"/><Relationship Id="rId254" Type="http://schemas.openxmlformats.org/officeDocument/2006/relationships/image" Target="../media/image612.png"/><Relationship Id="rId28" Type="http://schemas.openxmlformats.org/officeDocument/2006/relationships/customXml" Target="../ink/ink450.xml"/><Relationship Id="rId49" Type="http://schemas.openxmlformats.org/officeDocument/2006/relationships/image" Target="../media/image512.png"/><Relationship Id="rId114" Type="http://schemas.openxmlformats.org/officeDocument/2006/relationships/customXml" Target="../ink/ink487.xml"/><Relationship Id="rId275" Type="http://schemas.openxmlformats.org/officeDocument/2006/relationships/image" Target="../media/image621.png"/><Relationship Id="rId296" Type="http://schemas.openxmlformats.org/officeDocument/2006/relationships/customXml" Target="../ink/ink559.xml"/><Relationship Id="rId300" Type="http://schemas.openxmlformats.org/officeDocument/2006/relationships/customXml" Target="../ink/ink561.xml"/><Relationship Id="rId461" Type="http://schemas.openxmlformats.org/officeDocument/2006/relationships/image" Target="../media/image711.png"/><Relationship Id="rId482" Type="http://schemas.openxmlformats.org/officeDocument/2006/relationships/customXml" Target="../ink/ink651.xml"/><Relationship Id="rId60" Type="http://schemas.openxmlformats.org/officeDocument/2006/relationships/customXml" Target="../ink/ink466.xml"/><Relationship Id="rId81" Type="http://schemas.openxmlformats.org/officeDocument/2006/relationships/image" Target="../media/image528.png"/><Relationship Id="rId156" Type="http://schemas.openxmlformats.org/officeDocument/2006/relationships/customXml" Target="../ink/ink492.xml"/><Relationship Id="rId177" Type="http://schemas.openxmlformats.org/officeDocument/2006/relationships/image" Target="../media/image575.png"/><Relationship Id="rId198" Type="http://schemas.openxmlformats.org/officeDocument/2006/relationships/customXml" Target="../ink/ink511.xml"/><Relationship Id="rId321" Type="http://schemas.openxmlformats.org/officeDocument/2006/relationships/image" Target="../media/image643.png"/><Relationship Id="rId342" Type="http://schemas.openxmlformats.org/officeDocument/2006/relationships/customXml" Target="../ink/ink582.xml"/><Relationship Id="rId363" Type="http://schemas.openxmlformats.org/officeDocument/2006/relationships/image" Target="../media/image663.png"/><Relationship Id="rId384" Type="http://schemas.openxmlformats.org/officeDocument/2006/relationships/customXml" Target="../ink/ink603.xml"/><Relationship Id="rId419" Type="http://schemas.openxmlformats.org/officeDocument/2006/relationships/image" Target="../media/image691.png"/><Relationship Id="rId202" Type="http://schemas.openxmlformats.org/officeDocument/2006/relationships/customXml" Target="../ink/ink513.xml"/><Relationship Id="rId223" Type="http://schemas.openxmlformats.org/officeDocument/2006/relationships/customXml" Target="../ink/ink524.xml"/><Relationship Id="rId244" Type="http://schemas.openxmlformats.org/officeDocument/2006/relationships/image" Target="../media/image608.png"/><Relationship Id="rId430" Type="http://schemas.openxmlformats.org/officeDocument/2006/relationships/customXml" Target="../ink/ink625.xml"/><Relationship Id="rId18" Type="http://schemas.openxmlformats.org/officeDocument/2006/relationships/customXml" Target="../ink/ink445.xml"/><Relationship Id="rId39" Type="http://schemas.openxmlformats.org/officeDocument/2006/relationships/image" Target="../media/image507.png"/><Relationship Id="rId265" Type="http://schemas.openxmlformats.org/officeDocument/2006/relationships/image" Target="../media/image71.png"/><Relationship Id="rId286" Type="http://schemas.openxmlformats.org/officeDocument/2006/relationships/customXml" Target="../ink/ink553.xml"/><Relationship Id="rId451" Type="http://schemas.openxmlformats.org/officeDocument/2006/relationships/image" Target="../media/image706.png"/><Relationship Id="rId472" Type="http://schemas.openxmlformats.org/officeDocument/2006/relationships/customXml" Target="../ink/ink646.xml"/><Relationship Id="rId493" Type="http://schemas.openxmlformats.org/officeDocument/2006/relationships/image" Target="../media/image1800.png"/><Relationship Id="rId50" Type="http://schemas.openxmlformats.org/officeDocument/2006/relationships/customXml" Target="../ink/ink461.xml"/><Relationship Id="rId104" Type="http://schemas.openxmlformats.org/officeDocument/2006/relationships/customXml" Target="../ink/ink482.xml"/><Relationship Id="rId167" Type="http://schemas.openxmlformats.org/officeDocument/2006/relationships/image" Target="../media/image570.png"/><Relationship Id="rId188" Type="http://schemas.openxmlformats.org/officeDocument/2006/relationships/customXml" Target="../ink/ink506.xml"/><Relationship Id="rId311" Type="http://schemas.openxmlformats.org/officeDocument/2006/relationships/image" Target="../media/image638.png"/><Relationship Id="rId332" Type="http://schemas.openxmlformats.org/officeDocument/2006/relationships/customXml" Target="../ink/ink577.xml"/><Relationship Id="rId353" Type="http://schemas.openxmlformats.org/officeDocument/2006/relationships/image" Target="../media/image659.png"/><Relationship Id="rId374" Type="http://schemas.openxmlformats.org/officeDocument/2006/relationships/customXml" Target="../ink/ink598.xml"/><Relationship Id="rId395" Type="http://schemas.openxmlformats.org/officeDocument/2006/relationships/image" Target="../media/image679.png"/><Relationship Id="rId409" Type="http://schemas.openxmlformats.org/officeDocument/2006/relationships/image" Target="../media/image686.png"/><Relationship Id="rId92" Type="http://schemas.openxmlformats.org/officeDocument/2006/relationships/customXml" Target="../ink/ink476.xml"/><Relationship Id="rId213" Type="http://schemas.openxmlformats.org/officeDocument/2006/relationships/image" Target="../media/image593.png"/><Relationship Id="rId234" Type="http://schemas.openxmlformats.org/officeDocument/2006/relationships/image" Target="../media/image603.png"/><Relationship Id="rId420" Type="http://schemas.openxmlformats.org/officeDocument/2006/relationships/customXml" Target="../ink/ink619.xml"/><Relationship Id="rId2" Type="http://schemas.openxmlformats.org/officeDocument/2006/relationships/customXml" Target="../ink/ink437.xml"/><Relationship Id="rId29" Type="http://schemas.openxmlformats.org/officeDocument/2006/relationships/image" Target="../media/image502.png"/><Relationship Id="rId255" Type="http://schemas.openxmlformats.org/officeDocument/2006/relationships/customXml" Target="../ink/ink541.xml"/><Relationship Id="rId276" Type="http://schemas.openxmlformats.org/officeDocument/2006/relationships/customXml" Target="../ink/ink548.xml"/><Relationship Id="rId297" Type="http://schemas.openxmlformats.org/officeDocument/2006/relationships/image" Target="../media/image631.png"/><Relationship Id="rId441" Type="http://schemas.openxmlformats.org/officeDocument/2006/relationships/image" Target="../media/image701.png"/><Relationship Id="rId462" Type="http://schemas.openxmlformats.org/officeDocument/2006/relationships/customXml" Target="../ink/ink641.xml"/><Relationship Id="rId483" Type="http://schemas.openxmlformats.org/officeDocument/2006/relationships/image" Target="../media/image722.png"/><Relationship Id="rId40" Type="http://schemas.openxmlformats.org/officeDocument/2006/relationships/customXml" Target="../ink/ink456.xml"/><Relationship Id="rId115" Type="http://schemas.openxmlformats.org/officeDocument/2006/relationships/image" Target="../media/image545.png"/><Relationship Id="rId178" Type="http://schemas.openxmlformats.org/officeDocument/2006/relationships/customXml" Target="../ink/ink501.xml"/><Relationship Id="rId301" Type="http://schemas.openxmlformats.org/officeDocument/2006/relationships/image" Target="../media/image633.png"/><Relationship Id="rId322" Type="http://schemas.openxmlformats.org/officeDocument/2006/relationships/customXml" Target="../ink/ink572.xml"/><Relationship Id="rId343" Type="http://schemas.openxmlformats.org/officeDocument/2006/relationships/image" Target="../media/image654.png"/><Relationship Id="rId364" Type="http://schemas.openxmlformats.org/officeDocument/2006/relationships/customXml" Target="../ink/ink593.xml"/><Relationship Id="rId61" Type="http://schemas.openxmlformats.org/officeDocument/2006/relationships/image" Target="../media/image518.png"/><Relationship Id="rId82" Type="http://schemas.openxmlformats.org/officeDocument/2006/relationships/customXml" Target="../ink/ink471.xml"/><Relationship Id="rId199" Type="http://schemas.openxmlformats.org/officeDocument/2006/relationships/image" Target="../media/image586.png"/><Relationship Id="rId203" Type="http://schemas.openxmlformats.org/officeDocument/2006/relationships/image" Target="../media/image588.png"/><Relationship Id="rId385" Type="http://schemas.openxmlformats.org/officeDocument/2006/relationships/image" Target="../media/image674.png"/><Relationship Id="rId19" Type="http://schemas.openxmlformats.org/officeDocument/2006/relationships/image" Target="../media/image497.png"/><Relationship Id="rId224" Type="http://schemas.openxmlformats.org/officeDocument/2006/relationships/image" Target="../media/image598.png"/><Relationship Id="rId245" Type="http://schemas.openxmlformats.org/officeDocument/2006/relationships/customXml" Target="../ink/ink535.xml"/><Relationship Id="rId266" Type="http://schemas.openxmlformats.org/officeDocument/2006/relationships/customXml" Target="../ink/ink545.xml"/><Relationship Id="rId287" Type="http://schemas.openxmlformats.org/officeDocument/2006/relationships/image" Target="../media/image627.png"/><Relationship Id="rId410" Type="http://schemas.openxmlformats.org/officeDocument/2006/relationships/customXml" Target="../ink/ink614.xml"/><Relationship Id="rId431" Type="http://schemas.openxmlformats.org/officeDocument/2006/relationships/image" Target="../media/image696.png"/><Relationship Id="rId452" Type="http://schemas.openxmlformats.org/officeDocument/2006/relationships/customXml" Target="../ink/ink636.xml"/><Relationship Id="rId473" Type="http://schemas.openxmlformats.org/officeDocument/2006/relationships/image" Target="../media/image717.png"/><Relationship Id="rId30" Type="http://schemas.openxmlformats.org/officeDocument/2006/relationships/customXml" Target="../ink/ink451.xml"/><Relationship Id="rId105" Type="http://schemas.openxmlformats.org/officeDocument/2006/relationships/image" Target="../media/image540.png"/><Relationship Id="rId168" Type="http://schemas.openxmlformats.org/officeDocument/2006/relationships/customXml" Target="../ink/ink496.xml"/><Relationship Id="rId312" Type="http://schemas.openxmlformats.org/officeDocument/2006/relationships/customXml" Target="../ink/ink567.xml"/><Relationship Id="rId333" Type="http://schemas.openxmlformats.org/officeDocument/2006/relationships/image" Target="../media/image649.png"/><Relationship Id="rId354" Type="http://schemas.openxmlformats.org/officeDocument/2006/relationships/customXml" Target="../ink/ink588.xml"/><Relationship Id="rId51" Type="http://schemas.openxmlformats.org/officeDocument/2006/relationships/image" Target="../media/image513.png"/><Relationship Id="rId93" Type="http://schemas.openxmlformats.org/officeDocument/2006/relationships/image" Target="../media/image534.png"/><Relationship Id="rId189" Type="http://schemas.openxmlformats.org/officeDocument/2006/relationships/image" Target="../media/image581.png"/><Relationship Id="rId375" Type="http://schemas.openxmlformats.org/officeDocument/2006/relationships/image" Target="../media/image669.png"/><Relationship Id="rId396" Type="http://schemas.openxmlformats.org/officeDocument/2006/relationships/customXml" Target="../ink/ink607.xml"/><Relationship Id="rId3" Type="http://schemas.openxmlformats.org/officeDocument/2006/relationships/image" Target="../media/image489.png"/><Relationship Id="rId214" Type="http://schemas.openxmlformats.org/officeDocument/2006/relationships/customXml" Target="../ink/ink519.xml"/><Relationship Id="rId235" Type="http://schemas.openxmlformats.org/officeDocument/2006/relationships/customXml" Target="../ink/ink530.xml"/><Relationship Id="rId277" Type="http://schemas.openxmlformats.org/officeDocument/2006/relationships/image" Target="../media/image622.png"/><Relationship Id="rId298" Type="http://schemas.openxmlformats.org/officeDocument/2006/relationships/customXml" Target="../ink/ink560.xml"/><Relationship Id="rId400" Type="http://schemas.openxmlformats.org/officeDocument/2006/relationships/customXml" Target="../ink/ink609.xml"/><Relationship Id="rId421" Type="http://schemas.openxmlformats.org/officeDocument/2006/relationships/image" Target="../media/image692.png"/><Relationship Id="rId442" Type="http://schemas.openxmlformats.org/officeDocument/2006/relationships/customXml" Target="../ink/ink631.xml"/><Relationship Id="rId463" Type="http://schemas.openxmlformats.org/officeDocument/2006/relationships/image" Target="../media/image712.png"/><Relationship Id="rId484" Type="http://schemas.openxmlformats.org/officeDocument/2006/relationships/customXml" Target="../ink/ink652.xml"/><Relationship Id="rId116" Type="http://schemas.openxmlformats.org/officeDocument/2006/relationships/customXml" Target="../ink/ink488.xml"/><Relationship Id="rId302" Type="http://schemas.openxmlformats.org/officeDocument/2006/relationships/customXml" Target="../ink/ink562.xml"/><Relationship Id="rId323" Type="http://schemas.openxmlformats.org/officeDocument/2006/relationships/image" Target="../media/image644.png"/><Relationship Id="rId344" Type="http://schemas.openxmlformats.org/officeDocument/2006/relationships/customXml" Target="../ink/ink583.xml"/><Relationship Id="rId20" Type="http://schemas.openxmlformats.org/officeDocument/2006/relationships/customXml" Target="../ink/ink446.xml"/><Relationship Id="rId41" Type="http://schemas.openxmlformats.org/officeDocument/2006/relationships/image" Target="../media/image508.png"/><Relationship Id="rId62" Type="http://schemas.openxmlformats.org/officeDocument/2006/relationships/customXml" Target="../ink/ink467.xml"/><Relationship Id="rId83" Type="http://schemas.openxmlformats.org/officeDocument/2006/relationships/image" Target="../media/image529.png"/><Relationship Id="rId179" Type="http://schemas.openxmlformats.org/officeDocument/2006/relationships/image" Target="../media/image576.png"/><Relationship Id="rId365" Type="http://schemas.openxmlformats.org/officeDocument/2006/relationships/image" Target="../media/image664.png"/><Relationship Id="rId386" Type="http://schemas.openxmlformats.org/officeDocument/2006/relationships/customXml" Target="../ink/ink604.xml"/><Relationship Id="rId190" Type="http://schemas.openxmlformats.org/officeDocument/2006/relationships/customXml" Target="../ink/ink507.xml"/><Relationship Id="rId204" Type="http://schemas.openxmlformats.org/officeDocument/2006/relationships/customXml" Target="../ink/ink514.xml"/><Relationship Id="rId225" Type="http://schemas.openxmlformats.org/officeDocument/2006/relationships/customXml" Target="../ink/ink525.xml"/><Relationship Id="rId246" Type="http://schemas.openxmlformats.org/officeDocument/2006/relationships/image" Target="../media/image609.png"/><Relationship Id="rId267" Type="http://schemas.openxmlformats.org/officeDocument/2006/relationships/image" Target="../media/image617.png"/><Relationship Id="rId288" Type="http://schemas.openxmlformats.org/officeDocument/2006/relationships/customXml" Target="../ink/ink554.xml"/><Relationship Id="rId411" Type="http://schemas.openxmlformats.org/officeDocument/2006/relationships/image" Target="../media/image687.png"/><Relationship Id="rId432" Type="http://schemas.openxmlformats.org/officeDocument/2006/relationships/customXml" Target="../ink/ink626.xml"/><Relationship Id="rId453" Type="http://schemas.openxmlformats.org/officeDocument/2006/relationships/image" Target="../media/image707.png"/><Relationship Id="rId474" Type="http://schemas.openxmlformats.org/officeDocument/2006/relationships/customXml" Target="../ink/ink647.xml"/><Relationship Id="rId106" Type="http://schemas.openxmlformats.org/officeDocument/2006/relationships/customXml" Target="../ink/ink483.xml"/><Relationship Id="rId313" Type="http://schemas.openxmlformats.org/officeDocument/2006/relationships/image" Target="../media/image639.png"/><Relationship Id="rId10" Type="http://schemas.openxmlformats.org/officeDocument/2006/relationships/customXml" Target="../ink/ink441.xml"/><Relationship Id="rId31" Type="http://schemas.openxmlformats.org/officeDocument/2006/relationships/image" Target="../media/image503.png"/><Relationship Id="rId52" Type="http://schemas.openxmlformats.org/officeDocument/2006/relationships/customXml" Target="../ink/ink462.xml"/><Relationship Id="rId94" Type="http://schemas.openxmlformats.org/officeDocument/2006/relationships/customXml" Target="../ink/ink477.xml"/><Relationship Id="rId169" Type="http://schemas.openxmlformats.org/officeDocument/2006/relationships/image" Target="../media/image571.png"/><Relationship Id="rId334" Type="http://schemas.openxmlformats.org/officeDocument/2006/relationships/customXml" Target="../ink/ink578.xml"/><Relationship Id="rId355" Type="http://schemas.openxmlformats.org/officeDocument/2006/relationships/image" Target="../media/image660.png"/><Relationship Id="rId376" Type="http://schemas.openxmlformats.org/officeDocument/2006/relationships/customXml" Target="../ink/ink599.xml"/><Relationship Id="rId397" Type="http://schemas.openxmlformats.org/officeDocument/2006/relationships/image" Target="../media/image680.png"/><Relationship Id="rId4" Type="http://schemas.openxmlformats.org/officeDocument/2006/relationships/customXml" Target="../ink/ink438.xml"/><Relationship Id="rId180" Type="http://schemas.openxmlformats.org/officeDocument/2006/relationships/customXml" Target="../ink/ink502.xml"/><Relationship Id="rId215" Type="http://schemas.openxmlformats.org/officeDocument/2006/relationships/image" Target="../media/image594.png"/><Relationship Id="rId236" Type="http://schemas.openxmlformats.org/officeDocument/2006/relationships/image" Target="../media/image604.png"/><Relationship Id="rId278" Type="http://schemas.openxmlformats.org/officeDocument/2006/relationships/customXml" Target="../ink/ink549.xml"/><Relationship Id="rId401" Type="http://schemas.openxmlformats.org/officeDocument/2006/relationships/image" Target="../media/image682.png"/><Relationship Id="rId422" Type="http://schemas.openxmlformats.org/officeDocument/2006/relationships/customXml" Target="../ink/ink620.xml"/><Relationship Id="rId443" Type="http://schemas.openxmlformats.org/officeDocument/2006/relationships/image" Target="../media/image702.png"/><Relationship Id="rId464" Type="http://schemas.openxmlformats.org/officeDocument/2006/relationships/customXml" Target="../ink/ink642.xml"/><Relationship Id="rId303" Type="http://schemas.openxmlformats.org/officeDocument/2006/relationships/image" Target="../media/image634.png"/><Relationship Id="rId485" Type="http://schemas.openxmlformats.org/officeDocument/2006/relationships/image" Target="../media/image1760.png"/><Relationship Id="rId42" Type="http://schemas.openxmlformats.org/officeDocument/2006/relationships/customXml" Target="../ink/ink457.xml"/><Relationship Id="rId84" Type="http://schemas.openxmlformats.org/officeDocument/2006/relationships/customXml" Target="../ink/ink472.xml"/><Relationship Id="rId345" Type="http://schemas.openxmlformats.org/officeDocument/2006/relationships/image" Target="../media/image655.png"/><Relationship Id="rId191" Type="http://schemas.openxmlformats.org/officeDocument/2006/relationships/image" Target="../media/image582.png"/><Relationship Id="rId205" Type="http://schemas.openxmlformats.org/officeDocument/2006/relationships/image" Target="../media/image589.png"/><Relationship Id="rId247" Type="http://schemas.openxmlformats.org/officeDocument/2006/relationships/customXml" Target="../ink/ink536.xml"/><Relationship Id="rId412" Type="http://schemas.openxmlformats.org/officeDocument/2006/relationships/customXml" Target="../ink/ink615.xml"/><Relationship Id="rId107" Type="http://schemas.openxmlformats.org/officeDocument/2006/relationships/image" Target="../media/image541.png"/><Relationship Id="rId289" Type="http://schemas.openxmlformats.org/officeDocument/2006/relationships/image" Target="../media/image628.png"/><Relationship Id="rId454" Type="http://schemas.openxmlformats.org/officeDocument/2006/relationships/customXml" Target="../ink/ink637.xml"/><Relationship Id="rId11" Type="http://schemas.openxmlformats.org/officeDocument/2006/relationships/image" Target="../media/image493.png"/><Relationship Id="rId53" Type="http://schemas.openxmlformats.org/officeDocument/2006/relationships/image" Target="../media/image514.png"/><Relationship Id="rId314" Type="http://schemas.openxmlformats.org/officeDocument/2006/relationships/customXml" Target="../ink/ink568.xml"/><Relationship Id="rId356" Type="http://schemas.openxmlformats.org/officeDocument/2006/relationships/customXml" Target="../ink/ink589.xml"/><Relationship Id="rId398" Type="http://schemas.openxmlformats.org/officeDocument/2006/relationships/customXml" Target="../ink/ink608.xml"/><Relationship Id="rId95" Type="http://schemas.openxmlformats.org/officeDocument/2006/relationships/image" Target="../media/image535.png"/><Relationship Id="rId160" Type="http://schemas.openxmlformats.org/officeDocument/2006/relationships/customXml" Target="../ink/ink493.xml"/><Relationship Id="rId216" Type="http://schemas.openxmlformats.org/officeDocument/2006/relationships/customXml" Target="../ink/ink520.xml"/><Relationship Id="rId423" Type="http://schemas.openxmlformats.org/officeDocument/2006/relationships/image" Target="../media/image693.png"/><Relationship Id="rId465" Type="http://schemas.openxmlformats.org/officeDocument/2006/relationships/image" Target="../media/image713.png"/><Relationship Id="rId22" Type="http://schemas.openxmlformats.org/officeDocument/2006/relationships/customXml" Target="../ink/ink447.xml"/><Relationship Id="rId118" Type="http://schemas.openxmlformats.org/officeDocument/2006/relationships/customXml" Target="../ink/ink489.xml"/><Relationship Id="rId325" Type="http://schemas.openxmlformats.org/officeDocument/2006/relationships/image" Target="../media/image645.png"/><Relationship Id="rId367" Type="http://schemas.openxmlformats.org/officeDocument/2006/relationships/image" Target="../media/image665.png"/><Relationship Id="rId171" Type="http://schemas.openxmlformats.org/officeDocument/2006/relationships/image" Target="../media/image572.png"/><Relationship Id="rId227" Type="http://schemas.openxmlformats.org/officeDocument/2006/relationships/customXml" Target="../ink/ink526.xml"/><Relationship Id="rId269" Type="http://schemas.openxmlformats.org/officeDocument/2006/relationships/image" Target="../media/image618.png"/><Relationship Id="rId434" Type="http://schemas.openxmlformats.org/officeDocument/2006/relationships/customXml" Target="../ink/ink627.xml"/><Relationship Id="rId476" Type="http://schemas.openxmlformats.org/officeDocument/2006/relationships/customXml" Target="../ink/ink648.xml"/><Relationship Id="rId33" Type="http://schemas.openxmlformats.org/officeDocument/2006/relationships/image" Target="../media/image504.png"/><Relationship Id="rId280" Type="http://schemas.openxmlformats.org/officeDocument/2006/relationships/customXml" Target="../ink/ink550.xml"/><Relationship Id="rId336" Type="http://schemas.openxmlformats.org/officeDocument/2006/relationships/customXml" Target="../ink/ink579.xml"/><Relationship Id="rId75" Type="http://schemas.openxmlformats.org/officeDocument/2006/relationships/image" Target="../media/image525.png"/><Relationship Id="rId182" Type="http://schemas.openxmlformats.org/officeDocument/2006/relationships/customXml" Target="../ink/ink503.xml"/><Relationship Id="rId378" Type="http://schemas.openxmlformats.org/officeDocument/2006/relationships/customXml" Target="../ink/ink600.xml"/><Relationship Id="rId403" Type="http://schemas.openxmlformats.org/officeDocument/2006/relationships/image" Target="../media/image683.png"/><Relationship Id="rId6" Type="http://schemas.openxmlformats.org/officeDocument/2006/relationships/customXml" Target="../ink/ink439.xml"/><Relationship Id="rId238" Type="http://schemas.openxmlformats.org/officeDocument/2006/relationships/image" Target="../media/image605.png"/><Relationship Id="rId445" Type="http://schemas.openxmlformats.org/officeDocument/2006/relationships/image" Target="../media/image703.png"/><Relationship Id="rId487" Type="http://schemas.openxmlformats.org/officeDocument/2006/relationships/image" Target="../media/image1770.png"/><Relationship Id="rId291" Type="http://schemas.openxmlformats.org/officeDocument/2006/relationships/image" Target="../media/image629.png"/><Relationship Id="rId305" Type="http://schemas.openxmlformats.org/officeDocument/2006/relationships/image" Target="../media/image635.png"/><Relationship Id="rId347" Type="http://schemas.openxmlformats.org/officeDocument/2006/relationships/image" Target="../media/image656.png"/><Relationship Id="rId44" Type="http://schemas.openxmlformats.org/officeDocument/2006/relationships/customXml" Target="../ink/ink458.xml"/><Relationship Id="rId86" Type="http://schemas.openxmlformats.org/officeDocument/2006/relationships/customXml" Target="../ink/ink473.xml"/><Relationship Id="rId151" Type="http://schemas.openxmlformats.org/officeDocument/2006/relationships/image" Target="../media/image563.png"/><Relationship Id="rId193" Type="http://schemas.openxmlformats.org/officeDocument/2006/relationships/image" Target="../media/image583.png"/><Relationship Id="rId207" Type="http://schemas.openxmlformats.org/officeDocument/2006/relationships/image" Target="../media/image590.png"/><Relationship Id="rId249" Type="http://schemas.openxmlformats.org/officeDocument/2006/relationships/customXml" Target="../ink/ink538.xml"/><Relationship Id="rId414" Type="http://schemas.openxmlformats.org/officeDocument/2006/relationships/customXml" Target="../ink/ink616.xml"/><Relationship Id="rId456" Type="http://schemas.openxmlformats.org/officeDocument/2006/relationships/customXml" Target="../ink/ink638.xml"/><Relationship Id="rId13" Type="http://schemas.openxmlformats.org/officeDocument/2006/relationships/image" Target="../media/image494.png"/><Relationship Id="rId109" Type="http://schemas.openxmlformats.org/officeDocument/2006/relationships/image" Target="../media/image542.png"/><Relationship Id="rId260" Type="http://schemas.openxmlformats.org/officeDocument/2006/relationships/image" Target="../media/image615.png"/><Relationship Id="rId316" Type="http://schemas.openxmlformats.org/officeDocument/2006/relationships/customXml" Target="../ink/ink569.xml"/><Relationship Id="rId55" Type="http://schemas.openxmlformats.org/officeDocument/2006/relationships/image" Target="../media/image515.png"/><Relationship Id="rId97" Type="http://schemas.openxmlformats.org/officeDocument/2006/relationships/image" Target="../media/image536.png"/><Relationship Id="rId358" Type="http://schemas.openxmlformats.org/officeDocument/2006/relationships/customXml" Target="../ink/ink590.xml"/><Relationship Id="rId218" Type="http://schemas.openxmlformats.org/officeDocument/2006/relationships/customXml" Target="../ink/ink521.xml"/><Relationship Id="rId425" Type="http://schemas.openxmlformats.org/officeDocument/2006/relationships/image" Target="../media/image694.png"/><Relationship Id="rId467" Type="http://schemas.openxmlformats.org/officeDocument/2006/relationships/image" Target="../media/image714.png"/><Relationship Id="rId24" Type="http://schemas.openxmlformats.org/officeDocument/2006/relationships/customXml" Target="../ink/ink448.xml"/><Relationship Id="rId327" Type="http://schemas.openxmlformats.org/officeDocument/2006/relationships/image" Target="../media/image646.png"/><Relationship Id="rId369" Type="http://schemas.openxmlformats.org/officeDocument/2006/relationships/image" Target="../media/image666.png"/><Relationship Id="rId173" Type="http://schemas.openxmlformats.org/officeDocument/2006/relationships/image" Target="../media/image573.png"/><Relationship Id="rId229" Type="http://schemas.openxmlformats.org/officeDocument/2006/relationships/customXml" Target="../ink/ink527.xml"/><Relationship Id="rId380" Type="http://schemas.openxmlformats.org/officeDocument/2006/relationships/customXml" Target="../ink/ink601.xml"/><Relationship Id="rId436" Type="http://schemas.openxmlformats.org/officeDocument/2006/relationships/customXml" Target="../ink/ink628.xml"/><Relationship Id="rId240" Type="http://schemas.openxmlformats.org/officeDocument/2006/relationships/image" Target="../media/image606.png"/><Relationship Id="rId478" Type="http://schemas.openxmlformats.org/officeDocument/2006/relationships/customXml" Target="../ink/ink649.xml"/><Relationship Id="rId35" Type="http://schemas.openxmlformats.org/officeDocument/2006/relationships/image" Target="../media/image505.png"/><Relationship Id="rId77" Type="http://schemas.openxmlformats.org/officeDocument/2006/relationships/image" Target="../media/image526.png"/><Relationship Id="rId100" Type="http://schemas.openxmlformats.org/officeDocument/2006/relationships/customXml" Target="../ink/ink480.xml"/><Relationship Id="rId282" Type="http://schemas.openxmlformats.org/officeDocument/2006/relationships/customXml" Target="../ink/ink551.xml"/><Relationship Id="rId338" Type="http://schemas.openxmlformats.org/officeDocument/2006/relationships/customXml" Target="../ink/ink580.xml"/><Relationship Id="rId8" Type="http://schemas.openxmlformats.org/officeDocument/2006/relationships/customXml" Target="../ink/ink440.xml"/><Relationship Id="rId184" Type="http://schemas.openxmlformats.org/officeDocument/2006/relationships/customXml" Target="../ink/ink504.xml"/><Relationship Id="rId391" Type="http://schemas.openxmlformats.org/officeDocument/2006/relationships/image" Target="../media/image677.png"/><Relationship Id="rId405" Type="http://schemas.openxmlformats.org/officeDocument/2006/relationships/image" Target="../media/image684.png"/><Relationship Id="rId447" Type="http://schemas.openxmlformats.org/officeDocument/2006/relationships/image" Target="../media/image704.png"/><Relationship Id="rId251" Type="http://schemas.openxmlformats.org/officeDocument/2006/relationships/customXml" Target="../ink/ink539.xml"/><Relationship Id="rId489" Type="http://schemas.openxmlformats.org/officeDocument/2006/relationships/image" Target="../media/image1780.png"/><Relationship Id="rId46" Type="http://schemas.openxmlformats.org/officeDocument/2006/relationships/customXml" Target="../ink/ink459.xml"/><Relationship Id="rId293" Type="http://schemas.openxmlformats.org/officeDocument/2006/relationships/customXml" Target="../ink/ink557.xml"/><Relationship Id="rId307" Type="http://schemas.openxmlformats.org/officeDocument/2006/relationships/image" Target="../media/image636.png"/><Relationship Id="rId349" Type="http://schemas.openxmlformats.org/officeDocument/2006/relationships/image" Target="../media/image657.png"/><Relationship Id="rId88" Type="http://schemas.openxmlformats.org/officeDocument/2006/relationships/customXml" Target="../ink/ink474.xml"/><Relationship Id="rId111" Type="http://schemas.openxmlformats.org/officeDocument/2006/relationships/image" Target="../media/image543.png"/><Relationship Id="rId153" Type="http://schemas.openxmlformats.org/officeDocument/2006/relationships/image" Target="../media/image564.png"/><Relationship Id="rId195" Type="http://schemas.openxmlformats.org/officeDocument/2006/relationships/image" Target="../media/image584.png"/><Relationship Id="rId209" Type="http://schemas.openxmlformats.org/officeDocument/2006/relationships/image" Target="../media/image591.png"/><Relationship Id="rId360" Type="http://schemas.openxmlformats.org/officeDocument/2006/relationships/customXml" Target="../ink/ink591.xml"/><Relationship Id="rId416" Type="http://schemas.openxmlformats.org/officeDocument/2006/relationships/customXml" Target="../ink/ink617.xml"/><Relationship Id="rId220" Type="http://schemas.openxmlformats.org/officeDocument/2006/relationships/customXml" Target="../ink/ink522.xml"/><Relationship Id="rId458" Type="http://schemas.openxmlformats.org/officeDocument/2006/relationships/customXml" Target="../ink/ink639.xml"/><Relationship Id="rId15" Type="http://schemas.openxmlformats.org/officeDocument/2006/relationships/image" Target="../media/image495.png"/><Relationship Id="rId57" Type="http://schemas.openxmlformats.org/officeDocument/2006/relationships/image" Target="../media/image516.png"/><Relationship Id="rId262" Type="http://schemas.openxmlformats.org/officeDocument/2006/relationships/image" Target="../media/image616.png"/><Relationship Id="rId318" Type="http://schemas.openxmlformats.org/officeDocument/2006/relationships/customXml" Target="../ink/ink570.xml"/><Relationship Id="rId99" Type="http://schemas.openxmlformats.org/officeDocument/2006/relationships/image" Target="../media/image537.png"/><Relationship Id="rId164" Type="http://schemas.openxmlformats.org/officeDocument/2006/relationships/customXml" Target="../ink/ink494.xml"/><Relationship Id="rId371" Type="http://schemas.openxmlformats.org/officeDocument/2006/relationships/image" Target="../media/image667.png"/><Relationship Id="rId427" Type="http://schemas.openxmlformats.org/officeDocument/2006/relationships/image" Target="../media/image695.png"/><Relationship Id="rId469" Type="http://schemas.openxmlformats.org/officeDocument/2006/relationships/image" Target="../media/image715.png"/><Relationship Id="rId26" Type="http://schemas.openxmlformats.org/officeDocument/2006/relationships/customXml" Target="../ink/ink449.xml"/><Relationship Id="rId231" Type="http://schemas.openxmlformats.org/officeDocument/2006/relationships/customXml" Target="../ink/ink528.xml"/><Relationship Id="rId329" Type="http://schemas.openxmlformats.org/officeDocument/2006/relationships/image" Target="../media/image647.png"/><Relationship Id="rId480" Type="http://schemas.openxmlformats.org/officeDocument/2006/relationships/customXml" Target="../ink/ink650.xml"/><Relationship Id="rId175" Type="http://schemas.openxmlformats.org/officeDocument/2006/relationships/image" Target="../media/image574.png"/><Relationship Id="rId340" Type="http://schemas.openxmlformats.org/officeDocument/2006/relationships/customXml" Target="../ink/ink581.xml"/><Relationship Id="rId200" Type="http://schemas.openxmlformats.org/officeDocument/2006/relationships/customXml" Target="../ink/ink512.xml"/><Relationship Id="rId382" Type="http://schemas.openxmlformats.org/officeDocument/2006/relationships/customXml" Target="../ink/ink602.xml"/><Relationship Id="rId438" Type="http://schemas.openxmlformats.org/officeDocument/2006/relationships/customXml" Target="../ink/ink629.xml"/><Relationship Id="rId242" Type="http://schemas.openxmlformats.org/officeDocument/2006/relationships/image" Target="../media/image607.png"/><Relationship Id="rId284" Type="http://schemas.openxmlformats.org/officeDocument/2006/relationships/customXml" Target="../ink/ink552.xml"/><Relationship Id="rId491" Type="http://schemas.openxmlformats.org/officeDocument/2006/relationships/image" Target="../media/image1790.png"/><Relationship Id="rId37" Type="http://schemas.openxmlformats.org/officeDocument/2006/relationships/image" Target="../media/image506.png"/><Relationship Id="rId79" Type="http://schemas.openxmlformats.org/officeDocument/2006/relationships/image" Target="../media/image527.png"/><Relationship Id="rId102" Type="http://schemas.openxmlformats.org/officeDocument/2006/relationships/customXml" Target="../ink/ink481.xml"/><Relationship Id="rId90" Type="http://schemas.openxmlformats.org/officeDocument/2006/relationships/customXml" Target="../ink/ink475.xml"/><Relationship Id="rId186" Type="http://schemas.openxmlformats.org/officeDocument/2006/relationships/customXml" Target="../ink/ink505.xml"/><Relationship Id="rId351" Type="http://schemas.openxmlformats.org/officeDocument/2006/relationships/image" Target="../media/image658.png"/><Relationship Id="rId393" Type="http://schemas.openxmlformats.org/officeDocument/2006/relationships/image" Target="../media/image678.png"/><Relationship Id="rId407" Type="http://schemas.openxmlformats.org/officeDocument/2006/relationships/image" Target="../media/image685.png"/><Relationship Id="rId449" Type="http://schemas.openxmlformats.org/officeDocument/2006/relationships/image" Target="../media/image705.png"/><Relationship Id="rId211" Type="http://schemas.openxmlformats.org/officeDocument/2006/relationships/image" Target="../media/image592.png"/><Relationship Id="rId253" Type="http://schemas.openxmlformats.org/officeDocument/2006/relationships/customXml" Target="../ink/ink540.xml"/><Relationship Id="rId295" Type="http://schemas.openxmlformats.org/officeDocument/2006/relationships/image" Target="../media/image630.png"/><Relationship Id="rId309" Type="http://schemas.openxmlformats.org/officeDocument/2006/relationships/image" Target="../media/image637.png"/><Relationship Id="rId460" Type="http://schemas.openxmlformats.org/officeDocument/2006/relationships/customXml" Target="../ink/ink640.xml"/><Relationship Id="rId48" Type="http://schemas.openxmlformats.org/officeDocument/2006/relationships/customXml" Target="../ink/ink460.xml"/><Relationship Id="rId113" Type="http://schemas.openxmlformats.org/officeDocument/2006/relationships/image" Target="../media/image544.png"/><Relationship Id="rId320" Type="http://schemas.openxmlformats.org/officeDocument/2006/relationships/customXml" Target="../ink/ink571.xml"/><Relationship Id="rId155" Type="http://schemas.openxmlformats.org/officeDocument/2006/relationships/image" Target="../media/image565.png"/><Relationship Id="rId197" Type="http://schemas.openxmlformats.org/officeDocument/2006/relationships/image" Target="../media/image585.png"/><Relationship Id="rId362" Type="http://schemas.openxmlformats.org/officeDocument/2006/relationships/customXml" Target="../ink/ink592.xml"/><Relationship Id="rId418" Type="http://schemas.openxmlformats.org/officeDocument/2006/relationships/customXml" Target="../ink/ink618.xml"/><Relationship Id="rId222" Type="http://schemas.openxmlformats.org/officeDocument/2006/relationships/customXml" Target="../ink/ink523.xml"/><Relationship Id="rId264" Type="http://schemas.openxmlformats.org/officeDocument/2006/relationships/customXml" Target="../ink/ink544.xml"/><Relationship Id="rId471" Type="http://schemas.openxmlformats.org/officeDocument/2006/relationships/image" Target="../media/image716.png"/><Relationship Id="rId17" Type="http://schemas.openxmlformats.org/officeDocument/2006/relationships/image" Target="../media/image496.png"/><Relationship Id="rId59" Type="http://schemas.openxmlformats.org/officeDocument/2006/relationships/image" Target="../media/image517.png"/><Relationship Id="rId166" Type="http://schemas.openxmlformats.org/officeDocument/2006/relationships/customXml" Target="../ink/ink495.xml"/><Relationship Id="rId331" Type="http://schemas.openxmlformats.org/officeDocument/2006/relationships/image" Target="../media/image648.png"/><Relationship Id="rId373" Type="http://schemas.openxmlformats.org/officeDocument/2006/relationships/image" Target="../media/image668.png"/><Relationship Id="rId429" Type="http://schemas.openxmlformats.org/officeDocument/2006/relationships/customXml" Target="../ink/ink624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529.xml"/><Relationship Id="rId440" Type="http://schemas.openxmlformats.org/officeDocument/2006/relationships/customXml" Target="../ink/ink6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3.png"/><Relationship Id="rId671" Type="http://schemas.openxmlformats.org/officeDocument/2006/relationships/image" Target="../media/image974.png"/><Relationship Id="rId21" Type="http://schemas.openxmlformats.org/officeDocument/2006/relationships/customXml" Target="../ink/ink666.xml"/><Relationship Id="rId324" Type="http://schemas.openxmlformats.org/officeDocument/2006/relationships/customXml" Target="../ink/ink819.xml"/><Relationship Id="rId531" Type="http://schemas.openxmlformats.org/officeDocument/2006/relationships/customXml" Target="../ink/ink923.xml"/><Relationship Id="rId629" Type="http://schemas.openxmlformats.org/officeDocument/2006/relationships/image" Target="../media/image953.png"/><Relationship Id="rId170" Type="http://schemas.openxmlformats.org/officeDocument/2006/relationships/customXml" Target="../ink/ink742.xml"/><Relationship Id="rId268" Type="http://schemas.openxmlformats.org/officeDocument/2006/relationships/customXml" Target="../ink/ink791.xml"/><Relationship Id="rId475" Type="http://schemas.openxmlformats.org/officeDocument/2006/relationships/customXml" Target="../ink/ink895.xml"/><Relationship Id="rId682" Type="http://schemas.openxmlformats.org/officeDocument/2006/relationships/image" Target="../media/image979.png"/><Relationship Id="rId32" Type="http://schemas.openxmlformats.org/officeDocument/2006/relationships/image" Target="../media/image223.png"/><Relationship Id="rId128" Type="http://schemas.openxmlformats.org/officeDocument/2006/relationships/customXml" Target="../ink/ink721.xml"/><Relationship Id="rId335" Type="http://schemas.openxmlformats.org/officeDocument/2006/relationships/image" Target="../media/image806.png"/><Relationship Id="rId542" Type="http://schemas.openxmlformats.org/officeDocument/2006/relationships/image" Target="../media/image909.png"/><Relationship Id="rId181" Type="http://schemas.openxmlformats.org/officeDocument/2006/relationships/image" Target="../media/image729.png"/><Relationship Id="rId402" Type="http://schemas.openxmlformats.org/officeDocument/2006/relationships/image" Target="../media/image839.png"/><Relationship Id="rId279" Type="http://schemas.openxmlformats.org/officeDocument/2006/relationships/image" Target="../media/image778.png"/><Relationship Id="rId486" Type="http://schemas.openxmlformats.org/officeDocument/2006/relationships/image" Target="../media/image881.png"/><Relationship Id="rId43" Type="http://schemas.openxmlformats.org/officeDocument/2006/relationships/customXml" Target="../ink/ink677.xml"/><Relationship Id="rId139" Type="http://schemas.openxmlformats.org/officeDocument/2006/relationships/image" Target="../media/image556.png"/><Relationship Id="rId346" Type="http://schemas.openxmlformats.org/officeDocument/2006/relationships/customXml" Target="../ink/ink830.xml"/><Relationship Id="rId553" Type="http://schemas.openxmlformats.org/officeDocument/2006/relationships/customXml" Target="../ink/ink934.xml"/><Relationship Id="rId192" Type="http://schemas.openxmlformats.org/officeDocument/2006/relationships/customXml" Target="../ink/ink753.xml"/><Relationship Id="rId206" Type="http://schemas.openxmlformats.org/officeDocument/2006/relationships/customXml" Target="../ink/ink760.xml"/><Relationship Id="rId413" Type="http://schemas.openxmlformats.org/officeDocument/2006/relationships/customXml" Target="../ink/ink864.xml"/><Relationship Id="rId497" Type="http://schemas.openxmlformats.org/officeDocument/2006/relationships/customXml" Target="../ink/ink906.xml"/><Relationship Id="rId620" Type="http://schemas.openxmlformats.org/officeDocument/2006/relationships/customXml" Target="../ink/ink967.xml"/><Relationship Id="rId357" Type="http://schemas.openxmlformats.org/officeDocument/2006/relationships/image" Target="../media/image817.png"/><Relationship Id="rId54" Type="http://schemas.openxmlformats.org/officeDocument/2006/relationships/customXml" Target="../ink/ink683.xml"/><Relationship Id="rId217" Type="http://schemas.openxmlformats.org/officeDocument/2006/relationships/image" Target="../media/image747.png"/><Relationship Id="rId564" Type="http://schemas.openxmlformats.org/officeDocument/2006/relationships/customXml" Target="../ink/ink939.xml"/><Relationship Id="rId424" Type="http://schemas.openxmlformats.org/officeDocument/2006/relationships/image" Target="../media/image850.png"/><Relationship Id="rId631" Type="http://schemas.openxmlformats.org/officeDocument/2006/relationships/image" Target="../media/image954.png"/><Relationship Id="rId270" Type="http://schemas.openxmlformats.org/officeDocument/2006/relationships/customXml" Target="../ink/ink792.xml"/><Relationship Id="rId65" Type="http://schemas.openxmlformats.org/officeDocument/2006/relationships/image" Target="../media/image239.png"/><Relationship Id="rId130" Type="http://schemas.openxmlformats.org/officeDocument/2006/relationships/customXml" Target="../ink/ink722.xml"/><Relationship Id="rId368" Type="http://schemas.openxmlformats.org/officeDocument/2006/relationships/image" Target="../media/image822.png"/><Relationship Id="rId575" Type="http://schemas.openxmlformats.org/officeDocument/2006/relationships/image" Target="../media/image926.png"/><Relationship Id="rId228" Type="http://schemas.openxmlformats.org/officeDocument/2006/relationships/customXml" Target="../ink/ink771.xml"/><Relationship Id="rId435" Type="http://schemas.openxmlformats.org/officeDocument/2006/relationships/customXml" Target="../ink/ink875.xml"/><Relationship Id="rId642" Type="http://schemas.openxmlformats.org/officeDocument/2006/relationships/customXml" Target="../ink/ink978.xml"/><Relationship Id="rId281" Type="http://schemas.openxmlformats.org/officeDocument/2006/relationships/image" Target="../media/image779.png"/><Relationship Id="rId502" Type="http://schemas.openxmlformats.org/officeDocument/2006/relationships/image" Target="../media/image889.png"/><Relationship Id="rId76" Type="http://schemas.openxmlformats.org/officeDocument/2006/relationships/image" Target="../media/image244.png"/><Relationship Id="rId141" Type="http://schemas.openxmlformats.org/officeDocument/2006/relationships/image" Target="../media/image557.png"/><Relationship Id="rId379" Type="http://schemas.openxmlformats.org/officeDocument/2006/relationships/customXml" Target="../ink/ink847.xml"/><Relationship Id="rId586" Type="http://schemas.openxmlformats.org/officeDocument/2006/relationships/customXml" Target="../ink/ink950.xml"/><Relationship Id="rId7" Type="http://schemas.openxmlformats.org/officeDocument/2006/relationships/customXml" Target="../ink/ink659.xml"/><Relationship Id="rId239" Type="http://schemas.openxmlformats.org/officeDocument/2006/relationships/image" Target="../media/image758.png"/><Relationship Id="rId446" Type="http://schemas.openxmlformats.org/officeDocument/2006/relationships/image" Target="../media/image861.png"/><Relationship Id="rId653" Type="http://schemas.openxmlformats.org/officeDocument/2006/relationships/image" Target="../media/image965.png"/><Relationship Id="rId292" Type="http://schemas.openxmlformats.org/officeDocument/2006/relationships/customXml" Target="../ink/ink803.xml"/><Relationship Id="rId306" Type="http://schemas.openxmlformats.org/officeDocument/2006/relationships/customXml" Target="../ink/ink810.xml"/><Relationship Id="rId87" Type="http://schemas.openxmlformats.org/officeDocument/2006/relationships/customXml" Target="../ink/ink700.xml"/><Relationship Id="rId513" Type="http://schemas.openxmlformats.org/officeDocument/2006/relationships/customXml" Target="../ink/ink914.xml"/><Relationship Id="rId597" Type="http://schemas.openxmlformats.org/officeDocument/2006/relationships/image" Target="../media/image937.png"/><Relationship Id="rId152" Type="http://schemas.openxmlformats.org/officeDocument/2006/relationships/customXml" Target="../ink/ink733.xml"/><Relationship Id="rId457" Type="http://schemas.openxmlformats.org/officeDocument/2006/relationships/customXml" Target="../ink/ink886.xml"/><Relationship Id="rId664" Type="http://schemas.openxmlformats.org/officeDocument/2006/relationships/customXml" Target="../ink/ink989.xml"/><Relationship Id="rId14" Type="http://schemas.openxmlformats.org/officeDocument/2006/relationships/image" Target="../media/image214.png"/><Relationship Id="rId317" Type="http://schemas.openxmlformats.org/officeDocument/2006/relationships/image" Target="../media/image797.png"/><Relationship Id="rId524" Type="http://schemas.openxmlformats.org/officeDocument/2006/relationships/image" Target="../media/image900.png"/><Relationship Id="rId98" Type="http://schemas.openxmlformats.org/officeDocument/2006/relationships/image" Target="../media/image255.png"/><Relationship Id="rId163" Type="http://schemas.openxmlformats.org/officeDocument/2006/relationships/image" Target="../media/image620.png"/><Relationship Id="rId370" Type="http://schemas.openxmlformats.org/officeDocument/2006/relationships/image" Target="../media/image823.png"/><Relationship Id="rId230" Type="http://schemas.openxmlformats.org/officeDocument/2006/relationships/customXml" Target="../ink/ink772.xml"/><Relationship Id="rId468" Type="http://schemas.openxmlformats.org/officeDocument/2006/relationships/image" Target="../media/image872.png"/><Relationship Id="rId675" Type="http://schemas.openxmlformats.org/officeDocument/2006/relationships/customXml" Target="../ink/ink995.xml"/><Relationship Id="rId25" Type="http://schemas.openxmlformats.org/officeDocument/2006/relationships/customXml" Target="../ink/ink668.xml"/><Relationship Id="rId328" Type="http://schemas.openxmlformats.org/officeDocument/2006/relationships/customXml" Target="../ink/ink821.xml"/><Relationship Id="rId535" Type="http://schemas.openxmlformats.org/officeDocument/2006/relationships/customXml" Target="../ink/ink925.xml"/><Relationship Id="rId174" Type="http://schemas.openxmlformats.org/officeDocument/2006/relationships/customXml" Target="../ink/ink744.xml"/><Relationship Id="rId381" Type="http://schemas.openxmlformats.org/officeDocument/2006/relationships/customXml" Target="../ink/ink848.xml"/><Relationship Id="rId602" Type="http://schemas.openxmlformats.org/officeDocument/2006/relationships/customXml" Target="../ink/ink958.xml"/><Relationship Id="rId241" Type="http://schemas.openxmlformats.org/officeDocument/2006/relationships/image" Target="../media/image759.png"/><Relationship Id="rId479" Type="http://schemas.openxmlformats.org/officeDocument/2006/relationships/customXml" Target="../ink/ink897.xml"/><Relationship Id="rId36" Type="http://schemas.openxmlformats.org/officeDocument/2006/relationships/image" Target="../media/image225.png"/><Relationship Id="rId339" Type="http://schemas.openxmlformats.org/officeDocument/2006/relationships/image" Target="../media/image808.png"/><Relationship Id="rId546" Type="http://schemas.openxmlformats.org/officeDocument/2006/relationships/image" Target="../media/image911.png"/><Relationship Id="rId101" Type="http://schemas.openxmlformats.org/officeDocument/2006/relationships/customXml" Target="../ink/ink707.xml"/><Relationship Id="rId185" Type="http://schemas.openxmlformats.org/officeDocument/2006/relationships/image" Target="../media/image731.png"/><Relationship Id="rId406" Type="http://schemas.openxmlformats.org/officeDocument/2006/relationships/image" Target="../media/image841.png"/><Relationship Id="rId392" Type="http://schemas.openxmlformats.org/officeDocument/2006/relationships/image" Target="../media/image834.png"/><Relationship Id="rId613" Type="http://schemas.openxmlformats.org/officeDocument/2006/relationships/image" Target="../media/image945.png"/><Relationship Id="rId252" Type="http://schemas.openxmlformats.org/officeDocument/2006/relationships/customXml" Target="../ink/ink783.xml"/><Relationship Id="rId47" Type="http://schemas.openxmlformats.org/officeDocument/2006/relationships/customXml" Target="../ink/ink679.xml"/><Relationship Id="rId112" Type="http://schemas.openxmlformats.org/officeDocument/2006/relationships/customXml" Target="../ink/ink713.xml"/><Relationship Id="rId557" Type="http://schemas.openxmlformats.org/officeDocument/2006/relationships/image" Target="../media/image917.png"/><Relationship Id="rId196" Type="http://schemas.openxmlformats.org/officeDocument/2006/relationships/customXml" Target="../ink/ink755.xml"/><Relationship Id="rId417" Type="http://schemas.openxmlformats.org/officeDocument/2006/relationships/customXml" Target="../ink/ink866.xml"/><Relationship Id="rId624" Type="http://schemas.openxmlformats.org/officeDocument/2006/relationships/customXml" Target="../ink/ink969.xml"/><Relationship Id="rId263" Type="http://schemas.openxmlformats.org/officeDocument/2006/relationships/image" Target="../media/image770.png"/><Relationship Id="rId470" Type="http://schemas.openxmlformats.org/officeDocument/2006/relationships/image" Target="../media/image873.png"/><Relationship Id="rId58" Type="http://schemas.openxmlformats.org/officeDocument/2006/relationships/customXml" Target="../ink/ink685.xml"/><Relationship Id="rId123" Type="http://schemas.openxmlformats.org/officeDocument/2006/relationships/image" Target="../media/image548.png"/><Relationship Id="rId330" Type="http://schemas.openxmlformats.org/officeDocument/2006/relationships/customXml" Target="../ink/ink822.xml"/><Relationship Id="rId568" Type="http://schemas.openxmlformats.org/officeDocument/2006/relationships/customXml" Target="../ink/ink941.xml"/><Relationship Id="rId428" Type="http://schemas.openxmlformats.org/officeDocument/2006/relationships/image" Target="../media/image852.png"/><Relationship Id="rId635" Type="http://schemas.openxmlformats.org/officeDocument/2006/relationships/image" Target="../media/image956.png"/><Relationship Id="rId274" Type="http://schemas.openxmlformats.org/officeDocument/2006/relationships/customXml" Target="../ink/ink794.xml"/><Relationship Id="rId481" Type="http://schemas.openxmlformats.org/officeDocument/2006/relationships/customXml" Target="../ink/ink898.xml"/><Relationship Id="rId69" Type="http://schemas.openxmlformats.org/officeDocument/2006/relationships/image" Target="../media/image241.png"/><Relationship Id="rId134" Type="http://schemas.openxmlformats.org/officeDocument/2006/relationships/customXml" Target="../ink/ink724.xml"/><Relationship Id="rId579" Type="http://schemas.openxmlformats.org/officeDocument/2006/relationships/image" Target="../media/image928.png"/><Relationship Id="rId341" Type="http://schemas.openxmlformats.org/officeDocument/2006/relationships/image" Target="../media/image809.png"/><Relationship Id="rId439" Type="http://schemas.openxmlformats.org/officeDocument/2006/relationships/customXml" Target="../ink/ink877.xml"/><Relationship Id="rId646" Type="http://schemas.openxmlformats.org/officeDocument/2006/relationships/customXml" Target="../ink/ink980.xml"/><Relationship Id="rId201" Type="http://schemas.openxmlformats.org/officeDocument/2006/relationships/image" Target="../media/image739.png"/><Relationship Id="rId285" Type="http://schemas.openxmlformats.org/officeDocument/2006/relationships/image" Target="../media/image781.png"/><Relationship Id="rId506" Type="http://schemas.openxmlformats.org/officeDocument/2006/relationships/image" Target="../media/image891.png"/><Relationship Id="rId492" Type="http://schemas.openxmlformats.org/officeDocument/2006/relationships/image" Target="../media/image884.png"/><Relationship Id="rId91" Type="http://schemas.openxmlformats.org/officeDocument/2006/relationships/customXml" Target="../ink/ink702.xml"/><Relationship Id="rId145" Type="http://schemas.openxmlformats.org/officeDocument/2006/relationships/image" Target="../media/image559.png"/><Relationship Id="rId187" Type="http://schemas.openxmlformats.org/officeDocument/2006/relationships/image" Target="../media/image732.png"/><Relationship Id="rId352" Type="http://schemas.openxmlformats.org/officeDocument/2006/relationships/customXml" Target="../ink/ink833.xml"/><Relationship Id="rId394" Type="http://schemas.openxmlformats.org/officeDocument/2006/relationships/image" Target="../media/image835.png"/><Relationship Id="rId408" Type="http://schemas.openxmlformats.org/officeDocument/2006/relationships/image" Target="../media/image842.png"/><Relationship Id="rId615" Type="http://schemas.openxmlformats.org/officeDocument/2006/relationships/image" Target="../media/image946.png"/><Relationship Id="rId212" Type="http://schemas.openxmlformats.org/officeDocument/2006/relationships/customXml" Target="../ink/ink763.xml"/><Relationship Id="rId254" Type="http://schemas.openxmlformats.org/officeDocument/2006/relationships/customXml" Target="../ink/ink784.xml"/><Relationship Id="rId657" Type="http://schemas.openxmlformats.org/officeDocument/2006/relationships/image" Target="../media/image967.png"/><Relationship Id="rId49" Type="http://schemas.openxmlformats.org/officeDocument/2006/relationships/customXml" Target="../ink/ink680.xml"/><Relationship Id="rId114" Type="http://schemas.openxmlformats.org/officeDocument/2006/relationships/customXml" Target="../ink/ink714.xml"/><Relationship Id="rId296" Type="http://schemas.openxmlformats.org/officeDocument/2006/relationships/customXml" Target="../ink/ink805.xml"/><Relationship Id="rId461" Type="http://schemas.openxmlformats.org/officeDocument/2006/relationships/customXml" Target="../ink/ink888.xml"/><Relationship Id="rId517" Type="http://schemas.openxmlformats.org/officeDocument/2006/relationships/customXml" Target="../ink/ink916.xml"/><Relationship Id="rId559" Type="http://schemas.openxmlformats.org/officeDocument/2006/relationships/image" Target="../media/image918.png"/><Relationship Id="rId60" Type="http://schemas.openxmlformats.org/officeDocument/2006/relationships/customXml" Target="../ink/ink686.xml"/><Relationship Id="rId156" Type="http://schemas.openxmlformats.org/officeDocument/2006/relationships/customXml" Target="../ink/ink735.xml"/><Relationship Id="rId198" Type="http://schemas.openxmlformats.org/officeDocument/2006/relationships/customXml" Target="../ink/ink756.xml"/><Relationship Id="rId321" Type="http://schemas.openxmlformats.org/officeDocument/2006/relationships/image" Target="../media/image799.png"/><Relationship Id="rId363" Type="http://schemas.openxmlformats.org/officeDocument/2006/relationships/customXml" Target="../ink/ink839.xml"/><Relationship Id="rId419" Type="http://schemas.openxmlformats.org/officeDocument/2006/relationships/customXml" Target="../ink/ink867.xml"/><Relationship Id="rId570" Type="http://schemas.openxmlformats.org/officeDocument/2006/relationships/customXml" Target="../ink/ink942.xml"/><Relationship Id="rId626" Type="http://schemas.openxmlformats.org/officeDocument/2006/relationships/customXml" Target="../ink/ink970.xml"/><Relationship Id="rId223" Type="http://schemas.openxmlformats.org/officeDocument/2006/relationships/image" Target="../media/image750.png"/><Relationship Id="rId430" Type="http://schemas.openxmlformats.org/officeDocument/2006/relationships/image" Target="../media/image853.png"/><Relationship Id="rId668" Type="http://schemas.openxmlformats.org/officeDocument/2006/relationships/customXml" Target="../ink/ink991.xml"/><Relationship Id="rId18" Type="http://schemas.openxmlformats.org/officeDocument/2006/relationships/image" Target="../media/image216.png"/><Relationship Id="rId265" Type="http://schemas.openxmlformats.org/officeDocument/2006/relationships/image" Target="../media/image771.png"/><Relationship Id="rId472" Type="http://schemas.openxmlformats.org/officeDocument/2006/relationships/image" Target="../media/image874.png"/><Relationship Id="rId528" Type="http://schemas.openxmlformats.org/officeDocument/2006/relationships/image" Target="../media/image902.png"/><Relationship Id="rId125" Type="http://schemas.openxmlformats.org/officeDocument/2006/relationships/image" Target="../media/image549.png"/><Relationship Id="rId167" Type="http://schemas.openxmlformats.org/officeDocument/2006/relationships/image" Target="../media/image676.png"/><Relationship Id="rId332" Type="http://schemas.openxmlformats.org/officeDocument/2006/relationships/customXml" Target="../ink/ink823.xml"/><Relationship Id="rId374" Type="http://schemas.openxmlformats.org/officeDocument/2006/relationships/image" Target="../media/image825.png"/><Relationship Id="rId581" Type="http://schemas.openxmlformats.org/officeDocument/2006/relationships/image" Target="../media/image929.png"/><Relationship Id="rId71" Type="http://schemas.openxmlformats.org/officeDocument/2006/relationships/customXml" Target="../ink/ink692.xml"/><Relationship Id="rId234" Type="http://schemas.openxmlformats.org/officeDocument/2006/relationships/customXml" Target="../ink/ink774.xml"/><Relationship Id="rId637" Type="http://schemas.openxmlformats.org/officeDocument/2006/relationships/image" Target="../media/image957.png"/><Relationship Id="rId679" Type="http://schemas.openxmlformats.org/officeDocument/2006/relationships/customXml" Target="../ink/ink997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670.xml"/><Relationship Id="rId276" Type="http://schemas.openxmlformats.org/officeDocument/2006/relationships/customXml" Target="../ink/ink795.xml"/><Relationship Id="rId441" Type="http://schemas.openxmlformats.org/officeDocument/2006/relationships/customXml" Target="../ink/ink878.xml"/><Relationship Id="rId483" Type="http://schemas.openxmlformats.org/officeDocument/2006/relationships/customXml" Target="../ink/ink899.xml"/><Relationship Id="rId539" Type="http://schemas.openxmlformats.org/officeDocument/2006/relationships/customXml" Target="../ink/ink927.xml"/><Relationship Id="rId40" Type="http://schemas.openxmlformats.org/officeDocument/2006/relationships/image" Target="../media/image227.png"/><Relationship Id="rId136" Type="http://schemas.openxmlformats.org/officeDocument/2006/relationships/customXml" Target="../ink/ink725.xml"/><Relationship Id="rId178" Type="http://schemas.openxmlformats.org/officeDocument/2006/relationships/customXml" Target="../ink/ink746.xml"/><Relationship Id="rId301" Type="http://schemas.openxmlformats.org/officeDocument/2006/relationships/image" Target="../media/image789.png"/><Relationship Id="rId343" Type="http://schemas.openxmlformats.org/officeDocument/2006/relationships/image" Target="../media/image810.png"/><Relationship Id="rId550" Type="http://schemas.openxmlformats.org/officeDocument/2006/relationships/image" Target="../media/image913.png"/><Relationship Id="rId82" Type="http://schemas.openxmlformats.org/officeDocument/2006/relationships/image" Target="../media/image247.png"/><Relationship Id="rId203" Type="http://schemas.openxmlformats.org/officeDocument/2006/relationships/image" Target="../media/image740.png"/><Relationship Id="rId385" Type="http://schemas.openxmlformats.org/officeDocument/2006/relationships/customXml" Target="../ink/ink850.xml"/><Relationship Id="rId592" Type="http://schemas.openxmlformats.org/officeDocument/2006/relationships/customXml" Target="../ink/ink953.xml"/><Relationship Id="rId606" Type="http://schemas.openxmlformats.org/officeDocument/2006/relationships/customXml" Target="../ink/ink960.xml"/><Relationship Id="rId648" Type="http://schemas.openxmlformats.org/officeDocument/2006/relationships/customXml" Target="../ink/ink981.xml"/><Relationship Id="rId245" Type="http://schemas.openxmlformats.org/officeDocument/2006/relationships/image" Target="../media/image761.png"/><Relationship Id="rId287" Type="http://schemas.openxmlformats.org/officeDocument/2006/relationships/image" Target="../media/image782.png"/><Relationship Id="rId410" Type="http://schemas.openxmlformats.org/officeDocument/2006/relationships/image" Target="../media/image843.png"/><Relationship Id="rId452" Type="http://schemas.openxmlformats.org/officeDocument/2006/relationships/image" Target="../media/image864.png"/><Relationship Id="rId494" Type="http://schemas.openxmlformats.org/officeDocument/2006/relationships/image" Target="../media/image885.png"/><Relationship Id="rId508" Type="http://schemas.openxmlformats.org/officeDocument/2006/relationships/image" Target="../media/image892.png"/><Relationship Id="rId105" Type="http://schemas.openxmlformats.org/officeDocument/2006/relationships/image" Target="../media/image423.png"/><Relationship Id="rId147" Type="http://schemas.openxmlformats.org/officeDocument/2006/relationships/image" Target="../media/image560.png"/><Relationship Id="rId312" Type="http://schemas.openxmlformats.org/officeDocument/2006/relationships/customXml" Target="../ink/ink813.xml"/><Relationship Id="rId354" Type="http://schemas.openxmlformats.org/officeDocument/2006/relationships/customXml" Target="../ink/ink834.xml"/><Relationship Id="rId51" Type="http://schemas.openxmlformats.org/officeDocument/2006/relationships/customXml" Target="../ink/ink681.xml"/><Relationship Id="rId93" Type="http://schemas.openxmlformats.org/officeDocument/2006/relationships/customXml" Target="../ink/ink703.xml"/><Relationship Id="rId189" Type="http://schemas.openxmlformats.org/officeDocument/2006/relationships/image" Target="../media/image733.png"/><Relationship Id="rId396" Type="http://schemas.openxmlformats.org/officeDocument/2006/relationships/image" Target="../media/image836.png"/><Relationship Id="rId561" Type="http://schemas.openxmlformats.org/officeDocument/2006/relationships/image" Target="../media/image919.png"/><Relationship Id="rId617" Type="http://schemas.openxmlformats.org/officeDocument/2006/relationships/image" Target="../media/image947.png"/><Relationship Id="rId659" Type="http://schemas.openxmlformats.org/officeDocument/2006/relationships/image" Target="../media/image968.png"/><Relationship Id="rId214" Type="http://schemas.openxmlformats.org/officeDocument/2006/relationships/customXml" Target="../ink/ink764.xml"/><Relationship Id="rId256" Type="http://schemas.openxmlformats.org/officeDocument/2006/relationships/customXml" Target="../ink/ink785.xml"/><Relationship Id="rId298" Type="http://schemas.openxmlformats.org/officeDocument/2006/relationships/customXml" Target="../ink/ink806.xml"/><Relationship Id="rId421" Type="http://schemas.openxmlformats.org/officeDocument/2006/relationships/customXml" Target="../ink/ink868.xml"/><Relationship Id="rId463" Type="http://schemas.openxmlformats.org/officeDocument/2006/relationships/customXml" Target="../ink/ink889.xml"/><Relationship Id="rId519" Type="http://schemas.openxmlformats.org/officeDocument/2006/relationships/customXml" Target="../ink/ink917.xml"/><Relationship Id="rId670" Type="http://schemas.openxmlformats.org/officeDocument/2006/relationships/customXml" Target="../ink/ink992.xml"/><Relationship Id="rId116" Type="http://schemas.openxmlformats.org/officeDocument/2006/relationships/customXml" Target="../ink/ink715.xml"/><Relationship Id="rId158" Type="http://schemas.openxmlformats.org/officeDocument/2006/relationships/customXml" Target="../ink/ink736.xml"/><Relationship Id="rId323" Type="http://schemas.openxmlformats.org/officeDocument/2006/relationships/image" Target="../media/image800.png"/><Relationship Id="rId530" Type="http://schemas.openxmlformats.org/officeDocument/2006/relationships/image" Target="../media/image903.png"/><Relationship Id="rId20" Type="http://schemas.openxmlformats.org/officeDocument/2006/relationships/image" Target="../media/image217.png"/><Relationship Id="rId62" Type="http://schemas.openxmlformats.org/officeDocument/2006/relationships/customXml" Target="../ink/ink687.xml"/><Relationship Id="rId365" Type="http://schemas.openxmlformats.org/officeDocument/2006/relationships/customXml" Target="../ink/ink840.xml"/><Relationship Id="rId572" Type="http://schemas.openxmlformats.org/officeDocument/2006/relationships/customXml" Target="../ink/ink943.xml"/><Relationship Id="rId628" Type="http://schemas.openxmlformats.org/officeDocument/2006/relationships/customXml" Target="../ink/ink971.xml"/><Relationship Id="rId225" Type="http://schemas.openxmlformats.org/officeDocument/2006/relationships/image" Target="../media/image751.png"/><Relationship Id="rId267" Type="http://schemas.openxmlformats.org/officeDocument/2006/relationships/image" Target="../media/image772.png"/><Relationship Id="rId432" Type="http://schemas.openxmlformats.org/officeDocument/2006/relationships/image" Target="../media/image854.png"/><Relationship Id="rId474" Type="http://schemas.openxmlformats.org/officeDocument/2006/relationships/image" Target="../media/image875.png"/><Relationship Id="rId127" Type="http://schemas.openxmlformats.org/officeDocument/2006/relationships/image" Target="../media/image550.png"/><Relationship Id="rId681" Type="http://schemas.openxmlformats.org/officeDocument/2006/relationships/customXml" Target="../ink/ink998.xml"/><Relationship Id="rId31" Type="http://schemas.openxmlformats.org/officeDocument/2006/relationships/customXml" Target="../ink/ink671.xml"/><Relationship Id="rId73" Type="http://schemas.openxmlformats.org/officeDocument/2006/relationships/customXml" Target="../ink/ink693.xml"/><Relationship Id="rId169" Type="http://schemas.openxmlformats.org/officeDocument/2006/relationships/image" Target="../media/image723.png"/><Relationship Id="rId334" Type="http://schemas.openxmlformats.org/officeDocument/2006/relationships/customXml" Target="../ink/ink824.xml"/><Relationship Id="rId376" Type="http://schemas.openxmlformats.org/officeDocument/2006/relationships/image" Target="../media/image826.png"/><Relationship Id="rId541" Type="http://schemas.openxmlformats.org/officeDocument/2006/relationships/customXml" Target="../ink/ink928.xml"/><Relationship Id="rId583" Type="http://schemas.openxmlformats.org/officeDocument/2006/relationships/image" Target="../media/image930.png"/><Relationship Id="rId639" Type="http://schemas.openxmlformats.org/officeDocument/2006/relationships/image" Target="../media/image958.png"/><Relationship Id="rId4" Type="http://schemas.openxmlformats.org/officeDocument/2006/relationships/image" Target="../media/image209.png"/><Relationship Id="rId180" Type="http://schemas.openxmlformats.org/officeDocument/2006/relationships/customXml" Target="../ink/ink747.xml"/><Relationship Id="rId236" Type="http://schemas.openxmlformats.org/officeDocument/2006/relationships/customXml" Target="../ink/ink775.xml"/><Relationship Id="rId278" Type="http://schemas.openxmlformats.org/officeDocument/2006/relationships/customXml" Target="../ink/ink796.xml"/><Relationship Id="rId401" Type="http://schemas.openxmlformats.org/officeDocument/2006/relationships/customXml" Target="../ink/ink858.xml"/><Relationship Id="rId443" Type="http://schemas.openxmlformats.org/officeDocument/2006/relationships/customXml" Target="../ink/ink879.xml"/><Relationship Id="rId650" Type="http://schemas.openxmlformats.org/officeDocument/2006/relationships/customXml" Target="../ink/ink982.xml"/><Relationship Id="rId303" Type="http://schemas.openxmlformats.org/officeDocument/2006/relationships/image" Target="../media/image790.png"/><Relationship Id="rId485" Type="http://schemas.openxmlformats.org/officeDocument/2006/relationships/customXml" Target="../ink/ink900.xml"/><Relationship Id="rId42" Type="http://schemas.openxmlformats.org/officeDocument/2006/relationships/image" Target="../media/image228.png"/><Relationship Id="rId84" Type="http://schemas.openxmlformats.org/officeDocument/2006/relationships/image" Target="../media/image248.png"/><Relationship Id="rId138" Type="http://schemas.openxmlformats.org/officeDocument/2006/relationships/customXml" Target="../ink/ink726.xml"/><Relationship Id="rId345" Type="http://schemas.openxmlformats.org/officeDocument/2006/relationships/image" Target="../media/image811.png"/><Relationship Id="rId387" Type="http://schemas.openxmlformats.org/officeDocument/2006/relationships/customXml" Target="../ink/ink851.xml"/><Relationship Id="rId510" Type="http://schemas.openxmlformats.org/officeDocument/2006/relationships/image" Target="../media/image893.png"/><Relationship Id="rId552" Type="http://schemas.openxmlformats.org/officeDocument/2006/relationships/image" Target="../media/image914.png"/><Relationship Id="rId594" Type="http://schemas.openxmlformats.org/officeDocument/2006/relationships/customXml" Target="../ink/ink954.xml"/><Relationship Id="rId608" Type="http://schemas.openxmlformats.org/officeDocument/2006/relationships/customXml" Target="../ink/ink961.xml"/><Relationship Id="rId191" Type="http://schemas.openxmlformats.org/officeDocument/2006/relationships/image" Target="../media/image734.png"/><Relationship Id="rId205" Type="http://schemas.openxmlformats.org/officeDocument/2006/relationships/image" Target="../media/image741.png"/><Relationship Id="rId247" Type="http://schemas.openxmlformats.org/officeDocument/2006/relationships/image" Target="../media/image762.png"/><Relationship Id="rId412" Type="http://schemas.openxmlformats.org/officeDocument/2006/relationships/image" Target="../media/image844.png"/><Relationship Id="rId107" Type="http://schemas.openxmlformats.org/officeDocument/2006/relationships/image" Target="../media/image424.png"/><Relationship Id="rId289" Type="http://schemas.openxmlformats.org/officeDocument/2006/relationships/image" Target="../media/image783.png"/><Relationship Id="rId454" Type="http://schemas.openxmlformats.org/officeDocument/2006/relationships/image" Target="../media/image865.png"/><Relationship Id="rId496" Type="http://schemas.openxmlformats.org/officeDocument/2006/relationships/image" Target="../media/image886.png"/><Relationship Id="rId661" Type="http://schemas.openxmlformats.org/officeDocument/2006/relationships/image" Target="../media/image969.png"/><Relationship Id="rId11" Type="http://schemas.openxmlformats.org/officeDocument/2006/relationships/customXml" Target="../ink/ink661.xml"/><Relationship Id="rId53" Type="http://schemas.openxmlformats.org/officeDocument/2006/relationships/image" Target="../media/image233.png"/><Relationship Id="rId149" Type="http://schemas.openxmlformats.org/officeDocument/2006/relationships/image" Target="../media/image561.png"/><Relationship Id="rId314" Type="http://schemas.openxmlformats.org/officeDocument/2006/relationships/customXml" Target="../ink/ink814.xml"/><Relationship Id="rId356" Type="http://schemas.openxmlformats.org/officeDocument/2006/relationships/customXml" Target="../ink/ink835.xml"/><Relationship Id="rId398" Type="http://schemas.openxmlformats.org/officeDocument/2006/relationships/image" Target="../media/image837.png"/><Relationship Id="rId521" Type="http://schemas.openxmlformats.org/officeDocument/2006/relationships/customXml" Target="../ink/ink918.xml"/><Relationship Id="rId563" Type="http://schemas.openxmlformats.org/officeDocument/2006/relationships/image" Target="../media/image920.png"/><Relationship Id="rId619" Type="http://schemas.openxmlformats.org/officeDocument/2006/relationships/image" Target="../media/image948.png"/><Relationship Id="rId95" Type="http://schemas.openxmlformats.org/officeDocument/2006/relationships/customXml" Target="../ink/ink704.xml"/><Relationship Id="rId160" Type="http://schemas.openxmlformats.org/officeDocument/2006/relationships/customXml" Target="../ink/ink737.xml"/><Relationship Id="rId216" Type="http://schemas.openxmlformats.org/officeDocument/2006/relationships/customXml" Target="../ink/ink765.xml"/><Relationship Id="rId423" Type="http://schemas.openxmlformats.org/officeDocument/2006/relationships/customXml" Target="../ink/ink869.xml"/><Relationship Id="rId258" Type="http://schemas.openxmlformats.org/officeDocument/2006/relationships/customXml" Target="../ink/ink786.xml"/><Relationship Id="rId465" Type="http://schemas.openxmlformats.org/officeDocument/2006/relationships/customXml" Target="../ink/ink890.xml"/><Relationship Id="rId630" Type="http://schemas.openxmlformats.org/officeDocument/2006/relationships/customXml" Target="../ink/ink972.xml"/><Relationship Id="rId672" Type="http://schemas.openxmlformats.org/officeDocument/2006/relationships/customXml" Target="../ink/ink993.xml"/><Relationship Id="rId22" Type="http://schemas.openxmlformats.org/officeDocument/2006/relationships/image" Target="../media/image218.png"/><Relationship Id="rId64" Type="http://schemas.openxmlformats.org/officeDocument/2006/relationships/customXml" Target="../ink/ink688.xml"/><Relationship Id="rId118" Type="http://schemas.openxmlformats.org/officeDocument/2006/relationships/customXml" Target="../ink/ink716.xml"/><Relationship Id="rId325" Type="http://schemas.openxmlformats.org/officeDocument/2006/relationships/image" Target="../media/image801.png"/><Relationship Id="rId367" Type="http://schemas.openxmlformats.org/officeDocument/2006/relationships/customXml" Target="../ink/ink841.xml"/><Relationship Id="rId532" Type="http://schemas.openxmlformats.org/officeDocument/2006/relationships/image" Target="../media/image904.png"/><Relationship Id="rId574" Type="http://schemas.openxmlformats.org/officeDocument/2006/relationships/customXml" Target="../ink/ink944.xml"/><Relationship Id="rId171" Type="http://schemas.openxmlformats.org/officeDocument/2006/relationships/image" Target="../media/image724.png"/><Relationship Id="rId227" Type="http://schemas.openxmlformats.org/officeDocument/2006/relationships/image" Target="../media/image752.png"/><Relationship Id="rId269" Type="http://schemas.openxmlformats.org/officeDocument/2006/relationships/image" Target="../media/image773.png"/><Relationship Id="rId434" Type="http://schemas.openxmlformats.org/officeDocument/2006/relationships/image" Target="../media/image855.png"/><Relationship Id="rId476" Type="http://schemas.openxmlformats.org/officeDocument/2006/relationships/image" Target="../media/image876.png"/><Relationship Id="rId641" Type="http://schemas.openxmlformats.org/officeDocument/2006/relationships/image" Target="../media/image959.png"/><Relationship Id="rId683" Type="http://schemas.openxmlformats.org/officeDocument/2006/relationships/customXml" Target="../ink/ink999.xml"/><Relationship Id="rId33" Type="http://schemas.openxmlformats.org/officeDocument/2006/relationships/customXml" Target="../ink/ink672.xml"/><Relationship Id="rId129" Type="http://schemas.openxmlformats.org/officeDocument/2006/relationships/image" Target="../media/image551.png"/><Relationship Id="rId280" Type="http://schemas.openxmlformats.org/officeDocument/2006/relationships/customXml" Target="../ink/ink797.xml"/><Relationship Id="rId336" Type="http://schemas.openxmlformats.org/officeDocument/2006/relationships/customXml" Target="../ink/ink825.xml"/><Relationship Id="rId501" Type="http://schemas.openxmlformats.org/officeDocument/2006/relationships/customXml" Target="../ink/ink908.xml"/><Relationship Id="rId543" Type="http://schemas.openxmlformats.org/officeDocument/2006/relationships/customXml" Target="../ink/ink929.xml"/><Relationship Id="rId75" Type="http://schemas.openxmlformats.org/officeDocument/2006/relationships/customXml" Target="../ink/ink694.xml"/><Relationship Id="rId140" Type="http://schemas.openxmlformats.org/officeDocument/2006/relationships/customXml" Target="../ink/ink727.xml"/><Relationship Id="rId182" Type="http://schemas.openxmlformats.org/officeDocument/2006/relationships/customXml" Target="../ink/ink748.xml"/><Relationship Id="rId378" Type="http://schemas.openxmlformats.org/officeDocument/2006/relationships/image" Target="../media/image827.png"/><Relationship Id="rId403" Type="http://schemas.openxmlformats.org/officeDocument/2006/relationships/customXml" Target="../ink/ink859.xml"/><Relationship Id="rId585" Type="http://schemas.openxmlformats.org/officeDocument/2006/relationships/image" Target="../media/image931.png"/><Relationship Id="rId6" Type="http://schemas.openxmlformats.org/officeDocument/2006/relationships/image" Target="../media/image210.png"/><Relationship Id="rId238" Type="http://schemas.openxmlformats.org/officeDocument/2006/relationships/customXml" Target="../ink/ink776.xml"/><Relationship Id="rId445" Type="http://schemas.openxmlformats.org/officeDocument/2006/relationships/customXml" Target="../ink/ink880.xml"/><Relationship Id="rId487" Type="http://schemas.openxmlformats.org/officeDocument/2006/relationships/customXml" Target="../ink/ink901.xml"/><Relationship Id="rId610" Type="http://schemas.openxmlformats.org/officeDocument/2006/relationships/customXml" Target="../ink/ink962.xml"/><Relationship Id="rId652" Type="http://schemas.openxmlformats.org/officeDocument/2006/relationships/customXml" Target="../ink/ink983.xml"/><Relationship Id="rId291" Type="http://schemas.openxmlformats.org/officeDocument/2006/relationships/image" Target="../media/image784.png"/><Relationship Id="rId305" Type="http://schemas.openxmlformats.org/officeDocument/2006/relationships/image" Target="../media/image791.png"/><Relationship Id="rId347" Type="http://schemas.openxmlformats.org/officeDocument/2006/relationships/image" Target="../media/image812.png"/><Relationship Id="rId512" Type="http://schemas.openxmlformats.org/officeDocument/2006/relationships/image" Target="../media/image894.png"/><Relationship Id="rId44" Type="http://schemas.openxmlformats.org/officeDocument/2006/relationships/image" Target="../media/image229.png"/><Relationship Id="rId86" Type="http://schemas.openxmlformats.org/officeDocument/2006/relationships/image" Target="../media/image249.png"/><Relationship Id="rId151" Type="http://schemas.openxmlformats.org/officeDocument/2006/relationships/image" Target="../media/image562.png"/><Relationship Id="rId389" Type="http://schemas.openxmlformats.org/officeDocument/2006/relationships/customXml" Target="../ink/ink852.xml"/><Relationship Id="rId554" Type="http://schemas.openxmlformats.org/officeDocument/2006/relationships/image" Target="../media/image915.png"/><Relationship Id="rId596" Type="http://schemas.openxmlformats.org/officeDocument/2006/relationships/customXml" Target="../ink/ink955.xml"/><Relationship Id="rId193" Type="http://schemas.openxmlformats.org/officeDocument/2006/relationships/image" Target="../media/image735.png"/><Relationship Id="rId207" Type="http://schemas.openxmlformats.org/officeDocument/2006/relationships/image" Target="../media/image742.png"/><Relationship Id="rId249" Type="http://schemas.openxmlformats.org/officeDocument/2006/relationships/image" Target="../media/image763.png"/><Relationship Id="rId414" Type="http://schemas.openxmlformats.org/officeDocument/2006/relationships/image" Target="../media/image845.png"/><Relationship Id="rId456" Type="http://schemas.openxmlformats.org/officeDocument/2006/relationships/image" Target="../media/image866.png"/><Relationship Id="rId498" Type="http://schemas.openxmlformats.org/officeDocument/2006/relationships/image" Target="../media/image887.png"/><Relationship Id="rId621" Type="http://schemas.openxmlformats.org/officeDocument/2006/relationships/image" Target="../media/image949.png"/><Relationship Id="rId663" Type="http://schemas.openxmlformats.org/officeDocument/2006/relationships/image" Target="../media/image970.png"/><Relationship Id="rId13" Type="http://schemas.openxmlformats.org/officeDocument/2006/relationships/customXml" Target="../ink/ink662.xml"/><Relationship Id="rId109" Type="http://schemas.openxmlformats.org/officeDocument/2006/relationships/image" Target="../media/image519.png"/><Relationship Id="rId260" Type="http://schemas.openxmlformats.org/officeDocument/2006/relationships/customXml" Target="../ink/ink787.xml"/><Relationship Id="rId316" Type="http://schemas.openxmlformats.org/officeDocument/2006/relationships/customXml" Target="../ink/ink815.xml"/><Relationship Id="rId523" Type="http://schemas.openxmlformats.org/officeDocument/2006/relationships/customXml" Target="../ink/ink919.xml"/><Relationship Id="rId55" Type="http://schemas.openxmlformats.org/officeDocument/2006/relationships/image" Target="../media/image234.png"/><Relationship Id="rId97" Type="http://schemas.openxmlformats.org/officeDocument/2006/relationships/customXml" Target="../ink/ink705.xml"/><Relationship Id="rId120" Type="http://schemas.openxmlformats.org/officeDocument/2006/relationships/customXml" Target="../ink/ink717.xml"/><Relationship Id="rId358" Type="http://schemas.openxmlformats.org/officeDocument/2006/relationships/customXml" Target="../ink/ink836.xml"/><Relationship Id="rId565" Type="http://schemas.openxmlformats.org/officeDocument/2006/relationships/image" Target="../media/image921.png"/><Relationship Id="rId162" Type="http://schemas.openxmlformats.org/officeDocument/2006/relationships/customXml" Target="../ink/ink738.xml"/><Relationship Id="rId218" Type="http://schemas.openxmlformats.org/officeDocument/2006/relationships/customXml" Target="../ink/ink766.xml"/><Relationship Id="rId425" Type="http://schemas.openxmlformats.org/officeDocument/2006/relationships/customXml" Target="../ink/ink870.xml"/><Relationship Id="rId467" Type="http://schemas.openxmlformats.org/officeDocument/2006/relationships/customXml" Target="../ink/ink891.xml"/><Relationship Id="rId632" Type="http://schemas.openxmlformats.org/officeDocument/2006/relationships/customXml" Target="../ink/ink973.xml"/><Relationship Id="rId271" Type="http://schemas.openxmlformats.org/officeDocument/2006/relationships/image" Target="../media/image774.png"/><Relationship Id="rId674" Type="http://schemas.openxmlformats.org/officeDocument/2006/relationships/customXml" Target="../ink/ink994.xml"/><Relationship Id="rId24" Type="http://schemas.openxmlformats.org/officeDocument/2006/relationships/image" Target="../media/image219.png"/><Relationship Id="rId66" Type="http://schemas.openxmlformats.org/officeDocument/2006/relationships/customXml" Target="../ink/ink689.xml"/><Relationship Id="rId131" Type="http://schemas.openxmlformats.org/officeDocument/2006/relationships/image" Target="../media/image552.png"/><Relationship Id="rId327" Type="http://schemas.openxmlformats.org/officeDocument/2006/relationships/image" Target="../media/image802.png"/><Relationship Id="rId369" Type="http://schemas.openxmlformats.org/officeDocument/2006/relationships/customXml" Target="../ink/ink842.xml"/><Relationship Id="rId534" Type="http://schemas.openxmlformats.org/officeDocument/2006/relationships/image" Target="../media/image905.png"/><Relationship Id="rId576" Type="http://schemas.openxmlformats.org/officeDocument/2006/relationships/customXml" Target="../ink/ink945.xml"/><Relationship Id="rId173" Type="http://schemas.openxmlformats.org/officeDocument/2006/relationships/image" Target="../media/image725.png"/><Relationship Id="rId229" Type="http://schemas.openxmlformats.org/officeDocument/2006/relationships/image" Target="../media/image753.png"/><Relationship Id="rId380" Type="http://schemas.openxmlformats.org/officeDocument/2006/relationships/image" Target="../media/image828.png"/><Relationship Id="rId436" Type="http://schemas.openxmlformats.org/officeDocument/2006/relationships/image" Target="../media/image856.png"/><Relationship Id="rId601" Type="http://schemas.openxmlformats.org/officeDocument/2006/relationships/image" Target="../media/image939.png"/><Relationship Id="rId643" Type="http://schemas.openxmlformats.org/officeDocument/2006/relationships/image" Target="../media/image960.png"/><Relationship Id="rId240" Type="http://schemas.openxmlformats.org/officeDocument/2006/relationships/customXml" Target="../ink/ink777.xml"/><Relationship Id="rId478" Type="http://schemas.openxmlformats.org/officeDocument/2006/relationships/image" Target="../media/image877.png"/><Relationship Id="rId35" Type="http://schemas.openxmlformats.org/officeDocument/2006/relationships/customXml" Target="../ink/ink673.xml"/><Relationship Id="rId77" Type="http://schemas.openxmlformats.org/officeDocument/2006/relationships/customXml" Target="../ink/ink695.xml"/><Relationship Id="rId100" Type="http://schemas.openxmlformats.org/officeDocument/2006/relationships/image" Target="../media/image256.png"/><Relationship Id="rId282" Type="http://schemas.openxmlformats.org/officeDocument/2006/relationships/customXml" Target="../ink/ink798.xml"/><Relationship Id="rId338" Type="http://schemas.openxmlformats.org/officeDocument/2006/relationships/customXml" Target="../ink/ink826.xml"/><Relationship Id="rId503" Type="http://schemas.openxmlformats.org/officeDocument/2006/relationships/customXml" Target="../ink/ink909.xml"/><Relationship Id="rId545" Type="http://schemas.openxmlformats.org/officeDocument/2006/relationships/customXml" Target="../ink/ink930.xml"/><Relationship Id="rId587" Type="http://schemas.openxmlformats.org/officeDocument/2006/relationships/image" Target="../media/image932.png"/><Relationship Id="rId8" Type="http://schemas.openxmlformats.org/officeDocument/2006/relationships/image" Target="../media/image211.png"/><Relationship Id="rId142" Type="http://schemas.openxmlformats.org/officeDocument/2006/relationships/customXml" Target="../ink/ink728.xml"/><Relationship Id="rId184" Type="http://schemas.openxmlformats.org/officeDocument/2006/relationships/customXml" Target="../ink/ink749.xml"/><Relationship Id="rId391" Type="http://schemas.openxmlformats.org/officeDocument/2006/relationships/customXml" Target="../ink/ink853.xml"/><Relationship Id="rId405" Type="http://schemas.openxmlformats.org/officeDocument/2006/relationships/customXml" Target="../ink/ink860.xml"/><Relationship Id="rId447" Type="http://schemas.openxmlformats.org/officeDocument/2006/relationships/customXml" Target="../ink/ink881.xml"/><Relationship Id="rId612" Type="http://schemas.openxmlformats.org/officeDocument/2006/relationships/customXml" Target="../ink/ink963.xml"/><Relationship Id="rId251" Type="http://schemas.openxmlformats.org/officeDocument/2006/relationships/image" Target="../media/image764.png"/><Relationship Id="rId489" Type="http://schemas.openxmlformats.org/officeDocument/2006/relationships/customXml" Target="../ink/ink902.xml"/><Relationship Id="rId654" Type="http://schemas.openxmlformats.org/officeDocument/2006/relationships/customXml" Target="../ink/ink984.xml"/><Relationship Id="rId46" Type="http://schemas.openxmlformats.org/officeDocument/2006/relationships/image" Target="../media/image230.png"/><Relationship Id="rId293" Type="http://schemas.openxmlformats.org/officeDocument/2006/relationships/image" Target="../media/image785.png"/><Relationship Id="rId307" Type="http://schemas.openxmlformats.org/officeDocument/2006/relationships/image" Target="../media/image792.png"/><Relationship Id="rId349" Type="http://schemas.openxmlformats.org/officeDocument/2006/relationships/image" Target="../media/image813.png"/><Relationship Id="rId514" Type="http://schemas.openxmlformats.org/officeDocument/2006/relationships/image" Target="../media/image895.png"/><Relationship Id="rId556" Type="http://schemas.openxmlformats.org/officeDocument/2006/relationships/customXml" Target="../ink/ink935.xml"/><Relationship Id="rId88" Type="http://schemas.openxmlformats.org/officeDocument/2006/relationships/image" Target="../media/image250.png"/><Relationship Id="rId111" Type="http://schemas.openxmlformats.org/officeDocument/2006/relationships/image" Target="../media/image520.png"/><Relationship Id="rId153" Type="http://schemas.openxmlformats.org/officeDocument/2006/relationships/image" Target="../media/image566.png"/><Relationship Id="rId195" Type="http://schemas.openxmlformats.org/officeDocument/2006/relationships/image" Target="../media/image736.png"/><Relationship Id="rId209" Type="http://schemas.openxmlformats.org/officeDocument/2006/relationships/image" Target="../media/image743.png"/><Relationship Id="rId360" Type="http://schemas.openxmlformats.org/officeDocument/2006/relationships/image" Target="../media/image818.png"/><Relationship Id="rId416" Type="http://schemas.openxmlformats.org/officeDocument/2006/relationships/image" Target="../media/image846.png"/><Relationship Id="rId598" Type="http://schemas.openxmlformats.org/officeDocument/2006/relationships/customXml" Target="../ink/ink956.xml"/><Relationship Id="rId220" Type="http://schemas.openxmlformats.org/officeDocument/2006/relationships/customXml" Target="../ink/ink767.xml"/><Relationship Id="rId458" Type="http://schemas.openxmlformats.org/officeDocument/2006/relationships/image" Target="../media/image867.png"/><Relationship Id="rId623" Type="http://schemas.openxmlformats.org/officeDocument/2006/relationships/image" Target="../media/image950.png"/><Relationship Id="rId665" Type="http://schemas.openxmlformats.org/officeDocument/2006/relationships/image" Target="../media/image971.png"/><Relationship Id="rId15" Type="http://schemas.openxmlformats.org/officeDocument/2006/relationships/customXml" Target="../ink/ink663.xml"/><Relationship Id="rId57" Type="http://schemas.openxmlformats.org/officeDocument/2006/relationships/image" Target="../media/image235.png"/><Relationship Id="rId262" Type="http://schemas.openxmlformats.org/officeDocument/2006/relationships/customXml" Target="../ink/ink788.xml"/><Relationship Id="rId318" Type="http://schemas.openxmlformats.org/officeDocument/2006/relationships/customXml" Target="../ink/ink816.xml"/><Relationship Id="rId525" Type="http://schemas.openxmlformats.org/officeDocument/2006/relationships/customXml" Target="../ink/ink920.xml"/><Relationship Id="rId567" Type="http://schemas.openxmlformats.org/officeDocument/2006/relationships/image" Target="../media/image922.png"/><Relationship Id="rId99" Type="http://schemas.openxmlformats.org/officeDocument/2006/relationships/customXml" Target="../ink/ink706.xml"/><Relationship Id="rId122" Type="http://schemas.openxmlformats.org/officeDocument/2006/relationships/customXml" Target="../ink/ink718.xml"/><Relationship Id="rId164" Type="http://schemas.openxmlformats.org/officeDocument/2006/relationships/customXml" Target="../ink/ink739.xml"/><Relationship Id="rId371" Type="http://schemas.openxmlformats.org/officeDocument/2006/relationships/customXml" Target="../ink/ink843.xml"/><Relationship Id="rId427" Type="http://schemas.openxmlformats.org/officeDocument/2006/relationships/customXml" Target="../ink/ink871.xml"/><Relationship Id="rId469" Type="http://schemas.openxmlformats.org/officeDocument/2006/relationships/customXml" Target="../ink/ink892.xml"/><Relationship Id="rId634" Type="http://schemas.openxmlformats.org/officeDocument/2006/relationships/customXml" Target="../ink/ink974.xml"/><Relationship Id="rId676" Type="http://schemas.openxmlformats.org/officeDocument/2006/relationships/image" Target="../media/image976.png"/><Relationship Id="rId26" Type="http://schemas.openxmlformats.org/officeDocument/2006/relationships/image" Target="../media/image220.png"/><Relationship Id="rId231" Type="http://schemas.openxmlformats.org/officeDocument/2006/relationships/image" Target="../media/image754.png"/><Relationship Id="rId273" Type="http://schemas.openxmlformats.org/officeDocument/2006/relationships/image" Target="../media/image775.png"/><Relationship Id="rId329" Type="http://schemas.openxmlformats.org/officeDocument/2006/relationships/image" Target="../media/image803.png"/><Relationship Id="rId480" Type="http://schemas.openxmlformats.org/officeDocument/2006/relationships/image" Target="../media/image878.png"/><Relationship Id="rId536" Type="http://schemas.openxmlformats.org/officeDocument/2006/relationships/image" Target="../media/image906.png"/><Relationship Id="rId68" Type="http://schemas.openxmlformats.org/officeDocument/2006/relationships/customXml" Target="../ink/ink690.xml"/><Relationship Id="rId133" Type="http://schemas.openxmlformats.org/officeDocument/2006/relationships/image" Target="../media/image553.png"/><Relationship Id="rId175" Type="http://schemas.openxmlformats.org/officeDocument/2006/relationships/image" Target="../media/image726.png"/><Relationship Id="rId340" Type="http://schemas.openxmlformats.org/officeDocument/2006/relationships/customXml" Target="../ink/ink827.xml"/><Relationship Id="rId578" Type="http://schemas.openxmlformats.org/officeDocument/2006/relationships/customXml" Target="../ink/ink946.xml"/><Relationship Id="rId200" Type="http://schemas.openxmlformats.org/officeDocument/2006/relationships/customXml" Target="../ink/ink757.xml"/><Relationship Id="rId382" Type="http://schemas.openxmlformats.org/officeDocument/2006/relationships/image" Target="../media/image829.png"/><Relationship Id="rId438" Type="http://schemas.openxmlformats.org/officeDocument/2006/relationships/image" Target="../media/image857.png"/><Relationship Id="rId603" Type="http://schemas.openxmlformats.org/officeDocument/2006/relationships/image" Target="../media/image940.png"/><Relationship Id="rId645" Type="http://schemas.openxmlformats.org/officeDocument/2006/relationships/image" Target="../media/image961.png"/><Relationship Id="rId242" Type="http://schemas.openxmlformats.org/officeDocument/2006/relationships/customXml" Target="../ink/ink778.xml"/><Relationship Id="rId284" Type="http://schemas.openxmlformats.org/officeDocument/2006/relationships/customXml" Target="../ink/ink799.xml"/><Relationship Id="rId491" Type="http://schemas.openxmlformats.org/officeDocument/2006/relationships/customXml" Target="../ink/ink903.xml"/><Relationship Id="rId505" Type="http://schemas.openxmlformats.org/officeDocument/2006/relationships/customXml" Target="../ink/ink910.xml"/><Relationship Id="rId37" Type="http://schemas.openxmlformats.org/officeDocument/2006/relationships/customXml" Target="../ink/ink674.xml"/><Relationship Id="rId79" Type="http://schemas.openxmlformats.org/officeDocument/2006/relationships/customXml" Target="../ink/ink696.xml"/><Relationship Id="rId102" Type="http://schemas.openxmlformats.org/officeDocument/2006/relationships/image" Target="../media/image273.png"/><Relationship Id="rId144" Type="http://schemas.openxmlformats.org/officeDocument/2006/relationships/customXml" Target="../ink/ink729.xml"/><Relationship Id="rId547" Type="http://schemas.openxmlformats.org/officeDocument/2006/relationships/customXml" Target="../ink/ink931.xml"/><Relationship Id="rId589" Type="http://schemas.openxmlformats.org/officeDocument/2006/relationships/image" Target="../media/image933.png"/><Relationship Id="rId90" Type="http://schemas.openxmlformats.org/officeDocument/2006/relationships/image" Target="../media/image251.png"/><Relationship Id="rId186" Type="http://schemas.openxmlformats.org/officeDocument/2006/relationships/customXml" Target="../ink/ink750.xml"/><Relationship Id="rId351" Type="http://schemas.openxmlformats.org/officeDocument/2006/relationships/image" Target="../media/image814.png"/><Relationship Id="rId393" Type="http://schemas.openxmlformats.org/officeDocument/2006/relationships/customXml" Target="../ink/ink854.xml"/><Relationship Id="rId407" Type="http://schemas.openxmlformats.org/officeDocument/2006/relationships/customXml" Target="../ink/ink861.xml"/><Relationship Id="rId449" Type="http://schemas.openxmlformats.org/officeDocument/2006/relationships/customXml" Target="../ink/ink882.xml"/><Relationship Id="rId614" Type="http://schemas.openxmlformats.org/officeDocument/2006/relationships/customXml" Target="../ink/ink964.xml"/><Relationship Id="rId656" Type="http://schemas.openxmlformats.org/officeDocument/2006/relationships/customXml" Target="../ink/ink985.xml"/><Relationship Id="rId211" Type="http://schemas.openxmlformats.org/officeDocument/2006/relationships/image" Target="../media/image744.png"/><Relationship Id="rId253" Type="http://schemas.openxmlformats.org/officeDocument/2006/relationships/image" Target="../media/image765.png"/><Relationship Id="rId295" Type="http://schemas.openxmlformats.org/officeDocument/2006/relationships/image" Target="../media/image786.png"/><Relationship Id="rId309" Type="http://schemas.openxmlformats.org/officeDocument/2006/relationships/image" Target="../media/image793.png"/><Relationship Id="rId460" Type="http://schemas.openxmlformats.org/officeDocument/2006/relationships/image" Target="../media/image868.png"/><Relationship Id="rId516" Type="http://schemas.openxmlformats.org/officeDocument/2006/relationships/image" Target="../media/image896.png"/><Relationship Id="rId48" Type="http://schemas.openxmlformats.org/officeDocument/2006/relationships/image" Target="../media/image231.png"/><Relationship Id="rId113" Type="http://schemas.openxmlformats.org/officeDocument/2006/relationships/image" Target="../media/image521.png"/><Relationship Id="rId320" Type="http://schemas.openxmlformats.org/officeDocument/2006/relationships/customXml" Target="../ink/ink817.xml"/><Relationship Id="rId558" Type="http://schemas.openxmlformats.org/officeDocument/2006/relationships/customXml" Target="../ink/ink936.xml"/><Relationship Id="rId155" Type="http://schemas.openxmlformats.org/officeDocument/2006/relationships/image" Target="../media/image567.png"/><Relationship Id="rId197" Type="http://schemas.openxmlformats.org/officeDocument/2006/relationships/image" Target="../media/image737.png"/><Relationship Id="rId362" Type="http://schemas.openxmlformats.org/officeDocument/2006/relationships/image" Target="../media/image819.png"/><Relationship Id="rId418" Type="http://schemas.openxmlformats.org/officeDocument/2006/relationships/image" Target="../media/image847.png"/><Relationship Id="rId625" Type="http://schemas.openxmlformats.org/officeDocument/2006/relationships/image" Target="../media/image951.png"/><Relationship Id="rId222" Type="http://schemas.openxmlformats.org/officeDocument/2006/relationships/customXml" Target="../ink/ink768.xml"/><Relationship Id="rId264" Type="http://schemas.openxmlformats.org/officeDocument/2006/relationships/customXml" Target="../ink/ink789.xml"/><Relationship Id="rId471" Type="http://schemas.openxmlformats.org/officeDocument/2006/relationships/customXml" Target="../ink/ink893.xml"/><Relationship Id="rId667" Type="http://schemas.openxmlformats.org/officeDocument/2006/relationships/image" Target="../media/image972.png"/><Relationship Id="rId17" Type="http://schemas.openxmlformats.org/officeDocument/2006/relationships/customXml" Target="../ink/ink664.xml"/><Relationship Id="rId59" Type="http://schemas.openxmlformats.org/officeDocument/2006/relationships/image" Target="../media/image236.png"/><Relationship Id="rId124" Type="http://schemas.openxmlformats.org/officeDocument/2006/relationships/customXml" Target="../ink/ink719.xml"/><Relationship Id="rId527" Type="http://schemas.openxmlformats.org/officeDocument/2006/relationships/customXml" Target="../ink/ink921.xml"/><Relationship Id="rId569" Type="http://schemas.openxmlformats.org/officeDocument/2006/relationships/image" Target="../media/image923.png"/><Relationship Id="rId70" Type="http://schemas.openxmlformats.org/officeDocument/2006/relationships/customXml" Target="../ink/ink691.xml"/><Relationship Id="rId166" Type="http://schemas.openxmlformats.org/officeDocument/2006/relationships/customXml" Target="../ink/ink740.xml"/><Relationship Id="rId331" Type="http://schemas.openxmlformats.org/officeDocument/2006/relationships/image" Target="../media/image804.png"/><Relationship Id="rId373" Type="http://schemas.openxmlformats.org/officeDocument/2006/relationships/customXml" Target="../ink/ink844.xml"/><Relationship Id="rId429" Type="http://schemas.openxmlformats.org/officeDocument/2006/relationships/customXml" Target="../ink/ink872.xml"/><Relationship Id="rId580" Type="http://schemas.openxmlformats.org/officeDocument/2006/relationships/customXml" Target="../ink/ink947.xml"/><Relationship Id="rId636" Type="http://schemas.openxmlformats.org/officeDocument/2006/relationships/customXml" Target="../ink/ink975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755.png"/><Relationship Id="rId440" Type="http://schemas.openxmlformats.org/officeDocument/2006/relationships/image" Target="../media/image858.png"/><Relationship Id="rId678" Type="http://schemas.openxmlformats.org/officeDocument/2006/relationships/image" Target="../media/image977.png"/><Relationship Id="rId28" Type="http://schemas.openxmlformats.org/officeDocument/2006/relationships/image" Target="../media/image221.png"/><Relationship Id="rId275" Type="http://schemas.openxmlformats.org/officeDocument/2006/relationships/image" Target="../media/image776.png"/><Relationship Id="rId300" Type="http://schemas.openxmlformats.org/officeDocument/2006/relationships/customXml" Target="../ink/ink807.xml"/><Relationship Id="rId482" Type="http://schemas.openxmlformats.org/officeDocument/2006/relationships/image" Target="../media/image879.png"/><Relationship Id="rId538" Type="http://schemas.openxmlformats.org/officeDocument/2006/relationships/image" Target="../media/image907.png"/><Relationship Id="rId81" Type="http://schemas.openxmlformats.org/officeDocument/2006/relationships/customXml" Target="../ink/ink697.xml"/><Relationship Id="rId135" Type="http://schemas.openxmlformats.org/officeDocument/2006/relationships/image" Target="../media/image554.png"/><Relationship Id="rId177" Type="http://schemas.openxmlformats.org/officeDocument/2006/relationships/image" Target="../media/image727.png"/><Relationship Id="rId342" Type="http://schemas.openxmlformats.org/officeDocument/2006/relationships/customXml" Target="../ink/ink828.xml"/><Relationship Id="rId384" Type="http://schemas.openxmlformats.org/officeDocument/2006/relationships/image" Target="../media/image830.png"/><Relationship Id="rId591" Type="http://schemas.openxmlformats.org/officeDocument/2006/relationships/image" Target="../media/image934.png"/><Relationship Id="rId605" Type="http://schemas.openxmlformats.org/officeDocument/2006/relationships/image" Target="../media/image941.png"/><Relationship Id="rId202" Type="http://schemas.openxmlformats.org/officeDocument/2006/relationships/customXml" Target="../ink/ink758.xml"/><Relationship Id="rId244" Type="http://schemas.openxmlformats.org/officeDocument/2006/relationships/customXml" Target="../ink/ink779.xml"/><Relationship Id="rId647" Type="http://schemas.openxmlformats.org/officeDocument/2006/relationships/image" Target="../media/image962.png"/><Relationship Id="rId39" Type="http://schemas.openxmlformats.org/officeDocument/2006/relationships/customXml" Target="../ink/ink675.xml"/><Relationship Id="rId286" Type="http://schemas.openxmlformats.org/officeDocument/2006/relationships/customXml" Target="../ink/ink800.xml"/><Relationship Id="rId451" Type="http://schemas.openxmlformats.org/officeDocument/2006/relationships/customXml" Target="../ink/ink883.xml"/><Relationship Id="rId493" Type="http://schemas.openxmlformats.org/officeDocument/2006/relationships/customXml" Target="../ink/ink904.xml"/><Relationship Id="rId507" Type="http://schemas.openxmlformats.org/officeDocument/2006/relationships/customXml" Target="../ink/ink911.xml"/><Relationship Id="rId549" Type="http://schemas.openxmlformats.org/officeDocument/2006/relationships/customXml" Target="../ink/ink932.xml"/><Relationship Id="rId50" Type="http://schemas.openxmlformats.org/officeDocument/2006/relationships/image" Target="../media/image232.png"/><Relationship Id="rId104" Type="http://schemas.openxmlformats.org/officeDocument/2006/relationships/customXml" Target="../ink/ink709.xml"/><Relationship Id="rId146" Type="http://schemas.openxmlformats.org/officeDocument/2006/relationships/customXml" Target="../ink/ink730.xml"/><Relationship Id="rId188" Type="http://schemas.openxmlformats.org/officeDocument/2006/relationships/customXml" Target="../ink/ink751.xml"/><Relationship Id="rId311" Type="http://schemas.openxmlformats.org/officeDocument/2006/relationships/image" Target="../media/image794.png"/><Relationship Id="rId353" Type="http://schemas.openxmlformats.org/officeDocument/2006/relationships/image" Target="../media/image815.png"/><Relationship Id="rId395" Type="http://schemas.openxmlformats.org/officeDocument/2006/relationships/customXml" Target="../ink/ink855.xml"/><Relationship Id="rId409" Type="http://schemas.openxmlformats.org/officeDocument/2006/relationships/customXml" Target="../ink/ink862.xml"/><Relationship Id="rId560" Type="http://schemas.openxmlformats.org/officeDocument/2006/relationships/customXml" Target="../ink/ink937.xml"/><Relationship Id="rId92" Type="http://schemas.openxmlformats.org/officeDocument/2006/relationships/image" Target="../media/image252.png"/><Relationship Id="rId213" Type="http://schemas.openxmlformats.org/officeDocument/2006/relationships/image" Target="../media/image745.png"/><Relationship Id="rId420" Type="http://schemas.openxmlformats.org/officeDocument/2006/relationships/image" Target="../media/image848.png"/><Relationship Id="rId616" Type="http://schemas.openxmlformats.org/officeDocument/2006/relationships/customXml" Target="../ink/ink965.xml"/><Relationship Id="rId658" Type="http://schemas.openxmlformats.org/officeDocument/2006/relationships/customXml" Target="../ink/ink986.xml"/><Relationship Id="rId255" Type="http://schemas.openxmlformats.org/officeDocument/2006/relationships/image" Target="../media/image766.png"/><Relationship Id="rId297" Type="http://schemas.openxmlformats.org/officeDocument/2006/relationships/image" Target="../media/image787.png"/><Relationship Id="rId462" Type="http://schemas.openxmlformats.org/officeDocument/2006/relationships/image" Target="../media/image869.png"/><Relationship Id="rId518" Type="http://schemas.openxmlformats.org/officeDocument/2006/relationships/image" Target="../media/image897.png"/><Relationship Id="rId115" Type="http://schemas.openxmlformats.org/officeDocument/2006/relationships/image" Target="../media/image522.png"/><Relationship Id="rId157" Type="http://schemas.openxmlformats.org/officeDocument/2006/relationships/image" Target="../media/image613.png"/><Relationship Id="rId322" Type="http://schemas.openxmlformats.org/officeDocument/2006/relationships/customXml" Target="../ink/ink818.xml"/><Relationship Id="rId364" Type="http://schemas.openxmlformats.org/officeDocument/2006/relationships/image" Target="../media/image820.png"/><Relationship Id="rId61" Type="http://schemas.openxmlformats.org/officeDocument/2006/relationships/image" Target="../media/image237.png"/><Relationship Id="rId199" Type="http://schemas.openxmlformats.org/officeDocument/2006/relationships/image" Target="../media/image738.png"/><Relationship Id="rId571" Type="http://schemas.openxmlformats.org/officeDocument/2006/relationships/image" Target="../media/image924.png"/><Relationship Id="rId627" Type="http://schemas.openxmlformats.org/officeDocument/2006/relationships/image" Target="../media/image952.png"/><Relationship Id="rId669" Type="http://schemas.openxmlformats.org/officeDocument/2006/relationships/image" Target="../media/image973.png"/><Relationship Id="rId19" Type="http://schemas.openxmlformats.org/officeDocument/2006/relationships/customXml" Target="../ink/ink665.xml"/><Relationship Id="rId224" Type="http://schemas.openxmlformats.org/officeDocument/2006/relationships/customXml" Target="../ink/ink769.xml"/><Relationship Id="rId266" Type="http://schemas.openxmlformats.org/officeDocument/2006/relationships/customXml" Target="../ink/ink790.xml"/><Relationship Id="rId431" Type="http://schemas.openxmlformats.org/officeDocument/2006/relationships/customXml" Target="../ink/ink873.xml"/><Relationship Id="rId473" Type="http://schemas.openxmlformats.org/officeDocument/2006/relationships/customXml" Target="../ink/ink894.xml"/><Relationship Id="rId529" Type="http://schemas.openxmlformats.org/officeDocument/2006/relationships/customXml" Target="../ink/ink922.xml"/><Relationship Id="rId680" Type="http://schemas.openxmlformats.org/officeDocument/2006/relationships/image" Target="../media/image978.png"/><Relationship Id="rId30" Type="http://schemas.openxmlformats.org/officeDocument/2006/relationships/image" Target="../media/image222.png"/><Relationship Id="rId126" Type="http://schemas.openxmlformats.org/officeDocument/2006/relationships/customXml" Target="../ink/ink720.xml"/><Relationship Id="rId168" Type="http://schemas.openxmlformats.org/officeDocument/2006/relationships/customXml" Target="../ink/ink741.xml"/><Relationship Id="rId333" Type="http://schemas.openxmlformats.org/officeDocument/2006/relationships/image" Target="../media/image805.png"/><Relationship Id="rId540" Type="http://schemas.openxmlformats.org/officeDocument/2006/relationships/image" Target="../media/image908.png"/><Relationship Id="rId72" Type="http://schemas.openxmlformats.org/officeDocument/2006/relationships/image" Target="../media/image242.png"/><Relationship Id="rId375" Type="http://schemas.openxmlformats.org/officeDocument/2006/relationships/customXml" Target="../ink/ink845.xml"/><Relationship Id="rId582" Type="http://schemas.openxmlformats.org/officeDocument/2006/relationships/customXml" Target="../ink/ink948.xml"/><Relationship Id="rId638" Type="http://schemas.openxmlformats.org/officeDocument/2006/relationships/customXml" Target="../ink/ink976.xml"/><Relationship Id="rId3" Type="http://schemas.openxmlformats.org/officeDocument/2006/relationships/customXml" Target="../ink/ink657.xml"/><Relationship Id="rId235" Type="http://schemas.openxmlformats.org/officeDocument/2006/relationships/image" Target="../media/image756.png"/><Relationship Id="rId277" Type="http://schemas.openxmlformats.org/officeDocument/2006/relationships/image" Target="../media/image777.png"/><Relationship Id="rId400" Type="http://schemas.openxmlformats.org/officeDocument/2006/relationships/image" Target="../media/image838.png"/><Relationship Id="rId442" Type="http://schemas.openxmlformats.org/officeDocument/2006/relationships/image" Target="../media/image859.png"/><Relationship Id="rId484" Type="http://schemas.openxmlformats.org/officeDocument/2006/relationships/image" Target="../media/image880.png"/><Relationship Id="rId137" Type="http://schemas.openxmlformats.org/officeDocument/2006/relationships/image" Target="../media/image555.png"/><Relationship Id="rId302" Type="http://schemas.openxmlformats.org/officeDocument/2006/relationships/customXml" Target="../ink/ink808.xml"/><Relationship Id="rId344" Type="http://schemas.openxmlformats.org/officeDocument/2006/relationships/customXml" Target="../ink/ink829.xml"/><Relationship Id="rId41" Type="http://schemas.openxmlformats.org/officeDocument/2006/relationships/customXml" Target="../ink/ink676.xml"/><Relationship Id="rId83" Type="http://schemas.openxmlformats.org/officeDocument/2006/relationships/customXml" Target="../ink/ink698.xml"/><Relationship Id="rId179" Type="http://schemas.openxmlformats.org/officeDocument/2006/relationships/image" Target="../media/image728.png"/><Relationship Id="rId386" Type="http://schemas.openxmlformats.org/officeDocument/2006/relationships/image" Target="../media/image831.png"/><Relationship Id="rId551" Type="http://schemas.openxmlformats.org/officeDocument/2006/relationships/customXml" Target="../ink/ink933.xml"/><Relationship Id="rId593" Type="http://schemas.openxmlformats.org/officeDocument/2006/relationships/image" Target="../media/image935.png"/><Relationship Id="rId607" Type="http://schemas.openxmlformats.org/officeDocument/2006/relationships/image" Target="../media/image942.png"/><Relationship Id="rId649" Type="http://schemas.openxmlformats.org/officeDocument/2006/relationships/image" Target="../media/image963.png"/><Relationship Id="rId190" Type="http://schemas.openxmlformats.org/officeDocument/2006/relationships/customXml" Target="../ink/ink752.xml"/><Relationship Id="rId204" Type="http://schemas.openxmlformats.org/officeDocument/2006/relationships/customXml" Target="../ink/ink759.xml"/><Relationship Id="rId246" Type="http://schemas.openxmlformats.org/officeDocument/2006/relationships/customXml" Target="../ink/ink780.xml"/><Relationship Id="rId288" Type="http://schemas.openxmlformats.org/officeDocument/2006/relationships/customXml" Target="../ink/ink801.xml"/><Relationship Id="rId411" Type="http://schemas.openxmlformats.org/officeDocument/2006/relationships/customXml" Target="../ink/ink863.xml"/><Relationship Id="rId453" Type="http://schemas.openxmlformats.org/officeDocument/2006/relationships/customXml" Target="../ink/ink884.xml"/><Relationship Id="rId509" Type="http://schemas.openxmlformats.org/officeDocument/2006/relationships/customXml" Target="../ink/ink912.xml"/><Relationship Id="rId660" Type="http://schemas.openxmlformats.org/officeDocument/2006/relationships/customXml" Target="../ink/ink987.xml"/><Relationship Id="rId106" Type="http://schemas.openxmlformats.org/officeDocument/2006/relationships/customXml" Target="../ink/ink710.xml"/><Relationship Id="rId313" Type="http://schemas.openxmlformats.org/officeDocument/2006/relationships/image" Target="../media/image795.png"/><Relationship Id="rId495" Type="http://schemas.openxmlformats.org/officeDocument/2006/relationships/customXml" Target="../ink/ink905.xml"/><Relationship Id="rId10" Type="http://schemas.openxmlformats.org/officeDocument/2006/relationships/image" Target="../media/image212.png"/><Relationship Id="rId52" Type="http://schemas.openxmlformats.org/officeDocument/2006/relationships/customXml" Target="../ink/ink682.xml"/><Relationship Id="rId94" Type="http://schemas.openxmlformats.org/officeDocument/2006/relationships/image" Target="../media/image253.png"/><Relationship Id="rId148" Type="http://schemas.openxmlformats.org/officeDocument/2006/relationships/customXml" Target="../ink/ink731.xml"/><Relationship Id="rId355" Type="http://schemas.openxmlformats.org/officeDocument/2006/relationships/image" Target="../media/image816.png"/><Relationship Id="rId397" Type="http://schemas.openxmlformats.org/officeDocument/2006/relationships/customXml" Target="../ink/ink856.xml"/><Relationship Id="rId520" Type="http://schemas.openxmlformats.org/officeDocument/2006/relationships/image" Target="../media/image898.png"/><Relationship Id="rId562" Type="http://schemas.openxmlformats.org/officeDocument/2006/relationships/customXml" Target="../ink/ink938.xml"/><Relationship Id="rId618" Type="http://schemas.openxmlformats.org/officeDocument/2006/relationships/customXml" Target="../ink/ink966.xml"/><Relationship Id="rId215" Type="http://schemas.openxmlformats.org/officeDocument/2006/relationships/image" Target="../media/image746.png"/><Relationship Id="rId257" Type="http://schemas.openxmlformats.org/officeDocument/2006/relationships/image" Target="../media/image767.png"/><Relationship Id="rId422" Type="http://schemas.openxmlformats.org/officeDocument/2006/relationships/image" Target="../media/image849.png"/><Relationship Id="rId464" Type="http://schemas.openxmlformats.org/officeDocument/2006/relationships/image" Target="../media/image870.png"/><Relationship Id="rId299" Type="http://schemas.openxmlformats.org/officeDocument/2006/relationships/image" Target="../media/image788.png"/><Relationship Id="rId63" Type="http://schemas.openxmlformats.org/officeDocument/2006/relationships/image" Target="../media/image238.png"/><Relationship Id="rId159" Type="http://schemas.openxmlformats.org/officeDocument/2006/relationships/image" Target="../media/image614.png"/><Relationship Id="rId366" Type="http://schemas.openxmlformats.org/officeDocument/2006/relationships/image" Target="../media/image821.png"/><Relationship Id="rId573" Type="http://schemas.openxmlformats.org/officeDocument/2006/relationships/image" Target="../media/image925.png"/><Relationship Id="rId226" Type="http://schemas.openxmlformats.org/officeDocument/2006/relationships/customXml" Target="../ink/ink770.xml"/><Relationship Id="rId433" Type="http://schemas.openxmlformats.org/officeDocument/2006/relationships/customXml" Target="../ink/ink874.xml"/><Relationship Id="rId640" Type="http://schemas.openxmlformats.org/officeDocument/2006/relationships/customXml" Target="../ink/ink977.xml"/><Relationship Id="rId74" Type="http://schemas.openxmlformats.org/officeDocument/2006/relationships/image" Target="../media/image243.png"/><Relationship Id="rId377" Type="http://schemas.openxmlformats.org/officeDocument/2006/relationships/customXml" Target="../ink/ink846.xml"/><Relationship Id="rId500" Type="http://schemas.openxmlformats.org/officeDocument/2006/relationships/image" Target="../media/image888.png"/><Relationship Id="rId584" Type="http://schemas.openxmlformats.org/officeDocument/2006/relationships/customXml" Target="../ink/ink949.xml"/><Relationship Id="rId5" Type="http://schemas.openxmlformats.org/officeDocument/2006/relationships/customXml" Target="../ink/ink658.xml"/><Relationship Id="rId237" Type="http://schemas.openxmlformats.org/officeDocument/2006/relationships/image" Target="../media/image757.png"/><Relationship Id="rId444" Type="http://schemas.openxmlformats.org/officeDocument/2006/relationships/image" Target="../media/image860.png"/><Relationship Id="rId651" Type="http://schemas.openxmlformats.org/officeDocument/2006/relationships/image" Target="../media/image964.png"/><Relationship Id="rId290" Type="http://schemas.openxmlformats.org/officeDocument/2006/relationships/customXml" Target="../ink/ink802.xml"/><Relationship Id="rId304" Type="http://schemas.openxmlformats.org/officeDocument/2006/relationships/customXml" Target="../ink/ink809.xml"/><Relationship Id="rId388" Type="http://schemas.openxmlformats.org/officeDocument/2006/relationships/image" Target="../media/image832.png"/><Relationship Id="rId511" Type="http://schemas.openxmlformats.org/officeDocument/2006/relationships/customXml" Target="../ink/ink913.xml"/><Relationship Id="rId609" Type="http://schemas.openxmlformats.org/officeDocument/2006/relationships/image" Target="../media/image943.png"/><Relationship Id="rId85" Type="http://schemas.openxmlformats.org/officeDocument/2006/relationships/customXml" Target="../ink/ink699.xml"/><Relationship Id="rId150" Type="http://schemas.openxmlformats.org/officeDocument/2006/relationships/customXml" Target="../ink/ink732.xml"/><Relationship Id="rId595" Type="http://schemas.openxmlformats.org/officeDocument/2006/relationships/image" Target="../media/image936.png"/><Relationship Id="rId248" Type="http://schemas.openxmlformats.org/officeDocument/2006/relationships/customXml" Target="../ink/ink781.xml"/><Relationship Id="rId455" Type="http://schemas.openxmlformats.org/officeDocument/2006/relationships/customXml" Target="../ink/ink885.xml"/><Relationship Id="rId662" Type="http://schemas.openxmlformats.org/officeDocument/2006/relationships/customXml" Target="../ink/ink988.xml"/><Relationship Id="rId12" Type="http://schemas.openxmlformats.org/officeDocument/2006/relationships/image" Target="../media/image213.png"/><Relationship Id="rId108" Type="http://schemas.openxmlformats.org/officeDocument/2006/relationships/customXml" Target="../ink/ink711.xml"/><Relationship Id="rId315" Type="http://schemas.openxmlformats.org/officeDocument/2006/relationships/image" Target="../media/image796.png"/><Relationship Id="rId522" Type="http://schemas.openxmlformats.org/officeDocument/2006/relationships/image" Target="../media/image899.png"/><Relationship Id="rId96" Type="http://schemas.openxmlformats.org/officeDocument/2006/relationships/image" Target="../media/image254.png"/><Relationship Id="rId161" Type="http://schemas.openxmlformats.org/officeDocument/2006/relationships/image" Target="../media/image619.png"/><Relationship Id="rId399" Type="http://schemas.openxmlformats.org/officeDocument/2006/relationships/customXml" Target="../ink/ink857.xml"/><Relationship Id="rId259" Type="http://schemas.openxmlformats.org/officeDocument/2006/relationships/image" Target="../media/image768.png"/><Relationship Id="rId466" Type="http://schemas.openxmlformats.org/officeDocument/2006/relationships/image" Target="../media/image871.png"/><Relationship Id="rId673" Type="http://schemas.openxmlformats.org/officeDocument/2006/relationships/image" Target="../media/image975.png"/><Relationship Id="rId23" Type="http://schemas.openxmlformats.org/officeDocument/2006/relationships/customXml" Target="../ink/ink667.xml"/><Relationship Id="rId119" Type="http://schemas.openxmlformats.org/officeDocument/2006/relationships/image" Target="../media/image524.png"/><Relationship Id="rId326" Type="http://schemas.openxmlformats.org/officeDocument/2006/relationships/customXml" Target="../ink/ink820.xml"/><Relationship Id="rId533" Type="http://schemas.openxmlformats.org/officeDocument/2006/relationships/customXml" Target="../ink/ink924.xml"/><Relationship Id="rId172" Type="http://schemas.openxmlformats.org/officeDocument/2006/relationships/customXml" Target="../ink/ink743.xml"/><Relationship Id="rId477" Type="http://schemas.openxmlformats.org/officeDocument/2006/relationships/customXml" Target="../ink/ink896.xml"/><Relationship Id="rId600" Type="http://schemas.openxmlformats.org/officeDocument/2006/relationships/customXml" Target="../ink/ink957.xml"/><Relationship Id="rId684" Type="http://schemas.openxmlformats.org/officeDocument/2006/relationships/image" Target="../media/image980.png"/><Relationship Id="rId337" Type="http://schemas.openxmlformats.org/officeDocument/2006/relationships/image" Target="../media/image807.png"/><Relationship Id="rId34" Type="http://schemas.openxmlformats.org/officeDocument/2006/relationships/image" Target="../media/image224.png"/><Relationship Id="rId544" Type="http://schemas.openxmlformats.org/officeDocument/2006/relationships/image" Target="../media/image910.png"/><Relationship Id="rId183" Type="http://schemas.openxmlformats.org/officeDocument/2006/relationships/image" Target="../media/image730.png"/><Relationship Id="rId390" Type="http://schemas.openxmlformats.org/officeDocument/2006/relationships/image" Target="../media/image833.png"/><Relationship Id="rId404" Type="http://schemas.openxmlformats.org/officeDocument/2006/relationships/image" Target="../media/image840.png"/><Relationship Id="rId611" Type="http://schemas.openxmlformats.org/officeDocument/2006/relationships/image" Target="../media/image944.png"/><Relationship Id="rId250" Type="http://schemas.openxmlformats.org/officeDocument/2006/relationships/customXml" Target="../ink/ink782.xml"/><Relationship Id="rId488" Type="http://schemas.openxmlformats.org/officeDocument/2006/relationships/image" Target="../media/image882.png"/><Relationship Id="rId45" Type="http://schemas.openxmlformats.org/officeDocument/2006/relationships/customXml" Target="../ink/ink678.xml"/><Relationship Id="rId110" Type="http://schemas.openxmlformats.org/officeDocument/2006/relationships/customXml" Target="../ink/ink712.xml"/><Relationship Id="rId348" Type="http://schemas.openxmlformats.org/officeDocument/2006/relationships/customXml" Target="../ink/ink831.xml"/><Relationship Id="rId555" Type="http://schemas.openxmlformats.org/officeDocument/2006/relationships/image" Target="../media/image916.png"/><Relationship Id="rId194" Type="http://schemas.openxmlformats.org/officeDocument/2006/relationships/customXml" Target="../ink/ink754.xml"/><Relationship Id="rId208" Type="http://schemas.openxmlformats.org/officeDocument/2006/relationships/customXml" Target="../ink/ink761.xml"/><Relationship Id="rId415" Type="http://schemas.openxmlformats.org/officeDocument/2006/relationships/customXml" Target="../ink/ink865.xml"/><Relationship Id="rId622" Type="http://schemas.openxmlformats.org/officeDocument/2006/relationships/customXml" Target="../ink/ink968.xml"/><Relationship Id="rId261" Type="http://schemas.openxmlformats.org/officeDocument/2006/relationships/image" Target="../media/image769.png"/><Relationship Id="rId499" Type="http://schemas.openxmlformats.org/officeDocument/2006/relationships/customXml" Target="../ink/ink907.xml"/><Relationship Id="rId56" Type="http://schemas.openxmlformats.org/officeDocument/2006/relationships/customXml" Target="../ink/ink684.xml"/><Relationship Id="rId359" Type="http://schemas.openxmlformats.org/officeDocument/2006/relationships/customXml" Target="../ink/ink837.xml"/><Relationship Id="rId566" Type="http://schemas.openxmlformats.org/officeDocument/2006/relationships/customXml" Target="../ink/ink940.xml"/><Relationship Id="rId121" Type="http://schemas.openxmlformats.org/officeDocument/2006/relationships/image" Target="../media/image547.png"/><Relationship Id="rId219" Type="http://schemas.openxmlformats.org/officeDocument/2006/relationships/image" Target="../media/image748.png"/><Relationship Id="rId426" Type="http://schemas.openxmlformats.org/officeDocument/2006/relationships/image" Target="../media/image851.png"/><Relationship Id="rId633" Type="http://schemas.openxmlformats.org/officeDocument/2006/relationships/image" Target="../media/image955.png"/><Relationship Id="rId67" Type="http://schemas.openxmlformats.org/officeDocument/2006/relationships/image" Target="../media/image240.png"/><Relationship Id="rId272" Type="http://schemas.openxmlformats.org/officeDocument/2006/relationships/customXml" Target="../ink/ink793.xml"/><Relationship Id="rId577" Type="http://schemas.openxmlformats.org/officeDocument/2006/relationships/image" Target="../media/image927.png"/><Relationship Id="rId132" Type="http://schemas.openxmlformats.org/officeDocument/2006/relationships/customXml" Target="../ink/ink723.xml"/><Relationship Id="rId437" Type="http://schemas.openxmlformats.org/officeDocument/2006/relationships/customXml" Target="../ink/ink876.xml"/><Relationship Id="rId644" Type="http://schemas.openxmlformats.org/officeDocument/2006/relationships/customXml" Target="../ink/ink979.xml"/><Relationship Id="rId283" Type="http://schemas.openxmlformats.org/officeDocument/2006/relationships/image" Target="../media/image780.png"/><Relationship Id="rId490" Type="http://schemas.openxmlformats.org/officeDocument/2006/relationships/image" Target="../media/image883.png"/><Relationship Id="rId504" Type="http://schemas.openxmlformats.org/officeDocument/2006/relationships/image" Target="../media/image890.png"/><Relationship Id="rId78" Type="http://schemas.openxmlformats.org/officeDocument/2006/relationships/image" Target="../media/image245.png"/><Relationship Id="rId143" Type="http://schemas.openxmlformats.org/officeDocument/2006/relationships/image" Target="../media/image558.png"/><Relationship Id="rId350" Type="http://schemas.openxmlformats.org/officeDocument/2006/relationships/customXml" Target="../ink/ink832.xml"/><Relationship Id="rId588" Type="http://schemas.openxmlformats.org/officeDocument/2006/relationships/customXml" Target="../ink/ink951.xml"/><Relationship Id="rId9" Type="http://schemas.openxmlformats.org/officeDocument/2006/relationships/customXml" Target="../ink/ink660.xml"/><Relationship Id="rId210" Type="http://schemas.openxmlformats.org/officeDocument/2006/relationships/customXml" Target="../ink/ink762.xml"/><Relationship Id="rId448" Type="http://schemas.openxmlformats.org/officeDocument/2006/relationships/image" Target="../media/image862.png"/><Relationship Id="rId655" Type="http://schemas.openxmlformats.org/officeDocument/2006/relationships/image" Target="../media/image966.png"/><Relationship Id="rId294" Type="http://schemas.openxmlformats.org/officeDocument/2006/relationships/customXml" Target="../ink/ink804.xml"/><Relationship Id="rId308" Type="http://schemas.openxmlformats.org/officeDocument/2006/relationships/customXml" Target="../ink/ink811.xml"/><Relationship Id="rId515" Type="http://schemas.openxmlformats.org/officeDocument/2006/relationships/customXml" Target="../ink/ink915.xml"/><Relationship Id="rId89" Type="http://schemas.openxmlformats.org/officeDocument/2006/relationships/customXml" Target="../ink/ink701.xml"/><Relationship Id="rId154" Type="http://schemas.openxmlformats.org/officeDocument/2006/relationships/customXml" Target="../ink/ink734.xml"/><Relationship Id="rId361" Type="http://schemas.openxmlformats.org/officeDocument/2006/relationships/customXml" Target="../ink/ink838.xml"/><Relationship Id="rId599" Type="http://schemas.openxmlformats.org/officeDocument/2006/relationships/image" Target="../media/image938.png"/><Relationship Id="rId459" Type="http://schemas.openxmlformats.org/officeDocument/2006/relationships/customXml" Target="../ink/ink887.xml"/><Relationship Id="rId666" Type="http://schemas.openxmlformats.org/officeDocument/2006/relationships/customXml" Target="../ink/ink990.xml"/><Relationship Id="rId16" Type="http://schemas.openxmlformats.org/officeDocument/2006/relationships/image" Target="../media/image215.png"/><Relationship Id="rId221" Type="http://schemas.openxmlformats.org/officeDocument/2006/relationships/image" Target="../media/image749.png"/><Relationship Id="rId319" Type="http://schemas.openxmlformats.org/officeDocument/2006/relationships/image" Target="../media/image798.png"/><Relationship Id="rId526" Type="http://schemas.openxmlformats.org/officeDocument/2006/relationships/image" Target="../media/image901.png"/><Relationship Id="rId165" Type="http://schemas.openxmlformats.org/officeDocument/2006/relationships/image" Target="../media/image675.png"/><Relationship Id="rId372" Type="http://schemas.openxmlformats.org/officeDocument/2006/relationships/image" Target="../media/image824.png"/><Relationship Id="rId677" Type="http://schemas.openxmlformats.org/officeDocument/2006/relationships/customXml" Target="../ink/ink996.xml"/><Relationship Id="rId232" Type="http://schemas.openxmlformats.org/officeDocument/2006/relationships/customXml" Target="../ink/ink773.xml"/><Relationship Id="rId27" Type="http://schemas.openxmlformats.org/officeDocument/2006/relationships/customXml" Target="../ink/ink669.xml"/><Relationship Id="rId537" Type="http://schemas.openxmlformats.org/officeDocument/2006/relationships/customXml" Target="../ink/ink926.xml"/><Relationship Id="rId80" Type="http://schemas.openxmlformats.org/officeDocument/2006/relationships/image" Target="../media/image246.png"/><Relationship Id="rId176" Type="http://schemas.openxmlformats.org/officeDocument/2006/relationships/customXml" Target="../ink/ink745.xml"/><Relationship Id="rId383" Type="http://schemas.openxmlformats.org/officeDocument/2006/relationships/customXml" Target="../ink/ink849.xml"/><Relationship Id="rId590" Type="http://schemas.openxmlformats.org/officeDocument/2006/relationships/customXml" Target="../ink/ink952.xml"/><Relationship Id="rId604" Type="http://schemas.openxmlformats.org/officeDocument/2006/relationships/customXml" Target="../ink/ink959.xml"/><Relationship Id="rId243" Type="http://schemas.openxmlformats.org/officeDocument/2006/relationships/image" Target="../media/image760.png"/><Relationship Id="rId450" Type="http://schemas.openxmlformats.org/officeDocument/2006/relationships/image" Target="../media/image863.png"/><Relationship Id="rId38" Type="http://schemas.openxmlformats.org/officeDocument/2006/relationships/image" Target="../media/image226.png"/><Relationship Id="rId103" Type="http://schemas.openxmlformats.org/officeDocument/2006/relationships/customXml" Target="../ink/ink708.xml"/><Relationship Id="rId310" Type="http://schemas.openxmlformats.org/officeDocument/2006/relationships/customXml" Target="../ink/ink812.xml"/><Relationship Id="rId548" Type="http://schemas.openxmlformats.org/officeDocument/2006/relationships/image" Target="../media/image9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73EC12-F555-7969-F443-50F662F8C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9416" cy="4397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9232CA-D063-10F7-7D69-852D5AA16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320" y="0"/>
            <a:ext cx="4351397" cy="282726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A0CAFC9-8D94-B113-F034-A9F97F037CCD}"/>
              </a:ext>
            </a:extLst>
          </p:cNvPr>
          <p:cNvGrpSpPr/>
          <p:nvPr/>
        </p:nvGrpSpPr>
        <p:grpSpPr>
          <a:xfrm>
            <a:off x="8239864" y="756834"/>
            <a:ext cx="1495800" cy="1921680"/>
            <a:chOff x="8239864" y="756834"/>
            <a:chExt cx="1495800" cy="19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CCEAD7-9459-9A78-72BB-CBD8CBABE8FE}"/>
                    </a:ext>
                  </a:extLst>
                </p14:cNvPr>
                <p14:cNvContentPartPr/>
                <p14:nvPr/>
              </p14:nvContentPartPr>
              <p14:xfrm>
                <a:off x="8506264" y="756834"/>
                <a:ext cx="894960" cy="716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CCEAD7-9459-9A78-72BB-CBD8CBABE8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01944" y="752514"/>
                  <a:ext cx="90360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17CD63-B54F-E424-0D34-5AE3467429D3}"/>
                    </a:ext>
                  </a:extLst>
                </p14:cNvPr>
                <p14:cNvContentPartPr/>
                <p14:nvPr/>
              </p14:nvContentPartPr>
              <p14:xfrm>
                <a:off x="8239864" y="1884354"/>
                <a:ext cx="538560" cy="65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17CD63-B54F-E424-0D34-5AE3467429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35544" y="1880034"/>
                  <a:ext cx="54720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9BBB91-9D20-F179-6F8B-ACBD0ADBCDE7}"/>
                    </a:ext>
                  </a:extLst>
                </p14:cNvPr>
                <p14:cNvContentPartPr/>
                <p14:nvPr/>
              </p14:nvContentPartPr>
              <p14:xfrm>
                <a:off x="9264784" y="1907034"/>
                <a:ext cx="470880" cy="771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9BBB91-9D20-F179-6F8B-ACBD0ADBCD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0464" y="1902714"/>
                  <a:ext cx="47952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15BCDF-9669-29E7-0F98-7CF60FF598F2}"/>
                    </a:ext>
                  </a:extLst>
                </p14:cNvPr>
                <p14:cNvContentPartPr/>
                <p14:nvPr/>
              </p14:nvContentPartPr>
              <p14:xfrm>
                <a:off x="9140584" y="1988394"/>
                <a:ext cx="216360" cy="37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15BCDF-9669-29E7-0F98-7CF60FF598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6264" y="1984074"/>
                  <a:ext cx="2250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FFC42C-E684-4414-FD1E-6DC783D31104}"/>
                    </a:ext>
                  </a:extLst>
                </p14:cNvPr>
                <p14:cNvContentPartPr/>
                <p14:nvPr/>
              </p14:nvContentPartPr>
              <p14:xfrm>
                <a:off x="8620024" y="1854474"/>
                <a:ext cx="348480" cy="353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FFC42C-E684-4414-FD1E-6DC783D311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15704" y="1850154"/>
                  <a:ext cx="3571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48A338-68BD-BEA2-8433-99509035A6EC}"/>
                    </a:ext>
                  </a:extLst>
                </p14:cNvPr>
                <p14:cNvContentPartPr/>
                <p14:nvPr/>
              </p14:nvContentPartPr>
              <p14:xfrm>
                <a:off x="9179824" y="1393674"/>
                <a:ext cx="32040" cy="402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48A338-68BD-BEA2-8433-99509035A6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75504" y="1389354"/>
                  <a:ext cx="406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CB33C63-0DE8-2735-E685-BCA281499F62}"/>
                    </a:ext>
                  </a:extLst>
                </p14:cNvPr>
                <p14:cNvContentPartPr/>
                <p14:nvPr/>
              </p14:nvContentPartPr>
              <p14:xfrm>
                <a:off x="9065704" y="1895514"/>
                <a:ext cx="244080" cy="18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CB33C63-0DE8-2735-E685-BCA281499F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61384" y="1891194"/>
                  <a:ext cx="25272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170A104-B612-94E6-A4F7-0025692C0919}"/>
              </a:ext>
            </a:extLst>
          </p:cNvPr>
          <p:cNvGrpSpPr/>
          <p:nvPr/>
        </p:nvGrpSpPr>
        <p:grpSpPr>
          <a:xfrm>
            <a:off x="712640" y="4473801"/>
            <a:ext cx="5866200" cy="2310120"/>
            <a:chOff x="300784" y="4527474"/>
            <a:chExt cx="5866200" cy="231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F44FB5-1AAD-A459-9ABB-E17F593F2D21}"/>
                    </a:ext>
                  </a:extLst>
                </p14:cNvPr>
                <p14:cNvContentPartPr/>
                <p14:nvPr/>
              </p14:nvContentPartPr>
              <p14:xfrm>
                <a:off x="410584" y="4570674"/>
                <a:ext cx="471960" cy="325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F44FB5-1AAD-A459-9ABB-E17F593F2D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6264" y="4566354"/>
                  <a:ext cx="480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6B7A80-F6BB-EE7A-5579-A298689E7CD3}"/>
                    </a:ext>
                  </a:extLst>
                </p14:cNvPr>
                <p14:cNvContentPartPr/>
                <p14:nvPr/>
              </p14:nvContentPartPr>
              <p14:xfrm>
                <a:off x="813784" y="4726554"/>
                <a:ext cx="156240" cy="147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6B7A80-F6BB-EE7A-5579-A298689E7C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9464" y="4722234"/>
                  <a:ext cx="164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0711C5-BC97-1D28-B8FE-7D9FFBA47437}"/>
                    </a:ext>
                  </a:extLst>
                </p14:cNvPr>
                <p14:cNvContentPartPr/>
                <p14:nvPr/>
              </p14:nvContentPartPr>
              <p14:xfrm>
                <a:off x="1070464" y="4761474"/>
                <a:ext cx="258120" cy="9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0711C5-BC97-1D28-B8FE-7D9FFBA4743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6144" y="4757154"/>
                  <a:ext cx="2667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50CB26-64A3-66DE-0C14-0D9C221875F7}"/>
                    </a:ext>
                  </a:extLst>
                </p14:cNvPr>
                <p14:cNvContentPartPr/>
                <p14:nvPr/>
              </p14:nvContentPartPr>
              <p14:xfrm>
                <a:off x="1324624" y="4716474"/>
                <a:ext cx="128160" cy="10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50CB26-64A3-66DE-0C14-0D9C221875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20304" y="4712154"/>
                  <a:ext cx="136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1F4C58-0EF8-C398-B7F3-A70D61FE8474}"/>
                    </a:ext>
                  </a:extLst>
                </p14:cNvPr>
                <p14:cNvContentPartPr/>
                <p14:nvPr/>
              </p14:nvContentPartPr>
              <p14:xfrm>
                <a:off x="1514704" y="4729794"/>
                <a:ext cx="111960" cy="122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1F4C58-0EF8-C398-B7F3-A70D61FE84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10384" y="4725474"/>
                  <a:ext cx="120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598DA1-1D02-249F-EF20-075145E80ED4}"/>
                    </a:ext>
                  </a:extLst>
                </p14:cNvPr>
                <p14:cNvContentPartPr/>
                <p14:nvPr/>
              </p14:nvContentPartPr>
              <p14:xfrm>
                <a:off x="466744" y="5408394"/>
                <a:ext cx="57600" cy="23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598DA1-1D02-249F-EF20-075145E80E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2424" y="5404074"/>
                  <a:ext cx="66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B9E3BFC-2C5B-F4D0-661D-772D7A226821}"/>
                    </a:ext>
                  </a:extLst>
                </p14:cNvPr>
                <p14:cNvContentPartPr/>
                <p14:nvPr/>
              </p14:nvContentPartPr>
              <p14:xfrm>
                <a:off x="412384" y="5362314"/>
                <a:ext cx="166320" cy="2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B9E3BFC-2C5B-F4D0-661D-772D7A2268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8064" y="5357994"/>
                  <a:ext cx="174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26CDF93-05D6-D3C3-9906-5505E273BB5F}"/>
                    </a:ext>
                  </a:extLst>
                </p14:cNvPr>
                <p14:cNvContentPartPr/>
                <p14:nvPr/>
              </p14:nvContentPartPr>
              <p14:xfrm>
                <a:off x="300784" y="5519994"/>
                <a:ext cx="300600" cy="4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26CDF93-05D6-D3C3-9906-5505E273BB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6464" y="5515674"/>
                  <a:ext cx="309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EF44D9-3E55-443C-7F6D-F5F0CA3B8EA6}"/>
                    </a:ext>
                  </a:extLst>
                </p14:cNvPr>
                <p14:cNvContentPartPr/>
                <p14:nvPr/>
              </p14:nvContentPartPr>
              <p14:xfrm>
                <a:off x="656824" y="5474994"/>
                <a:ext cx="135720" cy="128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EF44D9-3E55-443C-7F6D-F5F0CA3B8E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2504" y="5470674"/>
                  <a:ext cx="144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EBD299-E17A-1479-B046-D3BBBE131B35}"/>
                    </a:ext>
                  </a:extLst>
                </p14:cNvPr>
                <p14:cNvContentPartPr/>
                <p14:nvPr/>
              </p14:nvContentPartPr>
              <p14:xfrm>
                <a:off x="755824" y="5362314"/>
                <a:ext cx="203400" cy="543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EBD299-E17A-1479-B046-D3BBBE131B3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1504" y="5357994"/>
                  <a:ext cx="21204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918550B-578C-0E98-2235-B67BB8038C90}"/>
                    </a:ext>
                  </a:extLst>
                </p14:cNvPr>
                <p14:cNvContentPartPr/>
                <p14:nvPr/>
              </p14:nvContentPartPr>
              <p14:xfrm>
                <a:off x="791824" y="5616114"/>
                <a:ext cx="240480" cy="105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918550B-578C-0E98-2235-B67BB8038C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7504" y="5611794"/>
                  <a:ext cx="249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30A5BC6-002E-9547-4BEF-B81003A5E46C}"/>
                    </a:ext>
                  </a:extLst>
                </p14:cNvPr>
                <p14:cNvContentPartPr/>
                <p14:nvPr/>
              </p14:nvContentPartPr>
              <p14:xfrm>
                <a:off x="991624" y="5496234"/>
                <a:ext cx="112680" cy="12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30A5BC6-002E-9547-4BEF-B81003A5E4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7304" y="5491914"/>
                  <a:ext cx="121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4685FC-A728-B0F5-CD4C-6E1D927C3B71}"/>
                    </a:ext>
                  </a:extLst>
                </p14:cNvPr>
                <p14:cNvContentPartPr/>
                <p14:nvPr/>
              </p14:nvContentPartPr>
              <p14:xfrm>
                <a:off x="1162624" y="5386074"/>
                <a:ext cx="242280" cy="196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4685FC-A728-B0F5-CD4C-6E1D927C3B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8304" y="5381754"/>
                  <a:ext cx="2509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1FAD09-127C-7452-2591-DDEB19AC5278}"/>
                    </a:ext>
                  </a:extLst>
                </p14:cNvPr>
                <p14:cNvContentPartPr/>
                <p14:nvPr/>
              </p14:nvContentPartPr>
              <p14:xfrm>
                <a:off x="1426864" y="5397234"/>
                <a:ext cx="195480" cy="202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1FAD09-127C-7452-2591-DDEB19AC527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2544" y="5392914"/>
                  <a:ext cx="204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3357373-1021-9648-C155-6990EA386345}"/>
                    </a:ext>
                  </a:extLst>
                </p14:cNvPr>
                <p14:cNvContentPartPr/>
                <p14:nvPr/>
              </p14:nvContentPartPr>
              <p14:xfrm>
                <a:off x="1620904" y="5464194"/>
                <a:ext cx="7200" cy="11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3357373-1021-9648-C155-6990EA3863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16584" y="5459874"/>
                  <a:ext cx="15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9BCA95-0E30-423A-7C22-9E8B663E15E0}"/>
                    </a:ext>
                  </a:extLst>
                </p14:cNvPr>
                <p14:cNvContentPartPr/>
                <p14:nvPr/>
              </p14:nvContentPartPr>
              <p14:xfrm>
                <a:off x="1650424" y="5400834"/>
                <a:ext cx="4968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9BCA95-0E30-423A-7C22-9E8B663E15E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46104" y="5396514"/>
                  <a:ext cx="58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FA8A5D8-DBD4-3AD2-A5EF-0B035487FE87}"/>
                    </a:ext>
                  </a:extLst>
                </p14:cNvPr>
                <p14:cNvContentPartPr/>
                <p14:nvPr/>
              </p14:nvContentPartPr>
              <p14:xfrm>
                <a:off x="1571944" y="5497314"/>
                <a:ext cx="240120" cy="38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FA8A5D8-DBD4-3AD2-A5EF-0B035487FE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67624" y="5492994"/>
                  <a:ext cx="248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18C9AC-E7E5-97A1-912A-AEAD96FD661A}"/>
                    </a:ext>
                  </a:extLst>
                </p14:cNvPr>
                <p14:cNvContentPartPr/>
                <p14:nvPr/>
              </p14:nvContentPartPr>
              <p14:xfrm>
                <a:off x="1627744" y="5564274"/>
                <a:ext cx="222480" cy="23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18C9AC-E7E5-97A1-912A-AEAD96FD661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23424" y="5559954"/>
                  <a:ext cx="231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B48A9E-FC32-761F-859A-98AFB9222F3E}"/>
                    </a:ext>
                  </a:extLst>
                </p14:cNvPr>
                <p14:cNvContentPartPr/>
                <p14:nvPr/>
              </p14:nvContentPartPr>
              <p14:xfrm>
                <a:off x="1951384" y="5519994"/>
                <a:ext cx="99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B48A9E-FC32-761F-859A-98AFB9222F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47064" y="5515674"/>
                  <a:ext cx="108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60EDAD-0D0E-2335-A796-E6B43BD139D5}"/>
                    </a:ext>
                  </a:extLst>
                </p14:cNvPr>
                <p14:cNvContentPartPr/>
                <p14:nvPr/>
              </p14:nvContentPartPr>
              <p14:xfrm>
                <a:off x="1906384" y="5564274"/>
                <a:ext cx="122040" cy="11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60EDAD-0D0E-2335-A796-E6B43BD139D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02064" y="5559954"/>
                  <a:ext cx="130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5904CA8-A00B-8112-8183-F409015CA7E7}"/>
                    </a:ext>
                  </a:extLst>
                </p14:cNvPr>
                <p14:cNvContentPartPr/>
                <p14:nvPr/>
              </p14:nvContentPartPr>
              <p14:xfrm>
                <a:off x="2241184" y="5474994"/>
                <a:ext cx="30060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5904CA8-A00B-8112-8183-F409015CA7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36864" y="5470674"/>
                  <a:ext cx="309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1E67E43-1F9B-71D4-2EC1-276B6B09E13A}"/>
                    </a:ext>
                  </a:extLst>
                </p14:cNvPr>
                <p14:cNvContentPartPr/>
                <p14:nvPr/>
              </p14:nvContentPartPr>
              <p14:xfrm>
                <a:off x="2719984" y="5240634"/>
                <a:ext cx="34560" cy="344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E67E43-1F9B-71D4-2EC1-276B6B09E13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15664" y="5236314"/>
                  <a:ext cx="43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00FA280-3C9F-F626-8388-5A378B65F27D}"/>
                    </a:ext>
                  </a:extLst>
                </p14:cNvPr>
                <p14:cNvContentPartPr/>
                <p14:nvPr/>
              </p14:nvContentPartPr>
              <p14:xfrm>
                <a:off x="2820424" y="5474994"/>
                <a:ext cx="115920" cy="100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00FA280-3C9F-F626-8388-5A378B65F27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16104" y="5470674"/>
                  <a:ext cx="124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BFB609-3565-E496-55D1-9C28CC6CF6A7}"/>
                    </a:ext>
                  </a:extLst>
                </p14:cNvPr>
                <p14:cNvContentPartPr/>
                <p14:nvPr/>
              </p14:nvContentPartPr>
              <p14:xfrm>
                <a:off x="2885944" y="5497314"/>
                <a:ext cx="204120" cy="426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BFB609-3565-E496-55D1-9C28CC6CF6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81624" y="5492994"/>
                  <a:ext cx="2127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050172-249B-7365-1224-B8296033263A}"/>
                    </a:ext>
                  </a:extLst>
                </p14:cNvPr>
                <p14:cNvContentPartPr/>
                <p14:nvPr/>
              </p14:nvContentPartPr>
              <p14:xfrm>
                <a:off x="3177904" y="5162874"/>
                <a:ext cx="41220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050172-249B-7365-1224-B8296033263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73584" y="5158554"/>
                  <a:ext cx="420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F2ABC3-80DB-183E-3B79-F43497EA7B02}"/>
                    </a:ext>
                  </a:extLst>
                </p14:cNvPr>
                <p14:cNvContentPartPr/>
                <p14:nvPr/>
              </p14:nvContentPartPr>
              <p14:xfrm>
                <a:off x="3189424" y="5162874"/>
                <a:ext cx="334440" cy="302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F2ABC3-80DB-183E-3B79-F43497EA7B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5104" y="5158554"/>
                  <a:ext cx="3430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87B92EC-113D-0089-4D9B-AF9C40C8050B}"/>
                    </a:ext>
                  </a:extLst>
                </p14:cNvPr>
                <p14:cNvContentPartPr/>
                <p14:nvPr/>
              </p14:nvContentPartPr>
              <p14:xfrm>
                <a:off x="3757144" y="4995834"/>
                <a:ext cx="126000" cy="487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87B92EC-113D-0089-4D9B-AF9C40C805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52824" y="4991514"/>
                  <a:ext cx="1346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F796CD-2486-D633-7D87-9DD736513C96}"/>
                    </a:ext>
                  </a:extLst>
                </p14:cNvPr>
                <p14:cNvContentPartPr/>
                <p14:nvPr/>
              </p14:nvContentPartPr>
              <p14:xfrm>
                <a:off x="4939384" y="4950834"/>
                <a:ext cx="213480" cy="600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F796CD-2486-D633-7D87-9DD736513C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35064" y="4946514"/>
                  <a:ext cx="2221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C16D57-6310-A354-034D-AF667CCFC4BA}"/>
                    </a:ext>
                  </a:extLst>
                </p14:cNvPr>
                <p14:cNvContentPartPr/>
                <p14:nvPr/>
              </p14:nvContentPartPr>
              <p14:xfrm>
                <a:off x="5262664" y="4781994"/>
                <a:ext cx="308880" cy="247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C16D57-6310-A354-034D-AF667CCFC4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58344" y="4777674"/>
                  <a:ext cx="317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96CA97-B8FC-33B4-95AC-313B7B2990F9}"/>
                    </a:ext>
                  </a:extLst>
                </p14:cNvPr>
                <p14:cNvContentPartPr/>
                <p14:nvPr/>
              </p14:nvContentPartPr>
              <p14:xfrm>
                <a:off x="3936424" y="5162874"/>
                <a:ext cx="408600" cy="235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96CA97-B8FC-33B4-95AC-313B7B2990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32104" y="5158554"/>
                  <a:ext cx="417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22F261-1958-F90B-ADEA-03EE86DE5363}"/>
                    </a:ext>
                  </a:extLst>
                </p14:cNvPr>
                <p14:cNvContentPartPr/>
                <p14:nvPr/>
              </p14:nvContentPartPr>
              <p14:xfrm>
                <a:off x="3992224" y="5307234"/>
                <a:ext cx="239400" cy="39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22F261-1958-F90B-ADEA-03EE86DE53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87904" y="5302914"/>
                  <a:ext cx="248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48BFB9-5A70-D360-0EE0-4EFC5EF738D4}"/>
                    </a:ext>
                  </a:extLst>
                </p14:cNvPr>
                <p14:cNvContentPartPr/>
                <p14:nvPr/>
              </p14:nvContentPartPr>
              <p14:xfrm>
                <a:off x="4237024" y="5352234"/>
                <a:ext cx="12600" cy="188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48BFB9-5A70-D360-0EE0-4EFC5EF738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32704" y="5347914"/>
                  <a:ext cx="21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A6FA096-F382-4EC7-BB09-5D63BF0AF958}"/>
                    </a:ext>
                  </a:extLst>
                </p14:cNvPr>
                <p14:cNvContentPartPr/>
                <p14:nvPr/>
              </p14:nvContentPartPr>
              <p14:xfrm>
                <a:off x="4293184" y="5363394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A6FA096-F382-4EC7-BB09-5D63BF0AF9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8864" y="535907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FF2340-54BA-94B7-98B7-E10C062D6813}"/>
                    </a:ext>
                  </a:extLst>
                </p14:cNvPr>
                <p14:cNvContentPartPr/>
                <p14:nvPr/>
              </p14:nvContentPartPr>
              <p14:xfrm>
                <a:off x="4516024" y="5285634"/>
                <a:ext cx="262440" cy="191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FF2340-54BA-94B7-98B7-E10C062D681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511704" y="5281314"/>
                  <a:ext cx="271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6D2815-80FC-CFBA-4C04-4F2B2ABE552A}"/>
                    </a:ext>
                  </a:extLst>
                </p14:cNvPr>
                <p14:cNvContentPartPr/>
                <p14:nvPr/>
              </p14:nvContentPartPr>
              <p14:xfrm>
                <a:off x="4763704" y="5441514"/>
                <a:ext cx="87480" cy="224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6D2815-80FC-CFBA-4C04-4F2B2ABE552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59384" y="5437194"/>
                  <a:ext cx="96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571C30-7107-B5AB-F5E2-C140342A1812}"/>
                    </a:ext>
                  </a:extLst>
                </p14:cNvPr>
                <p14:cNvContentPartPr/>
                <p14:nvPr/>
              </p14:nvContentPartPr>
              <p14:xfrm>
                <a:off x="4839304" y="5429994"/>
                <a:ext cx="155520" cy="11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7571C30-7107-B5AB-F5E2-C140342A181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34984" y="5425674"/>
                  <a:ext cx="164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4551C4-C1E6-6615-4AA0-68CD78EE7E18}"/>
                    </a:ext>
                  </a:extLst>
                </p14:cNvPr>
                <p14:cNvContentPartPr/>
                <p14:nvPr/>
              </p14:nvContentPartPr>
              <p14:xfrm>
                <a:off x="4243864" y="4950834"/>
                <a:ext cx="4680" cy="162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4551C4-C1E6-6615-4AA0-68CD78EE7E1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239544" y="4946514"/>
                  <a:ext cx="13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484969C-03E1-9AC1-0A2D-C564E3CAD79A}"/>
                    </a:ext>
                  </a:extLst>
                </p14:cNvPr>
                <p14:cNvContentPartPr/>
                <p14:nvPr/>
              </p14:nvContentPartPr>
              <p14:xfrm>
                <a:off x="4159264" y="4950474"/>
                <a:ext cx="344880" cy="11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484969C-03E1-9AC1-0A2D-C564E3CAD79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54944" y="4946154"/>
                  <a:ext cx="353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DD819AC-0356-ADEA-00DB-94065CD22E4B}"/>
                    </a:ext>
                  </a:extLst>
                </p14:cNvPr>
                <p14:cNvContentPartPr/>
                <p14:nvPr/>
              </p14:nvContentPartPr>
              <p14:xfrm>
                <a:off x="4102024" y="4838514"/>
                <a:ext cx="560520" cy="259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DD819AC-0356-ADEA-00DB-94065CD22E4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97704" y="4834194"/>
                  <a:ext cx="5691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0A46C18-66D3-C175-7F14-4DD843C0C29C}"/>
                    </a:ext>
                  </a:extLst>
                </p14:cNvPr>
                <p14:cNvContentPartPr/>
                <p14:nvPr/>
              </p14:nvContentPartPr>
              <p14:xfrm>
                <a:off x="3356464" y="5710794"/>
                <a:ext cx="1965960" cy="33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0A46C18-66D3-C175-7F14-4DD843C0C29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352144" y="5706474"/>
                  <a:ext cx="1974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75E4AD6-7DE3-AE30-2EAA-486B06ADD38D}"/>
                    </a:ext>
                  </a:extLst>
                </p14:cNvPr>
                <p14:cNvContentPartPr/>
                <p14:nvPr/>
              </p14:nvContentPartPr>
              <p14:xfrm>
                <a:off x="3512344" y="5908794"/>
                <a:ext cx="434160" cy="24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75E4AD6-7DE3-AE30-2EAA-486B06ADD38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508024" y="5904474"/>
                  <a:ext cx="442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688079E-C1E6-5226-3E23-F0B1BFBD81A0}"/>
                    </a:ext>
                  </a:extLst>
                </p14:cNvPr>
                <p14:cNvContentPartPr/>
                <p14:nvPr/>
              </p14:nvContentPartPr>
              <p14:xfrm>
                <a:off x="3471664" y="5909874"/>
                <a:ext cx="452520" cy="268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688079E-C1E6-5226-3E23-F0B1BFBD81A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467344" y="5905554"/>
                  <a:ext cx="461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809CB6-681A-E88D-9E4D-2D9634466422}"/>
                    </a:ext>
                  </a:extLst>
                </p14:cNvPr>
                <p14:cNvContentPartPr/>
                <p14:nvPr/>
              </p14:nvContentPartPr>
              <p14:xfrm>
                <a:off x="5229904" y="5753274"/>
                <a:ext cx="144000" cy="136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809CB6-681A-E88D-9E4D-2D963446642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225584" y="5748954"/>
                  <a:ext cx="152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C883A0-6EA2-13DF-849B-21FAFECC65E6}"/>
                    </a:ext>
                  </a:extLst>
                </p14:cNvPr>
                <p14:cNvContentPartPr/>
                <p14:nvPr/>
              </p14:nvContentPartPr>
              <p14:xfrm>
                <a:off x="4147384" y="5731674"/>
                <a:ext cx="312480" cy="48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C883A0-6EA2-13DF-849B-21FAFECC65E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43064" y="5727354"/>
                  <a:ext cx="32112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AC16ED-0681-948F-2FF8-F77AC46148A9}"/>
                    </a:ext>
                  </a:extLst>
                </p14:cNvPr>
                <p14:cNvContentPartPr/>
                <p14:nvPr/>
              </p14:nvContentPartPr>
              <p14:xfrm>
                <a:off x="4974304" y="5831754"/>
                <a:ext cx="167400" cy="425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AC16ED-0681-948F-2FF8-F77AC46148A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69984" y="5827434"/>
                  <a:ext cx="17604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AF9DA4-5C5E-1EB1-9743-1C2A05AF0825}"/>
                    </a:ext>
                  </a:extLst>
                </p14:cNvPr>
                <p14:cNvContentPartPr/>
                <p14:nvPr/>
              </p14:nvContentPartPr>
              <p14:xfrm>
                <a:off x="4285264" y="6087714"/>
                <a:ext cx="211680" cy="124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AF9DA4-5C5E-1EB1-9743-1C2A05AF082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280944" y="6083394"/>
                  <a:ext cx="220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3BF84CB-180A-0551-5F35-4B0F15E3F024}"/>
                    </a:ext>
                  </a:extLst>
                </p14:cNvPr>
                <p14:cNvContentPartPr/>
                <p14:nvPr/>
              </p14:nvContentPartPr>
              <p14:xfrm>
                <a:off x="4478224" y="6166194"/>
                <a:ext cx="15840" cy="142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3BF84CB-180A-0551-5F35-4B0F15E3F02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473904" y="6161874"/>
                  <a:ext cx="24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700A0ED-BA53-5708-35FB-B6BF54105FDC}"/>
                    </a:ext>
                  </a:extLst>
                </p14:cNvPr>
                <p14:cNvContentPartPr/>
                <p14:nvPr/>
              </p14:nvContentPartPr>
              <p14:xfrm>
                <a:off x="4516024" y="6066114"/>
                <a:ext cx="360" cy="4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700A0ED-BA53-5708-35FB-B6BF54105FD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11704" y="6061794"/>
                  <a:ext cx="90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755A02-3166-1986-89E2-A3B95DE0861D}"/>
                    </a:ext>
                  </a:extLst>
                </p14:cNvPr>
                <p14:cNvContentPartPr/>
                <p14:nvPr/>
              </p14:nvContentPartPr>
              <p14:xfrm>
                <a:off x="4560664" y="6099594"/>
                <a:ext cx="255600" cy="137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755A02-3166-1986-89E2-A3B95DE0861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556344" y="6095274"/>
                  <a:ext cx="264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878E5F-5BDA-ADD9-19E3-759D5FE5C9D2}"/>
                    </a:ext>
                  </a:extLst>
                </p14:cNvPr>
                <p14:cNvContentPartPr/>
                <p14:nvPr/>
              </p14:nvContentPartPr>
              <p14:xfrm>
                <a:off x="4786024" y="6155394"/>
                <a:ext cx="20520" cy="224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878E5F-5BDA-ADD9-19E3-759D5FE5C9D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81704" y="6151074"/>
                  <a:ext cx="29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6442459-3F6D-7150-8271-EDB2603909A2}"/>
                    </a:ext>
                  </a:extLst>
                </p14:cNvPr>
                <p14:cNvContentPartPr/>
                <p14:nvPr/>
              </p14:nvContentPartPr>
              <p14:xfrm>
                <a:off x="4849384" y="6222354"/>
                <a:ext cx="212040" cy="159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6442459-3F6D-7150-8271-EDB2603909A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845064" y="6218034"/>
                  <a:ext cx="2206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7EC9A92-0E49-D2E5-D677-F09A7D717190}"/>
                    </a:ext>
                  </a:extLst>
                </p14:cNvPr>
                <p14:cNvContentPartPr/>
                <p14:nvPr/>
              </p14:nvContentPartPr>
              <p14:xfrm>
                <a:off x="3121744" y="6489474"/>
                <a:ext cx="650520" cy="348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7EC9A92-0E49-D2E5-D677-F09A7D71719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17424" y="6485154"/>
                  <a:ext cx="6591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794F05-186B-4227-8473-CAAF1555C20B}"/>
                    </a:ext>
                  </a:extLst>
                </p14:cNvPr>
                <p14:cNvContentPartPr/>
                <p14:nvPr/>
              </p14:nvContentPartPr>
              <p14:xfrm>
                <a:off x="3722584" y="6536274"/>
                <a:ext cx="69120" cy="100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794F05-186B-4227-8473-CAAF1555C20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18264" y="6531954"/>
                  <a:ext cx="77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4D2804D-7DB3-FD31-6DFF-6C251F09DB66}"/>
                    </a:ext>
                  </a:extLst>
                </p14:cNvPr>
                <p14:cNvContentPartPr/>
                <p14:nvPr/>
              </p14:nvContentPartPr>
              <p14:xfrm>
                <a:off x="3762544" y="6378234"/>
                <a:ext cx="51480" cy="233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4D2804D-7DB3-FD31-6DFF-6C251F09DB6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758224" y="6373914"/>
                  <a:ext cx="60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48542AB-F92C-00F2-104E-BDADD8DE6C16}"/>
                    </a:ext>
                  </a:extLst>
                </p14:cNvPr>
                <p14:cNvContentPartPr/>
                <p14:nvPr/>
              </p14:nvContentPartPr>
              <p14:xfrm>
                <a:off x="3768664" y="6489474"/>
                <a:ext cx="164520" cy="181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48542AB-F92C-00F2-104E-BDADD8DE6C1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764344" y="6485154"/>
                  <a:ext cx="1731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6E6865-702E-3A14-0805-C0C7226517BA}"/>
                    </a:ext>
                  </a:extLst>
                </p14:cNvPr>
                <p14:cNvContentPartPr/>
                <p14:nvPr/>
              </p14:nvContentPartPr>
              <p14:xfrm>
                <a:off x="3913744" y="6487314"/>
                <a:ext cx="360" cy="2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6E6865-702E-3A14-0805-C0C7226517B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909424" y="6482994"/>
                  <a:ext cx="900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650861C-21BD-EA01-3BB1-D07BB920A0E6}"/>
                    </a:ext>
                  </a:extLst>
                </p14:cNvPr>
                <p14:cNvContentPartPr/>
                <p14:nvPr/>
              </p14:nvContentPartPr>
              <p14:xfrm>
                <a:off x="3880624" y="6545634"/>
                <a:ext cx="141120" cy="83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650861C-21BD-EA01-3BB1-D07BB920A0E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876304" y="6541314"/>
                  <a:ext cx="149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73189B-9CA8-08E2-F777-B74705DD1296}"/>
                    </a:ext>
                  </a:extLst>
                </p14:cNvPr>
                <p14:cNvContentPartPr/>
                <p14:nvPr/>
              </p14:nvContentPartPr>
              <p14:xfrm>
                <a:off x="4036504" y="6534474"/>
                <a:ext cx="277560" cy="168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73189B-9CA8-08E2-F777-B74705DD129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032184" y="6530154"/>
                  <a:ext cx="286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599A86A-EC95-02C9-FBAE-5E7A04DA6A9D}"/>
                    </a:ext>
                  </a:extLst>
                </p14:cNvPr>
                <p14:cNvContentPartPr/>
                <p14:nvPr/>
              </p14:nvContentPartPr>
              <p14:xfrm>
                <a:off x="3011944" y="4684074"/>
                <a:ext cx="119160" cy="426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599A86A-EC95-02C9-FBAE-5E7A04DA6A9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007624" y="4679754"/>
                  <a:ext cx="1278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8200687-3588-2531-F9E1-4C7F273E1C09}"/>
                    </a:ext>
                  </a:extLst>
                </p14:cNvPr>
                <p14:cNvContentPartPr/>
                <p14:nvPr/>
              </p14:nvContentPartPr>
              <p14:xfrm>
                <a:off x="3165664" y="4701714"/>
                <a:ext cx="81720" cy="139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8200687-3588-2531-F9E1-4C7F273E1C0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161344" y="4697394"/>
                  <a:ext cx="90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9E4D4C-B9FF-5DBF-D41C-5F841C635DD6}"/>
                    </a:ext>
                  </a:extLst>
                </p14:cNvPr>
                <p14:cNvContentPartPr/>
                <p14:nvPr/>
              </p14:nvContentPartPr>
              <p14:xfrm>
                <a:off x="3389584" y="4705314"/>
                <a:ext cx="11880" cy="99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9E4D4C-B9FF-5DBF-D41C-5F841C635DD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385264" y="4700994"/>
                  <a:ext cx="20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EF009B1-8D3D-8479-82F4-6C77E53D2188}"/>
                    </a:ext>
                  </a:extLst>
                </p14:cNvPr>
                <p14:cNvContentPartPr/>
                <p14:nvPr/>
              </p14:nvContentPartPr>
              <p14:xfrm>
                <a:off x="3535024" y="4694514"/>
                <a:ext cx="11880" cy="88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EF009B1-8D3D-8479-82F4-6C77E53D218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530704" y="4690194"/>
                  <a:ext cx="2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7CBB4C-FF73-E7AC-CECE-EDC9E22FA031}"/>
                    </a:ext>
                  </a:extLst>
                </p14:cNvPr>
                <p14:cNvContentPartPr/>
                <p14:nvPr/>
              </p14:nvContentPartPr>
              <p14:xfrm>
                <a:off x="3501184" y="4605234"/>
                <a:ext cx="360" cy="11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7CBB4C-FF73-E7AC-CECE-EDC9E22FA03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496864" y="4600914"/>
                  <a:ext cx="9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A6D1046-FCB6-98B6-2D17-493DAAEF0870}"/>
                    </a:ext>
                  </a:extLst>
                </p14:cNvPr>
                <p14:cNvContentPartPr/>
                <p14:nvPr/>
              </p14:nvContentPartPr>
              <p14:xfrm>
                <a:off x="3276184" y="4704234"/>
                <a:ext cx="137160" cy="213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A6D1046-FCB6-98B6-2D17-493DAAEF087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271864" y="4699914"/>
                  <a:ext cx="145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039E6D-C9BE-2A2A-D528-29B64F836E16}"/>
                    </a:ext>
                  </a:extLst>
                </p14:cNvPr>
                <p14:cNvContentPartPr/>
                <p14:nvPr/>
              </p14:nvContentPartPr>
              <p14:xfrm>
                <a:off x="3512344" y="4739154"/>
                <a:ext cx="360" cy="87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039E6D-C9BE-2A2A-D528-29B64F836E1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508024" y="4734834"/>
                  <a:ext cx="9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3A90AE1-8422-3538-CA5E-DA6EE7A9AC19}"/>
                    </a:ext>
                  </a:extLst>
                </p14:cNvPr>
                <p14:cNvContentPartPr/>
                <p14:nvPr/>
              </p14:nvContentPartPr>
              <p14:xfrm>
                <a:off x="3512344" y="4527474"/>
                <a:ext cx="360" cy="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3A90AE1-8422-3538-CA5E-DA6EE7A9AC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08024" y="45231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7AB6717-34B4-2423-121D-060ECC2614D0}"/>
                    </a:ext>
                  </a:extLst>
                </p14:cNvPr>
                <p14:cNvContentPartPr/>
                <p14:nvPr/>
              </p14:nvContentPartPr>
              <p14:xfrm>
                <a:off x="3588664" y="4527474"/>
                <a:ext cx="36720" cy="331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7AB6717-34B4-2423-121D-060ECC2614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84344" y="4523154"/>
                  <a:ext cx="45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AFB151-4C09-8DB5-DDB3-B303246277CB}"/>
                    </a:ext>
                  </a:extLst>
                </p14:cNvPr>
                <p14:cNvContentPartPr/>
                <p14:nvPr/>
              </p14:nvContentPartPr>
              <p14:xfrm>
                <a:off x="3523864" y="4705314"/>
                <a:ext cx="210240" cy="123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AFB151-4C09-8DB5-DDB3-B303246277C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19544" y="4700994"/>
                  <a:ext cx="218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D0A6144-4904-1DE9-E36C-4EDAE8BC2CFB}"/>
                    </a:ext>
                  </a:extLst>
                </p14:cNvPr>
                <p14:cNvContentPartPr/>
                <p14:nvPr/>
              </p14:nvContentPartPr>
              <p14:xfrm>
                <a:off x="3724744" y="4650234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D0A6144-4904-1DE9-E36C-4EDAE8BC2C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20424" y="464591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CA0D14E-9B24-CD8C-BEB9-B4C95EA82E75}"/>
                    </a:ext>
                  </a:extLst>
                </p14:cNvPr>
                <p14:cNvContentPartPr/>
                <p14:nvPr/>
              </p14:nvContentPartPr>
              <p14:xfrm>
                <a:off x="3712864" y="4694514"/>
                <a:ext cx="153000" cy="114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CA0D14E-9B24-CD8C-BEB9-B4C95EA82E7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708544" y="4690194"/>
                  <a:ext cx="161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F42EADB-AE08-D68F-BC21-E8F3C7B9763F}"/>
                    </a:ext>
                  </a:extLst>
                </p14:cNvPr>
                <p14:cNvContentPartPr/>
                <p14:nvPr/>
              </p14:nvContentPartPr>
              <p14:xfrm>
                <a:off x="3890704" y="4672194"/>
                <a:ext cx="363960" cy="190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F42EADB-AE08-D68F-BC21-E8F3C7B9763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86384" y="4667874"/>
                  <a:ext cx="372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B7A3F6-8575-C6F2-D747-203880A9396A}"/>
                    </a:ext>
                  </a:extLst>
                </p14:cNvPr>
                <p14:cNvContentPartPr/>
                <p14:nvPr/>
              </p14:nvContentPartPr>
              <p14:xfrm>
                <a:off x="5484064" y="4650234"/>
                <a:ext cx="682920" cy="2059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B7A3F6-8575-C6F2-D747-203880A9396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479744" y="4645914"/>
                  <a:ext cx="691560" cy="20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8EB433A-3F6F-8CF0-2BB6-5988259CE43B}"/>
                  </a:ext>
                </a:extLst>
              </p14:cNvPr>
              <p14:cNvContentPartPr/>
              <p14:nvPr/>
            </p14:nvContentPartPr>
            <p14:xfrm>
              <a:off x="2202140" y="2516430"/>
              <a:ext cx="1081800" cy="44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8EB433A-3F6F-8CF0-2BB6-5988259CE43B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197820" y="2512110"/>
                <a:ext cx="1090440" cy="45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DF52054-6F18-7977-F199-530DDC9C3207}"/>
              </a:ext>
            </a:extLst>
          </p:cNvPr>
          <p:cNvGrpSpPr/>
          <p:nvPr/>
        </p:nvGrpSpPr>
        <p:grpSpPr>
          <a:xfrm>
            <a:off x="3219140" y="2255070"/>
            <a:ext cx="523800" cy="488160"/>
            <a:chOff x="3219140" y="2255070"/>
            <a:chExt cx="52380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7FD1908-A7FE-00F9-9986-CBE26C51D5C8}"/>
                    </a:ext>
                  </a:extLst>
                </p14:cNvPr>
                <p14:cNvContentPartPr/>
                <p14:nvPr/>
              </p14:nvContentPartPr>
              <p14:xfrm>
                <a:off x="3219140" y="2331750"/>
                <a:ext cx="426600" cy="411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7FD1908-A7FE-00F9-9986-CBE26C51D5C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214820" y="2327430"/>
                  <a:ext cx="4352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853C2AC-1689-C989-DCEB-2EF625B4FAAB}"/>
                    </a:ext>
                  </a:extLst>
                </p14:cNvPr>
                <p14:cNvContentPartPr/>
                <p14:nvPr/>
              </p14:nvContentPartPr>
              <p14:xfrm>
                <a:off x="3606500" y="2255070"/>
                <a:ext cx="136440" cy="223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853C2AC-1689-C989-DCEB-2EF625B4FAA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602180" y="2250750"/>
                  <a:ext cx="145080" cy="23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0420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D3C9-475A-C06B-AAA1-7AA09AD7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7E1DB5-5A3E-4060-6AAA-2E6ED6AC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9416" cy="4397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51EA58-A4C8-8FBA-114D-B56E5BB99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320" y="0"/>
            <a:ext cx="4351397" cy="28272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2B7E1A2-F616-3C25-39AA-3DDC381F66FD}"/>
                  </a:ext>
                </a:extLst>
              </p14:cNvPr>
              <p14:cNvContentPartPr/>
              <p14:nvPr/>
            </p14:nvContentPartPr>
            <p14:xfrm>
              <a:off x="5214279" y="4411352"/>
              <a:ext cx="137520" cy="25441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2B7E1A2-F616-3C25-39AA-3DDC381F66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09959" y="4407032"/>
                <a:ext cx="146160" cy="25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02616CE0-8035-3F4C-55FA-BA9F32E1E7A7}"/>
                  </a:ext>
                </a:extLst>
              </p14:cNvPr>
              <p14:cNvContentPartPr/>
              <p14:nvPr/>
            </p14:nvContentPartPr>
            <p14:xfrm>
              <a:off x="8660559" y="5860352"/>
              <a:ext cx="175680" cy="1951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02616CE0-8035-3F4C-55FA-BA9F32E1E7A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56239" y="5856032"/>
                <a:ext cx="18432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36701EEC-35D3-243F-5AFE-D9F2EA6245F3}"/>
              </a:ext>
            </a:extLst>
          </p:cNvPr>
          <p:cNvGrpSpPr/>
          <p:nvPr/>
        </p:nvGrpSpPr>
        <p:grpSpPr>
          <a:xfrm>
            <a:off x="5733399" y="2841752"/>
            <a:ext cx="5573520" cy="4098960"/>
            <a:chOff x="5733399" y="2841752"/>
            <a:chExt cx="5573520" cy="40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048D93C-161B-B037-3311-0AED5A870D02}"/>
                    </a:ext>
                  </a:extLst>
                </p14:cNvPr>
                <p14:cNvContentPartPr/>
                <p14:nvPr/>
              </p14:nvContentPartPr>
              <p14:xfrm>
                <a:off x="5733399" y="5189672"/>
                <a:ext cx="12960" cy="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048D93C-161B-B037-3311-0AED5A870D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079" y="5185352"/>
                  <a:ext cx="21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8EC0478-6E8C-CEDB-89AA-F6592CE902BD}"/>
                    </a:ext>
                  </a:extLst>
                </p14:cNvPr>
                <p14:cNvContentPartPr/>
                <p14:nvPr/>
              </p14:nvContentPartPr>
              <p14:xfrm>
                <a:off x="7622679" y="2841752"/>
                <a:ext cx="112680" cy="4098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8EC0478-6E8C-CEDB-89AA-F6592CE902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18359" y="2837432"/>
                  <a:ext cx="121320" cy="41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E98D02E-4A4D-DF68-9F0C-AD2A5E4A2C3D}"/>
                    </a:ext>
                  </a:extLst>
                </p14:cNvPr>
                <p14:cNvContentPartPr/>
                <p14:nvPr/>
              </p14:nvContentPartPr>
              <p14:xfrm>
                <a:off x="7806639" y="3175472"/>
                <a:ext cx="1098000" cy="489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E98D02E-4A4D-DF68-9F0C-AD2A5E4A2C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02319" y="3171152"/>
                  <a:ext cx="11066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D47575A-980B-A53A-9DCA-D6EEB86A638F}"/>
                    </a:ext>
                  </a:extLst>
                </p14:cNvPr>
                <p14:cNvContentPartPr/>
                <p14:nvPr/>
              </p14:nvContentPartPr>
              <p14:xfrm>
                <a:off x="9168879" y="4113632"/>
                <a:ext cx="74520" cy="74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D47575A-980B-A53A-9DCA-D6EEB86A63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64559" y="4109312"/>
                  <a:ext cx="83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BE19F57-A894-F088-4B8F-2659D33D6429}"/>
                    </a:ext>
                  </a:extLst>
                </p14:cNvPr>
                <p14:cNvContentPartPr/>
                <p14:nvPr/>
              </p14:nvContentPartPr>
              <p14:xfrm>
                <a:off x="10615719" y="4127312"/>
                <a:ext cx="159120" cy="74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BE19F57-A894-F088-4B8F-2659D33D64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11399" y="4122992"/>
                  <a:ext cx="167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A2ACE35-07AA-A99E-A2B1-41F312C4E3B3}"/>
                    </a:ext>
                  </a:extLst>
                </p14:cNvPr>
                <p14:cNvContentPartPr/>
                <p14:nvPr/>
              </p14:nvContentPartPr>
              <p14:xfrm>
                <a:off x="9955479" y="4557152"/>
                <a:ext cx="165240" cy="74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A2ACE35-07AA-A99E-A2B1-41F312C4E3B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51159" y="4552832"/>
                  <a:ext cx="173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D6AC133-8A00-1A3C-38C8-960EDA36FCB7}"/>
                    </a:ext>
                  </a:extLst>
                </p14:cNvPr>
                <p14:cNvContentPartPr/>
                <p14:nvPr/>
              </p14:nvContentPartPr>
              <p14:xfrm>
                <a:off x="9005799" y="3767312"/>
                <a:ext cx="472680" cy="5598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D6AC133-8A00-1A3C-38C8-960EDA36FC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01479" y="3762992"/>
                  <a:ext cx="4813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17A906C-4DBF-735D-7D66-7501B647EC1E}"/>
                    </a:ext>
                  </a:extLst>
                </p14:cNvPr>
                <p14:cNvContentPartPr/>
                <p14:nvPr/>
              </p14:nvContentPartPr>
              <p14:xfrm>
                <a:off x="9860079" y="4324592"/>
                <a:ext cx="360000" cy="595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17A906C-4DBF-735D-7D66-7501B647EC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55759" y="4320272"/>
                  <a:ext cx="36864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5CE0FDD-0DAA-3E6B-F9E6-1CFBE5B2C957}"/>
                    </a:ext>
                  </a:extLst>
                </p14:cNvPr>
                <p14:cNvContentPartPr/>
                <p14:nvPr/>
              </p14:nvContentPartPr>
              <p14:xfrm>
                <a:off x="10539039" y="3891872"/>
                <a:ext cx="337320" cy="508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5CE0FDD-0DAA-3E6B-F9E6-1CFBE5B2C95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34719" y="3887552"/>
                  <a:ext cx="3459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8C771EE-25D7-2077-1FBA-031557FC1DB6}"/>
                    </a:ext>
                  </a:extLst>
                </p14:cNvPr>
                <p14:cNvContentPartPr/>
                <p14:nvPr/>
              </p14:nvContentPartPr>
              <p14:xfrm>
                <a:off x="8583879" y="5881592"/>
                <a:ext cx="78480" cy="72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8C771EE-25D7-2077-1FBA-031557FC1D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9559" y="5877272"/>
                  <a:ext cx="8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D1A5012-8373-C83A-EFDF-6BB6E13089DA}"/>
                    </a:ext>
                  </a:extLst>
                </p14:cNvPr>
                <p14:cNvContentPartPr/>
                <p14:nvPr/>
              </p14:nvContentPartPr>
              <p14:xfrm>
                <a:off x="8810319" y="4885472"/>
                <a:ext cx="1116000" cy="984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D1A5012-8373-C83A-EFDF-6BB6E13089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05999" y="4881152"/>
                  <a:ext cx="1124640" cy="9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E90C9D0-559A-C34E-F305-AE21D537E898}"/>
                    </a:ext>
                  </a:extLst>
                </p14:cNvPr>
                <p14:cNvContentPartPr/>
                <p14:nvPr/>
              </p14:nvContentPartPr>
              <p14:xfrm>
                <a:off x="7982319" y="6214952"/>
                <a:ext cx="446760" cy="3960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E90C9D0-559A-C34E-F305-AE21D537E8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77999" y="6210632"/>
                  <a:ext cx="4554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FC34A6E-56F2-7F86-62BB-FEC92478B830}"/>
                    </a:ext>
                  </a:extLst>
                </p14:cNvPr>
                <p14:cNvContentPartPr/>
                <p14:nvPr/>
              </p14:nvContentPartPr>
              <p14:xfrm>
                <a:off x="8377599" y="6412592"/>
                <a:ext cx="283320" cy="131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FC34A6E-56F2-7F86-62BB-FEC92478B8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73279" y="6408272"/>
                  <a:ext cx="291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3A24EE9-EAEB-267C-A01A-0FDE71544E41}"/>
                    </a:ext>
                  </a:extLst>
                </p14:cNvPr>
                <p14:cNvContentPartPr/>
                <p14:nvPr/>
              </p14:nvContentPartPr>
              <p14:xfrm>
                <a:off x="8291199" y="6509432"/>
                <a:ext cx="268200" cy="89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3A24EE9-EAEB-267C-A01A-0FDE71544E4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86879" y="6505112"/>
                  <a:ext cx="276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710F687-77BE-0C28-AA22-6D15965D8374}"/>
                    </a:ext>
                  </a:extLst>
                </p14:cNvPr>
                <p14:cNvContentPartPr/>
                <p14:nvPr/>
              </p14:nvContentPartPr>
              <p14:xfrm>
                <a:off x="8562999" y="6326192"/>
                <a:ext cx="334800" cy="3042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710F687-77BE-0C28-AA22-6D15965D83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58679" y="6321872"/>
                  <a:ext cx="343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2A22428-3121-AF06-953D-32ED1C76BC56}"/>
                    </a:ext>
                  </a:extLst>
                </p14:cNvPr>
                <p14:cNvContentPartPr/>
                <p14:nvPr/>
              </p14:nvContentPartPr>
              <p14:xfrm>
                <a:off x="9055479" y="6202712"/>
                <a:ext cx="249480" cy="440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2A22428-3121-AF06-953D-32ED1C76BC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51159" y="6198392"/>
                  <a:ext cx="2581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2E1B526-7BAF-B91F-7701-62B4BF4B01C5}"/>
                    </a:ext>
                  </a:extLst>
                </p14:cNvPr>
                <p14:cNvContentPartPr/>
                <p14:nvPr/>
              </p14:nvContentPartPr>
              <p14:xfrm>
                <a:off x="9252759" y="6376592"/>
                <a:ext cx="154080" cy="284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2E1B526-7BAF-B91F-7701-62B4BF4B01C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48439" y="6372272"/>
                  <a:ext cx="1627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40ABD33-6634-6EE1-6E2C-971090CDA5F9}"/>
                    </a:ext>
                  </a:extLst>
                </p14:cNvPr>
                <p14:cNvContentPartPr/>
                <p14:nvPr/>
              </p14:nvContentPartPr>
              <p14:xfrm>
                <a:off x="9502239" y="6642992"/>
                <a:ext cx="61200" cy="203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40ABD33-6634-6EE1-6E2C-971090CDA5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97919" y="6638672"/>
                  <a:ext cx="69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AC35626-C32D-4D8E-FFC0-7CA3C9313DE7}"/>
                    </a:ext>
                  </a:extLst>
                </p14:cNvPr>
                <p14:cNvContentPartPr/>
                <p14:nvPr/>
              </p14:nvContentPartPr>
              <p14:xfrm>
                <a:off x="9577479" y="6722192"/>
                <a:ext cx="169560" cy="77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AC35626-C32D-4D8E-FFC0-7CA3C9313D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73159" y="6717872"/>
                  <a:ext cx="178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21CBCF8-6A20-C01F-D944-6FF19906016A}"/>
                    </a:ext>
                  </a:extLst>
                </p14:cNvPr>
                <p14:cNvContentPartPr/>
                <p14:nvPr/>
              </p14:nvContentPartPr>
              <p14:xfrm>
                <a:off x="9807519" y="6385952"/>
                <a:ext cx="201600" cy="255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21CBCF8-6A20-C01F-D944-6FF1990601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803199" y="6381632"/>
                  <a:ext cx="210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001768A-0737-149F-83C0-94FF90B75A57}"/>
                    </a:ext>
                  </a:extLst>
                </p14:cNvPr>
                <p14:cNvContentPartPr/>
                <p14:nvPr/>
              </p14:nvContentPartPr>
              <p14:xfrm>
                <a:off x="9999399" y="6622832"/>
                <a:ext cx="196560" cy="137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001768A-0737-149F-83C0-94FF90B75A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95079" y="6618512"/>
                  <a:ext cx="20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38B29F5-8F03-8B71-758A-D34CFE9646A3}"/>
                    </a:ext>
                  </a:extLst>
                </p14:cNvPr>
                <p14:cNvContentPartPr/>
                <p14:nvPr/>
              </p14:nvContentPartPr>
              <p14:xfrm>
                <a:off x="10089759" y="6660272"/>
                <a:ext cx="151920" cy="1170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38B29F5-8F03-8B71-758A-D34CFE9646A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85439" y="6655952"/>
                  <a:ext cx="160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D3DDF52-C815-4184-BD40-7700D353181E}"/>
                    </a:ext>
                  </a:extLst>
                </p14:cNvPr>
                <p14:cNvContentPartPr/>
                <p14:nvPr/>
              </p14:nvContentPartPr>
              <p14:xfrm>
                <a:off x="10483239" y="6325832"/>
                <a:ext cx="119160" cy="262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D3DDF52-C815-4184-BD40-7700D353181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78919" y="6321512"/>
                  <a:ext cx="127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46FC9A5-4E11-3715-5A1A-0AD5BB4BC848}"/>
                    </a:ext>
                  </a:extLst>
                </p14:cNvPr>
                <p14:cNvContentPartPr/>
                <p14:nvPr/>
              </p14:nvContentPartPr>
              <p14:xfrm>
                <a:off x="10686639" y="6548672"/>
                <a:ext cx="184320" cy="132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46FC9A5-4E11-3715-5A1A-0AD5BB4BC84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82319" y="6544352"/>
                  <a:ext cx="192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65F953E-3959-A80C-8A95-817A0487E449}"/>
                    </a:ext>
                  </a:extLst>
                </p14:cNvPr>
                <p14:cNvContentPartPr/>
                <p14:nvPr/>
              </p14:nvContentPartPr>
              <p14:xfrm>
                <a:off x="10973919" y="6227552"/>
                <a:ext cx="333000" cy="519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65F953E-3959-A80C-8A95-817A0487E44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69599" y="6223232"/>
                  <a:ext cx="34164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B3B1EFF-5110-62A8-6298-8A0E3172692B}"/>
                    </a:ext>
                  </a:extLst>
                </p14:cNvPr>
                <p14:cNvContentPartPr/>
                <p14:nvPr/>
              </p14:nvContentPartPr>
              <p14:xfrm>
                <a:off x="9366159" y="4889432"/>
                <a:ext cx="687600" cy="1388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B3B1EFF-5110-62A8-6298-8A0E3172692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61839" y="4885112"/>
                  <a:ext cx="696240" cy="13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7E0D63-268D-D66D-7C24-CA771D5B1250}"/>
                    </a:ext>
                  </a:extLst>
                </p14:cNvPr>
                <p14:cNvContentPartPr/>
                <p14:nvPr/>
              </p14:nvContentPartPr>
              <p14:xfrm>
                <a:off x="9910119" y="4850912"/>
                <a:ext cx="310680" cy="300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7E0D63-268D-D66D-7C24-CA771D5B12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05799" y="4846592"/>
                  <a:ext cx="3193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EA32172-B4A1-B654-92D0-A95989349232}"/>
                    </a:ext>
                  </a:extLst>
                </p14:cNvPr>
                <p14:cNvContentPartPr/>
                <p14:nvPr/>
              </p14:nvContentPartPr>
              <p14:xfrm>
                <a:off x="9081759" y="4499552"/>
                <a:ext cx="902880" cy="18522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EA32172-B4A1-B654-92D0-A9598934923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77439" y="4495232"/>
                  <a:ext cx="911520" cy="18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298DD37-CDE8-626C-7557-6EFCA4CD37AD}"/>
                    </a:ext>
                  </a:extLst>
                </p14:cNvPr>
                <p14:cNvContentPartPr/>
                <p14:nvPr/>
              </p14:nvContentPartPr>
              <p14:xfrm>
                <a:off x="8958639" y="4460672"/>
                <a:ext cx="291960" cy="201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298DD37-CDE8-626C-7557-6EFCA4CD37A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54319" y="4456352"/>
                  <a:ext cx="300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0451F5C-12BE-E579-311E-104DCDC041E6}"/>
                    </a:ext>
                  </a:extLst>
                </p14:cNvPr>
                <p14:cNvContentPartPr/>
                <p14:nvPr/>
              </p14:nvContentPartPr>
              <p14:xfrm>
                <a:off x="10638759" y="4647512"/>
                <a:ext cx="50760" cy="17164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0451F5C-12BE-E579-311E-104DCDC041E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34439" y="4643192"/>
                  <a:ext cx="59400" cy="17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F26E9C4-4408-8855-1FB8-945DCC4BD5BC}"/>
                    </a:ext>
                  </a:extLst>
                </p14:cNvPr>
                <p14:cNvContentPartPr/>
                <p14:nvPr/>
              </p14:nvContentPartPr>
              <p14:xfrm>
                <a:off x="10589799" y="4583792"/>
                <a:ext cx="358560" cy="468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F26E9C4-4408-8855-1FB8-945DCC4BD5B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585479" y="4579472"/>
                  <a:ext cx="367200" cy="47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23F4B104-F5C9-40C9-ABD1-6A952A63B489}"/>
                  </a:ext>
                </a:extLst>
              </p14:cNvPr>
              <p14:cNvContentPartPr/>
              <p14:nvPr/>
            </p14:nvContentPartPr>
            <p14:xfrm>
              <a:off x="3485165" y="608906"/>
              <a:ext cx="1592280" cy="96984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23F4B104-F5C9-40C9-ABD1-6A952A63B48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480845" y="604586"/>
                <a:ext cx="1600920" cy="9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9EBF8D9-B26F-2E83-3FF2-1DB565EA53F4}"/>
              </a:ext>
            </a:extLst>
          </p:cNvPr>
          <p:cNvGrpSpPr/>
          <p:nvPr/>
        </p:nvGrpSpPr>
        <p:grpSpPr>
          <a:xfrm>
            <a:off x="137102" y="4572070"/>
            <a:ext cx="1879920" cy="316440"/>
            <a:chOff x="137102" y="4572070"/>
            <a:chExt cx="187992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2B94956-E007-F9DA-4018-D307B4B4565F}"/>
                    </a:ext>
                  </a:extLst>
                </p14:cNvPr>
                <p14:cNvContentPartPr/>
                <p14:nvPr/>
              </p14:nvContentPartPr>
              <p14:xfrm>
                <a:off x="137102" y="4572070"/>
                <a:ext cx="20160" cy="263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2B94956-E007-F9DA-4018-D307B4B4565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2782" y="4567750"/>
                  <a:ext cx="288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951BFB-4D48-C3EB-8214-A53DF5B862FC}"/>
                    </a:ext>
                  </a:extLst>
                </p14:cNvPr>
                <p14:cNvContentPartPr/>
                <p14:nvPr/>
              </p14:nvContentPartPr>
              <p14:xfrm>
                <a:off x="147182" y="4611670"/>
                <a:ext cx="186120" cy="206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951BFB-4D48-C3EB-8214-A53DF5B862F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2862" y="4607350"/>
                  <a:ext cx="194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D93AC0-00A1-8F86-56BB-DE95DE747714}"/>
                    </a:ext>
                  </a:extLst>
                </p14:cNvPr>
                <p14:cNvContentPartPr/>
                <p14:nvPr/>
              </p14:nvContentPartPr>
              <p14:xfrm>
                <a:off x="304142" y="4650190"/>
                <a:ext cx="208440" cy="238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D93AC0-00A1-8F86-56BB-DE95DE74771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9822" y="4645870"/>
                  <a:ext cx="217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8B56FA-E5E5-707A-58EB-0999AB972AD0}"/>
                    </a:ext>
                  </a:extLst>
                </p14:cNvPr>
                <p14:cNvContentPartPr/>
                <p14:nvPr/>
              </p14:nvContentPartPr>
              <p14:xfrm>
                <a:off x="402782" y="4777990"/>
                <a:ext cx="196200" cy="69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8B56FA-E5E5-707A-58EB-0999AB972A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8462" y="4773670"/>
                  <a:ext cx="204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DD025C-90DE-F457-CC70-C739DE9274BF}"/>
                    </a:ext>
                  </a:extLst>
                </p14:cNvPr>
                <p14:cNvContentPartPr/>
                <p14:nvPr/>
              </p14:nvContentPartPr>
              <p14:xfrm>
                <a:off x="619142" y="4727950"/>
                <a:ext cx="186120" cy="2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DD025C-90DE-F457-CC70-C739DE9274B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4822" y="4723630"/>
                  <a:ext cx="194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879E11B-5FEF-AFEB-CB30-277BB3CC1B37}"/>
                    </a:ext>
                  </a:extLst>
                </p14:cNvPr>
                <p14:cNvContentPartPr/>
                <p14:nvPr/>
              </p14:nvContentPartPr>
              <p14:xfrm>
                <a:off x="938462" y="4581790"/>
                <a:ext cx="16920" cy="259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879E11B-5FEF-AFEB-CB30-277BB3CC1B3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142" y="4577470"/>
                  <a:ext cx="25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9D40E9-DB53-465B-C9D8-D2E34B00C166}"/>
                    </a:ext>
                  </a:extLst>
                </p14:cNvPr>
                <p14:cNvContentPartPr/>
                <p14:nvPr/>
              </p14:nvContentPartPr>
              <p14:xfrm>
                <a:off x="963302" y="4663510"/>
                <a:ext cx="102960" cy="66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9D40E9-DB53-465B-C9D8-D2E34B00C16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8982" y="4659190"/>
                  <a:ext cx="1116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6951DF-685E-1155-27F0-19F97C49F2A3}"/>
                    </a:ext>
                  </a:extLst>
                </p14:cNvPr>
                <p14:cNvContentPartPr/>
                <p14:nvPr/>
              </p14:nvContentPartPr>
              <p14:xfrm>
                <a:off x="933422" y="4777990"/>
                <a:ext cx="136800" cy="99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6951DF-685E-1155-27F0-19F97C49F2A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9102" y="4773670"/>
                  <a:ext cx="145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FDB51F-844F-7DB2-CD27-36ED1EDD90A6}"/>
                    </a:ext>
                  </a:extLst>
                </p14:cNvPr>
                <p14:cNvContentPartPr/>
                <p14:nvPr/>
              </p14:nvContentPartPr>
              <p14:xfrm>
                <a:off x="1130342" y="4741990"/>
                <a:ext cx="438120" cy="125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FDB51F-844F-7DB2-CD27-36ED1EDD90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6022" y="4737670"/>
                  <a:ext cx="446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15ED62-6D6D-C1E5-D037-7C92CE79B234}"/>
                    </a:ext>
                  </a:extLst>
                </p14:cNvPr>
                <p14:cNvContentPartPr/>
                <p14:nvPr/>
              </p14:nvContentPartPr>
              <p14:xfrm>
                <a:off x="1570982" y="4731550"/>
                <a:ext cx="187920" cy="12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15ED62-6D6D-C1E5-D037-7C92CE79B23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66662" y="4727230"/>
                  <a:ext cx="19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994BD4-64C7-A326-E7CC-E6AB621F8030}"/>
                    </a:ext>
                  </a:extLst>
                </p14:cNvPr>
                <p14:cNvContentPartPr/>
                <p14:nvPr/>
              </p14:nvContentPartPr>
              <p14:xfrm>
                <a:off x="1779782" y="4787350"/>
                <a:ext cx="237240" cy="97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994BD4-64C7-A326-E7CC-E6AB621F80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75462" y="4783030"/>
                  <a:ext cx="24588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2D899BC-4A40-2982-A643-D0F55C964499}"/>
              </a:ext>
            </a:extLst>
          </p:cNvPr>
          <p:cNvGrpSpPr/>
          <p:nvPr/>
        </p:nvGrpSpPr>
        <p:grpSpPr>
          <a:xfrm>
            <a:off x="2536862" y="4680070"/>
            <a:ext cx="629280" cy="319320"/>
            <a:chOff x="2536862" y="4680070"/>
            <a:chExt cx="6292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FE8941-B1B4-D83E-EAB2-CCA63B878B7B}"/>
                    </a:ext>
                  </a:extLst>
                </p14:cNvPr>
                <p14:cNvContentPartPr/>
                <p14:nvPr/>
              </p14:nvContentPartPr>
              <p14:xfrm>
                <a:off x="2536862" y="4680070"/>
                <a:ext cx="21240" cy="28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FE8941-B1B4-D83E-EAB2-CCA63B878B7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32542" y="4675750"/>
                  <a:ext cx="29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F42DC6-FC26-A59A-2D47-5C879F419056}"/>
                    </a:ext>
                  </a:extLst>
                </p14:cNvPr>
                <p14:cNvContentPartPr/>
                <p14:nvPr/>
              </p14:nvContentPartPr>
              <p14:xfrm>
                <a:off x="2536862" y="4823350"/>
                <a:ext cx="280080" cy="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F42DC6-FC26-A59A-2D47-5C879F41905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32542" y="4819030"/>
                  <a:ext cx="2887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3AFD13-A43C-B5DD-ACC4-58E0D5149C31}"/>
                    </a:ext>
                  </a:extLst>
                </p14:cNvPr>
                <p14:cNvContentPartPr/>
                <p14:nvPr/>
              </p14:nvContentPartPr>
              <p14:xfrm>
                <a:off x="2762582" y="4699510"/>
                <a:ext cx="30240" cy="29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3AFD13-A43C-B5DD-ACC4-58E0D5149C3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58262" y="4695190"/>
                  <a:ext cx="38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1C6BA9-1BDF-052A-7383-DE7D86003D9E}"/>
                    </a:ext>
                  </a:extLst>
                </p14:cNvPr>
                <p14:cNvContentPartPr/>
                <p14:nvPr/>
              </p14:nvContentPartPr>
              <p14:xfrm>
                <a:off x="2900462" y="4739110"/>
                <a:ext cx="360" cy="237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1C6BA9-1BDF-052A-7383-DE7D86003D9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896142" y="4734790"/>
                  <a:ext cx="9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A4D4C8A-CEE9-2F29-395C-E2071D47E94D}"/>
                    </a:ext>
                  </a:extLst>
                </p14:cNvPr>
                <p14:cNvContentPartPr/>
                <p14:nvPr/>
              </p14:nvContentPartPr>
              <p14:xfrm>
                <a:off x="2931062" y="4718950"/>
                <a:ext cx="235080" cy="26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A4D4C8A-CEE9-2F29-395C-E2071D47E94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26742" y="4714630"/>
                  <a:ext cx="2437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6E1FB1F-D448-ED33-2FE4-C7B947364314}"/>
              </a:ext>
            </a:extLst>
          </p:cNvPr>
          <p:cNvGrpSpPr/>
          <p:nvPr/>
        </p:nvGrpSpPr>
        <p:grpSpPr>
          <a:xfrm>
            <a:off x="1848542" y="5191630"/>
            <a:ext cx="1541160" cy="379800"/>
            <a:chOff x="1848542" y="5191630"/>
            <a:chExt cx="154116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E5E7CB9-2A6D-4115-0097-3FF1747DE98D}"/>
                    </a:ext>
                  </a:extLst>
                </p14:cNvPr>
                <p14:cNvContentPartPr/>
                <p14:nvPr/>
              </p14:nvContentPartPr>
              <p14:xfrm>
                <a:off x="1848542" y="5230510"/>
                <a:ext cx="38160" cy="297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E5E7CB9-2A6D-4115-0097-3FF1747DE98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43862" y="5226190"/>
                  <a:ext cx="468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F37FCF-F985-4CED-0FC9-8B6C40250171}"/>
                    </a:ext>
                  </a:extLst>
                </p14:cNvPr>
                <p14:cNvContentPartPr/>
                <p14:nvPr/>
              </p14:nvContentPartPr>
              <p14:xfrm>
                <a:off x="1858262" y="5328790"/>
                <a:ext cx="187560" cy="49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F37FCF-F985-4CED-0FC9-8B6C402501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853942" y="5324470"/>
                  <a:ext cx="196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697C49-4CE8-0A8A-D280-3CB51B8AACE4}"/>
                    </a:ext>
                  </a:extLst>
                </p14:cNvPr>
                <p14:cNvContentPartPr/>
                <p14:nvPr/>
              </p14:nvContentPartPr>
              <p14:xfrm>
                <a:off x="1926662" y="5417350"/>
                <a:ext cx="15660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697C49-4CE8-0A8A-D280-3CB51B8AAC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22342" y="5413030"/>
                  <a:ext cx="165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AEB953-9019-CA24-E47C-782C32BC1623}"/>
                    </a:ext>
                  </a:extLst>
                </p14:cNvPr>
                <p14:cNvContentPartPr/>
                <p14:nvPr/>
              </p14:nvContentPartPr>
              <p14:xfrm>
                <a:off x="2083982" y="5230510"/>
                <a:ext cx="155880" cy="237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AEB953-9019-CA24-E47C-782C32BC162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79662" y="5226190"/>
                  <a:ext cx="1645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F2F900-172D-5042-D97F-86434B5746C4}"/>
                    </a:ext>
                  </a:extLst>
                </p14:cNvPr>
                <p14:cNvContentPartPr/>
                <p14:nvPr/>
              </p14:nvContentPartPr>
              <p14:xfrm>
                <a:off x="2249942" y="5384590"/>
                <a:ext cx="21600" cy="65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F2F900-172D-5042-D97F-86434B5746C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45622" y="5380270"/>
                  <a:ext cx="30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1790E6-7376-CFF8-7649-39D9AC419656}"/>
                    </a:ext>
                  </a:extLst>
                </p14:cNvPr>
                <p14:cNvContentPartPr/>
                <p14:nvPr/>
              </p14:nvContentPartPr>
              <p14:xfrm>
                <a:off x="2192702" y="5191630"/>
                <a:ext cx="186480" cy="78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81790E6-7376-CFF8-7649-39D9AC4196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88382" y="5187310"/>
                  <a:ext cx="1951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17F242-B12C-CD75-94F0-02042E909987}"/>
                    </a:ext>
                  </a:extLst>
                </p14:cNvPr>
                <p14:cNvContentPartPr/>
                <p14:nvPr/>
              </p14:nvContentPartPr>
              <p14:xfrm>
                <a:off x="2445422" y="5328070"/>
                <a:ext cx="426600" cy="243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17F242-B12C-CD75-94F0-02042E90998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41102" y="5323750"/>
                  <a:ext cx="435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8833DF-F718-93EF-E944-E906BB3953B2}"/>
                    </a:ext>
                  </a:extLst>
                </p14:cNvPr>
                <p14:cNvContentPartPr/>
                <p14:nvPr/>
              </p14:nvContentPartPr>
              <p14:xfrm>
                <a:off x="2926742" y="5240230"/>
                <a:ext cx="12960" cy="222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8833DF-F718-93EF-E944-E906BB3953B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22422" y="5235910"/>
                  <a:ext cx="21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E57E1F-32CB-5D5B-05BA-224B80C0D51B}"/>
                    </a:ext>
                  </a:extLst>
                </p14:cNvPr>
                <p14:cNvContentPartPr/>
                <p14:nvPr/>
              </p14:nvContentPartPr>
              <p14:xfrm>
                <a:off x="2870942" y="5357950"/>
                <a:ext cx="518760" cy="149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E57E1F-32CB-5D5B-05BA-224B80C0D5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66262" y="5353630"/>
                  <a:ext cx="52740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5529568-0B00-3402-6E65-937992D29FE5}"/>
              </a:ext>
            </a:extLst>
          </p:cNvPr>
          <p:cNvGrpSpPr/>
          <p:nvPr/>
        </p:nvGrpSpPr>
        <p:grpSpPr>
          <a:xfrm>
            <a:off x="3499502" y="4680070"/>
            <a:ext cx="1327320" cy="414000"/>
            <a:chOff x="3499502" y="4680070"/>
            <a:chExt cx="132732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0523B0-CCF0-DD78-9B45-3B07108019A1}"/>
                    </a:ext>
                  </a:extLst>
                </p14:cNvPr>
                <p14:cNvContentPartPr/>
                <p14:nvPr/>
              </p14:nvContentPartPr>
              <p14:xfrm>
                <a:off x="3499502" y="4680070"/>
                <a:ext cx="79920" cy="333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0523B0-CCF0-DD78-9B45-3B07108019A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95182" y="4675750"/>
                  <a:ext cx="885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123109-209F-04A4-2343-D33BB2ED6770}"/>
                    </a:ext>
                  </a:extLst>
                </p14:cNvPr>
                <p14:cNvContentPartPr/>
                <p14:nvPr/>
              </p14:nvContentPartPr>
              <p14:xfrm>
                <a:off x="3736022" y="4748830"/>
                <a:ext cx="258840" cy="287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123109-209F-04A4-2343-D33BB2ED677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31702" y="4744510"/>
                  <a:ext cx="267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59E9C9-FC3B-788B-C48B-A46C92E05FBD}"/>
                    </a:ext>
                  </a:extLst>
                </p14:cNvPr>
                <p14:cNvContentPartPr/>
                <p14:nvPr/>
              </p14:nvContentPartPr>
              <p14:xfrm>
                <a:off x="3981902" y="4876630"/>
                <a:ext cx="168120" cy="14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59E9C9-FC3B-788B-C48B-A46C92E05FB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77582" y="4872310"/>
                  <a:ext cx="176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94AD0EF-EA1F-CFC4-38B4-05D4406692DE}"/>
                    </a:ext>
                  </a:extLst>
                </p14:cNvPr>
                <p14:cNvContentPartPr/>
                <p14:nvPr/>
              </p14:nvContentPartPr>
              <p14:xfrm>
                <a:off x="4168742" y="4884910"/>
                <a:ext cx="164520" cy="10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94AD0EF-EA1F-CFC4-38B4-05D4406692D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64422" y="4880590"/>
                  <a:ext cx="173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A35561-2B6D-3A75-0FBF-BE95AB16485B}"/>
                    </a:ext>
                  </a:extLst>
                </p14:cNvPr>
                <p14:cNvContentPartPr/>
                <p14:nvPr/>
              </p14:nvContentPartPr>
              <p14:xfrm>
                <a:off x="4385102" y="4748830"/>
                <a:ext cx="21600" cy="253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A35561-2B6D-3A75-0FBF-BE95AB16485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80782" y="4744510"/>
                  <a:ext cx="30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E5D0FCF-DFDD-1F7B-28B8-4D3159AC6973}"/>
                    </a:ext>
                  </a:extLst>
                </p14:cNvPr>
                <p14:cNvContentPartPr/>
                <p14:nvPr/>
              </p14:nvContentPartPr>
              <p14:xfrm>
                <a:off x="4503182" y="4835590"/>
                <a:ext cx="178560" cy="18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E5D0FCF-DFDD-1F7B-28B8-4D3159AC697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98862" y="4831270"/>
                  <a:ext cx="187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BBDFF5-0CDC-A712-FEEB-7113DAEEE155}"/>
                    </a:ext>
                  </a:extLst>
                </p14:cNvPr>
                <p14:cNvContentPartPr/>
                <p14:nvPr/>
              </p14:nvContentPartPr>
              <p14:xfrm>
                <a:off x="4691462" y="4847470"/>
                <a:ext cx="13536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BBDFF5-0CDC-A712-FEEB-7113DAEEE1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687142" y="4843150"/>
                  <a:ext cx="14400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8CC9B64-EFCD-FC84-DB45-8E536DA63431}"/>
              </a:ext>
            </a:extLst>
          </p:cNvPr>
          <p:cNvGrpSpPr/>
          <p:nvPr/>
        </p:nvGrpSpPr>
        <p:grpSpPr>
          <a:xfrm>
            <a:off x="1572062" y="5780950"/>
            <a:ext cx="2739600" cy="534240"/>
            <a:chOff x="1572062" y="5780950"/>
            <a:chExt cx="2739600" cy="53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D97438-BDF4-C859-ADBF-2AA9406623F3}"/>
                    </a:ext>
                  </a:extLst>
                </p14:cNvPr>
                <p14:cNvContentPartPr/>
                <p14:nvPr/>
              </p14:nvContentPartPr>
              <p14:xfrm>
                <a:off x="1572062" y="5938630"/>
                <a:ext cx="11160" cy="198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D97438-BDF4-C859-ADBF-2AA9406623F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67742" y="5934310"/>
                  <a:ext cx="19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C2CAEE8-9546-D193-831C-97692489057B}"/>
                    </a:ext>
                  </a:extLst>
                </p14:cNvPr>
                <p14:cNvContentPartPr/>
                <p14:nvPr/>
              </p14:nvContentPartPr>
              <p14:xfrm>
                <a:off x="1582502" y="5889310"/>
                <a:ext cx="22320" cy="35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C2CAEE8-9546-D193-831C-97692489057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78182" y="5884990"/>
                  <a:ext cx="30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78C94B-4EDD-DE6E-3BFB-57199FBCAE6A}"/>
                    </a:ext>
                  </a:extLst>
                </p14:cNvPr>
                <p14:cNvContentPartPr/>
                <p14:nvPr/>
              </p14:nvContentPartPr>
              <p14:xfrm>
                <a:off x="1641542" y="5956270"/>
                <a:ext cx="451440" cy="20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78C94B-4EDD-DE6E-3BFB-57199FBCAE6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37222" y="5951950"/>
                  <a:ext cx="460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237D9F4-06AA-88B4-A78E-10CF4B0DC987}"/>
                    </a:ext>
                  </a:extLst>
                </p14:cNvPr>
                <p14:cNvContentPartPr/>
                <p14:nvPr/>
              </p14:nvContentPartPr>
              <p14:xfrm>
                <a:off x="2094062" y="5850070"/>
                <a:ext cx="154800" cy="304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237D9F4-06AA-88B4-A78E-10CF4B0DC98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89742" y="5845750"/>
                  <a:ext cx="163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22FD1E3-0902-F987-602D-69805722726A}"/>
                    </a:ext>
                  </a:extLst>
                </p14:cNvPr>
                <p14:cNvContentPartPr/>
                <p14:nvPr/>
              </p14:nvContentPartPr>
              <p14:xfrm>
                <a:off x="2280902" y="6007390"/>
                <a:ext cx="150120" cy="96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22FD1E3-0902-F987-602D-69805722726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276582" y="6003070"/>
                  <a:ext cx="158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0C15B6-D360-9249-CC2F-617E549F97E3}"/>
                    </a:ext>
                  </a:extLst>
                </p14:cNvPr>
                <p14:cNvContentPartPr/>
                <p14:nvPr/>
              </p14:nvContentPartPr>
              <p14:xfrm>
                <a:off x="2319422" y="6026830"/>
                <a:ext cx="119160" cy="116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0C15B6-D360-9249-CC2F-617E549F97E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15102" y="6022510"/>
                  <a:ext cx="127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78DB50-0D3B-2B1F-9CA6-2F33B029F4D9}"/>
                    </a:ext>
                  </a:extLst>
                </p14:cNvPr>
                <p14:cNvContentPartPr/>
                <p14:nvPr/>
              </p14:nvContentPartPr>
              <p14:xfrm>
                <a:off x="2516702" y="5909110"/>
                <a:ext cx="30240" cy="185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78DB50-0D3B-2B1F-9CA6-2F33B029F4D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512382" y="5904790"/>
                  <a:ext cx="38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6D0E374-8202-B451-7869-D74464133B81}"/>
                    </a:ext>
                  </a:extLst>
                </p14:cNvPr>
                <p14:cNvContentPartPr/>
                <p14:nvPr/>
              </p14:nvContentPartPr>
              <p14:xfrm>
                <a:off x="2556302" y="5957350"/>
                <a:ext cx="87480" cy="30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6D0E374-8202-B451-7869-D74464133B8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51982" y="5953030"/>
                  <a:ext cx="96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7C6628C-0148-994D-0387-DFEE0E7891B2}"/>
                    </a:ext>
                  </a:extLst>
                </p14:cNvPr>
                <p14:cNvContentPartPr/>
                <p14:nvPr/>
              </p14:nvContentPartPr>
              <p14:xfrm>
                <a:off x="2556302" y="6066070"/>
                <a:ext cx="123120" cy="30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7C6628C-0148-994D-0387-DFEE0E7891B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551982" y="6061750"/>
                  <a:ext cx="13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78E500-ABF1-915C-28E9-7DD79442440D}"/>
                    </a:ext>
                  </a:extLst>
                </p14:cNvPr>
                <p14:cNvContentPartPr/>
                <p14:nvPr/>
              </p14:nvContentPartPr>
              <p14:xfrm>
                <a:off x="2713622" y="5801110"/>
                <a:ext cx="157320" cy="353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78E500-ABF1-915C-28E9-7DD79442440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709302" y="5796790"/>
                  <a:ext cx="1659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F797A43-A08C-FEA1-2672-5778DF39DE93}"/>
                    </a:ext>
                  </a:extLst>
                </p14:cNvPr>
                <p14:cNvContentPartPr/>
                <p14:nvPr/>
              </p14:nvContentPartPr>
              <p14:xfrm>
                <a:off x="2912702" y="6019270"/>
                <a:ext cx="56880" cy="100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F797A43-A08C-FEA1-2672-5778DF39DE9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08382" y="6014950"/>
                  <a:ext cx="65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12A973-7298-1B47-6B37-9D8A42BD465F}"/>
                    </a:ext>
                  </a:extLst>
                </p14:cNvPr>
                <p14:cNvContentPartPr/>
                <p14:nvPr/>
              </p14:nvContentPartPr>
              <p14:xfrm>
                <a:off x="2860862" y="5861230"/>
                <a:ext cx="177840" cy="107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12A973-7298-1B47-6B37-9D8A42BD465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56542" y="5856910"/>
                  <a:ext cx="186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39F572-51CB-5B49-2401-CE52857E7C2A}"/>
                    </a:ext>
                  </a:extLst>
                </p14:cNvPr>
                <p14:cNvContentPartPr/>
                <p14:nvPr/>
              </p14:nvContentPartPr>
              <p14:xfrm>
                <a:off x="3085142" y="6017110"/>
                <a:ext cx="111240" cy="298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39F572-51CB-5B49-2401-CE52857E7C2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80822" y="6012790"/>
                  <a:ext cx="119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110B320-5347-34A0-5BAA-F63A8DBA57D3}"/>
                    </a:ext>
                  </a:extLst>
                </p14:cNvPr>
                <p14:cNvContentPartPr/>
                <p14:nvPr/>
              </p14:nvContentPartPr>
              <p14:xfrm>
                <a:off x="3215102" y="5850070"/>
                <a:ext cx="184320" cy="277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110B320-5347-34A0-5BAA-F63A8DBA57D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10782" y="5845750"/>
                  <a:ext cx="192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82D4CE-B6D9-1596-8D65-8A7D79DA33F1}"/>
                    </a:ext>
                  </a:extLst>
                </p14:cNvPr>
                <p14:cNvContentPartPr/>
                <p14:nvPr/>
              </p14:nvContentPartPr>
              <p14:xfrm>
                <a:off x="3438302" y="6016390"/>
                <a:ext cx="118080" cy="108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82D4CE-B6D9-1596-8D65-8A7D79DA33F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33982" y="6012070"/>
                  <a:ext cx="126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78010BC-A37F-17F5-73F1-D53C3B2AAE78}"/>
                    </a:ext>
                  </a:extLst>
                </p14:cNvPr>
                <p14:cNvContentPartPr/>
                <p14:nvPr/>
              </p14:nvContentPartPr>
              <p14:xfrm>
                <a:off x="3568982" y="6034390"/>
                <a:ext cx="158400" cy="73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78010BC-A37F-17F5-73F1-D53C3B2AAE7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64662" y="6030070"/>
                  <a:ext cx="167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D1D3608-EFEA-0205-6100-F1CA8EADEFDD}"/>
                    </a:ext>
                  </a:extLst>
                </p14:cNvPr>
                <p14:cNvContentPartPr/>
                <p14:nvPr/>
              </p14:nvContentPartPr>
              <p14:xfrm>
                <a:off x="3500222" y="5868790"/>
                <a:ext cx="173520" cy="88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D1D3608-EFEA-0205-6100-F1CA8EADEFD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495902" y="5864470"/>
                  <a:ext cx="182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D5D106B-8DC2-7620-039D-BA29505FFD93}"/>
                    </a:ext>
                  </a:extLst>
                </p14:cNvPr>
                <p14:cNvContentPartPr/>
                <p14:nvPr/>
              </p14:nvContentPartPr>
              <p14:xfrm>
                <a:off x="3852302" y="5780950"/>
                <a:ext cx="115200" cy="326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D5D106B-8DC2-7620-039D-BA29505FFD9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47982" y="5776630"/>
                  <a:ext cx="123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3F5932-42A0-9F36-ED10-9B578339E980}"/>
                    </a:ext>
                  </a:extLst>
                </p14:cNvPr>
                <p14:cNvContentPartPr/>
                <p14:nvPr/>
              </p14:nvContentPartPr>
              <p14:xfrm>
                <a:off x="4011782" y="5997670"/>
                <a:ext cx="16200" cy="9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3F5932-42A0-9F36-ED10-9B578339E98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07462" y="5993350"/>
                  <a:ext cx="24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36A1836-1FF4-EC6F-A891-FA6A1C428CA9}"/>
                    </a:ext>
                  </a:extLst>
                </p14:cNvPr>
                <p14:cNvContentPartPr/>
                <p14:nvPr/>
              </p14:nvContentPartPr>
              <p14:xfrm>
                <a:off x="4021502" y="5946190"/>
                <a:ext cx="360" cy="11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36A1836-1FF4-EC6F-A891-FA6A1C428CA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017182" y="5941870"/>
                  <a:ext cx="9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CD2046D-7A7E-5E2A-B6F8-25ACC92C6F56}"/>
                    </a:ext>
                  </a:extLst>
                </p14:cNvPr>
                <p14:cNvContentPartPr/>
                <p14:nvPr/>
              </p14:nvContentPartPr>
              <p14:xfrm>
                <a:off x="4021502" y="6025750"/>
                <a:ext cx="194040" cy="101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CD2046D-7A7E-5E2A-B6F8-25ACC92C6F5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17182" y="6021430"/>
                  <a:ext cx="2026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9833AF3-B90E-8D0B-E11F-1E0DC8CFEF21}"/>
                    </a:ext>
                  </a:extLst>
                </p14:cNvPr>
                <p14:cNvContentPartPr/>
                <p14:nvPr/>
              </p14:nvContentPartPr>
              <p14:xfrm>
                <a:off x="4227062" y="5918830"/>
                <a:ext cx="21600" cy="207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9833AF3-B90E-8D0B-E11F-1E0DC8CFEF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22742" y="5914510"/>
                  <a:ext cx="30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7F75A00-8D16-3128-1EC9-637584055793}"/>
                    </a:ext>
                  </a:extLst>
                </p14:cNvPr>
                <p14:cNvContentPartPr/>
                <p14:nvPr/>
              </p14:nvContentPartPr>
              <p14:xfrm>
                <a:off x="4148942" y="6043030"/>
                <a:ext cx="162720" cy="23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7F75A00-8D16-3128-1EC9-63758405579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44622" y="6038710"/>
                  <a:ext cx="171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79E4F76-BB06-B8AB-1338-581C65ED24DB}"/>
                    </a:ext>
                  </a:extLst>
                </p14:cNvPr>
                <p14:cNvContentPartPr/>
                <p14:nvPr/>
              </p14:nvContentPartPr>
              <p14:xfrm>
                <a:off x="4031222" y="5908750"/>
                <a:ext cx="111240" cy="313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79E4F76-BB06-B8AB-1338-581C65ED24D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26902" y="5904430"/>
                  <a:ext cx="1198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3FFC601-EBB2-B996-5674-92A94AB9DD1F}"/>
                    </a:ext>
                  </a:extLst>
                </p14:cNvPr>
                <p14:cNvContentPartPr/>
                <p14:nvPr/>
              </p14:nvContentPartPr>
              <p14:xfrm>
                <a:off x="4168742" y="6302230"/>
                <a:ext cx="360" cy="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3FFC601-EBB2-B996-5674-92A94AB9DD1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64422" y="629791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7BBEFA-C6C2-BC57-CE4E-04A4B80F5BCE}"/>
              </a:ext>
            </a:extLst>
          </p:cNvPr>
          <p:cNvGrpSpPr/>
          <p:nvPr/>
        </p:nvGrpSpPr>
        <p:grpSpPr>
          <a:xfrm>
            <a:off x="5869742" y="4649830"/>
            <a:ext cx="1524240" cy="370080"/>
            <a:chOff x="5869742" y="4649830"/>
            <a:chExt cx="152424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B3EA817-6673-59B7-5E86-825CB556BC25}"/>
                    </a:ext>
                  </a:extLst>
                </p14:cNvPr>
                <p14:cNvContentPartPr/>
                <p14:nvPr/>
              </p14:nvContentPartPr>
              <p14:xfrm>
                <a:off x="5869742" y="4680070"/>
                <a:ext cx="190080" cy="258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B3EA817-6673-59B7-5E86-825CB556BC2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65422" y="4675750"/>
                  <a:ext cx="198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3F5623A-AD6A-3803-DC86-7183A7EF3026}"/>
                    </a:ext>
                  </a:extLst>
                </p14:cNvPr>
                <p14:cNvContentPartPr/>
                <p14:nvPr/>
              </p14:nvContentPartPr>
              <p14:xfrm>
                <a:off x="6066302" y="4707790"/>
                <a:ext cx="396360" cy="265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3F5623A-AD6A-3803-DC86-7183A7EF30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61982" y="4703470"/>
                  <a:ext cx="405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7896523-4296-43F0-C8C7-9FBD5D7D884F}"/>
                    </a:ext>
                  </a:extLst>
                </p14:cNvPr>
                <p14:cNvContentPartPr/>
                <p14:nvPr/>
              </p14:nvContentPartPr>
              <p14:xfrm>
                <a:off x="6410102" y="4649830"/>
                <a:ext cx="156600" cy="276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7896523-4296-43F0-C8C7-9FBD5D7D884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405782" y="4645510"/>
                  <a:ext cx="165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A653F19-E626-A4C2-C6B1-11F8616BA34A}"/>
                    </a:ext>
                  </a:extLst>
                </p14:cNvPr>
                <p14:cNvContentPartPr/>
                <p14:nvPr/>
              </p14:nvContentPartPr>
              <p14:xfrm>
                <a:off x="6665702" y="4670350"/>
                <a:ext cx="699840" cy="267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A653F19-E626-A4C2-C6B1-11F8616BA34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661382" y="4666030"/>
                  <a:ext cx="708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AE48215-AA18-33F7-D30F-2E507B0E8C84}"/>
                    </a:ext>
                  </a:extLst>
                </p14:cNvPr>
                <p14:cNvContentPartPr/>
                <p14:nvPr/>
              </p14:nvContentPartPr>
              <p14:xfrm>
                <a:off x="7153862" y="4660270"/>
                <a:ext cx="240120" cy="359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AE48215-AA18-33F7-D30F-2E507B0E8C8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49542" y="4655950"/>
                  <a:ext cx="24876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1912A1A-B787-1E69-38DA-E3078941D4C9}"/>
              </a:ext>
            </a:extLst>
          </p:cNvPr>
          <p:cNvGrpSpPr/>
          <p:nvPr/>
        </p:nvGrpSpPr>
        <p:grpSpPr>
          <a:xfrm>
            <a:off x="5505782" y="5225110"/>
            <a:ext cx="1633320" cy="1427760"/>
            <a:chOff x="5505782" y="5225110"/>
            <a:chExt cx="1633320" cy="14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ED1C13-10EF-DBBD-4F62-B5FF27740A1E}"/>
                    </a:ext>
                  </a:extLst>
                </p14:cNvPr>
                <p14:cNvContentPartPr/>
                <p14:nvPr/>
              </p14:nvContentPartPr>
              <p14:xfrm>
                <a:off x="5505782" y="5279830"/>
                <a:ext cx="378720" cy="234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ED1C13-10EF-DBBD-4F62-B5FF27740A1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501462" y="5275510"/>
                  <a:ext cx="387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CA3C708-0CE1-BB96-3DB9-FA4813EAD247}"/>
                    </a:ext>
                  </a:extLst>
                </p14:cNvPr>
                <p14:cNvContentPartPr/>
                <p14:nvPr/>
              </p14:nvContentPartPr>
              <p14:xfrm>
                <a:off x="5751662" y="5279110"/>
                <a:ext cx="198000" cy="57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CA3C708-0CE1-BB96-3DB9-FA4813EAD24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747342" y="5274790"/>
                  <a:ext cx="206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7D6CBB-12E3-1227-4748-11614855D92A}"/>
                    </a:ext>
                  </a:extLst>
                </p14:cNvPr>
                <p14:cNvContentPartPr/>
                <p14:nvPr/>
              </p14:nvContentPartPr>
              <p14:xfrm>
                <a:off x="5957942" y="5225110"/>
                <a:ext cx="80640" cy="74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7D6CBB-12E3-1227-4748-11614855D92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53622" y="5220790"/>
                  <a:ext cx="89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57467A4-50FD-7A0C-651B-5DEBD4AF5C95}"/>
                    </a:ext>
                  </a:extLst>
                </p14:cNvPr>
                <p14:cNvContentPartPr/>
                <p14:nvPr/>
              </p14:nvContentPartPr>
              <p14:xfrm>
                <a:off x="6163862" y="5357590"/>
                <a:ext cx="395280" cy="366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57467A4-50FD-7A0C-651B-5DEBD4AF5C9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159542" y="5353270"/>
                  <a:ext cx="4039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0F53CD9-CB1F-BC9B-FBDD-3F376C0B6779}"/>
                    </a:ext>
                  </a:extLst>
                </p14:cNvPr>
                <p14:cNvContentPartPr/>
                <p14:nvPr/>
              </p14:nvContentPartPr>
              <p14:xfrm>
                <a:off x="6619622" y="5230510"/>
                <a:ext cx="37800" cy="198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0F53CD9-CB1F-BC9B-FBDD-3F376C0B677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15302" y="5226190"/>
                  <a:ext cx="46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8D5E71-20E1-4D1A-D35C-ADA80D205358}"/>
                    </a:ext>
                  </a:extLst>
                </p14:cNvPr>
                <p14:cNvContentPartPr/>
                <p14:nvPr/>
              </p14:nvContentPartPr>
              <p14:xfrm>
                <a:off x="6626822" y="5328790"/>
                <a:ext cx="117000" cy="10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8D5E71-20E1-4D1A-D35C-ADA80D20535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622502" y="5324470"/>
                  <a:ext cx="1256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C50F068-E16D-4FE9-E8CF-542DEB5E3033}"/>
                    </a:ext>
                  </a:extLst>
                </p14:cNvPr>
                <p14:cNvContentPartPr/>
                <p14:nvPr/>
              </p14:nvContentPartPr>
              <p14:xfrm>
                <a:off x="6754622" y="5321590"/>
                <a:ext cx="376200" cy="133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C50F068-E16D-4FE9-E8CF-542DEB5E303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750302" y="5317270"/>
                  <a:ext cx="384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9856D4C-88EA-10EE-E7C2-07E053B425C3}"/>
                    </a:ext>
                  </a:extLst>
                </p14:cNvPr>
                <p14:cNvContentPartPr/>
                <p14:nvPr/>
              </p14:nvContentPartPr>
              <p14:xfrm>
                <a:off x="5692622" y="5909110"/>
                <a:ext cx="9360" cy="187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9856D4C-88EA-10EE-E7C2-07E053B425C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688302" y="5904790"/>
                  <a:ext cx="18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01493E-DED5-CDF6-9643-3A36361E444E}"/>
                    </a:ext>
                  </a:extLst>
                </p14:cNvPr>
                <p14:cNvContentPartPr/>
                <p14:nvPr/>
              </p14:nvContentPartPr>
              <p14:xfrm>
                <a:off x="5673182" y="5816230"/>
                <a:ext cx="53640" cy="68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01493E-DED5-CDF6-9643-3A36361E444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668862" y="5811910"/>
                  <a:ext cx="62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D93F3AA-BDA7-2E34-6194-DB4FA52A1142}"/>
                    </a:ext>
                  </a:extLst>
                </p14:cNvPr>
                <p14:cNvContentPartPr/>
                <p14:nvPr/>
              </p14:nvContentPartPr>
              <p14:xfrm>
                <a:off x="5771102" y="5927110"/>
                <a:ext cx="376560" cy="170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D93F3AA-BDA7-2E34-6194-DB4FA52A114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766782" y="5922790"/>
                  <a:ext cx="385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3D7A778-08C4-2AD0-E346-E215F6FA9DF5}"/>
                    </a:ext>
                  </a:extLst>
                </p14:cNvPr>
                <p14:cNvContentPartPr/>
                <p14:nvPr/>
              </p14:nvContentPartPr>
              <p14:xfrm>
                <a:off x="6076382" y="5751790"/>
                <a:ext cx="197640" cy="346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3D7A778-08C4-2AD0-E346-E215F6FA9DF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72062" y="5747470"/>
                  <a:ext cx="2062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C5C824D-39DB-9D6D-E649-0FC997A21A2B}"/>
                    </a:ext>
                  </a:extLst>
                </p14:cNvPr>
                <p14:cNvContentPartPr/>
                <p14:nvPr/>
              </p14:nvContentPartPr>
              <p14:xfrm>
                <a:off x="6282662" y="5977870"/>
                <a:ext cx="149760" cy="136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C5C824D-39DB-9D6D-E649-0FC997A21A2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278342" y="5973550"/>
                  <a:ext cx="158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714EC58-3BA6-E603-CE7C-33B8098A3DBE}"/>
                    </a:ext>
                  </a:extLst>
                </p14:cNvPr>
                <p14:cNvContentPartPr/>
                <p14:nvPr/>
              </p14:nvContentPartPr>
              <p14:xfrm>
                <a:off x="6693782" y="5977510"/>
                <a:ext cx="92520" cy="130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714EC58-3BA6-E603-CE7C-33B8098A3DB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689462" y="5973190"/>
                  <a:ext cx="101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8A3B93F-4DAC-C6DD-6F5C-2D1B63794D3F}"/>
                    </a:ext>
                  </a:extLst>
                </p14:cNvPr>
                <p14:cNvContentPartPr/>
                <p14:nvPr/>
              </p14:nvContentPartPr>
              <p14:xfrm>
                <a:off x="6803222" y="5791390"/>
                <a:ext cx="195480" cy="3171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8A3B93F-4DAC-C6DD-6F5C-2D1B63794D3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798902" y="5787070"/>
                  <a:ext cx="204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00C81A2-F8B3-7972-55D9-C73496CA4669}"/>
                    </a:ext>
                  </a:extLst>
                </p14:cNvPr>
                <p14:cNvContentPartPr/>
                <p14:nvPr/>
              </p14:nvContentPartPr>
              <p14:xfrm>
                <a:off x="6911942" y="5896870"/>
                <a:ext cx="148680" cy="99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00C81A2-F8B3-7972-55D9-C73496CA46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07622" y="5892550"/>
                  <a:ext cx="157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4C818E3-A343-2E3F-31EE-E85DDEABD6E4}"/>
                    </a:ext>
                  </a:extLst>
                </p14:cNvPr>
                <p14:cNvContentPartPr/>
                <p14:nvPr/>
              </p14:nvContentPartPr>
              <p14:xfrm>
                <a:off x="7049462" y="5782750"/>
                <a:ext cx="89640" cy="86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4C818E3-A343-2E3F-31EE-E85DDEABD6E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045142" y="5778430"/>
                  <a:ext cx="98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AF6F558-FCFB-7516-CD24-7E543FD75291}"/>
                    </a:ext>
                  </a:extLst>
                </p14:cNvPr>
                <p14:cNvContentPartPr/>
                <p14:nvPr/>
              </p14:nvContentPartPr>
              <p14:xfrm>
                <a:off x="5594342" y="6272350"/>
                <a:ext cx="650160" cy="380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AF6F558-FCFB-7516-CD24-7E543FD7529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590022" y="6268030"/>
                  <a:ext cx="6588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18F8F35-98EB-BCB7-28D4-790E465D82D5}"/>
                    </a:ext>
                  </a:extLst>
                </p14:cNvPr>
                <p14:cNvContentPartPr/>
                <p14:nvPr/>
              </p14:nvContentPartPr>
              <p14:xfrm>
                <a:off x="6017342" y="6301510"/>
                <a:ext cx="201600" cy="113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18F8F35-98EB-BCB7-28D4-790E465D82D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013022" y="6297190"/>
                  <a:ext cx="210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398F415-DA67-D1A7-45D3-4AB580CB3EF6}"/>
                    </a:ext>
                  </a:extLst>
                </p14:cNvPr>
                <p14:cNvContentPartPr/>
                <p14:nvPr/>
              </p14:nvContentPartPr>
              <p14:xfrm>
                <a:off x="6370862" y="6204310"/>
                <a:ext cx="164880" cy="306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398F415-DA67-D1A7-45D3-4AB580CB3E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66542" y="6199990"/>
                  <a:ext cx="1735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9594D77-0D6E-4EC6-9917-186ACAD3F327}"/>
                    </a:ext>
                  </a:extLst>
                </p14:cNvPr>
                <p14:cNvContentPartPr/>
                <p14:nvPr/>
              </p14:nvContentPartPr>
              <p14:xfrm>
                <a:off x="6567782" y="6400870"/>
                <a:ext cx="26280" cy="84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9594D77-0D6E-4EC6-9917-186ACAD3F32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563462" y="6396550"/>
                  <a:ext cx="34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874FA34-B635-6646-A11E-3580D48287F7}"/>
                    </a:ext>
                  </a:extLst>
                </p14:cNvPr>
                <p14:cNvContentPartPr/>
                <p14:nvPr/>
              </p14:nvContentPartPr>
              <p14:xfrm>
                <a:off x="6607382" y="6337510"/>
                <a:ext cx="11880" cy="5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874FA34-B635-6646-A11E-3580D48287F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03062" y="6333190"/>
                  <a:ext cx="205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1EB62C3-3444-AB58-A235-3CD690AA729F}"/>
                    </a:ext>
                  </a:extLst>
                </p14:cNvPr>
                <p14:cNvContentPartPr/>
                <p14:nvPr/>
              </p14:nvContentPartPr>
              <p14:xfrm>
                <a:off x="6636542" y="6459910"/>
                <a:ext cx="156960" cy="81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1EB62C3-3444-AB58-A235-3CD690AA729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32222" y="6455590"/>
                  <a:ext cx="165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CA69A09-16EC-2058-63D4-0A887E4B0473}"/>
                    </a:ext>
                  </a:extLst>
                </p14:cNvPr>
                <p14:cNvContentPartPr/>
                <p14:nvPr/>
              </p14:nvContentPartPr>
              <p14:xfrm>
                <a:off x="6787382" y="6322030"/>
                <a:ext cx="34560" cy="2372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CA69A09-16EC-2058-63D4-0A887E4B047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83062" y="6317710"/>
                  <a:ext cx="43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2ECE54F-E7E7-EB38-FE50-8ADF19476E2D}"/>
                    </a:ext>
                  </a:extLst>
                </p14:cNvPr>
                <p14:cNvContentPartPr/>
                <p14:nvPr/>
              </p14:nvContentPartPr>
              <p14:xfrm>
                <a:off x="6794222" y="6459190"/>
                <a:ext cx="69480" cy="10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2ECE54F-E7E7-EB38-FE50-8ADF19476E2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789902" y="6454870"/>
                  <a:ext cx="78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2E45006-A891-636A-32D1-88D040BD9BFC}"/>
                    </a:ext>
                  </a:extLst>
                </p14:cNvPr>
                <p14:cNvContentPartPr/>
                <p14:nvPr/>
              </p14:nvContentPartPr>
              <p14:xfrm>
                <a:off x="6676142" y="6370630"/>
                <a:ext cx="51840" cy="266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2E45006-A891-636A-32D1-88D040BD9BF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671822" y="6366310"/>
                  <a:ext cx="60480" cy="27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096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7BB4DE-5670-960A-D726-0A235F02B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23176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21F37D8-70CC-BD25-4BB6-E743AF77583B}"/>
              </a:ext>
            </a:extLst>
          </p:cNvPr>
          <p:cNvGrpSpPr/>
          <p:nvPr/>
        </p:nvGrpSpPr>
        <p:grpSpPr>
          <a:xfrm>
            <a:off x="1012340" y="3006390"/>
            <a:ext cx="2305800" cy="1128960"/>
            <a:chOff x="1012340" y="3006390"/>
            <a:chExt cx="2305800" cy="11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C221D8-6E45-F27B-717C-C26A66EC208B}"/>
                    </a:ext>
                  </a:extLst>
                </p14:cNvPr>
                <p14:cNvContentPartPr/>
                <p14:nvPr/>
              </p14:nvContentPartPr>
              <p14:xfrm>
                <a:off x="1151300" y="3468990"/>
                <a:ext cx="904320" cy="66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C221D8-6E45-F27B-717C-C26A66EC208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46980" y="3464670"/>
                  <a:ext cx="91296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AB6BFF-5F99-CFCA-D6B6-18587103F268}"/>
                    </a:ext>
                  </a:extLst>
                </p14:cNvPr>
                <p14:cNvContentPartPr/>
                <p14:nvPr/>
              </p14:nvContentPartPr>
              <p14:xfrm>
                <a:off x="1012340" y="3205110"/>
                <a:ext cx="651960" cy="266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AB6BFF-5F99-CFCA-D6B6-18587103F2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8020" y="3200790"/>
                  <a:ext cx="6606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F49BC4-EE62-0894-6889-19B10C499679}"/>
                    </a:ext>
                  </a:extLst>
                </p14:cNvPr>
                <p14:cNvContentPartPr/>
                <p14:nvPr/>
              </p14:nvContentPartPr>
              <p14:xfrm>
                <a:off x="1527140" y="3118710"/>
                <a:ext cx="325440" cy="27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F49BC4-EE62-0894-6889-19B10C49967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22820" y="3114390"/>
                  <a:ext cx="3340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FB8C776-B4D6-5248-080B-9E674720A4B9}"/>
                    </a:ext>
                  </a:extLst>
                </p14:cNvPr>
                <p14:cNvContentPartPr/>
                <p14:nvPr/>
              </p14:nvContentPartPr>
              <p14:xfrm>
                <a:off x="1699940" y="3190350"/>
                <a:ext cx="10656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FB8C776-B4D6-5248-080B-9E674720A4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95620" y="3186030"/>
                  <a:ext cx="115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00AF2A-2B1A-9FBF-117E-3C299DBC2175}"/>
                    </a:ext>
                  </a:extLst>
                </p14:cNvPr>
                <p14:cNvContentPartPr/>
                <p14:nvPr/>
              </p14:nvContentPartPr>
              <p14:xfrm>
                <a:off x="1853300" y="3243990"/>
                <a:ext cx="136800" cy="191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00AF2A-2B1A-9FBF-117E-3C299DBC217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48980" y="3239670"/>
                  <a:ext cx="145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2D49252-DB03-6096-9FE4-DCEF2988C783}"/>
                    </a:ext>
                  </a:extLst>
                </p14:cNvPr>
                <p14:cNvContentPartPr/>
                <p14:nvPr/>
              </p14:nvContentPartPr>
              <p14:xfrm>
                <a:off x="1838900" y="3243990"/>
                <a:ext cx="190800" cy="149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2D49252-DB03-6096-9FE4-DCEF2988C7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34580" y="3239670"/>
                  <a:ext cx="199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02ACDB8-80DE-5856-9F66-E98EE44B3EAA}"/>
                    </a:ext>
                  </a:extLst>
                </p14:cNvPr>
                <p14:cNvContentPartPr/>
                <p14:nvPr/>
              </p14:nvContentPartPr>
              <p14:xfrm>
                <a:off x="2056340" y="3018630"/>
                <a:ext cx="223200" cy="351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02ACDB8-80DE-5856-9F66-E98EE44B3E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52020" y="3014310"/>
                  <a:ext cx="231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998306-E202-3A4B-B8A3-3CBE465F27D1}"/>
                    </a:ext>
                  </a:extLst>
                </p14:cNvPr>
                <p14:cNvContentPartPr/>
                <p14:nvPr/>
              </p14:nvContentPartPr>
              <p14:xfrm>
                <a:off x="2397260" y="3006390"/>
                <a:ext cx="7920" cy="39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998306-E202-3A4B-B8A3-3CBE465F27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92940" y="3002070"/>
                  <a:ext cx="165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5852B3-EE1E-0F85-3913-687DAAAFCAC8}"/>
                    </a:ext>
                  </a:extLst>
                </p14:cNvPr>
                <p14:cNvContentPartPr/>
                <p14:nvPr/>
              </p14:nvContentPartPr>
              <p14:xfrm>
                <a:off x="2529740" y="3269190"/>
                <a:ext cx="21600" cy="11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5852B3-EE1E-0F85-3913-687DAAAFCA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25420" y="3264870"/>
                  <a:ext cx="302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F41A8F-99C8-1E10-44AE-BC3743FD329F}"/>
                    </a:ext>
                  </a:extLst>
                </p14:cNvPr>
                <p14:cNvContentPartPr/>
                <p14:nvPr/>
              </p14:nvContentPartPr>
              <p14:xfrm>
                <a:off x="2504900" y="3106110"/>
                <a:ext cx="360" cy="23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F41A8F-99C8-1E10-44AE-BC3743FD329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00580" y="3101790"/>
                  <a:ext cx="9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5BFD68-EBC2-D05B-F9DB-49A8294B331A}"/>
                    </a:ext>
                  </a:extLst>
                </p14:cNvPr>
                <p14:cNvContentPartPr/>
                <p14:nvPr/>
              </p14:nvContentPartPr>
              <p14:xfrm>
                <a:off x="2567900" y="3156150"/>
                <a:ext cx="750240" cy="273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5BFD68-EBC2-D05B-F9DB-49A8294B33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63580" y="3151830"/>
                  <a:ext cx="75888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92B6DEE-05ED-E423-0086-245469A10CBC}"/>
              </a:ext>
            </a:extLst>
          </p:cNvPr>
          <p:cNvGrpSpPr/>
          <p:nvPr/>
        </p:nvGrpSpPr>
        <p:grpSpPr>
          <a:xfrm>
            <a:off x="4346300" y="-87450"/>
            <a:ext cx="3534120" cy="5712840"/>
            <a:chOff x="4346300" y="-87450"/>
            <a:chExt cx="3534120" cy="57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87D1559-A323-FAA3-8302-6C0071ADBD97}"/>
                    </a:ext>
                  </a:extLst>
                </p14:cNvPr>
                <p14:cNvContentPartPr/>
                <p14:nvPr/>
              </p14:nvContentPartPr>
              <p14:xfrm>
                <a:off x="4346300" y="412950"/>
                <a:ext cx="3534120" cy="5212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87D1559-A323-FAA3-8302-6C0071ADBD9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41980" y="408630"/>
                  <a:ext cx="3542760" cy="52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E22F91E-120B-5321-D818-6655AE6F0424}"/>
                    </a:ext>
                  </a:extLst>
                </p14:cNvPr>
                <p14:cNvContentPartPr/>
                <p14:nvPr/>
              </p14:nvContentPartPr>
              <p14:xfrm>
                <a:off x="4858940" y="-87450"/>
                <a:ext cx="1437480" cy="1091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E22F91E-120B-5321-D818-6655AE6F042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54620" y="-91770"/>
                  <a:ext cx="1446120" cy="11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8C0BB68-9DFC-4AD8-0E9D-BFA15A5EE2B4}"/>
                  </a:ext>
                </a:extLst>
              </p14:cNvPr>
              <p14:cNvContentPartPr/>
              <p14:nvPr/>
            </p14:nvContentPartPr>
            <p14:xfrm>
              <a:off x="8755580" y="3969390"/>
              <a:ext cx="1718640" cy="1443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8C0BB68-9DFC-4AD8-0E9D-BFA15A5EE2B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51260" y="3965070"/>
                <a:ext cx="1727280" cy="145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74D2DED7-22A8-FF15-86B3-632D2AAE3DBC}"/>
              </a:ext>
            </a:extLst>
          </p:cNvPr>
          <p:cNvGrpSpPr/>
          <p:nvPr/>
        </p:nvGrpSpPr>
        <p:grpSpPr>
          <a:xfrm>
            <a:off x="7941260" y="3605790"/>
            <a:ext cx="865080" cy="1220040"/>
            <a:chOff x="7941260" y="3605790"/>
            <a:chExt cx="865080" cy="12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252C826-E8F8-0572-6680-DF3F3D7951B6}"/>
                    </a:ext>
                  </a:extLst>
                </p14:cNvPr>
                <p14:cNvContentPartPr/>
                <p14:nvPr/>
              </p14:nvContentPartPr>
              <p14:xfrm>
                <a:off x="7941260" y="3605790"/>
                <a:ext cx="752760" cy="817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252C826-E8F8-0572-6680-DF3F3D7951B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36940" y="3601470"/>
                  <a:ext cx="76140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3822E9C-B412-72A5-E72B-E06AA558D280}"/>
                    </a:ext>
                  </a:extLst>
                </p14:cNvPr>
                <p14:cNvContentPartPr/>
                <p14:nvPr/>
              </p14:nvContentPartPr>
              <p14:xfrm>
                <a:off x="8199020" y="4221030"/>
                <a:ext cx="607320" cy="604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3822E9C-B412-72A5-E72B-E06AA558D28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94700" y="4216710"/>
                  <a:ext cx="615960" cy="61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165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C562-2DAE-CAE6-E708-763AC73F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A5CDE-8C6A-2179-84BE-6A1E06BD9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82"/>
            <a:ext cx="12192000" cy="45321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80BCA9-B050-FF2A-F730-0EF8539CE30E}"/>
                  </a:ext>
                </a:extLst>
              </p14:cNvPr>
              <p14:cNvContentPartPr/>
              <p14:nvPr/>
            </p14:nvContentPartPr>
            <p14:xfrm>
              <a:off x="1716140" y="3173790"/>
              <a:ext cx="5400" cy="7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80BCA9-B050-FF2A-F730-0EF8539CE3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820" y="3169470"/>
                <a:ext cx="140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1F32E7A-014E-55A3-7781-6098ABBEF8D7}"/>
                  </a:ext>
                </a:extLst>
              </p14:cNvPr>
              <p14:cNvContentPartPr/>
              <p14:nvPr/>
            </p14:nvContentPartPr>
            <p14:xfrm>
              <a:off x="4922300" y="5573910"/>
              <a:ext cx="2304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1F32E7A-014E-55A3-7781-6098ABBEF8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17980" y="5569590"/>
                <a:ext cx="316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5096440-E0FE-6E80-A7C1-23AD6E3EBA80}"/>
                  </a:ext>
                </a:extLst>
              </p14:cNvPr>
              <p14:cNvContentPartPr/>
              <p14:nvPr/>
            </p14:nvContentPartPr>
            <p14:xfrm>
              <a:off x="5787020" y="7427910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5096440-E0FE-6E80-A7C1-23AD6E3EBA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2700" y="742359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460395A8-AE2D-C6BC-C5AC-2DF46EB9BF7A}"/>
              </a:ext>
            </a:extLst>
          </p:cNvPr>
          <p:cNvGrpSpPr/>
          <p:nvPr/>
        </p:nvGrpSpPr>
        <p:grpSpPr>
          <a:xfrm>
            <a:off x="237980" y="4483830"/>
            <a:ext cx="1276560" cy="716040"/>
            <a:chOff x="237980" y="4483830"/>
            <a:chExt cx="1276560" cy="71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1763F4-AE59-74F4-48A3-B77CF72BEB20}"/>
                    </a:ext>
                  </a:extLst>
                </p14:cNvPr>
                <p14:cNvContentPartPr/>
                <p14:nvPr/>
              </p14:nvContentPartPr>
              <p14:xfrm>
                <a:off x="237980" y="4483830"/>
                <a:ext cx="25920" cy="527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1763F4-AE59-74F4-48A3-B77CF72BEB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3660" y="4479510"/>
                  <a:ext cx="3456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EC3E560-F98E-1F98-1399-F3058FC3ACD8}"/>
                    </a:ext>
                  </a:extLst>
                </p14:cNvPr>
                <p14:cNvContentPartPr/>
                <p14:nvPr/>
              </p14:nvContentPartPr>
              <p14:xfrm>
                <a:off x="336980" y="4809270"/>
                <a:ext cx="457560" cy="390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EC3E560-F98E-1F98-1399-F3058FC3AC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2660" y="4804950"/>
                  <a:ext cx="4662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9829CAA-1F93-05F6-9ECC-C519FE239AA3}"/>
                    </a:ext>
                  </a:extLst>
                </p14:cNvPr>
                <p14:cNvContentPartPr/>
                <p14:nvPr/>
              </p14:nvContentPartPr>
              <p14:xfrm>
                <a:off x="914420" y="4767510"/>
                <a:ext cx="286560" cy="252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9829CAA-1F93-05F6-9ECC-C519FE239A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10100" y="4763190"/>
                  <a:ext cx="2952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ADDB23B-EB33-63D5-C976-FEFD833C7F94}"/>
                    </a:ext>
                  </a:extLst>
                </p14:cNvPr>
                <p14:cNvContentPartPr/>
                <p14:nvPr/>
              </p14:nvContentPartPr>
              <p14:xfrm>
                <a:off x="1315100" y="4859310"/>
                <a:ext cx="199440" cy="13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ADDB23B-EB33-63D5-C976-FEFD833C7F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0780" y="4854990"/>
                  <a:ext cx="208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BA4A506-30AE-CA88-8837-0F2D12D849D9}"/>
                    </a:ext>
                  </a:extLst>
                </p14:cNvPr>
                <p14:cNvContentPartPr/>
                <p14:nvPr/>
              </p14:nvContentPartPr>
              <p14:xfrm>
                <a:off x="1265420" y="4947870"/>
                <a:ext cx="199080" cy="13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BA4A506-30AE-CA88-8837-0F2D12D849D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61100" y="4943550"/>
                  <a:ext cx="20772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83DDA34-B57B-6BF5-F767-0D159E95A20A}"/>
              </a:ext>
            </a:extLst>
          </p:cNvPr>
          <p:cNvGrpSpPr/>
          <p:nvPr/>
        </p:nvGrpSpPr>
        <p:grpSpPr>
          <a:xfrm>
            <a:off x="1765460" y="4709550"/>
            <a:ext cx="839880" cy="655200"/>
            <a:chOff x="1765460" y="4709550"/>
            <a:chExt cx="83988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7851D32-E83F-C066-47EF-A34567E43BF6}"/>
                    </a:ext>
                  </a:extLst>
                </p14:cNvPr>
                <p14:cNvContentPartPr/>
                <p14:nvPr/>
              </p14:nvContentPartPr>
              <p14:xfrm>
                <a:off x="1765460" y="4757430"/>
                <a:ext cx="201240" cy="607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7851D32-E83F-C066-47EF-A34567E43B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61140" y="4753110"/>
                  <a:ext cx="2098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D0541B6-5011-55DC-03BB-FBA66D61174F}"/>
                    </a:ext>
                  </a:extLst>
                </p14:cNvPr>
                <p14:cNvContentPartPr/>
                <p14:nvPr/>
              </p14:nvContentPartPr>
              <p14:xfrm>
                <a:off x="1991180" y="4797030"/>
                <a:ext cx="264600" cy="14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D0541B6-5011-55DC-03BB-FBA66D61174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86860" y="4792710"/>
                  <a:ext cx="273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08912A-B8C2-7EA9-65F8-E40DA2655232}"/>
                    </a:ext>
                  </a:extLst>
                </p14:cNvPr>
                <p14:cNvContentPartPr/>
                <p14:nvPr/>
              </p14:nvContentPartPr>
              <p14:xfrm>
                <a:off x="2087660" y="4709550"/>
                <a:ext cx="31680" cy="299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08912A-B8C2-7EA9-65F8-E40DA26552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83340" y="4705230"/>
                  <a:ext cx="403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87897E0-0200-1D4F-3F64-0A871F1B35C3}"/>
                    </a:ext>
                  </a:extLst>
                </p14:cNvPr>
                <p14:cNvContentPartPr/>
                <p14:nvPr/>
              </p14:nvContentPartPr>
              <p14:xfrm>
                <a:off x="2267300" y="4807110"/>
                <a:ext cx="248760" cy="178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87897E0-0200-1D4F-3F64-0A871F1B35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62980" y="4802790"/>
                  <a:ext cx="257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B0092E2-CBB9-7CC0-5220-11A490BEAAE6}"/>
                    </a:ext>
                  </a:extLst>
                </p14:cNvPr>
                <p14:cNvContentPartPr/>
                <p14:nvPr/>
              </p14:nvContentPartPr>
              <p14:xfrm>
                <a:off x="2116820" y="5023110"/>
                <a:ext cx="12600" cy="149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B0092E2-CBB9-7CC0-5220-11A490BEAAE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12500" y="5018790"/>
                  <a:ext cx="21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250910-44B0-1085-46A8-819B8E704056}"/>
                    </a:ext>
                  </a:extLst>
                </p14:cNvPr>
                <p14:cNvContentPartPr/>
                <p14:nvPr/>
              </p14:nvContentPartPr>
              <p14:xfrm>
                <a:off x="2573300" y="5010150"/>
                <a:ext cx="32040" cy="125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250910-44B0-1085-46A8-819B8E70405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68980" y="5005830"/>
                  <a:ext cx="406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B08AC84-7D10-B0D7-2BC8-5BC6DDB3746B}"/>
              </a:ext>
            </a:extLst>
          </p:cNvPr>
          <p:cNvGrpSpPr/>
          <p:nvPr/>
        </p:nvGrpSpPr>
        <p:grpSpPr>
          <a:xfrm>
            <a:off x="205220" y="5323710"/>
            <a:ext cx="2759040" cy="674640"/>
            <a:chOff x="205220" y="5323710"/>
            <a:chExt cx="2759040" cy="67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95ADE82-6322-16EE-E547-2CC605056F7F}"/>
                    </a:ext>
                  </a:extLst>
                </p14:cNvPr>
                <p14:cNvContentPartPr/>
                <p14:nvPr/>
              </p14:nvContentPartPr>
              <p14:xfrm>
                <a:off x="205220" y="5323710"/>
                <a:ext cx="720360" cy="627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95ADE82-6322-16EE-E547-2CC605056F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0900" y="5319390"/>
                  <a:ext cx="72900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068540C-CE83-D6A8-DBCA-77AD4080E293}"/>
                    </a:ext>
                  </a:extLst>
                </p14:cNvPr>
                <p14:cNvContentPartPr/>
                <p14:nvPr/>
              </p14:nvContentPartPr>
              <p14:xfrm>
                <a:off x="906500" y="5460510"/>
                <a:ext cx="385200" cy="177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068540C-CE83-D6A8-DBCA-77AD4080E29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2180" y="5456190"/>
                  <a:ext cx="393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D2CE12C-CC0E-2C25-6FD2-7417F12A5FBD}"/>
                    </a:ext>
                  </a:extLst>
                </p14:cNvPr>
                <p14:cNvContentPartPr/>
                <p14:nvPr/>
              </p14:nvContentPartPr>
              <p14:xfrm>
                <a:off x="1428140" y="5586510"/>
                <a:ext cx="21168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D2CE12C-CC0E-2C25-6FD2-7417F12A5F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23820" y="5582190"/>
                  <a:ext cx="2203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FF5BEF6-FB6B-8CA0-C047-F185215079AE}"/>
                    </a:ext>
                  </a:extLst>
                </p14:cNvPr>
                <p14:cNvContentPartPr/>
                <p14:nvPr/>
              </p14:nvContentPartPr>
              <p14:xfrm>
                <a:off x="1402580" y="5636550"/>
                <a:ext cx="28728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FF5BEF6-FB6B-8CA0-C047-F185215079A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98260" y="5632230"/>
                  <a:ext cx="295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DC3459-8E5A-B333-B683-52255AD78C4B}"/>
                    </a:ext>
                  </a:extLst>
                </p14:cNvPr>
                <p14:cNvContentPartPr/>
                <p14:nvPr/>
              </p14:nvContentPartPr>
              <p14:xfrm>
                <a:off x="1902980" y="5460870"/>
                <a:ext cx="164160" cy="537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DC3459-8E5A-B333-B683-52255AD78C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98660" y="5456550"/>
                  <a:ext cx="1728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A76A698-75AD-FD36-6135-1E5A5DC866D2}"/>
                    </a:ext>
                  </a:extLst>
                </p14:cNvPr>
                <p14:cNvContentPartPr/>
                <p14:nvPr/>
              </p14:nvContentPartPr>
              <p14:xfrm>
                <a:off x="1925660" y="5573550"/>
                <a:ext cx="211320" cy="91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A76A698-75AD-FD36-6135-1E5A5DC866D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921340" y="5569230"/>
                  <a:ext cx="219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9308AFB-5338-3CA2-D8B6-5A1085C35992}"/>
                    </a:ext>
                  </a:extLst>
                </p14:cNvPr>
                <p14:cNvContentPartPr/>
                <p14:nvPr/>
              </p14:nvContentPartPr>
              <p14:xfrm>
                <a:off x="2229140" y="5518830"/>
                <a:ext cx="219600" cy="17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9308AFB-5338-3CA2-D8B6-5A1085C3599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24820" y="5514510"/>
                  <a:ext cx="228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68EEBB-63D3-8A5F-8AFD-A744220A460A}"/>
                    </a:ext>
                  </a:extLst>
                </p14:cNvPr>
                <p14:cNvContentPartPr/>
                <p14:nvPr/>
              </p14:nvContentPartPr>
              <p14:xfrm>
                <a:off x="2404820" y="5436030"/>
                <a:ext cx="13320" cy="212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68EEBB-63D3-8A5F-8AFD-A744220A460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00500" y="5431710"/>
                  <a:ext cx="21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78214E-C46C-7CE0-7154-98D3FD8FE390}"/>
                    </a:ext>
                  </a:extLst>
                </p14:cNvPr>
                <p14:cNvContentPartPr/>
                <p14:nvPr/>
              </p14:nvContentPartPr>
              <p14:xfrm>
                <a:off x="2517500" y="5460870"/>
                <a:ext cx="237240" cy="164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78214E-C46C-7CE0-7154-98D3FD8FE39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13180" y="5456550"/>
                  <a:ext cx="245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100779-B9FC-2C8C-5626-0B103C808562}"/>
                    </a:ext>
                  </a:extLst>
                </p14:cNvPr>
                <p14:cNvContentPartPr/>
                <p14:nvPr/>
              </p14:nvContentPartPr>
              <p14:xfrm>
                <a:off x="2742140" y="5612790"/>
                <a:ext cx="222120" cy="139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100779-B9FC-2C8C-5626-0B103C80856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37820" y="5608470"/>
                  <a:ext cx="23076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E31BDEA-9BF5-9B3A-7EAC-1EDFDC766167}"/>
                  </a:ext>
                </a:extLst>
              </p14:cNvPr>
              <p14:cNvContentPartPr/>
              <p14:nvPr/>
            </p14:nvContentPartPr>
            <p14:xfrm>
              <a:off x="7945940" y="3945270"/>
              <a:ext cx="335160" cy="3035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E31BDEA-9BF5-9B3A-7EAC-1EDFDC76616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941620" y="3940950"/>
                <a:ext cx="343800" cy="30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FF1697B-BDB6-69DB-B6E1-8FB22F380ABB}"/>
              </a:ext>
            </a:extLst>
          </p:cNvPr>
          <p:cNvGrpSpPr/>
          <p:nvPr/>
        </p:nvGrpSpPr>
        <p:grpSpPr>
          <a:xfrm>
            <a:off x="512300" y="3444870"/>
            <a:ext cx="329760" cy="426240"/>
            <a:chOff x="512300" y="3444870"/>
            <a:chExt cx="3297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DA28FB0-0234-EF51-CD02-ECF66F43333A}"/>
                    </a:ext>
                  </a:extLst>
                </p14:cNvPr>
                <p14:cNvContentPartPr/>
                <p14:nvPr/>
              </p14:nvContentPartPr>
              <p14:xfrm>
                <a:off x="512300" y="3444870"/>
                <a:ext cx="241920" cy="426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DA28FB0-0234-EF51-CD02-ECF66F43333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7980" y="3440550"/>
                  <a:ext cx="2505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F594C26-EEF6-9697-1757-AE7B6C9FAF8E}"/>
                    </a:ext>
                  </a:extLst>
                </p14:cNvPr>
                <p14:cNvContentPartPr/>
                <p14:nvPr/>
              </p14:nvContentPartPr>
              <p14:xfrm>
                <a:off x="775460" y="3661230"/>
                <a:ext cx="66600" cy="173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F594C26-EEF6-9697-1757-AE7B6C9FAF8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1140" y="3656910"/>
                  <a:ext cx="7524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95F6157-DDD9-4F77-71ED-7D309D154C83}"/>
              </a:ext>
            </a:extLst>
          </p:cNvPr>
          <p:cNvGrpSpPr/>
          <p:nvPr/>
        </p:nvGrpSpPr>
        <p:grpSpPr>
          <a:xfrm>
            <a:off x="1627580" y="3494550"/>
            <a:ext cx="427320" cy="485640"/>
            <a:chOff x="1627580" y="3494550"/>
            <a:chExt cx="42732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7C655BC-5A7D-20AE-27B3-23F68B2D8D43}"/>
                    </a:ext>
                  </a:extLst>
                </p14:cNvPr>
                <p14:cNvContentPartPr/>
                <p14:nvPr/>
              </p14:nvContentPartPr>
              <p14:xfrm>
                <a:off x="1627580" y="3508590"/>
                <a:ext cx="101880" cy="471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7C655BC-5A7D-20AE-27B3-23F68B2D8D4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23260" y="3504270"/>
                  <a:ext cx="1105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B71D0DA-5DD1-C195-1F88-D78829FB64F2}"/>
                    </a:ext>
                  </a:extLst>
                </p14:cNvPr>
                <p14:cNvContentPartPr/>
                <p14:nvPr/>
              </p14:nvContentPartPr>
              <p14:xfrm>
                <a:off x="1703180" y="3594990"/>
                <a:ext cx="73800" cy="125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B71D0DA-5DD1-C195-1F88-D78829FB64F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98860" y="3590670"/>
                  <a:ext cx="82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DBD57FF-8355-F636-6A4F-038CBA2DCC6C}"/>
                    </a:ext>
                  </a:extLst>
                </p14:cNvPr>
                <p14:cNvContentPartPr/>
                <p14:nvPr/>
              </p14:nvContentPartPr>
              <p14:xfrm>
                <a:off x="1900820" y="3494550"/>
                <a:ext cx="53640" cy="19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DBD57FF-8355-F636-6A4F-038CBA2DCC6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96500" y="3490230"/>
                  <a:ext cx="62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C4B97A5-ABCD-6BB1-A6ED-A8AAE115068E}"/>
                    </a:ext>
                  </a:extLst>
                </p14:cNvPr>
                <p14:cNvContentPartPr/>
                <p14:nvPr/>
              </p14:nvContentPartPr>
              <p14:xfrm>
                <a:off x="1878860" y="3575190"/>
                <a:ext cx="81360" cy="163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C4B97A5-ABCD-6BB1-A6ED-A8AAE115068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74540" y="3570870"/>
                  <a:ext cx="90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946BD1-2DBE-D4C0-65EE-E723706148CC}"/>
                    </a:ext>
                  </a:extLst>
                </p14:cNvPr>
                <p14:cNvContentPartPr/>
                <p14:nvPr/>
              </p14:nvContentPartPr>
              <p14:xfrm>
                <a:off x="2028620" y="3718830"/>
                <a:ext cx="26280" cy="162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946BD1-2DBE-D4C0-65EE-E723706148C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24300" y="3714510"/>
                  <a:ext cx="3492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CE7B189-015F-383E-F31B-B33C289F07B2}"/>
                  </a:ext>
                </a:extLst>
              </p14:cNvPr>
              <p14:cNvContentPartPr/>
              <p14:nvPr/>
            </p14:nvContentPartPr>
            <p14:xfrm>
              <a:off x="4195460" y="3569790"/>
              <a:ext cx="149760" cy="3171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CE7B189-015F-383E-F31B-B33C289F07B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191140" y="3565470"/>
                <a:ext cx="15840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4658DBD-F486-63C1-1482-266E757CCAEA}"/>
                  </a:ext>
                </a:extLst>
              </p14:cNvPr>
              <p14:cNvContentPartPr/>
              <p14:nvPr/>
            </p14:nvContentPartPr>
            <p14:xfrm>
              <a:off x="4433420" y="3619110"/>
              <a:ext cx="64080" cy="120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4658DBD-F486-63C1-1482-266E757CCAE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429100" y="3614790"/>
                <a:ext cx="7272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FAAC2A8-92C8-5A13-C8F9-216221336FFA}"/>
              </a:ext>
            </a:extLst>
          </p:cNvPr>
          <p:cNvGrpSpPr/>
          <p:nvPr/>
        </p:nvGrpSpPr>
        <p:grpSpPr>
          <a:xfrm>
            <a:off x="3719900" y="3957870"/>
            <a:ext cx="2668680" cy="2963160"/>
            <a:chOff x="3719900" y="3957870"/>
            <a:chExt cx="2668680" cy="29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1FD3518-EA8D-3169-F83E-BB7650577D10}"/>
                    </a:ext>
                  </a:extLst>
                </p14:cNvPr>
                <p14:cNvContentPartPr/>
                <p14:nvPr/>
              </p14:nvContentPartPr>
              <p14:xfrm>
                <a:off x="3917900" y="4559070"/>
                <a:ext cx="240840" cy="327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1FD3518-EA8D-3169-F83E-BB7650577D1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13580" y="4554750"/>
                  <a:ext cx="2494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3BFC18-C52B-B31F-E392-D847605C11EF}"/>
                    </a:ext>
                  </a:extLst>
                </p14:cNvPr>
                <p14:cNvContentPartPr/>
                <p14:nvPr/>
              </p14:nvContentPartPr>
              <p14:xfrm>
                <a:off x="4111220" y="4546830"/>
                <a:ext cx="72720" cy="365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3BFC18-C52B-B31F-E392-D847605C11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06900" y="4542510"/>
                  <a:ext cx="813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AE3C94F-FAE7-6D13-00A5-294DE65108B6}"/>
                    </a:ext>
                  </a:extLst>
                </p14:cNvPr>
                <p14:cNvContentPartPr/>
                <p14:nvPr/>
              </p14:nvContentPartPr>
              <p14:xfrm>
                <a:off x="3945260" y="4745910"/>
                <a:ext cx="487800" cy="38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AE3C94F-FAE7-6D13-00A5-294DE65108B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40940" y="4741590"/>
                  <a:ext cx="496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2DA1DB-08BC-75E9-0802-DFF5A759E9BB}"/>
                    </a:ext>
                  </a:extLst>
                </p14:cNvPr>
                <p14:cNvContentPartPr/>
                <p14:nvPr/>
              </p14:nvContentPartPr>
              <p14:xfrm>
                <a:off x="4250180" y="4732950"/>
                <a:ext cx="259560" cy="135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2DA1DB-08BC-75E9-0802-DFF5A759E9B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245860" y="4728630"/>
                  <a:ext cx="268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0A6A77F-18E1-060A-014F-62C15F152B74}"/>
                    </a:ext>
                  </a:extLst>
                </p14:cNvPr>
                <p14:cNvContentPartPr/>
                <p14:nvPr/>
              </p14:nvContentPartPr>
              <p14:xfrm>
                <a:off x="4370060" y="4446750"/>
                <a:ext cx="60840" cy="365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0A6A77F-18E1-060A-014F-62C15F152B7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365740" y="4442430"/>
                  <a:ext cx="694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4B84A0-24D3-A148-59E4-32B8F88797EA}"/>
                    </a:ext>
                  </a:extLst>
                </p14:cNvPr>
                <p14:cNvContentPartPr/>
                <p14:nvPr/>
              </p14:nvContentPartPr>
              <p14:xfrm>
                <a:off x="4485260" y="4721070"/>
                <a:ext cx="124200" cy="87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4B84A0-24D3-A148-59E4-32B8F88797E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80940" y="4716750"/>
                  <a:ext cx="132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9EA4FCB-D804-2E52-25B8-A9DC1835CC19}"/>
                    </a:ext>
                  </a:extLst>
                </p14:cNvPr>
                <p14:cNvContentPartPr/>
                <p14:nvPr/>
              </p14:nvContentPartPr>
              <p14:xfrm>
                <a:off x="4605500" y="4446750"/>
                <a:ext cx="42120" cy="38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9EA4FCB-D804-2E52-25B8-A9DC1835CC1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01180" y="4442430"/>
                  <a:ext cx="507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0D3A745-A2FC-DE8A-2423-84CFA842EE68}"/>
                    </a:ext>
                  </a:extLst>
                </p14:cNvPr>
                <p14:cNvContentPartPr/>
                <p14:nvPr/>
              </p14:nvContentPartPr>
              <p14:xfrm>
                <a:off x="4758140" y="4621350"/>
                <a:ext cx="110520" cy="263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0D3A745-A2FC-DE8A-2423-84CFA842EE6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53820" y="4617030"/>
                  <a:ext cx="119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118CD04-7637-0A08-9D57-C1068CFD5EC7}"/>
                    </a:ext>
                  </a:extLst>
                </p14:cNvPr>
                <p14:cNvContentPartPr/>
                <p14:nvPr/>
              </p14:nvContentPartPr>
              <p14:xfrm>
                <a:off x="4858940" y="4671390"/>
                <a:ext cx="259920" cy="153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118CD04-7637-0A08-9D57-C1068CFD5EC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54620" y="4667070"/>
                  <a:ext cx="268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36110E-30F5-AF07-8FA2-A710962310EE}"/>
                    </a:ext>
                  </a:extLst>
                </p14:cNvPr>
                <p14:cNvContentPartPr/>
                <p14:nvPr/>
              </p14:nvContentPartPr>
              <p14:xfrm>
                <a:off x="4885220" y="4696950"/>
                <a:ext cx="335880" cy="102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36110E-30F5-AF07-8FA2-A710962310E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80900" y="4692630"/>
                  <a:ext cx="344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34E79FA-0B1F-9D58-71E0-1D7DC15570C5}"/>
                    </a:ext>
                  </a:extLst>
                </p14:cNvPr>
                <p14:cNvContentPartPr/>
                <p14:nvPr/>
              </p14:nvContentPartPr>
              <p14:xfrm>
                <a:off x="5221820" y="4696950"/>
                <a:ext cx="132480" cy="108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34E79FA-0B1F-9D58-71E0-1D7DC15570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17500" y="4692630"/>
                  <a:ext cx="141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885CFF3-75DB-2700-9CD2-49834223AFB4}"/>
                    </a:ext>
                  </a:extLst>
                </p14:cNvPr>
                <p14:cNvContentPartPr/>
                <p14:nvPr/>
              </p14:nvContentPartPr>
              <p14:xfrm>
                <a:off x="5398940" y="4458990"/>
                <a:ext cx="26640" cy="324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885CFF3-75DB-2700-9CD2-49834223AFB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394620" y="4454670"/>
                  <a:ext cx="35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A00250F-FBB0-E662-A97E-6143F9D2D074}"/>
                    </a:ext>
                  </a:extLst>
                </p14:cNvPr>
                <p14:cNvContentPartPr/>
                <p14:nvPr/>
              </p14:nvContentPartPr>
              <p14:xfrm>
                <a:off x="5513780" y="4521990"/>
                <a:ext cx="10440" cy="291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A00250F-FBB0-E662-A97E-6143F9D2D07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509460" y="4517670"/>
                  <a:ext cx="19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8AC2C4F-7BD3-9D04-CE45-98BC00B4F030}"/>
                    </a:ext>
                  </a:extLst>
                </p14:cNvPr>
                <p14:cNvContentPartPr/>
                <p14:nvPr/>
              </p14:nvContentPartPr>
              <p14:xfrm>
                <a:off x="5636180" y="4658430"/>
                <a:ext cx="496440" cy="238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8AC2C4F-7BD3-9D04-CE45-98BC00B4F03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31860" y="4654110"/>
                  <a:ext cx="5050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D0B7A72-9DB0-AD42-6E22-F47749C2D8A6}"/>
                    </a:ext>
                  </a:extLst>
                </p14:cNvPr>
                <p14:cNvContentPartPr/>
                <p14:nvPr/>
              </p14:nvContentPartPr>
              <p14:xfrm>
                <a:off x="3719900" y="3957870"/>
                <a:ext cx="115200" cy="2963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D0B7A72-9DB0-AD42-6E22-F47749C2D8A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715580" y="3953550"/>
                  <a:ext cx="123840" cy="29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B507C15-823B-740B-4CD4-B3E7D41115D9}"/>
                    </a:ext>
                  </a:extLst>
                </p14:cNvPr>
                <p14:cNvContentPartPr/>
                <p14:nvPr/>
              </p14:nvContentPartPr>
              <p14:xfrm>
                <a:off x="4057580" y="5023110"/>
                <a:ext cx="15120" cy="424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B507C15-823B-740B-4CD4-B3E7D41115D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53260" y="5018790"/>
                  <a:ext cx="237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091701-60A0-04E5-A7ED-53436096324F}"/>
                    </a:ext>
                  </a:extLst>
                </p14:cNvPr>
                <p14:cNvContentPartPr/>
                <p14:nvPr/>
              </p14:nvContentPartPr>
              <p14:xfrm>
                <a:off x="4211300" y="5258910"/>
                <a:ext cx="507960" cy="392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091701-60A0-04E5-A7ED-5343609632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06980" y="5254590"/>
                  <a:ext cx="5166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7DC387E-06E5-DACB-E6FE-441541C2ABE3}"/>
                    </a:ext>
                  </a:extLst>
                </p14:cNvPr>
                <p14:cNvContentPartPr/>
                <p14:nvPr/>
              </p14:nvContentPartPr>
              <p14:xfrm>
                <a:off x="4696940" y="5400750"/>
                <a:ext cx="70560" cy="10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7DC387E-06E5-DACB-E6FE-441541C2ABE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92620" y="5396430"/>
                  <a:ext cx="79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176DBC4-E862-9BF4-402E-A74EB31849B8}"/>
                    </a:ext>
                  </a:extLst>
                </p14:cNvPr>
                <p14:cNvContentPartPr/>
                <p14:nvPr/>
              </p14:nvContentPartPr>
              <p14:xfrm>
                <a:off x="4772180" y="5504070"/>
                <a:ext cx="116280" cy="45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176DBC4-E862-9BF4-402E-A74EB31849B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67860" y="5499750"/>
                  <a:ext cx="124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8FCBE63-7CCF-64CB-078D-10292D536090}"/>
                    </a:ext>
                  </a:extLst>
                </p14:cNvPr>
                <p14:cNvContentPartPr/>
                <p14:nvPr/>
              </p14:nvContentPartPr>
              <p14:xfrm>
                <a:off x="4910060" y="5261070"/>
                <a:ext cx="5940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8FCBE63-7CCF-64CB-078D-10292D53609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05740" y="5256750"/>
                  <a:ext cx="68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360145-5924-CF24-0AF7-8FB51BBD1179}"/>
                    </a:ext>
                  </a:extLst>
                </p14:cNvPr>
                <p14:cNvContentPartPr/>
                <p14:nvPr/>
              </p14:nvContentPartPr>
              <p14:xfrm>
                <a:off x="4809980" y="5385990"/>
                <a:ext cx="236880" cy="14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360145-5924-CF24-0AF7-8FB51BBD117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05660" y="5381670"/>
                  <a:ext cx="245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D311606-1217-675B-E6CE-3734EC452DD5}"/>
                    </a:ext>
                  </a:extLst>
                </p14:cNvPr>
                <p14:cNvContentPartPr/>
                <p14:nvPr/>
              </p14:nvContentPartPr>
              <p14:xfrm>
                <a:off x="5310020" y="5164950"/>
                <a:ext cx="163080" cy="429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D311606-1217-675B-E6CE-3734EC452D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05700" y="5160630"/>
                  <a:ext cx="1717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84DC6F7-3BC9-4092-6262-21BF694C96CE}"/>
                    </a:ext>
                  </a:extLst>
                </p14:cNvPr>
                <p14:cNvContentPartPr/>
                <p14:nvPr/>
              </p14:nvContentPartPr>
              <p14:xfrm>
                <a:off x="5511260" y="5235510"/>
                <a:ext cx="51120" cy="168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84DC6F7-3BC9-4092-6262-21BF694C96C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06940" y="5231190"/>
                  <a:ext cx="59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279618B-85F4-9701-193E-FC1235EB6665}"/>
                    </a:ext>
                  </a:extLst>
                </p14:cNvPr>
                <p14:cNvContentPartPr/>
                <p14:nvPr/>
              </p14:nvContentPartPr>
              <p14:xfrm>
                <a:off x="5499020" y="5286630"/>
                <a:ext cx="150120" cy="37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279618B-85F4-9701-193E-FC1235EB666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94700" y="5282310"/>
                  <a:ext cx="158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D2BB8EC-4200-9C4E-2093-DDA79762D2AF}"/>
                    </a:ext>
                  </a:extLst>
                </p14:cNvPr>
                <p14:cNvContentPartPr/>
                <p14:nvPr/>
              </p14:nvContentPartPr>
              <p14:xfrm>
                <a:off x="5799620" y="5242710"/>
                <a:ext cx="103680" cy="43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D2BB8EC-4200-9C4E-2093-DDA79762D2A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95300" y="5238390"/>
                  <a:ext cx="112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F0BDE38-166C-3D7F-C263-E34B9545BDB8}"/>
                    </a:ext>
                  </a:extLst>
                </p14:cNvPr>
                <p14:cNvContentPartPr/>
                <p14:nvPr/>
              </p14:nvContentPartPr>
              <p14:xfrm>
                <a:off x="5874500" y="5160270"/>
                <a:ext cx="13320" cy="162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F0BDE38-166C-3D7F-C263-E34B9545BDB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70180" y="5155950"/>
                  <a:ext cx="21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ABC8783-1641-81D7-12EE-C38C6E41981C}"/>
                    </a:ext>
                  </a:extLst>
                </p14:cNvPr>
                <p14:cNvContentPartPr/>
                <p14:nvPr/>
              </p14:nvContentPartPr>
              <p14:xfrm>
                <a:off x="6024980" y="5135430"/>
                <a:ext cx="363600" cy="201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ABC8783-1641-81D7-12EE-C38C6E4198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20660" y="5131110"/>
                  <a:ext cx="372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C30AB2-0567-94F5-B9E2-96EDF04AAD12}"/>
                    </a:ext>
                  </a:extLst>
                </p14:cNvPr>
                <p14:cNvContentPartPr/>
                <p14:nvPr/>
              </p14:nvContentPartPr>
              <p14:xfrm>
                <a:off x="6357980" y="5285910"/>
                <a:ext cx="5400" cy="182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C30AB2-0567-94F5-B9E2-96EDF04AAD1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53660" y="5281590"/>
                  <a:ext cx="14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A9C8E1F-8A84-5862-D50E-D99EB974B8A5}"/>
                    </a:ext>
                  </a:extLst>
                </p14:cNvPr>
                <p14:cNvContentPartPr/>
                <p14:nvPr/>
              </p14:nvContentPartPr>
              <p14:xfrm>
                <a:off x="5423780" y="5281590"/>
                <a:ext cx="16380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A9C8E1F-8A84-5862-D50E-D99EB974B8A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19460" y="5277270"/>
                  <a:ext cx="172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E1C1A6D-471F-EDFD-B9E3-2185D534962A}"/>
                    </a:ext>
                  </a:extLst>
                </p14:cNvPr>
                <p14:cNvContentPartPr/>
                <p14:nvPr/>
              </p14:nvContentPartPr>
              <p14:xfrm>
                <a:off x="5549060" y="5435310"/>
                <a:ext cx="123480" cy="25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E1C1A6D-471F-EDFD-B9E3-2185D534962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544740" y="5430990"/>
                  <a:ext cx="132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37348C0-C19E-FBA8-6C6E-597602276D83}"/>
                    </a:ext>
                  </a:extLst>
                </p14:cNvPr>
                <p14:cNvContentPartPr/>
                <p14:nvPr/>
              </p14:nvContentPartPr>
              <p14:xfrm>
                <a:off x="3945260" y="5799630"/>
                <a:ext cx="182520" cy="341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37348C0-C19E-FBA8-6C6E-597602276D8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40940" y="5795310"/>
                  <a:ext cx="1911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01BE462-D7B0-6A18-E476-E11E488115E8}"/>
                    </a:ext>
                  </a:extLst>
                </p14:cNvPr>
                <p14:cNvContentPartPr/>
                <p14:nvPr/>
              </p14:nvContentPartPr>
              <p14:xfrm>
                <a:off x="4106180" y="5926710"/>
                <a:ext cx="790200" cy="397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01BE462-D7B0-6A18-E476-E11E488115E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01860" y="5922390"/>
                  <a:ext cx="7988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92A4DC-153A-827B-54FE-CBB456CE9507}"/>
                    </a:ext>
                  </a:extLst>
                </p14:cNvPr>
                <p14:cNvContentPartPr/>
                <p14:nvPr/>
              </p14:nvContentPartPr>
              <p14:xfrm>
                <a:off x="4947860" y="5934990"/>
                <a:ext cx="21168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92A4DC-153A-827B-54FE-CBB456CE950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43540" y="5930670"/>
                  <a:ext cx="220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C980F86-8799-3B31-18BF-6052A9F182A1}"/>
                    </a:ext>
                  </a:extLst>
                </p14:cNvPr>
                <p14:cNvContentPartPr/>
                <p14:nvPr/>
              </p14:nvContentPartPr>
              <p14:xfrm>
                <a:off x="4960460" y="5987190"/>
                <a:ext cx="199440" cy="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C980F86-8799-3B31-18BF-6052A9F182A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956140" y="5982870"/>
                  <a:ext cx="20808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583EEF1-1ACA-8850-329B-8477B755C2D2}"/>
              </a:ext>
            </a:extLst>
          </p:cNvPr>
          <p:cNvGrpSpPr/>
          <p:nvPr/>
        </p:nvGrpSpPr>
        <p:grpSpPr>
          <a:xfrm>
            <a:off x="6087620" y="5774790"/>
            <a:ext cx="847800" cy="408600"/>
            <a:chOff x="6087620" y="5774790"/>
            <a:chExt cx="84780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B16B628-30AB-ECEC-9411-C335E3E3DFC7}"/>
                    </a:ext>
                  </a:extLst>
                </p14:cNvPr>
                <p14:cNvContentPartPr/>
                <p14:nvPr/>
              </p14:nvContentPartPr>
              <p14:xfrm>
                <a:off x="6087620" y="5810790"/>
                <a:ext cx="352080" cy="372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B16B628-30AB-ECEC-9411-C335E3E3DFC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83300" y="5806470"/>
                  <a:ext cx="3607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644C191-170B-3170-C203-D802F8B7F738}"/>
                    </a:ext>
                  </a:extLst>
                </p14:cNvPr>
                <p14:cNvContentPartPr/>
                <p14:nvPr/>
              </p14:nvContentPartPr>
              <p14:xfrm>
                <a:off x="6413060" y="5845350"/>
                <a:ext cx="69120" cy="29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644C191-170B-3170-C203-D802F8B7F7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408740" y="5841030"/>
                  <a:ext cx="77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7124B25-5B6C-AA28-C538-A0AB961662A7}"/>
                    </a:ext>
                  </a:extLst>
                </p14:cNvPr>
                <p14:cNvContentPartPr/>
                <p14:nvPr/>
              </p14:nvContentPartPr>
              <p14:xfrm>
                <a:off x="6430340" y="5774790"/>
                <a:ext cx="45720" cy="161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7124B25-5B6C-AA28-C538-A0AB961662A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26020" y="5770470"/>
                  <a:ext cx="54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F14A981-A927-4FC3-42D4-8558100D69B7}"/>
                    </a:ext>
                  </a:extLst>
                </p14:cNvPr>
                <p14:cNvContentPartPr/>
                <p14:nvPr/>
              </p14:nvContentPartPr>
              <p14:xfrm>
                <a:off x="6463460" y="5798190"/>
                <a:ext cx="185400" cy="1537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F14A981-A927-4FC3-42D4-8558100D69B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59140" y="5793870"/>
                  <a:ext cx="194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DEFC174-37CC-BBA5-83F9-3345A0725612}"/>
                    </a:ext>
                  </a:extLst>
                </p14:cNvPr>
                <p14:cNvContentPartPr/>
                <p14:nvPr/>
              </p14:nvContentPartPr>
              <p14:xfrm>
                <a:off x="6704300" y="5916990"/>
                <a:ext cx="231120" cy="135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DEFC174-37CC-BBA5-83F9-3345A072561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99980" y="5912670"/>
                  <a:ext cx="2397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B40E5AE-5AF8-FF1B-3790-05D8DFA1C110}"/>
              </a:ext>
            </a:extLst>
          </p:cNvPr>
          <p:cNvGrpSpPr/>
          <p:nvPr/>
        </p:nvGrpSpPr>
        <p:grpSpPr>
          <a:xfrm>
            <a:off x="5411180" y="5787030"/>
            <a:ext cx="464040" cy="399960"/>
            <a:chOff x="5411180" y="5787030"/>
            <a:chExt cx="46404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20BA450-CE1E-B647-0B61-D10D4BED00E4}"/>
                    </a:ext>
                  </a:extLst>
                </p14:cNvPr>
                <p14:cNvContentPartPr/>
                <p14:nvPr/>
              </p14:nvContentPartPr>
              <p14:xfrm>
                <a:off x="5411180" y="5811870"/>
                <a:ext cx="266040" cy="177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20BA450-CE1E-B647-0B61-D10D4BED00E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06860" y="5807550"/>
                  <a:ext cx="274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04A981C-0B61-4943-AE0A-568BB97432AA}"/>
                    </a:ext>
                  </a:extLst>
                </p14:cNvPr>
                <p14:cNvContentPartPr/>
                <p14:nvPr/>
              </p14:nvContentPartPr>
              <p14:xfrm>
                <a:off x="5436020" y="5894670"/>
                <a:ext cx="294840" cy="5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04A981C-0B61-4943-AE0A-568BB97432A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31700" y="5890350"/>
                  <a:ext cx="3034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EB968C8-392E-1624-115A-E85155A7DB1A}"/>
                    </a:ext>
                  </a:extLst>
                </p14:cNvPr>
                <p14:cNvContentPartPr/>
                <p14:nvPr/>
              </p14:nvContentPartPr>
              <p14:xfrm>
                <a:off x="5736620" y="5835990"/>
                <a:ext cx="136800" cy="26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EB968C8-392E-1624-115A-E85155A7DB1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32300" y="5831670"/>
                  <a:ext cx="145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07FB067-F9DD-AF5D-4568-AAA290F19EE9}"/>
                    </a:ext>
                  </a:extLst>
                </p14:cNvPr>
                <p14:cNvContentPartPr/>
                <p14:nvPr/>
              </p14:nvContentPartPr>
              <p14:xfrm>
                <a:off x="5803940" y="5787030"/>
                <a:ext cx="71280" cy="1659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07FB067-F9DD-AF5D-4568-AAA290F19EE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99620" y="5782710"/>
                  <a:ext cx="79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058DCBE-D286-58BB-91B1-194C24B9A900}"/>
                    </a:ext>
                  </a:extLst>
                </p14:cNvPr>
                <p14:cNvContentPartPr/>
                <p14:nvPr/>
              </p14:nvContentPartPr>
              <p14:xfrm>
                <a:off x="5636900" y="5987190"/>
                <a:ext cx="360" cy="199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058DCBE-D286-58BB-91B1-194C24B9A90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632580" y="5982870"/>
                  <a:ext cx="90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80E4E830-CA4B-B226-7557-6A50CF66CB03}"/>
              </a:ext>
            </a:extLst>
          </p:cNvPr>
          <p:cNvGrpSpPr/>
          <p:nvPr/>
        </p:nvGrpSpPr>
        <p:grpSpPr>
          <a:xfrm>
            <a:off x="4070900" y="6375990"/>
            <a:ext cx="3025800" cy="448560"/>
            <a:chOff x="4070900" y="6375990"/>
            <a:chExt cx="302580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E25D4E4-C724-860F-C9F1-E96A600A4ADD}"/>
                    </a:ext>
                  </a:extLst>
                </p14:cNvPr>
                <p14:cNvContentPartPr/>
                <p14:nvPr/>
              </p14:nvContentPartPr>
              <p14:xfrm>
                <a:off x="4070900" y="6375990"/>
                <a:ext cx="246240" cy="370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E25D4E4-C724-860F-C9F1-E96A600A4AD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66580" y="6371670"/>
                  <a:ext cx="2548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ABD21CC-AF30-1E7F-4FC6-0709B11B6533}"/>
                    </a:ext>
                  </a:extLst>
                </p14:cNvPr>
                <p14:cNvContentPartPr/>
                <p14:nvPr/>
              </p14:nvContentPartPr>
              <p14:xfrm>
                <a:off x="4309220" y="6487590"/>
                <a:ext cx="599400" cy="336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ABD21CC-AF30-1E7F-4FC6-0709B11B653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304900" y="6483270"/>
                  <a:ext cx="608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B1DF424-07C4-83FD-6677-6C2855DD4B13}"/>
                    </a:ext>
                  </a:extLst>
                </p14:cNvPr>
                <p14:cNvContentPartPr/>
                <p14:nvPr/>
              </p14:nvContentPartPr>
              <p14:xfrm>
                <a:off x="4869380" y="6566790"/>
                <a:ext cx="128520" cy="219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B1DF424-07C4-83FD-6677-6C2855DD4B1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865060" y="6562470"/>
                  <a:ext cx="137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189B2DA-1FB0-FB57-83C6-34081ECFDC3D}"/>
                    </a:ext>
                  </a:extLst>
                </p14:cNvPr>
                <p14:cNvContentPartPr/>
                <p14:nvPr/>
              </p14:nvContentPartPr>
              <p14:xfrm>
                <a:off x="5123180" y="6601350"/>
                <a:ext cx="186840" cy="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189B2DA-1FB0-FB57-83C6-34081ECFDC3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18860" y="6597030"/>
                  <a:ext cx="195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47E40C5-8C36-8CA6-93C4-81C5411B27BB}"/>
                    </a:ext>
                  </a:extLst>
                </p14:cNvPr>
                <p14:cNvContentPartPr/>
                <p14:nvPr/>
              </p14:nvContentPartPr>
              <p14:xfrm>
                <a:off x="5135420" y="6663630"/>
                <a:ext cx="174600" cy="14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47E40C5-8C36-8CA6-93C4-81C5411B27B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31100" y="6659310"/>
                  <a:ext cx="183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077787B-8F73-A030-9D58-FC45555BBA34}"/>
                    </a:ext>
                  </a:extLst>
                </p14:cNvPr>
                <p14:cNvContentPartPr/>
                <p14:nvPr/>
              </p14:nvContentPartPr>
              <p14:xfrm>
                <a:off x="5387780" y="6411630"/>
                <a:ext cx="210240" cy="2041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077787B-8F73-A030-9D58-FC45555BBA3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383460" y="6407310"/>
                  <a:ext cx="218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2F0F19B-9AC4-7EA4-652B-4D7A4C994DE1}"/>
                    </a:ext>
                  </a:extLst>
                </p14:cNvPr>
                <p14:cNvContentPartPr/>
                <p14:nvPr/>
              </p14:nvContentPartPr>
              <p14:xfrm>
                <a:off x="5593700" y="6625830"/>
                <a:ext cx="192960" cy="165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2F0F19B-9AC4-7EA4-652B-4D7A4C994DE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589380" y="6621510"/>
                  <a:ext cx="201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33FF449-44C3-9CFC-86F8-4F5BD862643E}"/>
                    </a:ext>
                  </a:extLst>
                </p14:cNvPr>
                <p14:cNvContentPartPr/>
                <p14:nvPr/>
              </p14:nvContentPartPr>
              <p14:xfrm>
                <a:off x="5736620" y="6450870"/>
                <a:ext cx="249480" cy="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33FF449-44C3-9CFC-86F8-4F5BD862643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732300" y="6446550"/>
                  <a:ext cx="25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CE24533-A745-AAD0-2208-7FDF9E22C679}"/>
                    </a:ext>
                  </a:extLst>
                </p14:cNvPr>
                <p14:cNvContentPartPr/>
                <p14:nvPr/>
              </p14:nvContentPartPr>
              <p14:xfrm>
                <a:off x="5835620" y="6400830"/>
                <a:ext cx="39600" cy="286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CE24533-A745-AAD0-2208-7FDF9E22C67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831300" y="6396510"/>
                  <a:ext cx="48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764EA7-0C2F-8CE1-261E-914C5C3D011D}"/>
                    </a:ext>
                  </a:extLst>
                </p14:cNvPr>
                <p14:cNvContentPartPr/>
                <p14:nvPr/>
              </p14:nvContentPartPr>
              <p14:xfrm>
                <a:off x="6162860" y="6427110"/>
                <a:ext cx="141120" cy="320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764EA7-0C2F-8CE1-261E-914C5C3D011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58540" y="6422790"/>
                  <a:ext cx="149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63A511E-3183-2631-E6E3-88F19A9D30F8}"/>
                    </a:ext>
                  </a:extLst>
                </p14:cNvPr>
                <p14:cNvContentPartPr/>
                <p14:nvPr/>
              </p14:nvContentPartPr>
              <p14:xfrm>
                <a:off x="6300740" y="6550950"/>
                <a:ext cx="237600" cy="1389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63A511E-3183-2631-E6E3-88F19A9D30F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96420" y="6546630"/>
                  <a:ext cx="246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F6B2DF2-2478-36A8-F11E-0A8A15B51FC3}"/>
                    </a:ext>
                  </a:extLst>
                </p14:cNvPr>
                <p14:cNvContentPartPr/>
                <p14:nvPr/>
              </p14:nvContentPartPr>
              <p14:xfrm>
                <a:off x="6538700" y="6460590"/>
                <a:ext cx="362160" cy="130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F6B2DF2-2478-36A8-F11E-0A8A15B51FC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34380" y="6456270"/>
                  <a:ext cx="3708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746D941-9E38-EF00-A2CE-A90A22042DD9}"/>
                    </a:ext>
                  </a:extLst>
                </p14:cNvPr>
                <p14:cNvContentPartPr/>
                <p14:nvPr/>
              </p14:nvContentPartPr>
              <p14:xfrm>
                <a:off x="6890780" y="6538350"/>
                <a:ext cx="205920" cy="276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746D941-9E38-EF00-A2CE-A90A22042DD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886460" y="6534030"/>
                  <a:ext cx="21456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5A80BC90-0587-E2E4-E653-8BC43DAE0552}"/>
                  </a:ext>
                </a:extLst>
              </p14:cNvPr>
              <p14:cNvContentPartPr/>
              <p14:nvPr/>
            </p14:nvContentPartPr>
            <p14:xfrm>
              <a:off x="5362220" y="2091990"/>
              <a:ext cx="119880" cy="90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5A80BC90-0587-E2E4-E653-8BC43DAE0552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357900" y="2087670"/>
                <a:ext cx="12852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29242E7-3513-61E6-9A65-9BC6868235FF}"/>
              </a:ext>
            </a:extLst>
          </p:cNvPr>
          <p:cNvGrpSpPr/>
          <p:nvPr/>
        </p:nvGrpSpPr>
        <p:grpSpPr>
          <a:xfrm>
            <a:off x="8338340" y="4483830"/>
            <a:ext cx="3125160" cy="1774440"/>
            <a:chOff x="8338340" y="4483830"/>
            <a:chExt cx="3125160" cy="177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7E09085-5990-3D3F-4787-AC7151F65E69}"/>
                    </a:ext>
                  </a:extLst>
                </p14:cNvPr>
                <p14:cNvContentPartPr/>
                <p14:nvPr/>
              </p14:nvContentPartPr>
              <p14:xfrm>
                <a:off x="8338340" y="4483830"/>
                <a:ext cx="653760" cy="717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7E09085-5990-3D3F-4787-AC7151F65E6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34020" y="4479510"/>
                  <a:ext cx="66240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665AF92-B4F7-43E4-640D-463AB131ED3F}"/>
                    </a:ext>
                  </a:extLst>
                </p14:cNvPr>
                <p14:cNvContentPartPr/>
                <p14:nvPr/>
              </p14:nvContentPartPr>
              <p14:xfrm>
                <a:off x="9169220" y="4736550"/>
                <a:ext cx="325440" cy="274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665AF92-B4F7-43E4-640D-463AB131ED3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164900" y="4732230"/>
                  <a:ext cx="3340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F40E242-0CA5-F473-73F3-68469543DA2B}"/>
                    </a:ext>
                  </a:extLst>
                </p14:cNvPr>
                <p14:cNvContentPartPr/>
                <p14:nvPr/>
              </p14:nvContentPartPr>
              <p14:xfrm>
                <a:off x="9557300" y="4833390"/>
                <a:ext cx="262080" cy="26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F40E242-0CA5-F473-73F3-68469543DA2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552980" y="4829070"/>
                  <a:ext cx="270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DD95A39-820F-CFD6-5588-E8D5CFD406F5}"/>
                    </a:ext>
                  </a:extLst>
                </p14:cNvPr>
                <p14:cNvContentPartPr/>
                <p14:nvPr/>
              </p14:nvContentPartPr>
              <p14:xfrm>
                <a:off x="9506900" y="4960470"/>
                <a:ext cx="349920" cy="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DD95A39-820F-CFD6-5588-E8D5CFD406F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502580" y="4956150"/>
                  <a:ext cx="358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ACB7DC3-234E-69B0-F200-690985574A64}"/>
                    </a:ext>
                  </a:extLst>
                </p14:cNvPr>
                <p14:cNvContentPartPr/>
                <p14:nvPr/>
              </p14:nvContentPartPr>
              <p14:xfrm>
                <a:off x="10095860" y="4759590"/>
                <a:ext cx="13320" cy="522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ACB7DC3-234E-69B0-F200-690985574A6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91540" y="4755270"/>
                  <a:ext cx="2196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B9494A4-669A-4D9F-28CF-D3AD8C61F80D}"/>
                    </a:ext>
                  </a:extLst>
                </p14:cNvPr>
                <p14:cNvContentPartPr/>
                <p14:nvPr/>
              </p14:nvContentPartPr>
              <p14:xfrm>
                <a:off x="9906500" y="4759590"/>
                <a:ext cx="328680" cy="160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B9494A4-669A-4D9F-28CF-D3AD8C61F80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02180" y="4755270"/>
                  <a:ext cx="337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8DBFA86-506B-941F-3FCD-91C0BA4095CA}"/>
                    </a:ext>
                  </a:extLst>
                </p14:cNvPr>
                <p14:cNvContentPartPr/>
                <p14:nvPr/>
              </p14:nvContentPartPr>
              <p14:xfrm>
                <a:off x="8467220" y="5160270"/>
                <a:ext cx="996480" cy="630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8DBFA86-506B-941F-3FCD-91C0BA4095C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462900" y="5155950"/>
                  <a:ext cx="1005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F133BCC-1BA7-5B20-F2B6-102D725799A9}"/>
                    </a:ext>
                  </a:extLst>
                </p14:cNvPr>
                <p14:cNvContentPartPr/>
                <p14:nvPr/>
              </p14:nvContentPartPr>
              <p14:xfrm>
                <a:off x="9519500" y="5322630"/>
                <a:ext cx="286920" cy="140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F133BCC-1BA7-5B20-F2B6-102D725799A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515180" y="5318310"/>
                  <a:ext cx="295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EFA2589-43DD-2B94-081F-2B8724789C7D}"/>
                    </a:ext>
                  </a:extLst>
                </p14:cNvPr>
                <p14:cNvContentPartPr/>
                <p14:nvPr/>
              </p14:nvContentPartPr>
              <p14:xfrm>
                <a:off x="9457220" y="5398950"/>
                <a:ext cx="311760" cy="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EFA2589-43DD-2B94-081F-2B8724789C7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52900" y="5394630"/>
                  <a:ext cx="320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D13AFEE-178D-94F9-12D0-4805F7D93AA9}"/>
                    </a:ext>
                  </a:extLst>
                </p14:cNvPr>
                <p14:cNvContentPartPr/>
                <p14:nvPr/>
              </p14:nvContentPartPr>
              <p14:xfrm>
                <a:off x="9934580" y="5220390"/>
                <a:ext cx="276840" cy="429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D13AFEE-178D-94F9-12D0-4805F7D93AA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930260" y="5216070"/>
                  <a:ext cx="2854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756B210-BAED-A909-BE6A-95CD44A662AE}"/>
                    </a:ext>
                  </a:extLst>
                </p14:cNvPr>
                <p14:cNvContentPartPr/>
                <p14:nvPr/>
              </p14:nvContentPartPr>
              <p14:xfrm>
                <a:off x="10321220" y="4822590"/>
                <a:ext cx="360" cy="13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756B210-BAED-A909-BE6A-95CD44A662A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316900" y="4818270"/>
                  <a:ext cx="9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5E4F745-86ED-795E-CF6C-D949F5BB578B}"/>
                    </a:ext>
                  </a:extLst>
                </p14:cNvPr>
                <p14:cNvContentPartPr/>
                <p14:nvPr/>
              </p14:nvContentPartPr>
              <p14:xfrm>
                <a:off x="10238780" y="5348550"/>
                <a:ext cx="164520" cy="114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5E4F745-86ED-795E-CF6C-D949F5BB578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234460" y="5344230"/>
                  <a:ext cx="173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D3FB634-A181-FD52-A548-4C86C1FA5ABC}"/>
                    </a:ext>
                  </a:extLst>
                </p14:cNvPr>
                <p14:cNvContentPartPr/>
                <p14:nvPr/>
              </p14:nvContentPartPr>
              <p14:xfrm>
                <a:off x="8435180" y="5711790"/>
                <a:ext cx="843480" cy="540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D3FB634-A181-FD52-A548-4C86C1FA5AB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430860" y="5707470"/>
                  <a:ext cx="85212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5EC7F43-3D31-3A88-B7E5-A157ECA6DFDD}"/>
                    </a:ext>
                  </a:extLst>
                </p14:cNvPr>
                <p14:cNvContentPartPr/>
                <p14:nvPr/>
              </p14:nvContentPartPr>
              <p14:xfrm>
                <a:off x="9307100" y="5949750"/>
                <a:ext cx="299520" cy="1584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5EC7F43-3D31-3A88-B7E5-A157ECA6DF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302780" y="5945430"/>
                  <a:ext cx="308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CD10276-B33C-D9EE-39A4-17D5D4746849}"/>
                    </a:ext>
                  </a:extLst>
                </p14:cNvPr>
                <p14:cNvContentPartPr/>
                <p14:nvPr/>
              </p14:nvContentPartPr>
              <p14:xfrm>
                <a:off x="9657380" y="5936790"/>
                <a:ext cx="149040" cy="133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CD10276-B33C-D9EE-39A4-17D5D474684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53060" y="5932470"/>
                  <a:ext cx="157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84FE070-3FAA-0720-A7DD-66EE623392C8}"/>
                    </a:ext>
                  </a:extLst>
                </p14:cNvPr>
                <p14:cNvContentPartPr/>
                <p14:nvPr/>
              </p14:nvContentPartPr>
              <p14:xfrm>
                <a:off x="9682580" y="6000150"/>
                <a:ext cx="186480" cy="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84FE070-3FAA-0720-A7DD-66EE623392C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678260" y="5995830"/>
                  <a:ext cx="195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7FD0F75-C8FB-449C-A28D-F1FAF54B0F2F}"/>
                    </a:ext>
                  </a:extLst>
                </p14:cNvPr>
                <p14:cNvContentPartPr/>
                <p14:nvPr/>
              </p14:nvContentPartPr>
              <p14:xfrm>
                <a:off x="10171100" y="5786310"/>
                <a:ext cx="238680" cy="471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7FD0F75-C8FB-449C-A28D-F1FAF54B0F2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166780" y="5781990"/>
                  <a:ext cx="2473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7A6CA54-6251-DBDB-6620-A5A53D319B8A}"/>
                    </a:ext>
                  </a:extLst>
                </p14:cNvPr>
                <p14:cNvContentPartPr/>
                <p14:nvPr/>
              </p14:nvContentPartPr>
              <p14:xfrm>
                <a:off x="10546580" y="5726910"/>
                <a:ext cx="377280" cy="47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7A6CA54-6251-DBDB-6620-A5A53D319B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542260" y="5722590"/>
                  <a:ext cx="3859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DB96823-C8D2-94E2-6F25-A9C3B0405717}"/>
                    </a:ext>
                  </a:extLst>
                </p14:cNvPr>
                <p14:cNvContentPartPr/>
                <p14:nvPr/>
              </p14:nvContentPartPr>
              <p14:xfrm>
                <a:off x="10729100" y="5649150"/>
                <a:ext cx="68400" cy="294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DB96823-C8D2-94E2-6F25-A9C3B040571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724780" y="5644830"/>
                  <a:ext cx="77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EA304DB-F747-7DE6-FFDA-32810636724F}"/>
                    </a:ext>
                  </a:extLst>
                </p14:cNvPr>
                <p14:cNvContentPartPr/>
                <p14:nvPr/>
              </p14:nvContentPartPr>
              <p14:xfrm>
                <a:off x="10984340" y="5758590"/>
                <a:ext cx="190440" cy="267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EA304DB-F747-7DE6-FFDA-32810636724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980020" y="5754270"/>
                  <a:ext cx="199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4429595-1C76-7AD0-13D8-F0B4EAB76BC2}"/>
                    </a:ext>
                  </a:extLst>
                </p14:cNvPr>
                <p14:cNvContentPartPr/>
                <p14:nvPr/>
              </p14:nvContentPartPr>
              <p14:xfrm>
                <a:off x="10786700" y="5523870"/>
                <a:ext cx="676800" cy="577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4429595-1C76-7AD0-13D8-F0B4EAB76BC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82380" y="5519550"/>
                  <a:ext cx="68544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5569378-7144-4CC9-1D35-4E8E6BA65C83}"/>
                    </a:ext>
                  </a:extLst>
                </p14:cNvPr>
                <p14:cNvContentPartPr/>
                <p14:nvPr/>
              </p14:nvContentPartPr>
              <p14:xfrm>
                <a:off x="9994700" y="5661390"/>
                <a:ext cx="126360" cy="444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5569378-7144-4CC9-1D35-4E8E6BA65C8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990380" y="5657070"/>
                  <a:ext cx="1350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B178A10-8E06-5407-8CD8-7623A84E8D48}"/>
                    </a:ext>
                  </a:extLst>
                </p14:cNvPr>
                <p14:cNvContentPartPr/>
                <p14:nvPr/>
              </p14:nvContentPartPr>
              <p14:xfrm>
                <a:off x="10434260" y="6062070"/>
                <a:ext cx="161640" cy="1742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B178A10-8E06-5407-8CD8-7623A84E8D4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429940" y="6057750"/>
                  <a:ext cx="1702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E8F0B12A-C9CC-7520-4D13-90DAFDB9842E}"/>
              </a:ext>
            </a:extLst>
          </p:cNvPr>
          <p:cNvGrpSpPr/>
          <p:nvPr/>
        </p:nvGrpSpPr>
        <p:grpSpPr>
          <a:xfrm>
            <a:off x="8341580" y="3667350"/>
            <a:ext cx="273600" cy="224280"/>
            <a:chOff x="8341580" y="3667350"/>
            <a:chExt cx="27360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216CB50-3AFD-132B-E255-DE4CE618C67A}"/>
                    </a:ext>
                  </a:extLst>
                </p14:cNvPr>
                <p14:cNvContentPartPr/>
                <p14:nvPr/>
              </p14:nvContentPartPr>
              <p14:xfrm>
                <a:off x="8341580" y="3732510"/>
                <a:ext cx="25920" cy="159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216CB50-3AFD-132B-E255-DE4CE618C67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337260" y="3728190"/>
                  <a:ext cx="34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B6B7272-75A3-67FE-F790-483B970C9918}"/>
                    </a:ext>
                  </a:extLst>
                </p14:cNvPr>
                <p14:cNvContentPartPr/>
                <p14:nvPr/>
              </p14:nvContentPartPr>
              <p14:xfrm>
                <a:off x="8380100" y="3670230"/>
                <a:ext cx="112680" cy="1123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B6B7272-75A3-67FE-F790-483B970C991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375780" y="3665910"/>
                  <a:ext cx="12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EEA535F-F154-1CA4-2DC1-BE263999D11E}"/>
                    </a:ext>
                  </a:extLst>
                </p14:cNvPr>
                <p14:cNvContentPartPr/>
                <p14:nvPr/>
              </p14:nvContentPartPr>
              <p14:xfrm>
                <a:off x="8379740" y="3667350"/>
                <a:ext cx="163800" cy="76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EEA535F-F154-1CA4-2DC1-BE263999D11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375420" y="3663030"/>
                  <a:ext cx="1724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238940D-2E93-4824-9271-420CB636D001}"/>
                    </a:ext>
                  </a:extLst>
                </p14:cNvPr>
                <p14:cNvContentPartPr/>
                <p14:nvPr/>
              </p14:nvContentPartPr>
              <p14:xfrm>
                <a:off x="8555420" y="3773190"/>
                <a:ext cx="59760" cy="71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238940D-2E93-4824-9271-420CB636D00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551100" y="3768870"/>
                  <a:ext cx="6840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501144E-DB24-4070-6782-8C2CE91C2364}"/>
              </a:ext>
            </a:extLst>
          </p:cNvPr>
          <p:cNvGrpSpPr/>
          <p:nvPr/>
        </p:nvGrpSpPr>
        <p:grpSpPr>
          <a:xfrm>
            <a:off x="9256700" y="3734670"/>
            <a:ext cx="193320" cy="231840"/>
            <a:chOff x="9256700" y="3734670"/>
            <a:chExt cx="19332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648C234-8167-562F-CBBA-7542E0A97C7D}"/>
                    </a:ext>
                  </a:extLst>
                </p14:cNvPr>
                <p14:cNvContentPartPr/>
                <p14:nvPr/>
              </p14:nvContentPartPr>
              <p14:xfrm>
                <a:off x="9256700" y="3734670"/>
                <a:ext cx="83520" cy="231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648C234-8167-562F-CBBA-7542E0A97C7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252380" y="3730350"/>
                  <a:ext cx="92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57FFD1F-6E5A-413A-5C9F-32B52D71E132}"/>
                    </a:ext>
                  </a:extLst>
                </p14:cNvPr>
                <p14:cNvContentPartPr/>
                <p14:nvPr/>
              </p14:nvContentPartPr>
              <p14:xfrm>
                <a:off x="9406820" y="3745470"/>
                <a:ext cx="43200" cy="11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57FFD1F-6E5A-413A-5C9F-32B52D71E13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402500" y="3741150"/>
                  <a:ext cx="5184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DC3B0599-C92E-D76F-A34F-FA104152B8AF}"/>
              </a:ext>
            </a:extLst>
          </p:cNvPr>
          <p:cNvGrpSpPr/>
          <p:nvPr/>
        </p:nvGrpSpPr>
        <p:grpSpPr>
          <a:xfrm>
            <a:off x="10032500" y="3756990"/>
            <a:ext cx="257760" cy="264960"/>
            <a:chOff x="10032500" y="3756990"/>
            <a:chExt cx="25776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96CBB8A-AB54-33DD-7E39-32AE52011158}"/>
                    </a:ext>
                  </a:extLst>
                </p14:cNvPr>
                <p14:cNvContentPartPr/>
                <p14:nvPr/>
              </p14:nvContentPartPr>
              <p14:xfrm>
                <a:off x="10032500" y="3756990"/>
                <a:ext cx="99360" cy="264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96CBB8A-AB54-33DD-7E39-32AE5201115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028180" y="3752670"/>
                  <a:ext cx="1080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DA9C467-D59F-D399-5A14-7878370D2EBB}"/>
                    </a:ext>
                  </a:extLst>
                </p14:cNvPr>
                <p14:cNvContentPartPr/>
                <p14:nvPr/>
              </p14:nvContentPartPr>
              <p14:xfrm>
                <a:off x="10170740" y="3845550"/>
                <a:ext cx="119520" cy="89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DA9C467-D59F-D399-5A14-7878370D2EB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166420" y="3841230"/>
                  <a:ext cx="12816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4060964-0822-FE84-8D58-2EB8A3AF7EF4}"/>
              </a:ext>
            </a:extLst>
          </p:cNvPr>
          <p:cNvGrpSpPr/>
          <p:nvPr/>
        </p:nvGrpSpPr>
        <p:grpSpPr>
          <a:xfrm>
            <a:off x="10799300" y="3733590"/>
            <a:ext cx="243720" cy="328320"/>
            <a:chOff x="10799300" y="3733590"/>
            <a:chExt cx="24372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9FF370D-8393-8195-3D68-8E206D95F234}"/>
                    </a:ext>
                  </a:extLst>
                </p14:cNvPr>
                <p14:cNvContentPartPr/>
                <p14:nvPr/>
              </p14:nvContentPartPr>
              <p14:xfrm>
                <a:off x="10799300" y="3820710"/>
                <a:ext cx="23400" cy="2412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9FF370D-8393-8195-3D68-8E206D95F23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94980" y="3816390"/>
                  <a:ext cx="32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456E9CD-C3F6-CE4C-B83C-4D8340F8F624}"/>
                    </a:ext>
                  </a:extLst>
                </p14:cNvPr>
                <p14:cNvContentPartPr/>
                <p14:nvPr/>
              </p14:nvContentPartPr>
              <p14:xfrm>
                <a:off x="10834940" y="3733590"/>
                <a:ext cx="60120" cy="78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456E9CD-C3F6-CE4C-B83C-4D8340F8F62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830620" y="3729270"/>
                  <a:ext cx="68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C2ABE9B-09B3-B45D-FDF3-09E4E6654103}"/>
                    </a:ext>
                  </a:extLst>
                </p14:cNvPr>
                <p14:cNvContentPartPr/>
                <p14:nvPr/>
              </p14:nvContentPartPr>
              <p14:xfrm>
                <a:off x="10910180" y="3832230"/>
                <a:ext cx="132840" cy="1270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C2ABE9B-09B3-B45D-FDF3-09E4E665410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905860" y="3827910"/>
                  <a:ext cx="14148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DD4FB3E-0E0C-D63A-ACEC-D417540E1D2C}"/>
                  </a:ext>
                </a:extLst>
              </p14:cNvPr>
              <p14:cNvContentPartPr/>
              <p14:nvPr/>
            </p14:nvContentPartPr>
            <p14:xfrm>
              <a:off x="8667740" y="3081270"/>
              <a:ext cx="2070720" cy="1368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DD4FB3E-0E0C-D63A-ACEC-D417540E1D2C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8663420" y="3076950"/>
                <a:ext cx="20793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318CA96B-0B6D-82F5-E220-4EE8CF72631A}"/>
                  </a:ext>
                </a:extLst>
              </p14:cNvPr>
              <p14:cNvContentPartPr/>
              <p14:nvPr/>
            </p14:nvContentPartPr>
            <p14:xfrm>
              <a:off x="8767820" y="2529030"/>
              <a:ext cx="1740240" cy="640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318CA96B-0B6D-82F5-E220-4EE8CF72631A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8763500" y="2524710"/>
                <a:ext cx="17488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87AC8DA-819F-2062-592C-A1FB05A005E8}"/>
                  </a:ext>
                </a:extLst>
              </p14:cNvPr>
              <p14:cNvContentPartPr/>
              <p14:nvPr/>
            </p14:nvContentPartPr>
            <p14:xfrm>
              <a:off x="8678900" y="1769070"/>
              <a:ext cx="53280" cy="5486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87AC8DA-819F-2062-592C-A1FB05A005E8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8674580" y="1764750"/>
                <a:ext cx="61920" cy="55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3013B984-CBF9-677C-9A3A-C603494ED5BD}"/>
              </a:ext>
            </a:extLst>
          </p:cNvPr>
          <p:cNvGrpSpPr/>
          <p:nvPr/>
        </p:nvGrpSpPr>
        <p:grpSpPr>
          <a:xfrm>
            <a:off x="701300" y="619950"/>
            <a:ext cx="414360" cy="203400"/>
            <a:chOff x="701300" y="619950"/>
            <a:chExt cx="41436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02C5BB7-62F3-63DE-250C-8136C60EB384}"/>
                    </a:ext>
                  </a:extLst>
                </p14:cNvPr>
                <p14:cNvContentPartPr/>
                <p14:nvPr/>
              </p14:nvContentPartPr>
              <p14:xfrm>
                <a:off x="701300" y="619950"/>
                <a:ext cx="241560" cy="1220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02C5BB7-62F3-63DE-250C-8136C60EB38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96980" y="615630"/>
                  <a:ext cx="250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5CFA0C8-7319-262B-BB7E-E35CE34736DB}"/>
                    </a:ext>
                  </a:extLst>
                </p14:cNvPr>
                <p14:cNvContentPartPr/>
                <p14:nvPr/>
              </p14:nvContentPartPr>
              <p14:xfrm>
                <a:off x="1038980" y="663870"/>
                <a:ext cx="76680" cy="1594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5CFA0C8-7319-262B-BB7E-E35CE34736D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34660" y="659550"/>
                  <a:ext cx="853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DAED9893-647F-6EBE-C920-21E57D6069BC}"/>
              </a:ext>
            </a:extLst>
          </p:cNvPr>
          <p:cNvGrpSpPr/>
          <p:nvPr/>
        </p:nvGrpSpPr>
        <p:grpSpPr>
          <a:xfrm>
            <a:off x="4046060" y="672870"/>
            <a:ext cx="313920" cy="197640"/>
            <a:chOff x="4046060" y="672870"/>
            <a:chExt cx="31392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DD2691A-A316-33BA-8125-E11D78355466}"/>
                    </a:ext>
                  </a:extLst>
                </p14:cNvPr>
                <p14:cNvContentPartPr/>
                <p14:nvPr/>
              </p14:nvContentPartPr>
              <p14:xfrm>
                <a:off x="4046060" y="718950"/>
                <a:ext cx="209160" cy="828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DD2691A-A316-33BA-8125-E11D7835546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041740" y="714630"/>
                  <a:ext cx="217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673B412-CCF7-52FB-856C-E64F80F8B3BD}"/>
                    </a:ext>
                  </a:extLst>
                </p14:cNvPr>
                <p14:cNvContentPartPr/>
                <p14:nvPr/>
              </p14:nvContentPartPr>
              <p14:xfrm>
                <a:off x="4254860" y="672870"/>
                <a:ext cx="105120" cy="1976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673B412-CCF7-52FB-856C-E64F80F8B3B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250540" y="668550"/>
                  <a:ext cx="11376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4A29BD8-A79F-7DAE-73C5-F6B44B0AA209}"/>
                  </a:ext>
                </a:extLst>
              </p14:cNvPr>
              <p14:cNvContentPartPr/>
              <p14:nvPr/>
            </p14:nvContentPartPr>
            <p14:xfrm>
              <a:off x="8454620" y="686910"/>
              <a:ext cx="303120" cy="16560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4A29BD8-A79F-7DAE-73C5-F6B44B0AA209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450300" y="682590"/>
                <a:ext cx="311760" cy="17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oup 286">
            <a:extLst>
              <a:ext uri="{FF2B5EF4-FFF2-40B4-BE49-F238E27FC236}">
                <a16:creationId xmlns:a16="http://schemas.microsoft.com/office/drawing/2014/main" id="{92435320-704D-A141-7D4E-8BC078796576}"/>
              </a:ext>
            </a:extLst>
          </p:cNvPr>
          <p:cNvGrpSpPr/>
          <p:nvPr/>
        </p:nvGrpSpPr>
        <p:grpSpPr>
          <a:xfrm>
            <a:off x="9369020" y="536790"/>
            <a:ext cx="312480" cy="266760"/>
            <a:chOff x="9369020" y="536790"/>
            <a:chExt cx="31248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28E452C-0079-526D-5F56-F319F468EF18}"/>
                    </a:ext>
                  </a:extLst>
                </p14:cNvPr>
                <p14:cNvContentPartPr/>
                <p14:nvPr/>
              </p14:nvContentPartPr>
              <p14:xfrm>
                <a:off x="9369020" y="536790"/>
                <a:ext cx="199080" cy="1414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28E452C-0079-526D-5F56-F319F468EF1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364700" y="532470"/>
                  <a:ext cx="207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699029A-CF63-EBF5-7911-F04E45537D35}"/>
                    </a:ext>
                  </a:extLst>
                </p14:cNvPr>
                <p14:cNvContentPartPr/>
                <p14:nvPr/>
              </p14:nvContentPartPr>
              <p14:xfrm>
                <a:off x="9572060" y="676470"/>
                <a:ext cx="109440" cy="127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699029A-CF63-EBF5-7911-F04E45537D3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567740" y="672150"/>
                  <a:ext cx="11808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786E2F09-16CB-1898-81A5-62CCEF4D96C8}"/>
                  </a:ext>
                </a:extLst>
              </p14:cNvPr>
              <p14:cNvContentPartPr/>
              <p14:nvPr/>
            </p14:nvContentPartPr>
            <p14:xfrm>
              <a:off x="10105580" y="2427870"/>
              <a:ext cx="228600" cy="1908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786E2F09-16CB-1898-81A5-62CCEF4D96C8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0101260" y="2423550"/>
                <a:ext cx="2372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Group 293">
            <a:extLst>
              <a:ext uri="{FF2B5EF4-FFF2-40B4-BE49-F238E27FC236}">
                <a16:creationId xmlns:a16="http://schemas.microsoft.com/office/drawing/2014/main" id="{400FC853-499A-CDBD-63BE-808D2064F42A}"/>
              </a:ext>
            </a:extLst>
          </p:cNvPr>
          <p:cNvGrpSpPr/>
          <p:nvPr/>
        </p:nvGrpSpPr>
        <p:grpSpPr>
          <a:xfrm>
            <a:off x="10071020" y="536790"/>
            <a:ext cx="496080" cy="414000"/>
            <a:chOff x="10071020" y="536790"/>
            <a:chExt cx="49608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8B30816-105B-615B-84EB-CD6B7D859674}"/>
                    </a:ext>
                  </a:extLst>
                </p14:cNvPr>
                <p14:cNvContentPartPr/>
                <p14:nvPr/>
              </p14:nvContentPartPr>
              <p14:xfrm>
                <a:off x="10559180" y="826590"/>
                <a:ext cx="7920" cy="54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8B30816-105B-615B-84EB-CD6B7D85967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554860" y="822270"/>
                  <a:ext cx="165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703C28B-D7E4-74F5-D48C-07798D8656B4}"/>
                    </a:ext>
                  </a:extLst>
                </p14:cNvPr>
                <p14:cNvContentPartPr/>
                <p14:nvPr/>
              </p14:nvContentPartPr>
              <p14:xfrm>
                <a:off x="10071020" y="536790"/>
                <a:ext cx="453960" cy="4140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703C28B-D7E4-74F5-D48C-07798D8656B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066700" y="532470"/>
                  <a:ext cx="46260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787E50BC-1233-35B9-C749-67804B433D68}"/>
              </a:ext>
            </a:extLst>
          </p:cNvPr>
          <p:cNvGrpSpPr/>
          <p:nvPr/>
        </p:nvGrpSpPr>
        <p:grpSpPr>
          <a:xfrm>
            <a:off x="8605100" y="1551990"/>
            <a:ext cx="3569040" cy="1375920"/>
            <a:chOff x="8605100" y="1551990"/>
            <a:chExt cx="3569040" cy="13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3982FBC-49B7-D387-228A-6A5507EB8E71}"/>
                    </a:ext>
                  </a:extLst>
                </p14:cNvPr>
                <p14:cNvContentPartPr/>
                <p14:nvPr/>
              </p14:nvContentPartPr>
              <p14:xfrm>
                <a:off x="9316100" y="2288910"/>
                <a:ext cx="203400" cy="1062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3982FBC-49B7-D387-228A-6A5507EB8E7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311780" y="2284590"/>
                  <a:ext cx="212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88FBF1F-B452-C993-C947-92D2D39B73C5}"/>
                    </a:ext>
                  </a:extLst>
                </p14:cNvPr>
                <p14:cNvContentPartPr/>
                <p14:nvPr/>
              </p14:nvContentPartPr>
              <p14:xfrm>
                <a:off x="9431660" y="2430030"/>
                <a:ext cx="149400" cy="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88FBF1F-B452-C993-C947-92D2D39B73C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427340" y="2425710"/>
                  <a:ext cx="158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69FEDF9-70FE-AB50-45A0-44F59E8F6327}"/>
                    </a:ext>
                  </a:extLst>
                </p14:cNvPr>
                <p14:cNvContentPartPr/>
                <p14:nvPr/>
              </p14:nvContentPartPr>
              <p14:xfrm>
                <a:off x="10810100" y="2414190"/>
                <a:ext cx="264240" cy="925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69FEDF9-70FE-AB50-45A0-44F59E8F632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805780" y="2409870"/>
                  <a:ext cx="272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18B2EE8-8511-DC79-8BBB-3649505D4EDC}"/>
                    </a:ext>
                  </a:extLst>
                </p14:cNvPr>
                <p14:cNvContentPartPr/>
                <p14:nvPr/>
              </p14:nvContentPartPr>
              <p14:xfrm>
                <a:off x="10984700" y="2467830"/>
                <a:ext cx="174600" cy="124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18B2EE8-8511-DC79-8BBB-3649505D4ED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980380" y="2463510"/>
                  <a:ext cx="183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A3FE3F1-7F35-B70E-C259-76C18FD1277E}"/>
                    </a:ext>
                  </a:extLst>
                </p14:cNvPr>
                <p14:cNvContentPartPr/>
                <p14:nvPr/>
              </p14:nvContentPartPr>
              <p14:xfrm>
                <a:off x="8605100" y="1564950"/>
                <a:ext cx="2062800" cy="140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A3FE3F1-7F35-B70E-C259-76C18FD1277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600780" y="1560630"/>
                  <a:ext cx="2071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7ABF1B3-D8A0-D294-38BC-52844429DB38}"/>
                    </a:ext>
                  </a:extLst>
                </p14:cNvPr>
                <p14:cNvContentPartPr/>
                <p14:nvPr/>
              </p14:nvContentPartPr>
              <p14:xfrm>
                <a:off x="8718140" y="1653150"/>
                <a:ext cx="2100240" cy="14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7ABF1B3-D8A0-D294-38BC-52844429DB3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13820" y="1648830"/>
                  <a:ext cx="2108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60A66BA-D314-0F3B-AA4A-AD150A596831}"/>
                    </a:ext>
                  </a:extLst>
                </p14:cNvPr>
                <p14:cNvContentPartPr/>
                <p14:nvPr/>
              </p14:nvContentPartPr>
              <p14:xfrm>
                <a:off x="8672420" y="1551990"/>
                <a:ext cx="2612880" cy="892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60A66BA-D314-0F3B-AA4A-AD150A59683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68100" y="1547670"/>
                  <a:ext cx="2621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4B36C8B-74EC-ECC0-383D-3D706988CE98}"/>
                    </a:ext>
                  </a:extLst>
                </p14:cNvPr>
                <p14:cNvContentPartPr/>
                <p14:nvPr/>
              </p14:nvContentPartPr>
              <p14:xfrm>
                <a:off x="11291420" y="1565670"/>
                <a:ext cx="535320" cy="13622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4B36C8B-74EC-ECC0-383D-3D706988CE9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287100" y="1561350"/>
                  <a:ext cx="543960" cy="13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A4F8E9D-BF60-B638-B8A5-4185E0C92A5F}"/>
                    </a:ext>
                  </a:extLst>
                </p14:cNvPr>
                <p14:cNvContentPartPr/>
                <p14:nvPr/>
              </p14:nvContentPartPr>
              <p14:xfrm>
                <a:off x="11811980" y="1953030"/>
                <a:ext cx="224280" cy="140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A4F8E9D-BF60-B638-B8A5-4185E0C92A5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807660" y="1948710"/>
                  <a:ext cx="232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0B2DAC9-E998-56F9-9432-18A53F41ED8E}"/>
                    </a:ext>
                  </a:extLst>
                </p14:cNvPr>
                <p14:cNvContentPartPr/>
                <p14:nvPr/>
              </p14:nvContentPartPr>
              <p14:xfrm>
                <a:off x="11811980" y="2066430"/>
                <a:ext cx="362160" cy="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0B2DAC9-E998-56F9-9432-18A53F41ED8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807660" y="2062110"/>
                  <a:ext cx="3708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CB15B4DC-4C73-4716-4450-819C78E4415A}"/>
                  </a:ext>
                </a:extLst>
              </p14:cNvPr>
              <p14:cNvContentPartPr/>
              <p14:nvPr/>
            </p14:nvContentPartPr>
            <p14:xfrm>
              <a:off x="5524940" y="488190"/>
              <a:ext cx="3406680" cy="28404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CB15B4DC-4C73-4716-4450-819C78E4415A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5520620" y="483870"/>
                <a:ext cx="3415320" cy="2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110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4C2194-FE5F-8551-841C-AF540D43B151}"/>
                  </a:ext>
                </a:extLst>
              </p14:cNvPr>
              <p14:cNvContentPartPr/>
              <p14:nvPr/>
            </p14:nvContentPartPr>
            <p14:xfrm>
              <a:off x="5624300" y="739011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4C2194-FE5F-8551-841C-AF540D43B1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9980" y="738579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C30D21-8E49-F4BD-D2A2-EC1C35DFF2AF}"/>
                  </a:ext>
                </a:extLst>
              </p14:cNvPr>
              <p14:cNvContentPartPr/>
              <p14:nvPr/>
            </p14:nvContentPartPr>
            <p14:xfrm>
              <a:off x="3619820" y="237963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C30D21-8E49-F4BD-D2A2-EC1C35DFF2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5500" y="2375310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5" descr="9.2. Bộ nhớ ngắn hạn dài (LSTM) — Đắm mình vào Học Sâu 0.17.5 documentation">
            <a:extLst>
              <a:ext uri="{FF2B5EF4-FFF2-40B4-BE49-F238E27FC236}">
                <a16:creationId xmlns:a16="http://schemas.microsoft.com/office/drawing/2014/main" id="{33E6032F-4BE0-866F-3649-6513AE5CB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272" y="0"/>
            <a:ext cx="6581775" cy="3314700"/>
          </a:xfrm>
          <a:prstGeom prst="rect">
            <a:avLst/>
          </a:prstGeom>
        </p:spPr>
      </p:pic>
      <p:pic>
        <p:nvPicPr>
          <p:cNvPr id="7" name="Picture 6" descr="The Transformer Model - MachineLearningMastery.com">
            <a:extLst>
              <a:ext uri="{FF2B5EF4-FFF2-40B4-BE49-F238E27FC236}">
                <a16:creationId xmlns:a16="http://schemas.microsoft.com/office/drawing/2014/main" id="{FB75617E-4F7C-1525-D185-E027D99B7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546" y="0"/>
            <a:ext cx="3955182" cy="55732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983A632-5F7A-E34B-477F-65E12F647F03}"/>
              </a:ext>
            </a:extLst>
          </p:cNvPr>
          <p:cNvGrpSpPr/>
          <p:nvPr/>
        </p:nvGrpSpPr>
        <p:grpSpPr>
          <a:xfrm>
            <a:off x="1678211" y="2847231"/>
            <a:ext cx="3126600" cy="570600"/>
            <a:chOff x="1678211" y="2847231"/>
            <a:chExt cx="312660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47A098-0D0A-41B2-F78B-3AA634679FAD}"/>
                    </a:ext>
                  </a:extLst>
                </p14:cNvPr>
                <p14:cNvContentPartPr/>
                <p14:nvPr/>
              </p14:nvContentPartPr>
              <p14:xfrm>
                <a:off x="1678211" y="2858751"/>
                <a:ext cx="3025080" cy="59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47A098-0D0A-41B2-F78B-3AA634679FA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73891" y="2854431"/>
                  <a:ext cx="3033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03C8B7-A94D-6BD6-6404-1E7A616BFE75}"/>
                    </a:ext>
                  </a:extLst>
                </p14:cNvPr>
                <p14:cNvContentPartPr/>
                <p14:nvPr/>
              </p14:nvContentPartPr>
              <p14:xfrm>
                <a:off x="4218011" y="2847231"/>
                <a:ext cx="586800" cy="570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03C8B7-A94D-6BD6-6404-1E7A616BFE7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13691" y="2842911"/>
                  <a:ext cx="595440" cy="57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7C2356-2879-8160-4A18-9FFBF3272CF4}"/>
              </a:ext>
            </a:extLst>
          </p:cNvPr>
          <p:cNvGrpSpPr/>
          <p:nvPr/>
        </p:nvGrpSpPr>
        <p:grpSpPr>
          <a:xfrm>
            <a:off x="206891" y="3310551"/>
            <a:ext cx="2324520" cy="939240"/>
            <a:chOff x="206891" y="3310551"/>
            <a:chExt cx="2324520" cy="9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1E88F3-F8AA-471C-FD81-146B8F858D91}"/>
                    </a:ext>
                  </a:extLst>
                </p14:cNvPr>
                <p14:cNvContentPartPr/>
                <p14:nvPr/>
              </p14:nvContentPartPr>
              <p14:xfrm>
                <a:off x="206891" y="3669111"/>
                <a:ext cx="493200" cy="58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1E88F3-F8AA-471C-FD81-146B8F858D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2571" y="3664791"/>
                  <a:ext cx="5018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37B133-E7D9-BF76-F754-5D16BB834AA6}"/>
                    </a:ext>
                  </a:extLst>
                </p14:cNvPr>
                <p14:cNvContentPartPr/>
                <p14:nvPr/>
              </p14:nvContentPartPr>
              <p14:xfrm>
                <a:off x="590291" y="3577311"/>
                <a:ext cx="70200" cy="9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37B133-E7D9-BF76-F754-5D16BB834A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5971" y="3572991"/>
                  <a:ext cx="78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B39A57-3B9C-FD3F-42B4-01F1B4820937}"/>
                    </a:ext>
                  </a:extLst>
                </p14:cNvPr>
                <p14:cNvContentPartPr/>
                <p14:nvPr/>
              </p14:nvContentPartPr>
              <p14:xfrm>
                <a:off x="497411" y="3363111"/>
                <a:ext cx="175320" cy="190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B39A57-3B9C-FD3F-42B4-01F1B482093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3091" y="3358791"/>
                  <a:ext cx="183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70BDC1-1D07-3174-92C3-82E4E5FA4435}"/>
                    </a:ext>
                  </a:extLst>
                </p14:cNvPr>
                <p14:cNvContentPartPr/>
                <p14:nvPr/>
              </p14:nvContentPartPr>
              <p14:xfrm>
                <a:off x="784691" y="3749031"/>
                <a:ext cx="191160" cy="9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70BDC1-1D07-3174-92C3-82E4E5FA443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0371" y="3744711"/>
                  <a:ext cx="199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7639DBA-DDB3-C7D0-DEC9-000B023D5D28}"/>
                    </a:ext>
                  </a:extLst>
                </p14:cNvPr>
                <p14:cNvContentPartPr/>
                <p14:nvPr/>
              </p14:nvContentPartPr>
              <p14:xfrm>
                <a:off x="1006091" y="3414231"/>
                <a:ext cx="12960" cy="346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7639DBA-DDB3-C7D0-DEC9-000B023D5D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1771" y="3409911"/>
                  <a:ext cx="216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8C89E3-68D4-D095-5170-A5533F0DC8D8}"/>
                    </a:ext>
                  </a:extLst>
                </p14:cNvPr>
                <p14:cNvContentPartPr/>
                <p14:nvPr/>
              </p14:nvContentPartPr>
              <p14:xfrm>
                <a:off x="949211" y="3644991"/>
                <a:ext cx="335520" cy="47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8C89E3-68D4-D095-5170-A5533F0DC8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4891" y="3640671"/>
                  <a:ext cx="344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4FBFA4-9F16-7237-BBFE-CACFE90FB62B}"/>
                    </a:ext>
                  </a:extLst>
                </p14:cNvPr>
                <p14:cNvContentPartPr/>
                <p14:nvPr/>
              </p14:nvContentPartPr>
              <p14:xfrm>
                <a:off x="1190411" y="3691431"/>
                <a:ext cx="104760" cy="174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4FBFA4-9F16-7237-BBFE-CACFE90FB6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86091" y="3687111"/>
                  <a:ext cx="113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0ED97D-C792-EE53-60B9-D175E7085E4B}"/>
                    </a:ext>
                  </a:extLst>
                </p14:cNvPr>
                <p14:cNvContentPartPr/>
                <p14:nvPr/>
              </p14:nvContentPartPr>
              <p14:xfrm>
                <a:off x="1238291" y="3933351"/>
                <a:ext cx="57960" cy="1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0ED97D-C792-EE53-60B9-D175E7085E4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33971" y="3929031"/>
                  <a:ext cx="66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9D5087-9873-4376-D921-1DD967FCF782}"/>
                    </a:ext>
                  </a:extLst>
                </p14:cNvPr>
                <p14:cNvContentPartPr/>
                <p14:nvPr/>
              </p14:nvContentPartPr>
              <p14:xfrm>
                <a:off x="1588211" y="3437271"/>
                <a:ext cx="33120" cy="428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9D5087-9873-4376-D921-1DD967FCF78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83891" y="3432951"/>
                  <a:ext cx="417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5F1E63-78B9-CD69-A283-FF89F810B3D3}"/>
                    </a:ext>
                  </a:extLst>
                </p14:cNvPr>
                <p14:cNvContentPartPr/>
                <p14:nvPr/>
              </p14:nvContentPartPr>
              <p14:xfrm>
                <a:off x="1550771" y="3408831"/>
                <a:ext cx="585000" cy="527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5F1E63-78B9-CD69-A283-FF89F810B3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46451" y="3404511"/>
                  <a:ext cx="5936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09C3B49-5D88-0E04-BF65-8348B6C04140}"/>
                    </a:ext>
                  </a:extLst>
                </p14:cNvPr>
                <p14:cNvContentPartPr/>
                <p14:nvPr/>
              </p14:nvContentPartPr>
              <p14:xfrm>
                <a:off x="1989971" y="3310551"/>
                <a:ext cx="47160" cy="171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09C3B49-5D88-0E04-BF65-8348B6C0414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85651" y="3306231"/>
                  <a:ext cx="55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F6738CB-691B-85ED-7C00-D55C76EA7E32}"/>
                    </a:ext>
                  </a:extLst>
                </p14:cNvPr>
                <p14:cNvContentPartPr/>
                <p14:nvPr/>
              </p14:nvContentPartPr>
              <p14:xfrm>
                <a:off x="2219651" y="3460671"/>
                <a:ext cx="311760" cy="417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F6738CB-691B-85ED-7C00-D55C76EA7E3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15331" y="3456351"/>
                  <a:ext cx="3204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8528B9-4FB3-ADA5-27F4-94C53BDEC987}"/>
                    </a:ext>
                  </a:extLst>
                </p14:cNvPr>
                <p14:cNvContentPartPr/>
                <p14:nvPr/>
              </p14:nvContentPartPr>
              <p14:xfrm>
                <a:off x="2500091" y="3692151"/>
                <a:ext cx="2448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8528B9-4FB3-ADA5-27F4-94C53BDEC9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5771" y="3687831"/>
                  <a:ext cx="33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3A87653-B393-3240-986F-A5E7BDBE1FD1}"/>
                    </a:ext>
                  </a:extLst>
                </p14:cNvPr>
                <p14:cNvContentPartPr/>
                <p14:nvPr/>
              </p14:nvContentPartPr>
              <p14:xfrm>
                <a:off x="2442131" y="4097511"/>
                <a:ext cx="1224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3A87653-B393-3240-986F-A5E7BDBE1FD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7811" y="4093191"/>
                  <a:ext cx="2088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605D8A4-1EDB-939E-AA88-E0CA7FCE0FBA}"/>
                  </a:ext>
                </a:extLst>
              </p14:cNvPr>
              <p14:cNvContentPartPr/>
              <p14:nvPr/>
            </p14:nvContentPartPr>
            <p14:xfrm>
              <a:off x="7325891" y="5625351"/>
              <a:ext cx="312120" cy="182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605D8A4-1EDB-939E-AA88-E0CA7FCE0FB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321571" y="5621031"/>
                <a:ext cx="3207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4CBD0DA-7B62-6535-E20A-B2387D7C9481}"/>
                  </a:ext>
                </a:extLst>
              </p14:cNvPr>
              <p14:cNvContentPartPr/>
              <p14:nvPr/>
            </p14:nvContentPartPr>
            <p14:xfrm>
              <a:off x="7269011" y="5451471"/>
              <a:ext cx="14040" cy="7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4CBD0DA-7B62-6535-E20A-B2387D7C948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264691" y="5447151"/>
                <a:ext cx="2268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24A4988-AB0D-FF56-A41C-32C3AC392EF4}"/>
                  </a:ext>
                </a:extLst>
              </p14:cNvPr>
              <p14:cNvContentPartPr/>
              <p14:nvPr/>
            </p14:nvContentPartPr>
            <p14:xfrm>
              <a:off x="7708571" y="5590071"/>
              <a:ext cx="195480" cy="632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24A4988-AB0D-FF56-A41C-32C3AC392EF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704251" y="5585751"/>
                <a:ext cx="20412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41E6C3F-7C7A-84BB-AFB2-B918D6BA3F3E}"/>
                  </a:ext>
                </a:extLst>
              </p14:cNvPr>
              <p14:cNvContentPartPr/>
              <p14:nvPr/>
            </p14:nvContentPartPr>
            <p14:xfrm>
              <a:off x="7893971" y="5683311"/>
              <a:ext cx="92520" cy="90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41E6C3F-7C7A-84BB-AFB2-B918D6BA3F3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889651" y="5678991"/>
                <a:ext cx="1011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8E97242-FEF7-E684-07AF-316DC8A64AFC}"/>
                  </a:ext>
                </a:extLst>
              </p14:cNvPr>
              <p14:cNvContentPartPr/>
              <p14:nvPr/>
            </p14:nvContentPartPr>
            <p14:xfrm>
              <a:off x="7998011" y="5705991"/>
              <a:ext cx="27000" cy="28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8E97242-FEF7-E684-07AF-316DC8A64AF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993691" y="5701671"/>
                <a:ext cx="356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CAABDA9-406F-694F-6293-A3A14BD83BCA}"/>
                  </a:ext>
                </a:extLst>
              </p14:cNvPr>
              <p14:cNvContentPartPr/>
              <p14:nvPr/>
            </p14:nvContentPartPr>
            <p14:xfrm>
              <a:off x="8090891" y="5439951"/>
              <a:ext cx="47520" cy="276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CAABDA9-406F-694F-6293-A3A14BD83BC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86571" y="5435631"/>
                <a:ext cx="561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D530927-7A99-817C-F33C-C7E92193460C}"/>
                  </a:ext>
                </a:extLst>
              </p14:cNvPr>
              <p14:cNvContentPartPr/>
              <p14:nvPr/>
            </p14:nvContentPartPr>
            <p14:xfrm>
              <a:off x="8067131" y="5589351"/>
              <a:ext cx="195840" cy="24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D530927-7A99-817C-F33C-C7E92193460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062811" y="5585031"/>
                <a:ext cx="2044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60C9C97-CF1B-FAA3-490E-5D604695BE3A}"/>
                  </a:ext>
                </a:extLst>
              </p14:cNvPr>
              <p14:cNvContentPartPr/>
              <p14:nvPr/>
            </p14:nvContentPartPr>
            <p14:xfrm>
              <a:off x="8437931" y="5717511"/>
              <a:ext cx="234720" cy="7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60C9C97-CF1B-FAA3-490E-5D604695BE3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33611" y="5713191"/>
                <a:ext cx="2433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E6C4676-3350-EDFA-034B-242C805CDD18}"/>
                  </a:ext>
                </a:extLst>
              </p14:cNvPr>
              <p14:cNvContentPartPr/>
              <p14:nvPr/>
            </p14:nvContentPartPr>
            <p14:xfrm>
              <a:off x="8518931" y="5810751"/>
              <a:ext cx="156600" cy="12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E6C4676-3350-EDFA-034B-242C805CDD1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14611" y="5806431"/>
                <a:ext cx="1652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B11A6F7-0F36-0C3E-67F2-478AD713AC76}"/>
                  </a:ext>
                </a:extLst>
              </p14:cNvPr>
              <p14:cNvContentPartPr/>
              <p14:nvPr/>
            </p14:nvContentPartPr>
            <p14:xfrm>
              <a:off x="8715851" y="5671791"/>
              <a:ext cx="183960" cy="261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B11A6F7-0F36-0C3E-67F2-478AD713AC7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711531" y="5667471"/>
                <a:ext cx="1926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CE0C6DF-372C-80B0-DE6A-06520739C15E}"/>
                  </a:ext>
                </a:extLst>
              </p14:cNvPr>
              <p14:cNvContentPartPr/>
              <p14:nvPr/>
            </p14:nvContentPartPr>
            <p14:xfrm>
              <a:off x="8900531" y="5696991"/>
              <a:ext cx="536040" cy="184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CE0C6DF-372C-80B0-DE6A-06520739C15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896211" y="5692671"/>
                <a:ext cx="5446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92113A2-7F36-C76D-4CB0-F921AEAC361C}"/>
                  </a:ext>
                </a:extLst>
              </p14:cNvPr>
              <p14:cNvContentPartPr/>
              <p14:nvPr/>
            </p14:nvContentPartPr>
            <p14:xfrm>
              <a:off x="7951931" y="6238791"/>
              <a:ext cx="255960" cy="24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92113A2-7F36-C76D-4CB0-F921AEAC361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947611" y="6234471"/>
                <a:ext cx="2646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5C693F4-7081-2D19-E3D1-6ACF73F0E5E4}"/>
                  </a:ext>
                </a:extLst>
              </p14:cNvPr>
              <p14:cNvContentPartPr/>
              <p14:nvPr/>
            </p14:nvContentPartPr>
            <p14:xfrm>
              <a:off x="7905491" y="6215391"/>
              <a:ext cx="195840" cy="23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5C693F4-7081-2D19-E3D1-6ACF73F0E5E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901171" y="6211071"/>
                <a:ext cx="2044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690F037-0D96-DBC9-5927-A3C788864CAB}"/>
                  </a:ext>
                </a:extLst>
              </p14:cNvPr>
              <p14:cNvContentPartPr/>
              <p14:nvPr/>
            </p14:nvContentPartPr>
            <p14:xfrm>
              <a:off x="8090891" y="6111351"/>
              <a:ext cx="117000" cy="238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690F037-0D96-DBC9-5927-A3C788864CA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086571" y="6107031"/>
                <a:ext cx="1256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95A7F63-4AAD-FCA7-6F3E-6EBE575F3F6B}"/>
                  </a:ext>
                </a:extLst>
              </p14:cNvPr>
              <p14:cNvContentPartPr/>
              <p14:nvPr/>
            </p14:nvContentPartPr>
            <p14:xfrm>
              <a:off x="8368451" y="6169311"/>
              <a:ext cx="185760" cy="141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95A7F63-4AAD-FCA7-6F3E-6EBE575F3F6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364131" y="6164991"/>
                <a:ext cx="1944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7BD92AD-4EF2-9C2C-FEFC-1CDE69BA9C5C}"/>
                  </a:ext>
                </a:extLst>
              </p14:cNvPr>
              <p14:cNvContentPartPr/>
              <p14:nvPr/>
            </p14:nvContentPartPr>
            <p14:xfrm>
              <a:off x="8611091" y="6192351"/>
              <a:ext cx="43920" cy="79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7BD92AD-4EF2-9C2C-FEFC-1CDE69BA9C5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606771" y="6188031"/>
                <a:ext cx="52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BB4CB23-052A-0A96-5423-915DCD007EFD}"/>
                  </a:ext>
                </a:extLst>
              </p14:cNvPr>
              <p14:cNvContentPartPr/>
              <p14:nvPr/>
            </p14:nvContentPartPr>
            <p14:xfrm>
              <a:off x="8680931" y="6227271"/>
              <a:ext cx="19800" cy="11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BB4CB23-052A-0A96-5423-915DCD007EF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676611" y="6222951"/>
                <a:ext cx="284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E1B5898-2196-29D6-EF3C-A53B6DAA899D}"/>
                  </a:ext>
                </a:extLst>
              </p14:cNvPr>
              <p14:cNvContentPartPr/>
              <p14:nvPr/>
            </p14:nvContentPartPr>
            <p14:xfrm>
              <a:off x="8730251" y="6099831"/>
              <a:ext cx="44640" cy="2106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E1B5898-2196-29D6-EF3C-A53B6DAA899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725931" y="6095511"/>
                <a:ext cx="532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20CAA74-C275-4189-CC8A-83CB22C7435E}"/>
                  </a:ext>
                </a:extLst>
              </p14:cNvPr>
              <p14:cNvContentPartPr/>
              <p14:nvPr/>
            </p14:nvContentPartPr>
            <p14:xfrm>
              <a:off x="8703971" y="6192351"/>
              <a:ext cx="79560" cy="57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20CAA74-C275-4189-CC8A-83CB22C7435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699651" y="6188031"/>
                <a:ext cx="882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15EA913-127E-1E1A-2069-320BF527441F}"/>
                  </a:ext>
                </a:extLst>
              </p14:cNvPr>
              <p14:cNvContentPartPr/>
              <p14:nvPr/>
            </p14:nvContentPartPr>
            <p14:xfrm>
              <a:off x="8518931" y="6052311"/>
              <a:ext cx="114480" cy="36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15EA913-127E-1E1A-2069-320BF527441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514611" y="6047631"/>
                <a:ext cx="1231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9D346D7-D73C-5CBE-D6EC-DFCC43FD2E66}"/>
                  </a:ext>
                </a:extLst>
              </p14:cNvPr>
              <p14:cNvContentPartPr/>
              <p14:nvPr/>
            </p14:nvContentPartPr>
            <p14:xfrm>
              <a:off x="8715851" y="5817231"/>
              <a:ext cx="98280" cy="630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9D346D7-D73C-5CBE-D6EC-DFCC43FD2E6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711531" y="5812911"/>
                <a:ext cx="1069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37BCAC1-19AF-F33E-E090-4E3C89B2ADFD}"/>
                  </a:ext>
                </a:extLst>
              </p14:cNvPr>
              <p14:cNvContentPartPr/>
              <p14:nvPr/>
            </p14:nvContentPartPr>
            <p14:xfrm>
              <a:off x="8754731" y="5937471"/>
              <a:ext cx="42480" cy="1080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37BCAC1-19AF-F33E-E090-4E3C89B2ADF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750411" y="5933151"/>
                <a:ext cx="511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A19A17A-BBD4-981D-94D4-99D2FDB9AB0D}"/>
                  </a:ext>
                </a:extLst>
              </p14:cNvPr>
              <p14:cNvContentPartPr/>
              <p14:nvPr/>
            </p14:nvContentPartPr>
            <p14:xfrm>
              <a:off x="9051011" y="5972391"/>
              <a:ext cx="24120" cy="241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A19A17A-BBD4-981D-94D4-99D2FDB9AB0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046691" y="5968071"/>
                <a:ext cx="3276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D8E3262-7179-A1B1-08E3-3CB458C09DB8}"/>
                  </a:ext>
                </a:extLst>
              </p14:cNvPr>
              <p14:cNvContentPartPr/>
              <p14:nvPr/>
            </p14:nvContentPartPr>
            <p14:xfrm>
              <a:off x="9097451" y="6157791"/>
              <a:ext cx="81000" cy="102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D8E3262-7179-A1B1-08E3-3CB458C09DB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093131" y="6153471"/>
                <a:ext cx="896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35BC63F-49AD-5C4F-1A92-68F5C80865C1}"/>
                  </a:ext>
                </a:extLst>
              </p14:cNvPr>
              <p14:cNvContentPartPr/>
              <p14:nvPr/>
            </p14:nvContentPartPr>
            <p14:xfrm>
              <a:off x="9178451" y="6030351"/>
              <a:ext cx="9360" cy="11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35BC63F-49AD-5C4F-1A92-68F5C80865C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174131" y="6026031"/>
                <a:ext cx="180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F37C47D-23D5-DDFA-DC57-41814C85701F}"/>
                  </a:ext>
                </a:extLst>
              </p14:cNvPr>
              <p14:cNvContentPartPr/>
              <p14:nvPr/>
            </p14:nvContentPartPr>
            <p14:xfrm>
              <a:off x="9224891" y="6034311"/>
              <a:ext cx="686520" cy="193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F37C47D-23D5-DDFA-DC57-41814C85701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220571" y="6029991"/>
                <a:ext cx="6951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94E0789-44B0-F105-ADBC-CADE2DE0600F}"/>
                  </a:ext>
                </a:extLst>
              </p14:cNvPr>
              <p14:cNvContentPartPr/>
              <p14:nvPr/>
            </p14:nvContentPartPr>
            <p14:xfrm>
              <a:off x="7799651" y="4061871"/>
              <a:ext cx="767160" cy="500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94E0789-44B0-F105-ADBC-CADE2DE0600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795331" y="4057551"/>
                <a:ext cx="77580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EBBA97F-233E-8784-A465-7087CA8C127F}"/>
                  </a:ext>
                </a:extLst>
              </p14:cNvPr>
              <p14:cNvContentPartPr/>
              <p14:nvPr/>
            </p14:nvContentPartPr>
            <p14:xfrm>
              <a:off x="7209611" y="4604391"/>
              <a:ext cx="534240" cy="918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EBBA97F-233E-8784-A465-7087CA8C127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205291" y="4600071"/>
                <a:ext cx="542880" cy="9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0959EC0-3859-6F24-6183-1739DE67341D}"/>
                  </a:ext>
                </a:extLst>
              </p14:cNvPr>
              <p14:cNvContentPartPr/>
              <p14:nvPr/>
            </p14:nvContentPartPr>
            <p14:xfrm>
              <a:off x="7188011" y="5522391"/>
              <a:ext cx="220320" cy="115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0959EC0-3859-6F24-6183-1739DE67341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183691" y="5518071"/>
                <a:ext cx="2289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F07CB0C-9314-1C82-34F3-EDE22545CAA5}"/>
                  </a:ext>
                </a:extLst>
              </p14:cNvPr>
              <p14:cNvContentPartPr/>
              <p14:nvPr/>
            </p14:nvContentPartPr>
            <p14:xfrm>
              <a:off x="6805691" y="6457311"/>
              <a:ext cx="244800" cy="247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F07CB0C-9314-1C82-34F3-EDE22545CAA5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801371" y="6452991"/>
                <a:ext cx="2534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A3C1D25-23EA-2CFF-A5F5-DA754762E6B7}"/>
                  </a:ext>
                </a:extLst>
              </p14:cNvPr>
              <p14:cNvContentPartPr/>
              <p14:nvPr/>
            </p14:nvContentPartPr>
            <p14:xfrm>
              <a:off x="7037171" y="6608151"/>
              <a:ext cx="93960" cy="115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A3C1D25-23EA-2CFF-A5F5-DA754762E6B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032851" y="6603831"/>
                <a:ext cx="1026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76985C-E5A5-02FF-7F3E-F4058E01A1BE}"/>
                  </a:ext>
                </a:extLst>
              </p14:cNvPr>
              <p14:cNvContentPartPr/>
              <p14:nvPr/>
            </p14:nvContentPartPr>
            <p14:xfrm>
              <a:off x="7280531" y="6597351"/>
              <a:ext cx="260640" cy="20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76985C-E5A5-02FF-7F3E-F4058E01A1B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276211" y="6593031"/>
                <a:ext cx="2692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0A40F2E-4B14-6A23-A65B-C81E5A092554}"/>
                  </a:ext>
                </a:extLst>
              </p14:cNvPr>
              <p14:cNvContentPartPr/>
              <p14:nvPr/>
            </p14:nvContentPartPr>
            <p14:xfrm>
              <a:off x="7314731" y="6657111"/>
              <a:ext cx="255960" cy="33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0A40F2E-4B14-6A23-A65B-C81E5A09255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310411" y="6652791"/>
                <a:ext cx="2646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9D54890-9CF8-5F8E-A199-C61FF47E6FFC}"/>
                  </a:ext>
                </a:extLst>
              </p14:cNvPr>
              <p14:cNvContentPartPr/>
              <p14:nvPr/>
            </p14:nvContentPartPr>
            <p14:xfrm>
              <a:off x="7755011" y="6423111"/>
              <a:ext cx="197640" cy="36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9D54890-9CF8-5F8E-A199-C61FF47E6FF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750691" y="6418791"/>
                <a:ext cx="206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15FC566-5621-A846-4138-C10F72B50FA4}"/>
                  </a:ext>
                </a:extLst>
              </p14:cNvPr>
              <p14:cNvContentPartPr/>
              <p14:nvPr/>
            </p14:nvContentPartPr>
            <p14:xfrm>
              <a:off x="7743131" y="6447231"/>
              <a:ext cx="659160" cy="333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15FC566-5621-A846-4138-C10F72B50FA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738811" y="6442911"/>
                <a:ext cx="6678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54E28E8-F2AF-3737-E025-95486CE1B0F0}"/>
                  </a:ext>
                </a:extLst>
              </p14:cNvPr>
              <p14:cNvContentPartPr/>
              <p14:nvPr/>
            </p14:nvContentPartPr>
            <p14:xfrm>
              <a:off x="8160371" y="6550551"/>
              <a:ext cx="138960" cy="918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54E28E8-F2AF-3737-E025-95486CE1B0F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156051" y="6546231"/>
                <a:ext cx="1476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6BA0ED4-E321-4506-107B-C7ADEEC883D7}"/>
                  </a:ext>
                </a:extLst>
              </p14:cNvPr>
              <p14:cNvContentPartPr/>
              <p14:nvPr/>
            </p14:nvContentPartPr>
            <p14:xfrm>
              <a:off x="8298971" y="6597351"/>
              <a:ext cx="55440" cy="128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6BA0ED4-E321-4506-107B-C7ADEEC883D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294651" y="6593031"/>
                <a:ext cx="6408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AF7992EC-96F2-033A-932C-50D82C4D2617}"/>
              </a:ext>
            </a:extLst>
          </p:cNvPr>
          <p:cNvGrpSpPr/>
          <p:nvPr/>
        </p:nvGrpSpPr>
        <p:grpSpPr>
          <a:xfrm>
            <a:off x="8657891" y="6516711"/>
            <a:ext cx="464040" cy="193320"/>
            <a:chOff x="8657891" y="6516711"/>
            <a:chExt cx="46404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53E633-3110-8236-2B85-82450249084F}"/>
                    </a:ext>
                  </a:extLst>
                </p14:cNvPr>
                <p14:cNvContentPartPr/>
                <p14:nvPr/>
              </p14:nvContentPartPr>
              <p14:xfrm>
                <a:off x="8657891" y="6567111"/>
                <a:ext cx="327600" cy="30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53E633-3110-8236-2B85-8245024908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53571" y="6562791"/>
                  <a:ext cx="336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438E09-2959-FBEC-7E73-5F76F2046B6A}"/>
                    </a:ext>
                  </a:extLst>
                </p14:cNvPr>
                <p14:cNvContentPartPr/>
                <p14:nvPr/>
              </p14:nvContentPartPr>
              <p14:xfrm>
                <a:off x="8981531" y="6516711"/>
                <a:ext cx="140400" cy="193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438E09-2959-FBEC-7E73-5F76F2046B6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77211" y="6512391"/>
                  <a:ext cx="1490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B11AD08-6C40-295B-2185-71F83F6F9714}"/>
              </a:ext>
            </a:extLst>
          </p:cNvPr>
          <p:cNvGrpSpPr/>
          <p:nvPr/>
        </p:nvGrpSpPr>
        <p:grpSpPr>
          <a:xfrm>
            <a:off x="9421811" y="6388911"/>
            <a:ext cx="789120" cy="430560"/>
            <a:chOff x="9421811" y="6388911"/>
            <a:chExt cx="78912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CDA704-6B99-24E4-BF0E-771B8DA0CF4A}"/>
                    </a:ext>
                  </a:extLst>
                </p14:cNvPr>
                <p14:cNvContentPartPr/>
                <p14:nvPr/>
              </p14:nvContentPartPr>
              <p14:xfrm>
                <a:off x="9666251" y="6388911"/>
                <a:ext cx="544680" cy="430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CDA704-6B99-24E4-BF0E-771B8DA0CF4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661931" y="6384591"/>
                  <a:ext cx="5533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13E171-D4F2-743C-6E28-3A578A8EA4B1}"/>
                    </a:ext>
                  </a:extLst>
                </p14:cNvPr>
                <p14:cNvContentPartPr/>
                <p14:nvPr/>
              </p14:nvContentPartPr>
              <p14:xfrm>
                <a:off x="9421811" y="6597351"/>
                <a:ext cx="122760" cy="134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13E171-D4F2-743C-6E28-3A578A8EA4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17491" y="6593031"/>
                  <a:ext cx="131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E078ACD-2B7C-FE86-E901-015A2480AEAC}"/>
                    </a:ext>
                  </a:extLst>
                </p14:cNvPr>
                <p14:cNvContentPartPr/>
                <p14:nvPr/>
              </p14:nvContentPartPr>
              <p14:xfrm>
                <a:off x="9583811" y="6666831"/>
                <a:ext cx="357120" cy="140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E078ACD-2B7C-FE86-E901-015A2480AEA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79491" y="6662511"/>
                  <a:ext cx="36576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26C33A2-5359-008B-CE5C-F936EC001178}"/>
                  </a:ext>
                </a:extLst>
              </p14:cNvPr>
              <p14:cNvContentPartPr/>
              <p14:nvPr/>
            </p14:nvContentPartPr>
            <p14:xfrm>
              <a:off x="9311651" y="80271"/>
              <a:ext cx="1883520" cy="835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26C33A2-5359-008B-CE5C-F936EC00117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307331" y="75951"/>
                <a:ext cx="1892160" cy="84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E7383AC-840B-EA1B-FB8A-5B6DC0AAB543}"/>
                  </a:ext>
                </a:extLst>
              </p14:cNvPr>
              <p14:cNvContentPartPr/>
              <p14:nvPr/>
            </p14:nvContentPartPr>
            <p14:xfrm>
              <a:off x="2093651" y="2429991"/>
              <a:ext cx="905760" cy="4298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E7383AC-840B-EA1B-FB8A-5B6DC0AAB54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89331" y="2425671"/>
                <a:ext cx="914400" cy="43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7A6298A5-C9F3-F30F-D0B8-056EE37F0594}"/>
              </a:ext>
            </a:extLst>
          </p:cNvPr>
          <p:cNvGrpSpPr/>
          <p:nvPr/>
        </p:nvGrpSpPr>
        <p:grpSpPr>
          <a:xfrm>
            <a:off x="1967291" y="67671"/>
            <a:ext cx="1181880" cy="518400"/>
            <a:chOff x="1967291" y="67671"/>
            <a:chExt cx="118188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34B08C-C701-1B4F-CD7C-EB59CEBD2A00}"/>
                    </a:ext>
                  </a:extLst>
                </p14:cNvPr>
                <p14:cNvContentPartPr/>
                <p14:nvPr/>
              </p14:nvContentPartPr>
              <p14:xfrm>
                <a:off x="2707091" y="67671"/>
                <a:ext cx="442080" cy="385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34B08C-C701-1B4F-CD7C-EB59CEBD2A0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02771" y="63351"/>
                  <a:ext cx="4507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E3ED17C-892E-C09E-272C-3CC454060E20}"/>
                    </a:ext>
                  </a:extLst>
                </p14:cNvPr>
                <p14:cNvContentPartPr/>
                <p14:nvPr/>
              </p14:nvContentPartPr>
              <p14:xfrm>
                <a:off x="1967291" y="289071"/>
                <a:ext cx="81180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E3ED17C-892E-C09E-272C-3CC454060E2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62971" y="284751"/>
                  <a:ext cx="820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D446BFB-9947-8B5E-9EAC-303779A4C1FD}"/>
                    </a:ext>
                  </a:extLst>
                </p14:cNvPr>
                <p14:cNvContentPartPr/>
                <p14:nvPr/>
              </p14:nvContentPartPr>
              <p14:xfrm>
                <a:off x="2311811" y="266391"/>
                <a:ext cx="363240" cy="319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446BFB-9947-8B5E-9EAC-303779A4C1F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307491" y="262071"/>
                  <a:ext cx="371880" cy="32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0EA517C-549B-2296-5EBD-BF90F80447BB}"/>
                  </a:ext>
                </a:extLst>
              </p14:cNvPr>
              <p14:cNvContentPartPr/>
              <p14:nvPr/>
            </p14:nvContentPartPr>
            <p14:xfrm>
              <a:off x="6147611" y="102591"/>
              <a:ext cx="671760" cy="4071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0EA517C-549B-2296-5EBD-BF90F80447B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143291" y="98271"/>
                <a:ext cx="6804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ADA2F3D-6083-8D44-9A4E-9006AECA0655}"/>
                  </a:ext>
                </a:extLst>
              </p14:cNvPr>
              <p14:cNvContentPartPr/>
              <p14:nvPr/>
            </p14:nvContentPartPr>
            <p14:xfrm>
              <a:off x="6655211" y="7314831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ADA2F3D-6083-8D44-9A4E-9006AECA06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0891" y="7310511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835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74B226F-34A4-B813-28E3-CF6B143059AE}"/>
                  </a:ext>
                </a:extLst>
              </p14:cNvPr>
              <p14:cNvContentPartPr/>
              <p14:nvPr/>
            </p14:nvContentPartPr>
            <p14:xfrm>
              <a:off x="6332181" y="843412"/>
              <a:ext cx="207720" cy="24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74B226F-34A4-B813-28E3-CF6B143059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7861" y="839092"/>
                <a:ext cx="21636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3C4760E-A932-F1D4-2760-106CEDFE2059}"/>
              </a:ext>
            </a:extLst>
          </p:cNvPr>
          <p:cNvGrpSpPr/>
          <p:nvPr/>
        </p:nvGrpSpPr>
        <p:grpSpPr>
          <a:xfrm>
            <a:off x="173301" y="566932"/>
            <a:ext cx="12420720" cy="1691640"/>
            <a:chOff x="173301" y="566932"/>
            <a:chExt cx="12420720" cy="169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70A84C-D1AD-7A02-AC28-F00C622D826F}"/>
                    </a:ext>
                  </a:extLst>
                </p14:cNvPr>
                <p14:cNvContentPartPr/>
                <p14:nvPr/>
              </p14:nvContentPartPr>
              <p14:xfrm>
                <a:off x="218661" y="763852"/>
                <a:ext cx="47880" cy="43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70A84C-D1AD-7A02-AC28-F00C622D82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4341" y="759532"/>
                  <a:ext cx="565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2D20A4-3861-2B1A-29C0-E3D212FF7463}"/>
                    </a:ext>
                  </a:extLst>
                </p14:cNvPr>
                <p14:cNvContentPartPr/>
                <p14:nvPr/>
              </p14:nvContentPartPr>
              <p14:xfrm>
                <a:off x="289221" y="660892"/>
                <a:ext cx="153360" cy="148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2D20A4-3861-2B1A-29C0-E3D212FF74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4901" y="656572"/>
                  <a:ext cx="162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921303-2610-68CB-50BF-E8BAA8171B05}"/>
                    </a:ext>
                  </a:extLst>
                </p14:cNvPr>
                <p14:cNvContentPartPr/>
                <p14:nvPr/>
              </p14:nvContentPartPr>
              <p14:xfrm>
                <a:off x="472461" y="693652"/>
                <a:ext cx="324360" cy="146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921303-2610-68CB-50BF-E8BAA8171B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8141" y="689332"/>
                  <a:ext cx="333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57E35F-FE2C-94BF-D747-E433A036AEEC}"/>
                    </a:ext>
                  </a:extLst>
                </p14:cNvPr>
                <p14:cNvContentPartPr/>
                <p14:nvPr/>
              </p14:nvContentPartPr>
              <p14:xfrm>
                <a:off x="924261" y="727852"/>
                <a:ext cx="91080" cy="107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57E35F-FE2C-94BF-D747-E433A036AE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9941" y="723532"/>
                  <a:ext cx="99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08A9A2-91FB-B312-2A71-B31744127ADE}"/>
                    </a:ext>
                  </a:extLst>
                </p14:cNvPr>
                <p14:cNvContentPartPr/>
                <p14:nvPr/>
              </p14:nvContentPartPr>
              <p14:xfrm>
                <a:off x="1028661" y="566932"/>
                <a:ext cx="254160" cy="301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08A9A2-91FB-B312-2A71-B31744127A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4341" y="562612"/>
                  <a:ext cx="2628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4DF6F4-A656-274A-67C4-42B6A67748F8}"/>
                    </a:ext>
                  </a:extLst>
                </p14:cNvPr>
                <p14:cNvContentPartPr/>
                <p14:nvPr/>
              </p14:nvContentPartPr>
              <p14:xfrm>
                <a:off x="1273101" y="601852"/>
                <a:ext cx="360" cy="20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4DF6F4-A656-274A-67C4-42B6A67748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68781" y="597532"/>
                  <a:ext cx="9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37BCF3-3D31-9D79-EADB-57D379EBFB39}"/>
                    </a:ext>
                  </a:extLst>
                </p14:cNvPr>
                <p14:cNvContentPartPr/>
                <p14:nvPr/>
              </p14:nvContentPartPr>
              <p14:xfrm>
                <a:off x="1318821" y="786532"/>
                <a:ext cx="195480" cy="106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37BCF3-3D31-9D79-EADB-57D379EBFB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4501" y="782212"/>
                  <a:ext cx="204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AF456B-6334-F41A-D918-F05397C038D4}"/>
                    </a:ext>
                  </a:extLst>
                </p14:cNvPr>
                <p14:cNvContentPartPr/>
                <p14:nvPr/>
              </p14:nvContentPartPr>
              <p14:xfrm>
                <a:off x="1503141" y="647932"/>
                <a:ext cx="347760" cy="264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AF456B-6334-F41A-D918-F05397C038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98821" y="643612"/>
                  <a:ext cx="356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FA4205B-A128-2283-A2C2-3274B70E80DE}"/>
                    </a:ext>
                  </a:extLst>
                </p14:cNvPr>
                <p14:cNvContentPartPr/>
                <p14:nvPr/>
              </p14:nvContentPartPr>
              <p14:xfrm>
                <a:off x="1956021" y="761692"/>
                <a:ext cx="542880" cy="14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FA4205B-A128-2283-A2C2-3274B70E80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51701" y="757372"/>
                  <a:ext cx="551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9C0B3F-1525-727D-E0DC-C928DF2130CA}"/>
                    </a:ext>
                  </a:extLst>
                </p14:cNvPr>
                <p14:cNvContentPartPr/>
                <p14:nvPr/>
              </p14:nvContentPartPr>
              <p14:xfrm>
                <a:off x="2500341" y="705172"/>
                <a:ext cx="162000" cy="182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9C0B3F-1525-727D-E0DC-C928DF2130C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96021" y="700852"/>
                  <a:ext cx="170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1B51E8-6575-1C48-3082-A8ED719A6ABC}"/>
                    </a:ext>
                  </a:extLst>
                </p14:cNvPr>
                <p14:cNvContentPartPr/>
                <p14:nvPr/>
              </p14:nvContentPartPr>
              <p14:xfrm>
                <a:off x="2916861" y="691852"/>
                <a:ext cx="273960" cy="291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1B51E8-6575-1C48-3082-A8ED719A6A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12541" y="687532"/>
                  <a:ext cx="282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179D919-2D68-0161-8234-3A2D7A355244}"/>
                    </a:ext>
                  </a:extLst>
                </p14:cNvPr>
                <p14:cNvContentPartPr/>
                <p14:nvPr/>
              </p14:nvContentPartPr>
              <p14:xfrm>
                <a:off x="3287301" y="691132"/>
                <a:ext cx="278280" cy="281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179D919-2D68-0161-8234-3A2D7A3552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82981" y="686812"/>
                  <a:ext cx="286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3AF89A-C4B3-0054-11FD-92958A38E0E0}"/>
                    </a:ext>
                  </a:extLst>
                </p14:cNvPr>
                <p14:cNvContentPartPr/>
                <p14:nvPr/>
              </p14:nvContentPartPr>
              <p14:xfrm>
                <a:off x="3609861" y="694372"/>
                <a:ext cx="165960" cy="269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3AF89A-C4B3-0054-11FD-92958A38E0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05541" y="690052"/>
                  <a:ext cx="1746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3D80C19-F9B4-8C3D-8CAC-8EEAD537344C}"/>
                    </a:ext>
                  </a:extLst>
                </p14:cNvPr>
                <p14:cNvContentPartPr/>
                <p14:nvPr/>
              </p14:nvContentPartPr>
              <p14:xfrm>
                <a:off x="3749541" y="732892"/>
                <a:ext cx="225720" cy="224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3D80C19-F9B4-8C3D-8CAC-8EEAD53734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45221" y="728572"/>
                  <a:ext cx="234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D7ABBA-D1FF-BEC2-BFAB-402AE95A096C}"/>
                    </a:ext>
                  </a:extLst>
                </p14:cNvPr>
                <p14:cNvContentPartPr/>
                <p14:nvPr/>
              </p14:nvContentPartPr>
              <p14:xfrm>
                <a:off x="4118901" y="705892"/>
                <a:ext cx="174240" cy="303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D7ABBA-D1FF-BEC2-BFAB-402AE95A096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14581" y="701572"/>
                  <a:ext cx="182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42246C-CF48-8416-2B90-E9506975DBB5}"/>
                    </a:ext>
                  </a:extLst>
                </p14:cNvPr>
                <p14:cNvContentPartPr/>
                <p14:nvPr/>
              </p14:nvContentPartPr>
              <p14:xfrm>
                <a:off x="4413381" y="867532"/>
                <a:ext cx="92160" cy="94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42246C-CF48-8416-2B90-E9506975DB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09061" y="863212"/>
                  <a:ext cx="100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07CDE4-C573-E4B4-132C-FE96F92310FD}"/>
                    </a:ext>
                  </a:extLst>
                </p14:cNvPr>
                <p14:cNvContentPartPr/>
                <p14:nvPr/>
              </p14:nvContentPartPr>
              <p14:xfrm>
                <a:off x="4548741" y="820012"/>
                <a:ext cx="279000" cy="13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07CDE4-C573-E4B4-132C-FE96F92310F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44421" y="815692"/>
                  <a:ext cx="287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A541CB9-AC10-F6AB-B3A6-BCAFB65C1468}"/>
                    </a:ext>
                  </a:extLst>
                </p14:cNvPr>
                <p14:cNvContentPartPr/>
                <p14:nvPr/>
              </p14:nvContentPartPr>
              <p14:xfrm>
                <a:off x="4801461" y="671332"/>
                <a:ext cx="14040" cy="273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A541CB9-AC10-F6AB-B3A6-BCAFB65C14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7141" y="667012"/>
                  <a:ext cx="22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40E0653-CA5D-36BD-86D4-4A00AD89CB77}"/>
                    </a:ext>
                  </a:extLst>
                </p14:cNvPr>
                <p14:cNvContentPartPr/>
                <p14:nvPr/>
              </p14:nvContentPartPr>
              <p14:xfrm>
                <a:off x="4873101" y="659452"/>
                <a:ext cx="80280" cy="263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40E0653-CA5D-36BD-86D4-4A00AD89CB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68781" y="655132"/>
                  <a:ext cx="88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30D3BBC-3D2C-4D7D-8A55-03AD24D7637F}"/>
                    </a:ext>
                  </a:extLst>
                </p14:cNvPr>
                <p14:cNvContentPartPr/>
                <p14:nvPr/>
              </p14:nvContentPartPr>
              <p14:xfrm>
                <a:off x="5150661" y="856372"/>
                <a:ext cx="10260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30D3BBC-3D2C-4D7D-8A55-03AD24D763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6341" y="852052"/>
                  <a:ext cx="111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754E3A-3101-D4A0-9030-585E99F45CEF}"/>
                    </a:ext>
                  </a:extLst>
                </p14:cNvPr>
                <p14:cNvContentPartPr/>
                <p14:nvPr/>
              </p14:nvContentPartPr>
              <p14:xfrm>
                <a:off x="5243181" y="786172"/>
                <a:ext cx="261360" cy="155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754E3A-3101-D4A0-9030-585E99F45C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38861" y="781852"/>
                  <a:ext cx="270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E48B6D-7ED3-A802-3AEC-4B62B08C7E17}"/>
                    </a:ext>
                  </a:extLst>
                </p14:cNvPr>
                <p14:cNvContentPartPr/>
                <p14:nvPr/>
              </p14:nvContentPartPr>
              <p14:xfrm>
                <a:off x="5185221" y="867892"/>
                <a:ext cx="207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E48B6D-7ED3-A802-3AEC-4B62B08C7E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80901" y="863572"/>
                  <a:ext cx="216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F5F273-EE17-A46E-7FE6-16D857FCAC71}"/>
                    </a:ext>
                  </a:extLst>
                </p14:cNvPr>
                <p14:cNvContentPartPr/>
                <p14:nvPr/>
              </p14:nvContentPartPr>
              <p14:xfrm>
                <a:off x="5694261" y="740092"/>
                <a:ext cx="249120" cy="222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F5F273-EE17-A46E-7FE6-16D857FCAC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89941" y="735772"/>
                  <a:ext cx="257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B604178-83FF-FE91-FBD8-5F01DCFF6A0B}"/>
                    </a:ext>
                  </a:extLst>
                </p14:cNvPr>
                <p14:cNvContentPartPr/>
                <p14:nvPr/>
              </p14:nvContentPartPr>
              <p14:xfrm>
                <a:off x="5901621" y="833332"/>
                <a:ext cx="189360" cy="131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B604178-83FF-FE91-FBD8-5F01DCFF6A0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97301" y="829012"/>
                  <a:ext cx="19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572B43-A069-C13D-117F-3CBA04948144}"/>
                    </a:ext>
                  </a:extLst>
                </p14:cNvPr>
                <p14:cNvContentPartPr/>
                <p14:nvPr/>
              </p14:nvContentPartPr>
              <p14:xfrm>
                <a:off x="6204021" y="855652"/>
                <a:ext cx="137520" cy="12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572B43-A069-C13D-117F-3CBA049481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99701" y="851332"/>
                  <a:ext cx="146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B3AA21-BEE8-144F-398E-4A870FB9C08D}"/>
                    </a:ext>
                  </a:extLst>
                </p14:cNvPr>
                <p14:cNvContentPartPr/>
                <p14:nvPr/>
              </p14:nvContentPartPr>
              <p14:xfrm>
                <a:off x="6351261" y="844492"/>
                <a:ext cx="213840" cy="119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B3AA21-BEE8-144F-398E-4A870FB9C0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46941" y="840172"/>
                  <a:ext cx="222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744769B-6DE7-8C89-13AF-29ADE7CB5C3C}"/>
                    </a:ext>
                  </a:extLst>
                </p14:cNvPr>
                <p14:cNvContentPartPr/>
                <p14:nvPr/>
              </p14:nvContentPartPr>
              <p14:xfrm>
                <a:off x="6643221" y="867892"/>
                <a:ext cx="185400" cy="96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744769B-6DE7-8C89-13AF-29ADE7CB5C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38901" y="863572"/>
                  <a:ext cx="194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4910603-C2FD-45E8-A231-B004191AB24B}"/>
                    </a:ext>
                  </a:extLst>
                </p14:cNvPr>
                <p14:cNvContentPartPr/>
                <p14:nvPr/>
              </p14:nvContentPartPr>
              <p14:xfrm>
                <a:off x="6840501" y="865732"/>
                <a:ext cx="379080" cy="1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4910603-C2FD-45E8-A231-B004191AB2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36181" y="861412"/>
                  <a:ext cx="387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4290B7-ABD7-1554-0C32-81F576816AC5}"/>
                    </a:ext>
                  </a:extLst>
                </p14:cNvPr>
                <p14:cNvContentPartPr/>
                <p14:nvPr/>
              </p14:nvContentPartPr>
              <p14:xfrm>
                <a:off x="7199061" y="810292"/>
                <a:ext cx="152280" cy="231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4290B7-ABD7-1554-0C32-81F576816A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94741" y="805972"/>
                  <a:ext cx="160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4F47799-4FEA-488C-6933-F94DB70DC8F0}"/>
                    </a:ext>
                  </a:extLst>
                </p14:cNvPr>
                <p14:cNvContentPartPr/>
                <p14:nvPr/>
              </p14:nvContentPartPr>
              <p14:xfrm>
                <a:off x="7483461" y="695812"/>
                <a:ext cx="354600" cy="209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4F47799-4FEA-488C-6933-F94DB70DC8F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79141" y="691492"/>
                  <a:ext cx="363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A851A11-379A-2B96-DF20-B032B8DC20BF}"/>
                    </a:ext>
                  </a:extLst>
                </p14:cNvPr>
                <p14:cNvContentPartPr/>
                <p14:nvPr/>
              </p14:nvContentPartPr>
              <p14:xfrm>
                <a:off x="7800261" y="705892"/>
                <a:ext cx="172800" cy="186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A851A11-379A-2B96-DF20-B032B8DC20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95941" y="701572"/>
                  <a:ext cx="181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877697C-29E3-03D4-810C-D36A50CD502E}"/>
                    </a:ext>
                  </a:extLst>
                </p14:cNvPr>
                <p14:cNvContentPartPr/>
                <p14:nvPr/>
              </p14:nvContentPartPr>
              <p14:xfrm>
                <a:off x="8090421" y="786172"/>
                <a:ext cx="265320" cy="12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877697C-29E3-03D4-810C-D36A50CD50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86101" y="781852"/>
                  <a:ext cx="273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E08930C-8DB7-5626-89B8-618A1349CB51}"/>
                    </a:ext>
                  </a:extLst>
                </p14:cNvPr>
                <p14:cNvContentPartPr/>
                <p14:nvPr/>
              </p14:nvContentPartPr>
              <p14:xfrm>
                <a:off x="8437821" y="659452"/>
                <a:ext cx="12960" cy="265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E08930C-8DB7-5626-89B8-618A1349CB5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33501" y="655132"/>
                  <a:ext cx="21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DB2CC5-101B-4894-D226-6595383EF0C9}"/>
                    </a:ext>
                  </a:extLst>
                </p14:cNvPr>
                <p14:cNvContentPartPr/>
                <p14:nvPr/>
              </p14:nvContentPartPr>
              <p14:xfrm>
                <a:off x="8437821" y="795892"/>
                <a:ext cx="961560" cy="114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DB2CC5-101B-4894-D226-6595383EF0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33501" y="791572"/>
                  <a:ext cx="970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0703FC1-C135-44D7-3A37-BB5AFA6313CA}"/>
                    </a:ext>
                  </a:extLst>
                </p14:cNvPr>
                <p14:cNvContentPartPr/>
                <p14:nvPr/>
              </p14:nvContentPartPr>
              <p14:xfrm>
                <a:off x="173301" y="1759252"/>
                <a:ext cx="174600" cy="253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0703FC1-C135-44D7-3A37-BB5AFA6313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8981" y="1754932"/>
                  <a:ext cx="183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BB14A3-5FBE-B06A-64E4-01525AD52197}"/>
                    </a:ext>
                  </a:extLst>
                </p14:cNvPr>
                <p14:cNvContentPartPr/>
                <p14:nvPr/>
              </p14:nvContentPartPr>
              <p14:xfrm>
                <a:off x="402981" y="1794172"/>
                <a:ext cx="378000" cy="197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BB14A3-5FBE-B06A-64E4-01525AD521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8661" y="1789852"/>
                  <a:ext cx="3866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2AF7840-BAEB-37DC-D5F9-9420F5095EB3}"/>
                    </a:ext>
                  </a:extLst>
                </p14:cNvPr>
                <p14:cNvContentPartPr/>
                <p14:nvPr/>
              </p14:nvContentPartPr>
              <p14:xfrm>
                <a:off x="855501" y="1643692"/>
                <a:ext cx="115200" cy="323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2AF7840-BAEB-37DC-D5F9-9420F5095E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181" y="1639372"/>
                  <a:ext cx="123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3DA630-88E8-3363-71D3-9623F79EEE11}"/>
                    </a:ext>
                  </a:extLst>
                </p14:cNvPr>
                <p14:cNvContentPartPr/>
                <p14:nvPr/>
              </p14:nvContentPartPr>
              <p14:xfrm>
                <a:off x="984021" y="1852132"/>
                <a:ext cx="32400" cy="10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3DA630-88E8-3363-71D3-9623F79EEE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9701" y="1847812"/>
                  <a:ext cx="41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345A234-CD71-5477-59FE-B9275C58E236}"/>
                    </a:ext>
                  </a:extLst>
                </p14:cNvPr>
                <p14:cNvContentPartPr/>
                <p14:nvPr/>
              </p14:nvContentPartPr>
              <p14:xfrm>
                <a:off x="1018221" y="1794172"/>
                <a:ext cx="9360" cy="11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345A234-CD71-5477-59FE-B9275C58E2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3901" y="1789852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D331743-8EEA-BD54-B6B2-3894F496CFAB}"/>
                    </a:ext>
                  </a:extLst>
                </p14:cNvPr>
                <p14:cNvContentPartPr/>
                <p14:nvPr/>
              </p14:nvContentPartPr>
              <p14:xfrm>
                <a:off x="1064661" y="1828372"/>
                <a:ext cx="74160" cy="125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D331743-8EEA-BD54-B6B2-3894F496CF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60341" y="1824052"/>
                  <a:ext cx="82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2F4DD53-61A6-8B3D-2E95-CB45F83C9439}"/>
                    </a:ext>
                  </a:extLst>
                </p14:cNvPr>
                <p14:cNvContentPartPr/>
                <p14:nvPr/>
              </p14:nvContentPartPr>
              <p14:xfrm>
                <a:off x="1253301" y="1643692"/>
                <a:ext cx="31680" cy="311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2F4DD53-61A6-8B3D-2E95-CB45F83C94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48981" y="1639372"/>
                  <a:ext cx="403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5403AEC-FDFE-0ECB-37A3-CBB544EC7824}"/>
                    </a:ext>
                  </a:extLst>
                </p14:cNvPr>
                <p14:cNvContentPartPr/>
                <p14:nvPr/>
              </p14:nvContentPartPr>
              <p14:xfrm>
                <a:off x="1203621" y="1797772"/>
                <a:ext cx="245520" cy="151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5403AEC-FDFE-0ECB-37A3-CBB544EC782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99301" y="1793452"/>
                  <a:ext cx="254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6EEA7DB-DF83-E8A2-915E-B432ACF5C50F}"/>
                    </a:ext>
                  </a:extLst>
                </p14:cNvPr>
                <p14:cNvContentPartPr/>
                <p14:nvPr/>
              </p14:nvContentPartPr>
              <p14:xfrm>
                <a:off x="1504581" y="1831252"/>
                <a:ext cx="283320" cy="358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6EEA7DB-DF83-E8A2-915E-B432ACF5C50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00261" y="1826932"/>
                  <a:ext cx="2919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AFECD2-AD20-6A15-3163-791A8D3C3759}"/>
                    </a:ext>
                  </a:extLst>
                </p14:cNvPr>
                <p14:cNvContentPartPr/>
                <p14:nvPr/>
              </p14:nvContentPartPr>
              <p14:xfrm>
                <a:off x="1898061" y="1824052"/>
                <a:ext cx="406800" cy="1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AFECD2-AD20-6A15-3163-791A8D3C37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93741" y="1819732"/>
                  <a:ext cx="415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ABB14B-2B2A-A00A-F06C-A4C8437EF563}"/>
                    </a:ext>
                  </a:extLst>
                </p14:cNvPr>
                <p14:cNvContentPartPr/>
                <p14:nvPr/>
              </p14:nvContentPartPr>
              <p14:xfrm>
                <a:off x="2119821" y="1770412"/>
                <a:ext cx="311760" cy="272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ABB14B-2B2A-A00A-F06C-A4C8437EF5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15501" y="1766092"/>
                  <a:ext cx="320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DF9B4B4-72D6-26F8-FC57-BAF4B468380E}"/>
                    </a:ext>
                  </a:extLst>
                </p14:cNvPr>
                <p14:cNvContentPartPr/>
                <p14:nvPr/>
              </p14:nvContentPartPr>
              <p14:xfrm>
                <a:off x="9490821" y="723532"/>
                <a:ext cx="642960" cy="75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DF9B4B4-72D6-26F8-FC57-BAF4B468380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86501" y="719212"/>
                  <a:ext cx="651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5CC283-095E-757B-3A5E-3A0C902F73B4}"/>
                    </a:ext>
                  </a:extLst>
                </p14:cNvPr>
                <p14:cNvContentPartPr/>
                <p14:nvPr/>
              </p14:nvContentPartPr>
              <p14:xfrm>
                <a:off x="9950901" y="647932"/>
                <a:ext cx="133560" cy="274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5CC283-095E-757B-3A5E-3A0C902F73B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46581" y="643612"/>
                  <a:ext cx="142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51077DB-A501-0BB7-1E29-874E3FBC5B78}"/>
                    </a:ext>
                  </a:extLst>
                </p14:cNvPr>
                <p14:cNvContentPartPr/>
                <p14:nvPr/>
              </p14:nvContentPartPr>
              <p14:xfrm>
                <a:off x="10193181" y="692932"/>
                <a:ext cx="284400" cy="239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51077DB-A501-0BB7-1E29-874E3FBC5B7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88861" y="688612"/>
                  <a:ext cx="293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ED0F504-E0D7-909D-D7FB-74530CC75DD4}"/>
                    </a:ext>
                  </a:extLst>
                </p14:cNvPr>
                <p14:cNvContentPartPr/>
                <p14:nvPr/>
              </p14:nvContentPartPr>
              <p14:xfrm>
                <a:off x="10382181" y="726772"/>
                <a:ext cx="180000" cy="14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ED0F504-E0D7-909D-D7FB-74530CC75DD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77861" y="722452"/>
                  <a:ext cx="188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7C5CFB7-2171-11C8-F2B3-8CB864CE5204}"/>
                    </a:ext>
                  </a:extLst>
                </p14:cNvPr>
                <p14:cNvContentPartPr/>
                <p14:nvPr/>
              </p14:nvContentPartPr>
              <p14:xfrm>
                <a:off x="10209021" y="894892"/>
                <a:ext cx="350280" cy="4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7C5CFB7-2171-11C8-F2B3-8CB864CE52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04701" y="890572"/>
                  <a:ext cx="358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B5C125-BC61-E692-11F5-19B3D58C84CB}"/>
                    </a:ext>
                  </a:extLst>
                </p14:cNvPr>
                <p14:cNvContentPartPr/>
                <p14:nvPr/>
              </p14:nvContentPartPr>
              <p14:xfrm>
                <a:off x="10580541" y="705892"/>
                <a:ext cx="278640" cy="220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B5C125-BC61-E692-11F5-19B3D58C84C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76221" y="701572"/>
                  <a:ext cx="287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6B1976-C799-6095-55C1-847CD2AEDCF5}"/>
                    </a:ext>
                  </a:extLst>
                </p14:cNvPr>
                <p14:cNvContentPartPr/>
                <p14:nvPr/>
              </p14:nvContentPartPr>
              <p14:xfrm>
                <a:off x="2673861" y="1678252"/>
                <a:ext cx="394200" cy="45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6B1976-C799-6095-55C1-847CD2AEDCF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69541" y="1673932"/>
                  <a:ext cx="4028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577E746-1275-EE7C-33FB-73A93A6509E5}"/>
                    </a:ext>
                  </a:extLst>
                </p14:cNvPr>
                <p14:cNvContentPartPr/>
                <p14:nvPr/>
              </p14:nvContentPartPr>
              <p14:xfrm>
                <a:off x="2691141" y="1747732"/>
                <a:ext cx="353160" cy="437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577E746-1275-EE7C-33FB-73A93A6509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86821" y="1743412"/>
                  <a:ext cx="3618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7785DC-25AA-A457-0687-FB48FADDB285}"/>
                    </a:ext>
                  </a:extLst>
                </p14:cNvPr>
                <p14:cNvContentPartPr/>
                <p14:nvPr/>
              </p14:nvContentPartPr>
              <p14:xfrm>
                <a:off x="3078141" y="1504012"/>
                <a:ext cx="172800" cy="280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7785DC-25AA-A457-0687-FB48FADDB28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73821" y="1499692"/>
                  <a:ext cx="181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1CDB80-5C7F-2062-7D10-81B3C29DC74D}"/>
                    </a:ext>
                  </a:extLst>
                </p14:cNvPr>
                <p14:cNvContentPartPr/>
                <p14:nvPr/>
              </p14:nvContentPartPr>
              <p14:xfrm>
                <a:off x="3529941" y="1620292"/>
                <a:ext cx="36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1CDB80-5C7F-2062-7D10-81B3C29DC7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25621" y="16159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7867C4-AB6A-E5BE-42F8-67E91AB6C6D9}"/>
                    </a:ext>
                  </a:extLst>
                </p14:cNvPr>
                <p14:cNvContentPartPr/>
                <p14:nvPr/>
              </p14:nvContentPartPr>
              <p14:xfrm>
                <a:off x="4188741" y="1411852"/>
                <a:ext cx="293400" cy="519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7867C4-AB6A-E5BE-42F8-67E91AB6C6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84421" y="1407532"/>
                  <a:ext cx="30204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097856E-50C6-4956-54E8-78F79BDC1D74}"/>
                    </a:ext>
                  </a:extLst>
                </p14:cNvPr>
                <p14:cNvContentPartPr/>
                <p14:nvPr/>
              </p14:nvContentPartPr>
              <p14:xfrm>
                <a:off x="4583301" y="1870492"/>
                <a:ext cx="422640" cy="5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097856E-50C6-4956-54E8-78F79BDC1D7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78981" y="1866172"/>
                  <a:ext cx="4312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7058BFF-6A8B-7F4B-C2EE-92DCB2047C99}"/>
                    </a:ext>
                  </a:extLst>
                </p14:cNvPr>
                <p14:cNvContentPartPr/>
                <p14:nvPr/>
              </p14:nvContentPartPr>
              <p14:xfrm>
                <a:off x="4792461" y="1782292"/>
                <a:ext cx="499680" cy="464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7058BFF-6A8B-7F4B-C2EE-92DCB2047C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88141" y="1777972"/>
                  <a:ext cx="5083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D2CB218-19A0-547F-0BA3-D7ADB98A58C2}"/>
                    </a:ext>
                  </a:extLst>
                </p14:cNvPr>
                <p14:cNvContentPartPr/>
                <p14:nvPr/>
              </p14:nvContentPartPr>
              <p14:xfrm>
                <a:off x="5496981" y="1608772"/>
                <a:ext cx="70920" cy="415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D2CB218-19A0-547F-0BA3-D7ADB98A58C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492661" y="1604452"/>
                  <a:ext cx="795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B06A838-7164-9BF3-31CA-7CB82871BE09}"/>
                    </a:ext>
                  </a:extLst>
                </p14:cNvPr>
                <p14:cNvContentPartPr/>
                <p14:nvPr/>
              </p14:nvContentPartPr>
              <p14:xfrm>
                <a:off x="5566101" y="1816852"/>
                <a:ext cx="185400" cy="129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B06A838-7164-9BF3-31CA-7CB82871BE0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61781" y="1812532"/>
                  <a:ext cx="194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2AE74F6-1DC0-2D33-24D0-7093074848E4}"/>
                    </a:ext>
                  </a:extLst>
                </p14:cNvPr>
                <p14:cNvContentPartPr/>
                <p14:nvPr/>
              </p14:nvContentPartPr>
              <p14:xfrm>
                <a:off x="5798661" y="1758172"/>
                <a:ext cx="154800" cy="142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2AE74F6-1DC0-2D33-24D0-7093074848E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94341" y="1753852"/>
                  <a:ext cx="163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05FAEBA-6E3A-94B0-68C8-0A4DCF9976E2}"/>
                    </a:ext>
                  </a:extLst>
                </p14:cNvPr>
                <p14:cNvContentPartPr/>
                <p14:nvPr/>
              </p14:nvContentPartPr>
              <p14:xfrm>
                <a:off x="5865261" y="1793812"/>
                <a:ext cx="369000" cy="464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05FAEBA-6E3A-94B0-68C8-0A4DCF9976E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60941" y="1789492"/>
                  <a:ext cx="3776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B0FA226-CFE6-6141-A8C3-11271CCA44B8}"/>
                    </a:ext>
                  </a:extLst>
                </p14:cNvPr>
                <p14:cNvContentPartPr/>
                <p14:nvPr/>
              </p14:nvContentPartPr>
              <p14:xfrm>
                <a:off x="6191421" y="1620292"/>
                <a:ext cx="211680" cy="327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B0FA226-CFE6-6141-A8C3-11271CCA44B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87101" y="1615972"/>
                  <a:ext cx="2203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3981C31-984C-0DAD-27B6-34303795DB4E}"/>
                    </a:ext>
                  </a:extLst>
                </p14:cNvPr>
                <p14:cNvContentPartPr/>
                <p14:nvPr/>
              </p14:nvContentPartPr>
              <p14:xfrm>
                <a:off x="6422901" y="1654852"/>
                <a:ext cx="370800" cy="293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3981C31-984C-0DAD-27B6-34303795DB4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18581" y="1650532"/>
                  <a:ext cx="379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E535C6A-321F-00CC-AD06-ABD445561536}"/>
                    </a:ext>
                  </a:extLst>
                </p14:cNvPr>
                <p14:cNvContentPartPr/>
                <p14:nvPr/>
              </p14:nvContentPartPr>
              <p14:xfrm>
                <a:off x="6898461" y="1782292"/>
                <a:ext cx="357480" cy="24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E535C6A-321F-00CC-AD06-ABD44556153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94141" y="1777972"/>
                  <a:ext cx="366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0E6D5D-519F-4A01-854E-E17580DC6F21}"/>
                    </a:ext>
                  </a:extLst>
                </p14:cNvPr>
                <p14:cNvContentPartPr/>
                <p14:nvPr/>
              </p14:nvContentPartPr>
              <p14:xfrm>
                <a:off x="6977301" y="1759252"/>
                <a:ext cx="293760" cy="309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0E6D5D-519F-4A01-854E-E17580DC6F2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72981" y="1754932"/>
                  <a:ext cx="302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A411A4B-6551-FFE3-5F3E-3BD29B355D2A}"/>
                    </a:ext>
                  </a:extLst>
                </p14:cNvPr>
                <p14:cNvContentPartPr/>
                <p14:nvPr/>
              </p14:nvContentPartPr>
              <p14:xfrm>
                <a:off x="8268981" y="1111252"/>
                <a:ext cx="53280" cy="444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A411A4B-6551-FFE3-5F3E-3BD29B355D2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64661" y="1106932"/>
                  <a:ext cx="619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D62B1F4-61F3-BDB4-0A04-0F200EA363BF}"/>
                    </a:ext>
                  </a:extLst>
                </p14:cNvPr>
                <p14:cNvContentPartPr/>
                <p14:nvPr/>
              </p14:nvContentPartPr>
              <p14:xfrm>
                <a:off x="8090781" y="1434892"/>
                <a:ext cx="547200" cy="22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D62B1F4-61F3-BDB4-0A04-0F200EA363B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86461" y="1430572"/>
                  <a:ext cx="555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ADF9063-4430-A085-C3DB-E041B6E8CFDB}"/>
                    </a:ext>
                  </a:extLst>
                </p14:cNvPr>
                <p14:cNvContentPartPr/>
                <p14:nvPr/>
              </p14:nvContentPartPr>
              <p14:xfrm>
                <a:off x="7557981" y="1699492"/>
                <a:ext cx="313560" cy="358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ADF9063-4430-A085-C3DB-E041B6E8CFD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553661" y="1695172"/>
                  <a:ext cx="3222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125A64-EB25-3114-A59D-602F69145F01}"/>
                    </a:ext>
                  </a:extLst>
                </p14:cNvPr>
                <p14:cNvContentPartPr/>
                <p14:nvPr/>
              </p14:nvContentPartPr>
              <p14:xfrm>
                <a:off x="7971261" y="1817212"/>
                <a:ext cx="73440" cy="266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125A64-EB25-3114-A59D-602F69145F0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66941" y="1812892"/>
                  <a:ext cx="820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51506C0-F439-6E37-141E-D42AE46676E2}"/>
                    </a:ext>
                  </a:extLst>
                </p14:cNvPr>
                <p14:cNvContentPartPr/>
                <p14:nvPr/>
              </p14:nvContentPartPr>
              <p14:xfrm>
                <a:off x="7916901" y="1815052"/>
                <a:ext cx="245520" cy="57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51506C0-F439-6E37-141E-D42AE46676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12581" y="1810732"/>
                  <a:ext cx="254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B4507BA-1136-A4D1-307B-957BDF9D2641}"/>
                    </a:ext>
                  </a:extLst>
                </p14:cNvPr>
                <p14:cNvContentPartPr/>
                <p14:nvPr/>
              </p14:nvContentPartPr>
              <p14:xfrm>
                <a:off x="7974861" y="2059852"/>
                <a:ext cx="376200" cy="26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B4507BA-1136-A4D1-307B-957BDF9D264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70541" y="2055532"/>
                  <a:ext cx="3848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50E1A84-6EF8-D7AC-731A-E63847925B99}"/>
                    </a:ext>
                  </a:extLst>
                </p14:cNvPr>
                <p14:cNvContentPartPr/>
                <p14:nvPr/>
              </p14:nvContentPartPr>
              <p14:xfrm>
                <a:off x="8310741" y="1805692"/>
                <a:ext cx="291960" cy="299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50E1A84-6EF8-D7AC-731A-E63847925B9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06421" y="1801372"/>
                  <a:ext cx="3006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5424D9C-725F-7B72-C4A9-CC42365DD62F}"/>
                    </a:ext>
                  </a:extLst>
                </p14:cNvPr>
                <p14:cNvContentPartPr/>
                <p14:nvPr/>
              </p14:nvContentPartPr>
              <p14:xfrm>
                <a:off x="8783781" y="1701292"/>
                <a:ext cx="127800" cy="360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5424D9C-725F-7B72-C4A9-CC42365DD6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79461" y="1696972"/>
                  <a:ext cx="1364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D821A7B-D0C4-C5B2-CE9B-F50E8BB43E01}"/>
                    </a:ext>
                  </a:extLst>
                </p14:cNvPr>
                <p14:cNvContentPartPr/>
                <p14:nvPr/>
              </p14:nvContentPartPr>
              <p14:xfrm>
                <a:off x="9063141" y="1689772"/>
                <a:ext cx="210240" cy="327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D821A7B-D0C4-C5B2-CE9B-F50E8BB43E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58821" y="1685452"/>
                  <a:ext cx="2188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A7047D4-B3D2-2567-66B9-864DE9D7782E}"/>
                    </a:ext>
                  </a:extLst>
                </p14:cNvPr>
                <p14:cNvContentPartPr/>
                <p14:nvPr/>
              </p14:nvContentPartPr>
              <p14:xfrm>
                <a:off x="9280941" y="1874812"/>
                <a:ext cx="139680" cy="124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A7047D4-B3D2-2567-66B9-864DE9D7782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76621" y="1870492"/>
                  <a:ext cx="148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7790188-8734-252F-8849-9B294EA4A4AB}"/>
                    </a:ext>
                  </a:extLst>
                </p14:cNvPr>
                <p14:cNvContentPartPr/>
                <p14:nvPr/>
              </p14:nvContentPartPr>
              <p14:xfrm>
                <a:off x="9421341" y="1863652"/>
                <a:ext cx="349200" cy="135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7790188-8734-252F-8849-9B294EA4A4A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17021" y="1859332"/>
                  <a:ext cx="357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DC56CA-13E8-9044-3B7B-FE1650B7648C}"/>
                    </a:ext>
                  </a:extLst>
                </p14:cNvPr>
                <p14:cNvContentPartPr/>
                <p14:nvPr/>
              </p14:nvContentPartPr>
              <p14:xfrm>
                <a:off x="9881421" y="1851772"/>
                <a:ext cx="277200" cy="145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DC56CA-13E8-9044-3B7B-FE1650B7648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77101" y="1847452"/>
                  <a:ext cx="285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B4E0A0E-2EB6-E34E-9838-31D7A6E3D561}"/>
                    </a:ext>
                  </a:extLst>
                </p14:cNvPr>
                <p14:cNvContentPartPr/>
                <p14:nvPr/>
              </p14:nvContentPartPr>
              <p14:xfrm>
                <a:off x="10323501" y="1851412"/>
                <a:ext cx="199800" cy="184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B4E0A0E-2EB6-E34E-9838-31D7A6E3D56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19181" y="1847092"/>
                  <a:ext cx="2084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C47B4BB-62DA-A64E-60A5-62FF6FCD6A47}"/>
                    </a:ext>
                  </a:extLst>
                </p14:cNvPr>
                <p14:cNvContentPartPr/>
                <p14:nvPr/>
              </p14:nvContentPartPr>
              <p14:xfrm>
                <a:off x="10496301" y="1793812"/>
                <a:ext cx="498240" cy="190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C47B4BB-62DA-A64E-60A5-62FF6FCD6A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91981" y="1789492"/>
                  <a:ext cx="5068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8B73F9E-A2D5-0BC6-37FE-3A51D0E21927}"/>
                    </a:ext>
                  </a:extLst>
                </p14:cNvPr>
                <p14:cNvContentPartPr/>
                <p14:nvPr/>
              </p14:nvContentPartPr>
              <p14:xfrm>
                <a:off x="11052501" y="1527772"/>
                <a:ext cx="437400" cy="455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8B73F9E-A2D5-0BC6-37FE-3A51D0E2192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48181" y="1523452"/>
                  <a:ext cx="4460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E0FF8AE-E37D-231A-36BF-F297EBE4C170}"/>
                    </a:ext>
                  </a:extLst>
                </p14:cNvPr>
                <p14:cNvContentPartPr/>
                <p14:nvPr/>
              </p14:nvContentPartPr>
              <p14:xfrm>
                <a:off x="11482341" y="1573852"/>
                <a:ext cx="366840" cy="432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E0FF8AE-E37D-231A-36BF-F297EBE4C17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78021" y="1569532"/>
                  <a:ext cx="37548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C08926-9A08-CE84-F914-AD58EC51471B}"/>
                    </a:ext>
                  </a:extLst>
                </p14:cNvPr>
                <p14:cNvContentPartPr/>
                <p14:nvPr/>
              </p14:nvContentPartPr>
              <p14:xfrm>
                <a:off x="11852421" y="1840252"/>
                <a:ext cx="119160" cy="98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C08926-9A08-CE84-F914-AD58EC51471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848101" y="1835932"/>
                  <a:ext cx="127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B79C170-6F8C-2CE6-0A8D-8CAE2C2F4F2F}"/>
                    </a:ext>
                  </a:extLst>
                </p14:cNvPr>
                <p14:cNvContentPartPr/>
                <p14:nvPr/>
              </p14:nvContentPartPr>
              <p14:xfrm>
                <a:off x="12002901" y="1828732"/>
                <a:ext cx="360" cy="12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B79C170-6F8C-2CE6-0A8D-8CAE2C2F4F2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998581" y="1824412"/>
                  <a:ext cx="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7FC3544-F7F8-4833-AF89-6381716FAED9}"/>
                    </a:ext>
                  </a:extLst>
                </p14:cNvPr>
                <p14:cNvContentPartPr/>
                <p14:nvPr/>
              </p14:nvContentPartPr>
              <p14:xfrm>
                <a:off x="12037461" y="1828732"/>
                <a:ext cx="54360" cy="119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7FC3544-F7F8-4833-AF89-6381716FAED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2033141" y="1824412"/>
                  <a:ext cx="63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7BC0BBA-08D5-AA40-70A0-7A96FA9EAAD1}"/>
                    </a:ext>
                  </a:extLst>
                </p14:cNvPr>
                <p14:cNvContentPartPr/>
                <p14:nvPr/>
              </p14:nvContentPartPr>
              <p14:xfrm>
                <a:off x="12118821" y="1782292"/>
                <a:ext cx="360" cy="21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7BC0BBA-08D5-AA40-70A0-7A96FA9EAA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14501" y="1777972"/>
                  <a:ext cx="9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FDBF630-7764-9897-FC49-406E0AB8EE5E}"/>
                    </a:ext>
                  </a:extLst>
                </p14:cNvPr>
                <p14:cNvContentPartPr/>
                <p14:nvPr/>
              </p14:nvContentPartPr>
              <p14:xfrm>
                <a:off x="12153381" y="1800652"/>
                <a:ext cx="234720" cy="1504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FDBF630-7764-9897-FC49-406E0AB8EE5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2149061" y="1796332"/>
                  <a:ext cx="243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2EB5FF4-FC90-1AC1-1EA3-9C6F0F7EB448}"/>
                    </a:ext>
                  </a:extLst>
                </p14:cNvPr>
                <p14:cNvContentPartPr/>
                <p14:nvPr/>
              </p14:nvContentPartPr>
              <p14:xfrm>
                <a:off x="12376941" y="1608772"/>
                <a:ext cx="217080" cy="455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2EB5FF4-FC90-1AC1-1EA3-9C6F0F7EB44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372621" y="1604452"/>
                  <a:ext cx="225720" cy="46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FC72E0C-C4BB-0FA5-F18E-4E1C72737DA5}"/>
              </a:ext>
            </a:extLst>
          </p:cNvPr>
          <p:cNvGrpSpPr/>
          <p:nvPr/>
        </p:nvGrpSpPr>
        <p:grpSpPr>
          <a:xfrm>
            <a:off x="75491" y="2164311"/>
            <a:ext cx="213840" cy="261720"/>
            <a:chOff x="75491" y="2164311"/>
            <a:chExt cx="21384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682CEDF-60E4-84C5-7DD0-1530E02EDF75}"/>
                    </a:ext>
                  </a:extLst>
                </p14:cNvPr>
                <p14:cNvContentPartPr/>
                <p14:nvPr/>
              </p14:nvContentPartPr>
              <p14:xfrm>
                <a:off x="75491" y="2164311"/>
                <a:ext cx="132120" cy="151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682CEDF-60E4-84C5-7DD0-1530E02EDF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1171" y="2159991"/>
                  <a:ext cx="140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231F1C3-63FF-E2FB-2B3A-BF4E868BA3C1}"/>
                    </a:ext>
                  </a:extLst>
                </p14:cNvPr>
                <p14:cNvContentPartPr/>
                <p14:nvPr/>
              </p14:nvContentPartPr>
              <p14:xfrm>
                <a:off x="139571" y="2175831"/>
                <a:ext cx="149760" cy="250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231F1C3-63FF-E2FB-2B3A-BF4E868BA3C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35251" y="2171511"/>
                  <a:ext cx="15840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169AEE2-A5EA-A2A4-FDB9-F0491E5D7D41}"/>
              </a:ext>
            </a:extLst>
          </p:cNvPr>
          <p:cNvGrpSpPr/>
          <p:nvPr/>
        </p:nvGrpSpPr>
        <p:grpSpPr>
          <a:xfrm>
            <a:off x="1631411" y="2881791"/>
            <a:ext cx="1957320" cy="707760"/>
            <a:chOff x="1631411" y="2881791"/>
            <a:chExt cx="1957320" cy="70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5BC0D44-245E-7909-5090-7B7F9220EFCD}"/>
                    </a:ext>
                  </a:extLst>
                </p14:cNvPr>
                <p14:cNvContentPartPr/>
                <p14:nvPr/>
              </p14:nvContentPartPr>
              <p14:xfrm>
                <a:off x="1631411" y="2939751"/>
                <a:ext cx="197640" cy="394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5BC0D44-245E-7909-5090-7B7F9220EFC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627091" y="2935431"/>
                  <a:ext cx="2062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ABB6B43-5E26-017E-60BB-119000A48B83}"/>
                    </a:ext>
                  </a:extLst>
                </p14:cNvPr>
                <p14:cNvContentPartPr/>
                <p14:nvPr/>
              </p14:nvContentPartPr>
              <p14:xfrm>
                <a:off x="1874771" y="3205431"/>
                <a:ext cx="115920" cy="38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ABB6B43-5E26-017E-60BB-119000A48B8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870451" y="3201111"/>
                  <a:ext cx="124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3F45BCC-E8FC-61C1-5823-3BD3A9DA5631}"/>
                    </a:ext>
                  </a:extLst>
                </p14:cNvPr>
                <p14:cNvContentPartPr/>
                <p14:nvPr/>
              </p14:nvContentPartPr>
              <p14:xfrm>
                <a:off x="2048651" y="3241071"/>
                <a:ext cx="35280" cy="172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3F45BCC-E8FC-61C1-5823-3BD3A9DA563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44331" y="3236751"/>
                  <a:ext cx="43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2487F4-C770-B711-080F-5FD0E035CB53}"/>
                    </a:ext>
                  </a:extLst>
                </p14:cNvPr>
                <p14:cNvContentPartPr/>
                <p14:nvPr/>
              </p14:nvContentPartPr>
              <p14:xfrm>
                <a:off x="2181491" y="3298311"/>
                <a:ext cx="28800" cy="85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2487F4-C770-B711-080F-5FD0E035CB5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177171" y="3293991"/>
                  <a:ext cx="37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2D6B2C9-AB20-E49A-D766-2636BCA7568C}"/>
                    </a:ext>
                  </a:extLst>
                </p14:cNvPr>
                <p14:cNvContentPartPr/>
                <p14:nvPr/>
              </p14:nvContentPartPr>
              <p14:xfrm>
                <a:off x="2349611" y="3125151"/>
                <a:ext cx="185400" cy="343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2D6B2C9-AB20-E49A-D766-2636BCA7568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345291" y="3120831"/>
                  <a:ext cx="1940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1D850C2-EA47-7DC9-AD4B-958A321F6039}"/>
                    </a:ext>
                  </a:extLst>
                </p14:cNvPr>
                <p14:cNvContentPartPr/>
                <p14:nvPr/>
              </p14:nvContentPartPr>
              <p14:xfrm>
                <a:off x="2503691" y="3228831"/>
                <a:ext cx="224280" cy="106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1D850C2-EA47-7DC9-AD4B-958A321F603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499371" y="3224511"/>
                  <a:ext cx="232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16B86A0-5298-0700-A079-93394F5F675A}"/>
                    </a:ext>
                  </a:extLst>
                </p14:cNvPr>
                <p14:cNvContentPartPr/>
                <p14:nvPr/>
              </p14:nvContentPartPr>
              <p14:xfrm>
                <a:off x="2743451" y="3264111"/>
                <a:ext cx="5040" cy="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6B86A0-5298-0700-A079-93394F5F675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739131" y="3259791"/>
                  <a:ext cx="1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964CCF6-C81D-5AB6-04FB-9BAE06272F64}"/>
                    </a:ext>
                  </a:extLst>
                </p14:cNvPr>
                <p14:cNvContentPartPr/>
                <p14:nvPr/>
              </p14:nvContentPartPr>
              <p14:xfrm>
                <a:off x="2858651" y="3264111"/>
                <a:ext cx="5040" cy="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964CCF6-C81D-5AB6-04FB-9BAE06272F6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854331" y="3259791"/>
                  <a:ext cx="1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14D9217-8385-665A-1D97-E65AF35403A5}"/>
                    </a:ext>
                  </a:extLst>
                </p14:cNvPr>
                <p14:cNvContentPartPr/>
                <p14:nvPr/>
              </p14:nvContentPartPr>
              <p14:xfrm>
                <a:off x="2916611" y="3264111"/>
                <a:ext cx="5040" cy="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14D9217-8385-665A-1D97-E65AF35403A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912291" y="3259791"/>
                  <a:ext cx="1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BC74DFA-1985-ACEC-044E-B252BD7473C7}"/>
                    </a:ext>
                  </a:extLst>
                </p14:cNvPr>
                <p14:cNvContentPartPr/>
                <p14:nvPr/>
              </p14:nvContentPartPr>
              <p14:xfrm>
                <a:off x="2963051" y="3264111"/>
                <a:ext cx="360" cy="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BC74DFA-1985-ACEC-044E-B252BD7473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58731" y="3259791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FB282FF-E9DD-ED2A-506B-F821C6A54ABF}"/>
                    </a:ext>
                  </a:extLst>
                </p14:cNvPr>
                <p14:cNvContentPartPr/>
                <p14:nvPr/>
              </p14:nvContentPartPr>
              <p14:xfrm>
                <a:off x="3125411" y="3078711"/>
                <a:ext cx="173520" cy="4485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FB282FF-E9DD-ED2A-506B-F821C6A54AB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121091" y="3074391"/>
                  <a:ext cx="1821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54254B1-0473-6042-40BC-70389BF0DD52}"/>
                    </a:ext>
                  </a:extLst>
                </p14:cNvPr>
                <p14:cNvContentPartPr/>
                <p14:nvPr/>
              </p14:nvContentPartPr>
              <p14:xfrm>
                <a:off x="3286691" y="3228471"/>
                <a:ext cx="104760" cy="77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54254B1-0473-6042-40BC-70389BF0DD5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282371" y="3224151"/>
                  <a:ext cx="113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13D99F2-E4E2-E9C7-D262-AA3A74853C67}"/>
                    </a:ext>
                  </a:extLst>
                </p14:cNvPr>
                <p14:cNvContentPartPr/>
                <p14:nvPr/>
              </p14:nvContentPartPr>
              <p14:xfrm>
                <a:off x="3342491" y="2881791"/>
                <a:ext cx="246240" cy="424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13D99F2-E4E2-E9C7-D262-AA3A74853C6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338171" y="2877471"/>
                  <a:ext cx="25488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F5BC4BB3-7FC2-5E7D-9DB1-D16CFA6186BC}"/>
              </a:ext>
            </a:extLst>
          </p:cNvPr>
          <p:cNvGrpSpPr/>
          <p:nvPr/>
        </p:nvGrpSpPr>
        <p:grpSpPr>
          <a:xfrm>
            <a:off x="508931" y="3112191"/>
            <a:ext cx="997560" cy="564840"/>
            <a:chOff x="508931" y="3112191"/>
            <a:chExt cx="997560" cy="5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D838D44-6D76-88FB-0A53-E118A4B6BF09}"/>
                    </a:ext>
                  </a:extLst>
                </p14:cNvPr>
                <p14:cNvContentPartPr/>
                <p14:nvPr/>
              </p14:nvContentPartPr>
              <p14:xfrm>
                <a:off x="508931" y="3206151"/>
                <a:ext cx="360" cy="470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D838D44-6D76-88FB-0A53-E118A4B6BF0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04611" y="3201831"/>
                  <a:ext cx="90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63AF08E-267F-2B02-3A90-FEDFE861642F}"/>
                    </a:ext>
                  </a:extLst>
                </p14:cNvPr>
                <p14:cNvContentPartPr/>
                <p14:nvPr/>
              </p14:nvContentPartPr>
              <p14:xfrm>
                <a:off x="508931" y="3112191"/>
                <a:ext cx="290880" cy="312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63AF08E-267F-2B02-3A90-FEDFE861642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04611" y="3107871"/>
                  <a:ext cx="2995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FCF9432-BB6D-92AE-26BB-63F3808754D0}"/>
                    </a:ext>
                  </a:extLst>
                </p14:cNvPr>
                <p14:cNvContentPartPr/>
                <p14:nvPr/>
              </p14:nvContentPartPr>
              <p14:xfrm>
                <a:off x="891251" y="3264111"/>
                <a:ext cx="360" cy="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FCF9432-BB6D-92AE-26BB-63F3808754D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6931" y="3259791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D96650-9F84-C63C-1E2F-3BAF1DC2E9B0}"/>
                    </a:ext>
                  </a:extLst>
                </p14:cNvPr>
                <p14:cNvContentPartPr/>
                <p14:nvPr/>
              </p14:nvContentPartPr>
              <p14:xfrm>
                <a:off x="844811" y="3386871"/>
                <a:ext cx="360" cy="5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D96650-9F84-C63C-1E2F-3BAF1DC2E9B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40491" y="3382551"/>
                  <a:ext cx="90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1A318EC-799E-137C-59B7-C6F08A5C9D6B}"/>
                    </a:ext>
                  </a:extLst>
                </p14:cNvPr>
                <p14:cNvContentPartPr/>
                <p14:nvPr/>
              </p14:nvContentPartPr>
              <p14:xfrm>
                <a:off x="1076651" y="3135591"/>
                <a:ext cx="429840" cy="414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1A318EC-799E-137C-59B7-C6F08A5C9D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72331" y="3131271"/>
                  <a:ext cx="4384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FE5EE9F-1BD5-B612-F66F-5CB88CDD9B6D}"/>
                    </a:ext>
                  </a:extLst>
                </p14:cNvPr>
                <p14:cNvContentPartPr/>
                <p14:nvPr/>
              </p14:nvContentPartPr>
              <p14:xfrm>
                <a:off x="1236491" y="3145311"/>
                <a:ext cx="155160" cy="107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FE5EE9F-1BD5-B612-F66F-5CB88CDD9B6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32171" y="3140991"/>
                  <a:ext cx="1638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96C6E5F-D379-B419-18BD-684838491D02}"/>
              </a:ext>
            </a:extLst>
          </p:cNvPr>
          <p:cNvGrpSpPr/>
          <p:nvPr/>
        </p:nvGrpSpPr>
        <p:grpSpPr>
          <a:xfrm>
            <a:off x="4099931" y="2916711"/>
            <a:ext cx="354960" cy="506160"/>
            <a:chOff x="4099931" y="2916711"/>
            <a:chExt cx="354960" cy="50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C1C9DDB-F3C9-C1E2-41D8-02F4522E92D1}"/>
                    </a:ext>
                  </a:extLst>
                </p14:cNvPr>
                <p14:cNvContentPartPr/>
                <p14:nvPr/>
              </p14:nvContentPartPr>
              <p14:xfrm>
                <a:off x="4099931" y="2916711"/>
                <a:ext cx="197280" cy="367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C1C9DDB-F3C9-C1E2-41D8-02F4522E92D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095611" y="2912391"/>
                  <a:ext cx="205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78C5795-7D29-70E9-8A10-9C689D633575}"/>
                    </a:ext>
                  </a:extLst>
                </p14:cNvPr>
                <p14:cNvContentPartPr/>
                <p14:nvPr/>
              </p14:nvContentPartPr>
              <p14:xfrm>
                <a:off x="4156451" y="3090231"/>
                <a:ext cx="298440" cy="332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78C5795-7D29-70E9-8A10-9C689D63357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152131" y="3085911"/>
                  <a:ext cx="30708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15D489A-2B9C-A93C-557C-8930D1794B33}"/>
              </a:ext>
            </a:extLst>
          </p:cNvPr>
          <p:cNvGrpSpPr/>
          <p:nvPr/>
        </p:nvGrpSpPr>
        <p:grpSpPr>
          <a:xfrm>
            <a:off x="4909101" y="2950852"/>
            <a:ext cx="1433880" cy="358920"/>
            <a:chOff x="4909101" y="2950852"/>
            <a:chExt cx="143388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018D2FA-5976-61CE-A387-2B283FE6A597}"/>
                    </a:ext>
                  </a:extLst>
                </p14:cNvPr>
                <p14:cNvContentPartPr/>
                <p14:nvPr/>
              </p14:nvContentPartPr>
              <p14:xfrm>
                <a:off x="4909101" y="3102412"/>
                <a:ext cx="242280" cy="141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018D2FA-5976-61CE-A387-2B283FE6A59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904781" y="3098092"/>
                  <a:ext cx="250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3FE6DCF-3DF9-F9FD-C812-CC580760DD99}"/>
                    </a:ext>
                  </a:extLst>
                </p14:cNvPr>
                <p14:cNvContentPartPr/>
                <p14:nvPr/>
              </p14:nvContentPartPr>
              <p14:xfrm>
                <a:off x="5197101" y="3171532"/>
                <a:ext cx="34560" cy="138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3FE6DCF-3DF9-F9FD-C812-CC580760DD9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192781" y="3167212"/>
                  <a:ext cx="43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3552696-7472-6107-1501-CF6389CAC86D}"/>
                    </a:ext>
                  </a:extLst>
                </p14:cNvPr>
                <p14:cNvContentPartPr/>
                <p14:nvPr/>
              </p14:nvContentPartPr>
              <p14:xfrm>
                <a:off x="5173701" y="3183412"/>
                <a:ext cx="115560" cy="46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3552696-7472-6107-1501-CF6389CAC86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69381" y="3179092"/>
                  <a:ext cx="124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559F704-E388-1399-541D-3067C92125B0}"/>
                    </a:ext>
                  </a:extLst>
                </p14:cNvPr>
                <p14:cNvContentPartPr/>
                <p14:nvPr/>
              </p14:nvContentPartPr>
              <p14:xfrm>
                <a:off x="5381781" y="3148852"/>
                <a:ext cx="195840" cy="23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559F704-E388-1399-541D-3067C92125B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377461" y="3144532"/>
                  <a:ext cx="204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26676AC-46DC-1922-6D8C-8B4EA8F331C4}"/>
                    </a:ext>
                  </a:extLst>
                </p14:cNvPr>
                <p14:cNvContentPartPr/>
                <p14:nvPr/>
              </p14:nvContentPartPr>
              <p14:xfrm>
                <a:off x="5405541" y="3206092"/>
                <a:ext cx="172800" cy="11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26676AC-46DC-1922-6D8C-8B4EA8F331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401221" y="3201772"/>
                  <a:ext cx="1814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72BD85C-628D-D525-E7EF-21A0F45891E6}"/>
                    </a:ext>
                  </a:extLst>
                </p14:cNvPr>
                <p14:cNvContentPartPr/>
                <p14:nvPr/>
              </p14:nvContentPartPr>
              <p14:xfrm>
                <a:off x="5949141" y="3113572"/>
                <a:ext cx="12960" cy="137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72BD85C-628D-D525-E7EF-21A0F45891E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44821" y="3109252"/>
                  <a:ext cx="21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52FBC2B-04E2-B17B-923A-9609FE42DE83}"/>
                    </a:ext>
                  </a:extLst>
                </p14:cNvPr>
                <p14:cNvContentPartPr/>
                <p14:nvPr/>
              </p14:nvContentPartPr>
              <p14:xfrm>
                <a:off x="5937621" y="3147772"/>
                <a:ext cx="126360" cy="58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52FBC2B-04E2-B17B-923A-9609FE42DE8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933301" y="3143452"/>
                  <a:ext cx="135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C87C3C9-9774-70A9-9462-C5C5CB6FA9B8}"/>
                    </a:ext>
                  </a:extLst>
                </p14:cNvPr>
                <p14:cNvContentPartPr/>
                <p14:nvPr/>
              </p14:nvContentPartPr>
              <p14:xfrm>
                <a:off x="6342621" y="3055612"/>
                <a:ext cx="360" cy="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C87C3C9-9774-70A9-9462-C5C5CB6FA9B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38301" y="305129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3C63450-AC40-FE24-D40E-8AA0D0576C77}"/>
                    </a:ext>
                  </a:extLst>
                </p14:cNvPr>
                <p14:cNvContentPartPr/>
                <p14:nvPr/>
              </p14:nvContentPartPr>
              <p14:xfrm>
                <a:off x="6296181" y="3113572"/>
                <a:ext cx="360" cy="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3C63450-AC40-FE24-D40E-8AA0D0576C7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91861" y="310925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310E495-3A6A-A23F-9932-E575932C3394}"/>
                    </a:ext>
                  </a:extLst>
                </p14:cNvPr>
                <p14:cNvContentPartPr/>
                <p14:nvPr/>
              </p14:nvContentPartPr>
              <p14:xfrm>
                <a:off x="6250821" y="2950852"/>
                <a:ext cx="53280" cy="29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310E495-3A6A-A23F-9932-E575932C339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46501" y="2946532"/>
                  <a:ext cx="61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2F4096B-8A3F-272F-8A2A-6511062279AB}"/>
                    </a:ext>
                  </a:extLst>
                </p14:cNvPr>
                <p14:cNvContentPartPr/>
                <p14:nvPr/>
              </p14:nvContentPartPr>
              <p14:xfrm>
                <a:off x="6122301" y="3102052"/>
                <a:ext cx="164520" cy="195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2F4096B-8A3F-272F-8A2A-6511062279A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17981" y="3097732"/>
                  <a:ext cx="1731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EBA9417-1F2A-E59F-4466-4881EE62FAE1}"/>
              </a:ext>
            </a:extLst>
          </p:cNvPr>
          <p:cNvGrpSpPr/>
          <p:nvPr/>
        </p:nvGrpSpPr>
        <p:grpSpPr>
          <a:xfrm>
            <a:off x="6689301" y="2696692"/>
            <a:ext cx="5755320" cy="764640"/>
            <a:chOff x="6689301" y="2696692"/>
            <a:chExt cx="5755320" cy="76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2354A0A-1B75-BBD5-D822-6E095FD6C7F2}"/>
                    </a:ext>
                  </a:extLst>
                </p14:cNvPr>
                <p14:cNvContentPartPr/>
                <p14:nvPr/>
              </p14:nvContentPartPr>
              <p14:xfrm>
                <a:off x="6689301" y="3055612"/>
                <a:ext cx="260280" cy="214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2354A0A-1B75-BBD5-D822-6E095FD6C7F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684981" y="3051292"/>
                  <a:ext cx="268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2CFD23B-8D99-B48F-B6DF-F62DD1B189B8}"/>
                    </a:ext>
                  </a:extLst>
                </p14:cNvPr>
                <p14:cNvContentPartPr/>
                <p14:nvPr/>
              </p14:nvContentPartPr>
              <p14:xfrm>
                <a:off x="7071261" y="3229492"/>
                <a:ext cx="25200" cy="195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2CFD23B-8D99-B48F-B6DF-F62DD1B189B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66941" y="3225172"/>
                  <a:ext cx="33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B0F77AE-AFB5-6DCC-E6D1-3C5EF25A777A}"/>
                    </a:ext>
                  </a:extLst>
                </p14:cNvPr>
                <p14:cNvContentPartPr/>
                <p14:nvPr/>
              </p14:nvContentPartPr>
              <p14:xfrm>
                <a:off x="7002501" y="3287452"/>
                <a:ext cx="243360" cy="23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B0F77AE-AFB5-6DCC-E6D1-3C5EF25A777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997821" y="3283132"/>
                  <a:ext cx="252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27F7265-030B-5AD6-3762-10F4DC2CC063}"/>
                    </a:ext>
                  </a:extLst>
                </p14:cNvPr>
                <p14:cNvContentPartPr/>
                <p14:nvPr/>
              </p14:nvContentPartPr>
              <p14:xfrm>
                <a:off x="7338021" y="3135532"/>
                <a:ext cx="14976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27F7265-030B-5AD6-3762-10F4DC2CC06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333701" y="3131212"/>
                  <a:ext cx="158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CEED658-18D5-F511-5891-016D2962C0AE}"/>
                    </a:ext>
                  </a:extLst>
                </p14:cNvPr>
                <p14:cNvContentPartPr/>
                <p14:nvPr/>
              </p14:nvContentPartPr>
              <p14:xfrm>
                <a:off x="7407501" y="3201772"/>
                <a:ext cx="231480" cy="40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CEED658-18D5-F511-5891-016D2962C0A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403181" y="3197452"/>
                  <a:ext cx="240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A0BA7E1-B9DE-D186-8B49-7E8C722D85D0}"/>
                    </a:ext>
                  </a:extLst>
                </p14:cNvPr>
                <p14:cNvContentPartPr/>
                <p14:nvPr/>
              </p14:nvContentPartPr>
              <p14:xfrm>
                <a:off x="7754901" y="2916652"/>
                <a:ext cx="370800" cy="327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A0BA7E1-B9DE-D186-8B49-7E8C722D85D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750581" y="2912332"/>
                  <a:ext cx="3794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5232AFC-8A80-1920-5B99-2D2D5AF79146}"/>
                    </a:ext>
                  </a:extLst>
                </p14:cNvPr>
                <p14:cNvContentPartPr/>
                <p14:nvPr/>
              </p14:nvContentPartPr>
              <p14:xfrm>
                <a:off x="8227221" y="3078292"/>
                <a:ext cx="175320" cy="198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5232AFC-8A80-1920-5B99-2D2D5AF7914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222901" y="3073972"/>
                  <a:ext cx="183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192EDF1-D3A6-3353-84B1-A9416FDA1AF8}"/>
                    </a:ext>
                  </a:extLst>
                </p14:cNvPr>
                <p14:cNvContentPartPr/>
                <p14:nvPr/>
              </p14:nvContentPartPr>
              <p14:xfrm>
                <a:off x="8436381" y="2789212"/>
                <a:ext cx="162360" cy="488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192EDF1-D3A6-3353-84B1-A9416FDA1AF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432061" y="2784892"/>
                  <a:ext cx="17100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3DCBA50-6C58-8361-02CE-34EF592778D8}"/>
                    </a:ext>
                  </a:extLst>
                </p14:cNvPr>
                <p14:cNvContentPartPr/>
                <p14:nvPr/>
              </p14:nvContentPartPr>
              <p14:xfrm>
                <a:off x="8750661" y="3090532"/>
                <a:ext cx="209520" cy="160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3DCBA50-6C58-8361-02CE-34EF592778D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746341" y="3086212"/>
                  <a:ext cx="218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C903B68-B171-BEE9-5693-C146089D58BE}"/>
                    </a:ext>
                  </a:extLst>
                </p14:cNvPr>
                <p14:cNvContentPartPr/>
                <p14:nvPr/>
              </p14:nvContentPartPr>
              <p14:xfrm>
                <a:off x="8981781" y="3217252"/>
                <a:ext cx="41760" cy="198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C903B68-B171-BEE9-5693-C146089D58B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77461" y="3212932"/>
                  <a:ext cx="50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CCE2C5B-2962-9617-DD7E-8CCC9DAC2AA7}"/>
                    </a:ext>
                  </a:extLst>
                </p14:cNvPr>
                <p14:cNvContentPartPr/>
                <p14:nvPr/>
              </p14:nvContentPartPr>
              <p14:xfrm>
                <a:off x="8958741" y="3241372"/>
                <a:ext cx="109440" cy="92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CCE2C5B-2962-9617-DD7E-8CCC9DAC2AA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954421" y="3237052"/>
                  <a:ext cx="118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51A7FA9-7CB1-E003-C926-EC8BF92A0CC4}"/>
                    </a:ext>
                  </a:extLst>
                </p14:cNvPr>
                <p14:cNvContentPartPr/>
                <p14:nvPr/>
              </p14:nvContentPartPr>
              <p14:xfrm>
                <a:off x="9039741" y="2900812"/>
                <a:ext cx="194040" cy="224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51A7FA9-7CB1-E003-C926-EC8BF92A0CC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35421" y="2896492"/>
                  <a:ext cx="202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A28CA0C-E2F6-3D3F-DFDF-949F1005E91E}"/>
                    </a:ext>
                  </a:extLst>
                </p14:cNvPr>
                <p14:cNvContentPartPr/>
                <p14:nvPr/>
              </p14:nvContentPartPr>
              <p14:xfrm>
                <a:off x="9248181" y="2974612"/>
                <a:ext cx="102600" cy="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A28CA0C-E2F6-3D3F-DFDF-949F1005E91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43861" y="2970292"/>
                  <a:ext cx="111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7FCB99D-8093-2CF9-00AE-C7033D9297AD}"/>
                    </a:ext>
                  </a:extLst>
                </p14:cNvPr>
                <p14:cNvContentPartPr/>
                <p14:nvPr/>
              </p14:nvContentPartPr>
              <p14:xfrm>
                <a:off x="9468141" y="2960212"/>
                <a:ext cx="82440" cy="185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7FCB99D-8093-2CF9-00AE-C7033D9297A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463821" y="2955892"/>
                  <a:ext cx="91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5CF716F-DD28-E6C2-77CA-5BF3E49BE7CE}"/>
                    </a:ext>
                  </a:extLst>
                </p14:cNvPr>
                <p14:cNvContentPartPr/>
                <p14:nvPr/>
              </p14:nvContentPartPr>
              <p14:xfrm>
                <a:off x="9479661" y="3120052"/>
                <a:ext cx="248760" cy="28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5CF716F-DD28-E6C2-77CA-5BF3E49BE7C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475341" y="3115732"/>
                  <a:ext cx="257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6B2050F-679D-F054-CE23-6A32FA54F113}"/>
                    </a:ext>
                  </a:extLst>
                </p14:cNvPr>
                <p14:cNvContentPartPr/>
                <p14:nvPr/>
              </p14:nvContentPartPr>
              <p14:xfrm>
                <a:off x="9793941" y="3333172"/>
                <a:ext cx="79560" cy="24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6B2050F-679D-F054-CE23-6A32FA54F11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789621" y="3328852"/>
                  <a:ext cx="88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D23F24F-68D0-19FD-1FFD-DD6AEEA5823A}"/>
                    </a:ext>
                  </a:extLst>
                </p14:cNvPr>
                <p14:cNvContentPartPr/>
                <p14:nvPr/>
              </p14:nvContentPartPr>
              <p14:xfrm>
                <a:off x="10104261" y="2940052"/>
                <a:ext cx="212760" cy="307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D23F24F-68D0-19FD-1FFD-DD6AEEA5823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099941" y="2935732"/>
                  <a:ext cx="221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3C2EB54-32EA-4046-AC7D-EC29C66A95BF}"/>
                    </a:ext>
                  </a:extLst>
                </p14:cNvPr>
                <p14:cNvContentPartPr/>
                <p14:nvPr/>
              </p14:nvContentPartPr>
              <p14:xfrm>
                <a:off x="10091661" y="3009172"/>
                <a:ext cx="290880" cy="21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3C2EB54-32EA-4046-AC7D-EC29C66A95B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087341" y="3004852"/>
                  <a:ext cx="299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B20DB22-6852-B325-768F-3952D7C85E87}"/>
                    </a:ext>
                  </a:extLst>
                </p14:cNvPr>
                <p14:cNvContentPartPr/>
                <p14:nvPr/>
              </p14:nvContentPartPr>
              <p14:xfrm>
                <a:off x="9737061" y="3321652"/>
                <a:ext cx="126000" cy="139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B20DB22-6852-B325-768F-3952D7C85E8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32741" y="3317332"/>
                  <a:ext cx="134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F81FF68-DBFF-318E-5F86-814D1595EC86}"/>
                    </a:ext>
                  </a:extLst>
                </p14:cNvPr>
                <p14:cNvContentPartPr/>
                <p14:nvPr/>
              </p14:nvContentPartPr>
              <p14:xfrm>
                <a:off x="10393701" y="2731612"/>
                <a:ext cx="210240" cy="577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F81FF68-DBFF-318E-5F86-814D1595EC8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389381" y="2727292"/>
                  <a:ext cx="21888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75B2A8F-8070-E3CD-3D0B-3BEE313C82BD}"/>
                    </a:ext>
                  </a:extLst>
                </p14:cNvPr>
                <p14:cNvContentPartPr/>
                <p14:nvPr/>
              </p14:nvContentPartPr>
              <p14:xfrm>
                <a:off x="10718061" y="2812252"/>
                <a:ext cx="146880" cy="23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75B2A8F-8070-E3CD-3D0B-3BEE313C82B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713741" y="2807932"/>
                  <a:ext cx="155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0C5F138-84C6-584A-F2DE-2C4FB866D242}"/>
                    </a:ext>
                  </a:extLst>
                </p14:cNvPr>
                <p14:cNvContentPartPr/>
                <p14:nvPr/>
              </p14:nvContentPartPr>
              <p14:xfrm>
                <a:off x="10706181" y="2777692"/>
                <a:ext cx="81720" cy="522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0C5F138-84C6-584A-F2DE-2C4FB866D24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01861" y="2773372"/>
                  <a:ext cx="9036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00F5F70-B7F9-541F-65C6-0DEF64E34085}"/>
                    </a:ext>
                  </a:extLst>
                </p14:cNvPr>
                <p14:cNvContentPartPr/>
                <p14:nvPr/>
              </p14:nvContentPartPr>
              <p14:xfrm>
                <a:off x="10833981" y="2882092"/>
                <a:ext cx="174600" cy="282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00F5F70-B7F9-541F-65C6-0DEF64E3408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829661" y="2877772"/>
                  <a:ext cx="183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02B75E1-E10C-12B8-FB4F-2188ACE06A59}"/>
                    </a:ext>
                  </a:extLst>
                </p14:cNvPr>
                <p14:cNvContentPartPr/>
                <p14:nvPr/>
              </p14:nvContentPartPr>
              <p14:xfrm>
                <a:off x="11012901" y="2812612"/>
                <a:ext cx="133560" cy="366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02B75E1-E10C-12B8-FB4F-2188ACE06A5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08581" y="2808292"/>
                  <a:ext cx="1422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CA73E53-5A89-92AC-B6FD-A38222E3B1AE}"/>
                    </a:ext>
                  </a:extLst>
                </p14:cNvPr>
                <p14:cNvContentPartPr/>
                <p14:nvPr/>
              </p14:nvContentPartPr>
              <p14:xfrm>
                <a:off x="10857021" y="2997652"/>
                <a:ext cx="346320" cy="3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CA73E53-5A89-92AC-B6FD-A38222E3B1A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852701" y="2993332"/>
                  <a:ext cx="354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BA02B50-A73C-A14F-C97B-BE7BD48C0B1B}"/>
                    </a:ext>
                  </a:extLst>
                </p14:cNvPr>
                <p14:cNvContentPartPr/>
                <p14:nvPr/>
              </p14:nvContentPartPr>
              <p14:xfrm>
                <a:off x="11145381" y="3123652"/>
                <a:ext cx="180000" cy="132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BA02B50-A73C-A14F-C97B-BE7BD48C0B1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141061" y="3119332"/>
                  <a:ext cx="188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08F99B8-4D44-3989-0D16-62011516552B}"/>
                    </a:ext>
                  </a:extLst>
                </p14:cNvPr>
                <p14:cNvContentPartPr/>
                <p14:nvPr/>
              </p14:nvContentPartPr>
              <p14:xfrm>
                <a:off x="11400261" y="3136252"/>
                <a:ext cx="8280" cy="1731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08F99B8-4D44-3989-0D16-62011516552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395941" y="3131932"/>
                  <a:ext cx="16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0224E21-20B1-1714-4491-EDB872461445}"/>
                    </a:ext>
                  </a:extLst>
                </p14:cNvPr>
                <p14:cNvContentPartPr/>
                <p14:nvPr/>
              </p14:nvContentPartPr>
              <p14:xfrm>
                <a:off x="11343021" y="3222292"/>
                <a:ext cx="235080" cy="53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0224E21-20B1-1714-4491-EDB87246144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338701" y="3217972"/>
                  <a:ext cx="243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064075E-35F3-6709-CC38-37310DB3650A}"/>
                    </a:ext>
                  </a:extLst>
                </p14:cNvPr>
                <p14:cNvContentPartPr/>
                <p14:nvPr/>
              </p14:nvContentPartPr>
              <p14:xfrm>
                <a:off x="11609421" y="3008452"/>
                <a:ext cx="184320" cy="12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064075E-35F3-6709-CC38-37310DB3650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605101" y="3004132"/>
                  <a:ext cx="192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8F1D2DD-17CD-6752-03D1-02DEBC32CD2E}"/>
                    </a:ext>
                  </a:extLst>
                </p14:cNvPr>
                <p14:cNvContentPartPr/>
                <p14:nvPr/>
              </p14:nvContentPartPr>
              <p14:xfrm>
                <a:off x="11667381" y="3102052"/>
                <a:ext cx="149400" cy="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8F1D2DD-17CD-6752-03D1-02DEBC32CD2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663061" y="3097732"/>
                  <a:ext cx="158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A86C67F-3A2C-442B-B494-E658A7DC8189}"/>
                    </a:ext>
                  </a:extLst>
                </p14:cNvPr>
                <p14:cNvContentPartPr/>
                <p14:nvPr/>
              </p14:nvContentPartPr>
              <p14:xfrm>
                <a:off x="12014421" y="2916652"/>
                <a:ext cx="151920" cy="424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A86C67F-3A2C-442B-B494-E658A7DC818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010101" y="2912332"/>
                  <a:ext cx="1605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D2D64DD-C452-1727-6F06-F703A4956BD9}"/>
                    </a:ext>
                  </a:extLst>
                </p14:cNvPr>
                <p14:cNvContentPartPr/>
                <p14:nvPr/>
              </p14:nvContentPartPr>
              <p14:xfrm>
                <a:off x="12211341" y="3044092"/>
                <a:ext cx="24120" cy="1375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D2D64DD-C452-1727-6F06-F703A4956BD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2207021" y="3039772"/>
                  <a:ext cx="32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FE4767B-363A-B470-E7F1-FE149E97CD6E}"/>
                    </a:ext>
                  </a:extLst>
                </p14:cNvPr>
                <p14:cNvContentPartPr/>
                <p14:nvPr/>
              </p14:nvContentPartPr>
              <p14:xfrm>
                <a:off x="12153381" y="3129412"/>
                <a:ext cx="154080" cy="7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FE4767B-363A-B470-E7F1-FE149E97CD6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149061" y="3125092"/>
                  <a:ext cx="1627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0546CF4-381A-129C-73A6-E0A77585043F}"/>
                    </a:ext>
                  </a:extLst>
                </p14:cNvPr>
                <p14:cNvContentPartPr/>
                <p14:nvPr/>
              </p14:nvContentPartPr>
              <p14:xfrm>
                <a:off x="12303861" y="2696692"/>
                <a:ext cx="140760" cy="514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0546CF4-381A-129C-73A6-E0A77585043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2299541" y="2692372"/>
                  <a:ext cx="149400" cy="52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C626546-4671-B39C-D270-F9513882FAB0}"/>
              </a:ext>
            </a:extLst>
          </p:cNvPr>
          <p:cNvGrpSpPr/>
          <p:nvPr/>
        </p:nvGrpSpPr>
        <p:grpSpPr>
          <a:xfrm>
            <a:off x="12824421" y="2152732"/>
            <a:ext cx="1244880" cy="939240"/>
            <a:chOff x="12824421" y="2152732"/>
            <a:chExt cx="1244880" cy="9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BCC7FE8-30BB-C528-6D42-D4B2B24449CF}"/>
                    </a:ext>
                  </a:extLst>
                </p14:cNvPr>
                <p14:cNvContentPartPr/>
                <p14:nvPr/>
              </p14:nvContentPartPr>
              <p14:xfrm>
                <a:off x="13042221" y="2926372"/>
                <a:ext cx="754920" cy="24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BCC7FE8-30BB-C528-6D42-D4B2B24449C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3037901" y="2922052"/>
                  <a:ext cx="76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1354F39-35E8-ACE2-8ED5-292EB5C56C05}"/>
                    </a:ext>
                  </a:extLst>
                </p14:cNvPr>
                <p14:cNvContentPartPr/>
                <p14:nvPr/>
              </p14:nvContentPartPr>
              <p14:xfrm>
                <a:off x="12882381" y="2812612"/>
                <a:ext cx="276840" cy="279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1354F39-35E8-ACE2-8ED5-292EB5C56C0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2878061" y="2808292"/>
                  <a:ext cx="285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7530C1D-40D4-7B7D-D7A6-076F9DC1BCC3}"/>
                    </a:ext>
                  </a:extLst>
                </p14:cNvPr>
                <p14:cNvContentPartPr/>
                <p14:nvPr/>
              </p14:nvContentPartPr>
              <p14:xfrm>
                <a:off x="12824421" y="2152732"/>
                <a:ext cx="232560" cy="466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7530C1D-40D4-7B7D-D7A6-076F9DC1BCC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2820101" y="2148412"/>
                  <a:ext cx="2412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090314A-B8A6-4A7A-AF74-2A1E83CF3D60}"/>
                    </a:ext>
                  </a:extLst>
                </p14:cNvPr>
                <p14:cNvContentPartPr/>
                <p14:nvPr/>
              </p14:nvContentPartPr>
              <p14:xfrm>
                <a:off x="12975621" y="2488252"/>
                <a:ext cx="151920" cy="1227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090314A-B8A6-4A7A-AF74-2A1E83CF3D6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971301" y="2483932"/>
                  <a:ext cx="160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B1649DA-3C2E-0259-1F94-1ED24E952827}"/>
                    </a:ext>
                  </a:extLst>
                </p14:cNvPr>
                <p14:cNvContentPartPr/>
                <p14:nvPr/>
              </p14:nvContentPartPr>
              <p14:xfrm>
                <a:off x="13160301" y="2546212"/>
                <a:ext cx="29520" cy="28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B1649DA-3C2E-0259-1F94-1ED24E95282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3155981" y="2541892"/>
                  <a:ext cx="38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96BB3D9-578B-12E6-C9B8-E2651E54584C}"/>
                    </a:ext>
                  </a:extLst>
                </p14:cNvPr>
                <p14:cNvContentPartPr/>
                <p14:nvPr/>
              </p14:nvContentPartPr>
              <p14:xfrm>
                <a:off x="13042581" y="2394652"/>
                <a:ext cx="567360" cy="4615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96BB3D9-578B-12E6-C9B8-E2651E54584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3038261" y="2390332"/>
                  <a:ext cx="5760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87B3331-A08C-EB52-D50D-DB58966FE55D}"/>
                    </a:ext>
                  </a:extLst>
                </p14:cNvPr>
                <p14:cNvContentPartPr/>
                <p14:nvPr/>
              </p14:nvContentPartPr>
              <p14:xfrm>
                <a:off x="13714341" y="2233372"/>
                <a:ext cx="354960" cy="3715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87B3331-A08C-EB52-D50D-DB58966FE55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3710021" y="2229052"/>
                  <a:ext cx="363600" cy="38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389DFEAA-60C0-DA65-C476-F0630358D675}"/>
                  </a:ext>
                </a:extLst>
              </p14:cNvPr>
              <p14:cNvContentPartPr/>
              <p14:nvPr/>
            </p14:nvContentPartPr>
            <p14:xfrm>
              <a:off x="10556061" y="5088172"/>
              <a:ext cx="7560" cy="504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389DFEAA-60C0-DA65-C476-F0630358D675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10551741" y="5083852"/>
                <a:ext cx="1620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7" name="Group 516">
            <a:extLst>
              <a:ext uri="{FF2B5EF4-FFF2-40B4-BE49-F238E27FC236}">
                <a16:creationId xmlns:a16="http://schemas.microsoft.com/office/drawing/2014/main" id="{0A67EAA2-0A8C-2B98-B08E-A7D235DDFC55}"/>
              </a:ext>
            </a:extLst>
          </p:cNvPr>
          <p:cNvGrpSpPr/>
          <p:nvPr/>
        </p:nvGrpSpPr>
        <p:grpSpPr>
          <a:xfrm>
            <a:off x="219381" y="3842572"/>
            <a:ext cx="7272000" cy="1357200"/>
            <a:chOff x="219381" y="3842572"/>
            <a:chExt cx="7272000" cy="13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BDCB104-64AE-E265-8465-CE79A8437952}"/>
                    </a:ext>
                  </a:extLst>
                </p14:cNvPr>
                <p14:cNvContentPartPr/>
                <p14:nvPr/>
              </p14:nvContentPartPr>
              <p14:xfrm>
                <a:off x="624381" y="3900532"/>
                <a:ext cx="116280" cy="3582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BDCB104-64AE-E265-8465-CE79A843795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20061" y="3896212"/>
                  <a:ext cx="1249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49041B0A-7FB5-85FF-D491-10B5D9B2C5ED}"/>
                    </a:ext>
                  </a:extLst>
                </p14:cNvPr>
                <p14:cNvContentPartPr/>
                <p14:nvPr/>
              </p14:nvContentPartPr>
              <p14:xfrm>
                <a:off x="437181" y="4004572"/>
                <a:ext cx="396360" cy="2545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49041B0A-7FB5-85FF-D491-10B5D9B2C5E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32861" y="4000252"/>
                  <a:ext cx="40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5E0C61A-8921-4555-E80E-213CA3FAFC5E}"/>
                    </a:ext>
                  </a:extLst>
                </p14:cNvPr>
                <p14:cNvContentPartPr/>
                <p14:nvPr/>
              </p14:nvContentPartPr>
              <p14:xfrm>
                <a:off x="1865661" y="3842572"/>
                <a:ext cx="114480" cy="4759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5E0C61A-8921-4555-E80E-213CA3FAFC5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861341" y="3838252"/>
                  <a:ext cx="1231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378AAC37-28F9-038F-34C2-29741DC38DBE}"/>
                    </a:ext>
                  </a:extLst>
                </p14:cNvPr>
                <p14:cNvContentPartPr/>
                <p14:nvPr/>
              </p14:nvContentPartPr>
              <p14:xfrm>
                <a:off x="1909581" y="4120132"/>
                <a:ext cx="246240" cy="1652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378AAC37-28F9-038F-34C2-29741DC38DB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905261" y="4115812"/>
                  <a:ext cx="254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3BE9CD1C-5192-3A3E-7EFD-FACDE9A4A4C0}"/>
                    </a:ext>
                  </a:extLst>
                </p14:cNvPr>
                <p14:cNvContentPartPr/>
                <p14:nvPr/>
              </p14:nvContentPartPr>
              <p14:xfrm>
                <a:off x="2302701" y="3865612"/>
                <a:ext cx="60120" cy="4078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3BE9CD1C-5192-3A3E-7EFD-FACDE9A4A4C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98381" y="3861292"/>
                  <a:ext cx="68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85DE30E-AF21-7747-7095-14B7635363BD}"/>
                    </a:ext>
                  </a:extLst>
                </p14:cNvPr>
                <p14:cNvContentPartPr/>
                <p14:nvPr/>
              </p14:nvContentPartPr>
              <p14:xfrm>
                <a:off x="2370381" y="4155052"/>
                <a:ext cx="251280" cy="928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85DE30E-AF21-7747-7095-14B7635363B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66061" y="4150732"/>
                  <a:ext cx="259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C2974EA-7637-42CA-4CC2-E073BD06F3BA}"/>
                    </a:ext>
                  </a:extLst>
                </p14:cNvPr>
                <p14:cNvContentPartPr/>
                <p14:nvPr/>
              </p14:nvContentPartPr>
              <p14:xfrm>
                <a:off x="2462541" y="4086292"/>
                <a:ext cx="858600" cy="417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C2974EA-7637-42CA-4CC2-E073BD06F3B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58221" y="4081972"/>
                  <a:ext cx="86724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DD85D884-9D8F-EB90-59F2-7EDF286ED553}"/>
                    </a:ext>
                  </a:extLst>
                </p14:cNvPr>
                <p14:cNvContentPartPr/>
                <p14:nvPr/>
              </p14:nvContentPartPr>
              <p14:xfrm>
                <a:off x="3356421" y="4127332"/>
                <a:ext cx="365040" cy="162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DD85D884-9D8F-EB90-59F2-7EDF286ED55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352101" y="4123012"/>
                  <a:ext cx="373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84473886-6C96-5260-3E62-0C3092233C9A}"/>
                    </a:ext>
                  </a:extLst>
                </p14:cNvPr>
                <p14:cNvContentPartPr/>
                <p14:nvPr/>
              </p14:nvContentPartPr>
              <p14:xfrm>
                <a:off x="3692301" y="4027972"/>
                <a:ext cx="198360" cy="3078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84473886-6C96-5260-3E62-0C3092233C9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687981" y="4023652"/>
                  <a:ext cx="207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5EE2597B-7E90-143E-D227-507322817CA4}"/>
                    </a:ext>
                  </a:extLst>
                </p14:cNvPr>
                <p14:cNvContentPartPr/>
                <p14:nvPr/>
              </p14:nvContentPartPr>
              <p14:xfrm>
                <a:off x="4004781" y="4096372"/>
                <a:ext cx="536760" cy="2008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5EE2597B-7E90-143E-D227-507322817CA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000461" y="4092052"/>
                  <a:ext cx="545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217D41-87CE-48C0-D4CB-98B1397E7063}"/>
                    </a:ext>
                  </a:extLst>
                </p14:cNvPr>
                <p14:cNvContentPartPr/>
                <p14:nvPr/>
              </p14:nvContentPartPr>
              <p14:xfrm>
                <a:off x="4483941" y="4247932"/>
                <a:ext cx="156600" cy="1742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217D41-87CE-48C0-D4CB-98B1397E706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479621" y="4243612"/>
                  <a:ext cx="165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796A23B-5422-4E40-9681-E26B12DE75D8}"/>
                    </a:ext>
                  </a:extLst>
                </p14:cNvPr>
                <p14:cNvContentPartPr/>
                <p14:nvPr/>
              </p14:nvContentPartPr>
              <p14:xfrm>
                <a:off x="4729101" y="4166932"/>
                <a:ext cx="39960" cy="1166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796A23B-5422-4E40-9681-E26B12DE75D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724781" y="4162612"/>
                  <a:ext cx="48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2EF77418-5608-4188-DED1-4667A3AC9E40}"/>
                    </a:ext>
                  </a:extLst>
                </p14:cNvPr>
                <p14:cNvContentPartPr/>
                <p14:nvPr/>
              </p14:nvContentPartPr>
              <p14:xfrm>
                <a:off x="4883901" y="4096732"/>
                <a:ext cx="205560" cy="1008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2EF77418-5608-4188-DED1-4667A3AC9E4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879581" y="4092412"/>
                  <a:ext cx="214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8DBB3012-9863-077B-5D59-3B57F26C3A8C}"/>
                    </a:ext>
                  </a:extLst>
                </p14:cNvPr>
                <p14:cNvContentPartPr/>
                <p14:nvPr/>
              </p14:nvContentPartPr>
              <p14:xfrm>
                <a:off x="5115741" y="4134892"/>
                <a:ext cx="246240" cy="1033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8DBB3012-9863-077B-5D59-3B57F26C3A8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111421" y="4130572"/>
                  <a:ext cx="254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F7589A5-5AF3-9180-F64D-515EB088F222}"/>
                    </a:ext>
                  </a:extLst>
                </p14:cNvPr>
                <p14:cNvContentPartPr/>
                <p14:nvPr/>
              </p14:nvContentPartPr>
              <p14:xfrm>
                <a:off x="312261" y="4238212"/>
                <a:ext cx="117000" cy="193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F7589A5-5AF3-9180-F64D-515EB088F22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07941" y="4233892"/>
                  <a:ext cx="125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AE28850-C539-A2C7-5B0B-3E375A45C472}"/>
                    </a:ext>
                  </a:extLst>
                </p14:cNvPr>
                <p14:cNvContentPartPr/>
                <p14:nvPr/>
              </p14:nvContentPartPr>
              <p14:xfrm>
                <a:off x="371661" y="4409932"/>
                <a:ext cx="198000" cy="1846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AE28850-C539-A2C7-5B0B-3E375A45C47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67341" y="4405612"/>
                  <a:ext cx="206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707460A4-7C76-CC9F-0F1D-C48EDAAE501E}"/>
                    </a:ext>
                  </a:extLst>
                </p14:cNvPr>
                <p14:cNvContentPartPr/>
                <p14:nvPr/>
              </p14:nvContentPartPr>
              <p14:xfrm>
                <a:off x="219381" y="4734292"/>
                <a:ext cx="334800" cy="1508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707460A4-7C76-CC9F-0F1D-C48EDAAE501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15061" y="4729972"/>
                  <a:ext cx="343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C61F034F-2383-9CB4-890A-E3EF69175F49}"/>
                    </a:ext>
                  </a:extLst>
                </p14:cNvPr>
                <p14:cNvContentPartPr/>
                <p14:nvPr/>
              </p14:nvContentPartPr>
              <p14:xfrm>
                <a:off x="519981" y="4780012"/>
                <a:ext cx="95040" cy="17244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C61F034F-2383-9CB4-890A-E3EF69175F4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15661" y="4775692"/>
                  <a:ext cx="103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74C7DF43-4E13-9113-5AA5-C88A75FD18EF}"/>
                    </a:ext>
                  </a:extLst>
                </p14:cNvPr>
                <p14:cNvContentPartPr/>
                <p14:nvPr/>
              </p14:nvContentPartPr>
              <p14:xfrm>
                <a:off x="778461" y="4687852"/>
                <a:ext cx="600120" cy="2224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74C7DF43-4E13-9113-5AA5-C88A75FD18E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74141" y="4683532"/>
                  <a:ext cx="608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D97D33B9-79B1-8FBE-FB68-D846D7E174A7}"/>
                    </a:ext>
                  </a:extLst>
                </p14:cNvPr>
                <p14:cNvContentPartPr/>
                <p14:nvPr/>
              </p14:nvContentPartPr>
              <p14:xfrm>
                <a:off x="1360221" y="4641412"/>
                <a:ext cx="64080" cy="2509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D97D33B9-79B1-8FBE-FB68-D846D7E174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355901" y="4637092"/>
                  <a:ext cx="72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63FC2C6-9331-0E6C-D755-CAEBCBFFBEB0}"/>
                    </a:ext>
                  </a:extLst>
                </p14:cNvPr>
                <p14:cNvContentPartPr/>
                <p14:nvPr/>
              </p14:nvContentPartPr>
              <p14:xfrm>
                <a:off x="1470021" y="4697572"/>
                <a:ext cx="457200" cy="1875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63FC2C6-9331-0E6C-D755-CAEBCBFFBEB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465701" y="4693252"/>
                  <a:ext cx="465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175AA6C-7EF3-2C59-7C53-83AA3C543FB7}"/>
                    </a:ext>
                  </a:extLst>
                </p14:cNvPr>
                <p14:cNvContentPartPr/>
                <p14:nvPr/>
              </p14:nvContentPartPr>
              <p14:xfrm>
                <a:off x="1921101" y="4815292"/>
                <a:ext cx="5040" cy="36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175AA6C-7EF3-2C59-7C53-83AA3C543FB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916781" y="4810972"/>
                  <a:ext cx="1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872DF117-37B7-4FD9-5ED5-116C8800320F}"/>
                    </a:ext>
                  </a:extLst>
                </p14:cNvPr>
                <p14:cNvContentPartPr/>
                <p14:nvPr/>
              </p14:nvContentPartPr>
              <p14:xfrm>
                <a:off x="1863501" y="4907452"/>
                <a:ext cx="360" cy="3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872DF117-37B7-4FD9-5ED5-116C880032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59181" y="49031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1783CEAD-9B81-1AA7-6F83-0A3CD06BFA7B}"/>
                    </a:ext>
                  </a:extLst>
                </p14:cNvPr>
                <p14:cNvContentPartPr/>
                <p14:nvPr/>
              </p14:nvContentPartPr>
              <p14:xfrm>
                <a:off x="2163021" y="4685332"/>
                <a:ext cx="302400" cy="18468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1783CEAD-9B81-1AA7-6F83-0A3CD06BFA7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158701" y="4681012"/>
                  <a:ext cx="311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30836862-1F9C-839E-B15D-3BC6E324A932}"/>
                    </a:ext>
                  </a:extLst>
                </p14:cNvPr>
                <p14:cNvContentPartPr/>
                <p14:nvPr/>
              </p14:nvContentPartPr>
              <p14:xfrm>
                <a:off x="2434101" y="4801612"/>
                <a:ext cx="356760" cy="1540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30836862-1F9C-839E-B15D-3BC6E324A93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429781" y="4797292"/>
                  <a:ext cx="365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6C0CBC1-AB5E-A381-2F50-0D8F302F22CC}"/>
                    </a:ext>
                  </a:extLst>
                </p14:cNvPr>
                <p14:cNvContentPartPr/>
                <p14:nvPr/>
              </p14:nvContentPartPr>
              <p14:xfrm>
                <a:off x="2774301" y="4548892"/>
                <a:ext cx="15480" cy="15768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6C0CBC1-AB5E-A381-2F50-0D8F302F22C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769981" y="4544572"/>
                  <a:ext cx="24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FB6C15EB-AF16-874B-F9A2-DF93390068B4}"/>
                    </a:ext>
                  </a:extLst>
                </p14:cNvPr>
                <p14:cNvContentPartPr/>
                <p14:nvPr/>
              </p14:nvContentPartPr>
              <p14:xfrm>
                <a:off x="2847381" y="4575892"/>
                <a:ext cx="172080" cy="13536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FB6C15EB-AF16-874B-F9A2-DF93390068B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843061" y="4571572"/>
                  <a:ext cx="180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AE83D5B3-D0E8-CD51-0F24-E8FDAEC3C1C8}"/>
                    </a:ext>
                  </a:extLst>
                </p14:cNvPr>
                <p14:cNvContentPartPr/>
                <p14:nvPr/>
              </p14:nvContentPartPr>
              <p14:xfrm>
                <a:off x="3252741" y="4671652"/>
                <a:ext cx="334440" cy="3960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AE83D5B3-D0E8-CD51-0F24-E8FDAEC3C1C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248421" y="4667332"/>
                  <a:ext cx="343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06164C4A-1BBF-3C2B-3507-21A1E08A750B}"/>
                    </a:ext>
                  </a:extLst>
                </p14:cNvPr>
                <p14:cNvContentPartPr/>
                <p14:nvPr/>
              </p14:nvContentPartPr>
              <p14:xfrm>
                <a:off x="3599781" y="4606852"/>
                <a:ext cx="117360" cy="2552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06164C4A-1BBF-3C2B-3507-21A1E08A750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595461" y="4602532"/>
                  <a:ext cx="1260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AE7A9655-DFFD-8891-8E37-49810BFADB4C}"/>
                    </a:ext>
                  </a:extLst>
                </p14:cNvPr>
                <p14:cNvContentPartPr/>
                <p14:nvPr/>
              </p14:nvContentPartPr>
              <p14:xfrm>
                <a:off x="3942141" y="4606852"/>
                <a:ext cx="28080" cy="2390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AE7A9655-DFFD-8891-8E37-49810BFADB4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937821" y="4602532"/>
                  <a:ext cx="36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0A7EA5D4-72E1-769C-6784-10FAC8D990EE}"/>
                    </a:ext>
                  </a:extLst>
                </p14:cNvPr>
                <p14:cNvContentPartPr/>
                <p14:nvPr/>
              </p14:nvContentPartPr>
              <p14:xfrm>
                <a:off x="3934941" y="4617292"/>
                <a:ext cx="202680" cy="244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0A7EA5D4-72E1-769C-6784-10FAC8D990E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930621" y="4612972"/>
                  <a:ext cx="211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C9C00309-DDA3-D0F7-E4A7-738D3B3FF80A}"/>
                    </a:ext>
                  </a:extLst>
                </p14:cNvPr>
                <p14:cNvContentPartPr/>
                <p14:nvPr/>
              </p14:nvContentPartPr>
              <p14:xfrm>
                <a:off x="3947181" y="4726732"/>
                <a:ext cx="188280" cy="7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C9C00309-DDA3-D0F7-E4A7-738D3B3FF80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942861" y="4722412"/>
                  <a:ext cx="1969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BE722FE7-A5D4-50FD-CA0D-955A65953A96}"/>
                    </a:ext>
                  </a:extLst>
                </p14:cNvPr>
                <p14:cNvContentPartPr/>
                <p14:nvPr/>
              </p14:nvContentPartPr>
              <p14:xfrm>
                <a:off x="4143021" y="4662292"/>
                <a:ext cx="604080" cy="17676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BE722FE7-A5D4-50FD-CA0D-955A65953A96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138701" y="4657972"/>
                  <a:ext cx="61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237AFEB-F39F-1705-EF10-1E396230AC4E}"/>
                    </a:ext>
                  </a:extLst>
                </p14:cNvPr>
                <p14:cNvContentPartPr/>
                <p14:nvPr/>
              </p14:nvContentPartPr>
              <p14:xfrm>
                <a:off x="4861221" y="4686772"/>
                <a:ext cx="429480" cy="129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237AFEB-F39F-1705-EF10-1E396230AC4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856901" y="4682452"/>
                  <a:ext cx="438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E6B4F37C-B366-2828-1466-5F0A2F7E866A}"/>
                    </a:ext>
                  </a:extLst>
                </p14:cNvPr>
                <p14:cNvContentPartPr/>
                <p14:nvPr/>
              </p14:nvContentPartPr>
              <p14:xfrm>
                <a:off x="5262621" y="4641412"/>
                <a:ext cx="110880" cy="2714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E6B4F37C-B366-2828-1466-5F0A2F7E866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258301" y="4637092"/>
                  <a:ext cx="1195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E4EC1A96-271D-9E9F-9560-309079656267}"/>
                    </a:ext>
                  </a:extLst>
                </p14:cNvPr>
                <p14:cNvContentPartPr/>
                <p14:nvPr/>
              </p14:nvContentPartPr>
              <p14:xfrm>
                <a:off x="5490141" y="4294012"/>
                <a:ext cx="796680" cy="2905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E4EC1A96-271D-9E9F-9560-30907965626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485821" y="4289692"/>
                  <a:ext cx="8053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89A85A91-BB9D-47D8-CB1A-4F762F53A8DA}"/>
                    </a:ext>
                  </a:extLst>
                </p14:cNvPr>
                <p14:cNvContentPartPr/>
                <p14:nvPr/>
              </p14:nvContentPartPr>
              <p14:xfrm>
                <a:off x="6366021" y="4304812"/>
                <a:ext cx="283680" cy="2556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89A85A91-BB9D-47D8-CB1A-4F762F53A8D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361701" y="4300492"/>
                  <a:ext cx="2923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21922EA-9854-4BAE-3F92-F38D80301218}"/>
                    </a:ext>
                  </a:extLst>
                </p14:cNvPr>
                <p14:cNvContentPartPr/>
                <p14:nvPr/>
              </p14:nvContentPartPr>
              <p14:xfrm>
                <a:off x="5533341" y="4687492"/>
                <a:ext cx="624240" cy="1940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21922EA-9854-4BAE-3F92-F38D8030121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529021" y="4683172"/>
                  <a:ext cx="632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FA24F26B-1B86-4468-CD0E-94F22D945350}"/>
                    </a:ext>
                  </a:extLst>
                </p14:cNvPr>
                <p14:cNvContentPartPr/>
                <p14:nvPr/>
              </p14:nvContentPartPr>
              <p14:xfrm>
                <a:off x="6423261" y="4664452"/>
                <a:ext cx="205200" cy="23364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FA24F26B-1B86-4468-CD0E-94F22D94535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418941" y="4660132"/>
                  <a:ext cx="213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6828D315-C35F-BFE3-CB60-DDE64B3167AC}"/>
                    </a:ext>
                  </a:extLst>
                </p14:cNvPr>
                <p14:cNvContentPartPr/>
                <p14:nvPr/>
              </p14:nvContentPartPr>
              <p14:xfrm>
                <a:off x="5474301" y="4976932"/>
                <a:ext cx="590040" cy="19944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6828D315-C35F-BFE3-CB60-DDE64B3167A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469981" y="4972612"/>
                  <a:ext cx="598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1BA43C9-47C1-58B9-4BD0-3148F911C0CD}"/>
                    </a:ext>
                  </a:extLst>
                </p14:cNvPr>
                <p14:cNvContentPartPr/>
                <p14:nvPr/>
              </p14:nvContentPartPr>
              <p14:xfrm>
                <a:off x="6330741" y="4976572"/>
                <a:ext cx="186120" cy="22320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1BA43C9-47C1-58B9-4BD0-3148F911C0C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326421" y="4972252"/>
                  <a:ext cx="194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AE4EB12C-3A21-177B-9763-745A36BC0F2D}"/>
                    </a:ext>
                  </a:extLst>
                </p14:cNvPr>
                <p14:cNvContentPartPr/>
                <p14:nvPr/>
              </p14:nvContentPartPr>
              <p14:xfrm>
                <a:off x="6852381" y="4746172"/>
                <a:ext cx="636480" cy="691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AE4EB12C-3A21-177B-9763-745A36BC0F2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848061" y="4741852"/>
                  <a:ext cx="645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3D582368-AE1B-B042-D786-AA8DA665D610}"/>
                    </a:ext>
                  </a:extLst>
                </p14:cNvPr>
                <p14:cNvContentPartPr/>
                <p14:nvPr/>
              </p14:nvContentPartPr>
              <p14:xfrm>
                <a:off x="7223541" y="4710532"/>
                <a:ext cx="267840" cy="3704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3D582368-AE1B-B042-D786-AA8DA665D61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219221" y="4706212"/>
                  <a:ext cx="27648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48574EE4-C2B7-0A6A-DC6A-AE84A2469976}"/>
              </a:ext>
            </a:extLst>
          </p:cNvPr>
          <p:cNvGrpSpPr/>
          <p:nvPr/>
        </p:nvGrpSpPr>
        <p:grpSpPr>
          <a:xfrm>
            <a:off x="8124621" y="4132012"/>
            <a:ext cx="2968920" cy="763560"/>
            <a:chOff x="8124621" y="4132012"/>
            <a:chExt cx="2968920" cy="76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826F77B2-D85F-FEB0-BE83-319C609CB3FD}"/>
                    </a:ext>
                  </a:extLst>
                </p14:cNvPr>
                <p14:cNvContentPartPr/>
                <p14:nvPr/>
              </p14:nvContentPartPr>
              <p14:xfrm>
                <a:off x="8124621" y="4386892"/>
                <a:ext cx="222120" cy="4759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826F77B2-D85F-FEB0-BE83-319C609CB3F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120301" y="4382572"/>
                  <a:ext cx="2307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D7BAD0C-4D8C-6D11-6450-18143577DF2A}"/>
                    </a:ext>
                  </a:extLst>
                </p14:cNvPr>
                <p14:cNvContentPartPr/>
                <p14:nvPr/>
              </p14:nvContentPartPr>
              <p14:xfrm>
                <a:off x="8484261" y="4710532"/>
                <a:ext cx="462240" cy="3528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D7BAD0C-4D8C-6D11-6450-18143577DF2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479941" y="4706212"/>
                  <a:ext cx="470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CC8FE693-070D-52E1-38EF-64E8BFAACC68}"/>
                    </a:ext>
                  </a:extLst>
                </p14:cNvPr>
                <p14:cNvContentPartPr/>
                <p14:nvPr/>
              </p14:nvContentPartPr>
              <p14:xfrm>
                <a:off x="8900781" y="4433332"/>
                <a:ext cx="357480" cy="36216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CC8FE693-070D-52E1-38EF-64E8BFAACC6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896461" y="4429012"/>
                  <a:ext cx="3661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B1A92150-C133-0E95-45F7-E256F5096705}"/>
                    </a:ext>
                  </a:extLst>
                </p14:cNvPr>
                <p14:cNvContentPartPr/>
                <p14:nvPr/>
              </p14:nvContentPartPr>
              <p14:xfrm>
                <a:off x="9294621" y="4542412"/>
                <a:ext cx="666360" cy="3024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B1A92150-C133-0E95-45F7-E256F509670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290301" y="4538092"/>
                  <a:ext cx="675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80799198-FB65-FC10-B87B-825E294A2C7B}"/>
                    </a:ext>
                  </a:extLst>
                </p14:cNvPr>
                <p14:cNvContentPartPr/>
                <p14:nvPr/>
              </p14:nvContentPartPr>
              <p14:xfrm>
                <a:off x="9712941" y="4421092"/>
                <a:ext cx="301320" cy="4744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80799198-FB65-FC10-B87B-825E294A2C7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708621" y="4416772"/>
                  <a:ext cx="3099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3E0A6A6D-9814-F18B-FB9B-FEFAB177623E}"/>
                    </a:ext>
                  </a:extLst>
                </p14:cNvPr>
                <p14:cNvContentPartPr/>
                <p14:nvPr/>
              </p14:nvContentPartPr>
              <p14:xfrm>
                <a:off x="10266981" y="4557172"/>
                <a:ext cx="823320" cy="1792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3E0A6A6D-9814-F18B-FB9B-FEFAB177623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262661" y="4552852"/>
                  <a:ext cx="831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F8EDF037-BD82-F29B-7EFB-A0DC12A41280}"/>
                    </a:ext>
                  </a:extLst>
                </p14:cNvPr>
                <p14:cNvContentPartPr/>
                <p14:nvPr/>
              </p14:nvContentPartPr>
              <p14:xfrm>
                <a:off x="11076621" y="4132012"/>
                <a:ext cx="16920" cy="5155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F8EDF037-BD82-F29B-7EFB-A0DC12A4128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072301" y="4127692"/>
                  <a:ext cx="25560" cy="52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7117F1-6472-241E-114E-967F14AA3DE4}"/>
              </a:ext>
            </a:extLst>
          </p:cNvPr>
          <p:cNvGrpSpPr/>
          <p:nvPr/>
        </p:nvGrpSpPr>
        <p:grpSpPr>
          <a:xfrm>
            <a:off x="3283502" y="1393068"/>
            <a:ext cx="874440" cy="343800"/>
            <a:chOff x="3283502" y="1393068"/>
            <a:chExt cx="87444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472B96-BD12-8E1D-8228-4A4F0F849720}"/>
                    </a:ext>
                  </a:extLst>
                </p14:cNvPr>
                <p14:cNvContentPartPr/>
                <p14:nvPr/>
              </p14:nvContentPartPr>
              <p14:xfrm>
                <a:off x="3283502" y="1393068"/>
                <a:ext cx="154080" cy="322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472B96-BD12-8E1D-8228-4A4F0F84972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279182" y="1388748"/>
                  <a:ext cx="1627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0CA883A-7CAC-3469-5033-F814E8277628}"/>
                    </a:ext>
                  </a:extLst>
                </p14:cNvPr>
                <p14:cNvContentPartPr/>
                <p14:nvPr/>
              </p14:nvContentPartPr>
              <p14:xfrm>
                <a:off x="3466742" y="1563348"/>
                <a:ext cx="432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0CA883A-7CAC-3469-5033-F814E827762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462422" y="155902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67B85FF-D1A6-875A-4A9F-D592457E6BC4}"/>
                    </a:ext>
                  </a:extLst>
                </p14:cNvPr>
                <p14:cNvContentPartPr/>
                <p14:nvPr/>
              </p14:nvContentPartPr>
              <p14:xfrm>
                <a:off x="3460622" y="1582788"/>
                <a:ext cx="697320" cy="154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67B85FF-D1A6-875A-4A9F-D592457E6BC4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456302" y="1578468"/>
                  <a:ext cx="705960" cy="16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0BA2980-65F8-5F33-A0E1-AD7B3106FC17}"/>
                  </a:ext>
                </a:extLst>
              </p14:cNvPr>
              <p14:cNvContentPartPr/>
              <p14:nvPr/>
            </p14:nvContentPartPr>
            <p14:xfrm>
              <a:off x="865022" y="4167228"/>
              <a:ext cx="668160" cy="1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0BA2980-65F8-5F33-A0E1-AD7B3106FC17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860702" y="4162908"/>
                <a:ext cx="6768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A5CED0-8EFB-E8D2-FB14-94360394EC01}"/>
                  </a:ext>
                </a:extLst>
              </p14:cNvPr>
              <p14:cNvContentPartPr/>
              <p14:nvPr/>
            </p14:nvContentPartPr>
            <p14:xfrm>
              <a:off x="1379102" y="4021068"/>
              <a:ext cx="222480" cy="277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A5CED0-8EFB-E8D2-FB14-94360394EC01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1374782" y="4016748"/>
                <a:ext cx="231120" cy="2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16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Multi-Token Prediction (MTP) works in DeepSeek-V3 | by Mao Jia | GoPenAI">
            <a:extLst>
              <a:ext uri="{FF2B5EF4-FFF2-40B4-BE49-F238E27FC236}">
                <a16:creationId xmlns:a16="http://schemas.microsoft.com/office/drawing/2014/main" id="{601C0414-1717-3B19-5C89-EF2796A89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18" y="324573"/>
            <a:ext cx="10319675" cy="606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91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roup 445">
            <a:extLst>
              <a:ext uri="{FF2B5EF4-FFF2-40B4-BE49-F238E27FC236}">
                <a16:creationId xmlns:a16="http://schemas.microsoft.com/office/drawing/2014/main" id="{ADC78B96-F5F6-1DFA-F047-4B3890C7A2E6}"/>
              </a:ext>
            </a:extLst>
          </p:cNvPr>
          <p:cNvGrpSpPr/>
          <p:nvPr/>
        </p:nvGrpSpPr>
        <p:grpSpPr>
          <a:xfrm>
            <a:off x="81920" y="64291"/>
            <a:ext cx="1303560" cy="516240"/>
            <a:chOff x="81920" y="64291"/>
            <a:chExt cx="130356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2347C5C-4310-5B39-539C-D900F992D0BD}"/>
                    </a:ext>
                  </a:extLst>
                </p14:cNvPr>
                <p14:cNvContentPartPr/>
                <p14:nvPr/>
              </p14:nvContentPartPr>
              <p14:xfrm>
                <a:off x="81920" y="64291"/>
                <a:ext cx="185040" cy="3171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2347C5C-4310-5B39-539C-D900F992D0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600" y="59971"/>
                  <a:ext cx="1936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EF8074B1-8519-28F1-A740-3BA3F9794415}"/>
                    </a:ext>
                  </a:extLst>
                </p14:cNvPr>
                <p14:cNvContentPartPr/>
                <p14:nvPr/>
              </p14:nvContentPartPr>
              <p14:xfrm>
                <a:off x="266960" y="242131"/>
                <a:ext cx="75240" cy="12708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EF8074B1-8519-28F1-A740-3BA3F979441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2640" y="237811"/>
                  <a:ext cx="83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1D132F5-AFC6-7DBF-1DCE-B0D0258B0B05}"/>
                    </a:ext>
                  </a:extLst>
                </p14:cNvPr>
                <p14:cNvContentPartPr/>
                <p14:nvPr/>
              </p14:nvContentPartPr>
              <p14:xfrm>
                <a:off x="387560" y="184531"/>
                <a:ext cx="158040" cy="1864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1D132F5-AFC6-7DBF-1DCE-B0D0258B0B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3240" y="180211"/>
                  <a:ext cx="166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816DAA2A-3B55-7198-444A-C0D59FA365BD}"/>
                    </a:ext>
                  </a:extLst>
                </p14:cNvPr>
                <p14:cNvContentPartPr/>
                <p14:nvPr/>
              </p14:nvContentPartPr>
              <p14:xfrm>
                <a:off x="459560" y="249331"/>
                <a:ext cx="192960" cy="3312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816DAA2A-3B55-7198-444A-C0D59FA365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5240" y="245011"/>
                  <a:ext cx="201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5E84D81A-E6B6-AD96-F5C3-B2B997760877}"/>
                    </a:ext>
                  </a:extLst>
                </p14:cNvPr>
                <p14:cNvContentPartPr/>
                <p14:nvPr/>
              </p14:nvContentPartPr>
              <p14:xfrm>
                <a:off x="683480" y="199291"/>
                <a:ext cx="268920" cy="22608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5E84D81A-E6B6-AD96-F5C3-B2B9977608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9160" y="194971"/>
                  <a:ext cx="2775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A3C1C0E-2FA8-8559-4DCB-48C5A05EF26C}"/>
                    </a:ext>
                  </a:extLst>
                </p14:cNvPr>
                <p14:cNvContentPartPr/>
                <p14:nvPr/>
              </p14:nvContentPartPr>
              <p14:xfrm>
                <a:off x="944120" y="155011"/>
                <a:ext cx="410040" cy="2736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A3C1C0E-2FA8-8559-4DCB-48C5A05EF2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9800" y="150691"/>
                  <a:ext cx="418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112D722D-2767-295A-B160-CC6ABABBD5F4}"/>
                    </a:ext>
                  </a:extLst>
                </p14:cNvPr>
                <p14:cNvContentPartPr/>
                <p14:nvPr/>
              </p14:nvContentPartPr>
              <p14:xfrm>
                <a:off x="1385120" y="274891"/>
                <a:ext cx="360" cy="432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112D722D-2767-295A-B160-CC6ABABBD5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80800" y="270571"/>
                  <a:ext cx="9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11FEF9E6-82DB-E698-928F-A032665CBD82}"/>
                    </a:ext>
                  </a:extLst>
                </p14:cNvPr>
                <p14:cNvContentPartPr/>
                <p14:nvPr/>
              </p14:nvContentPartPr>
              <p14:xfrm>
                <a:off x="1320680" y="415651"/>
                <a:ext cx="25560" cy="36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11FEF9E6-82DB-E698-928F-A032665CBD8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16360" y="411331"/>
                  <a:ext cx="342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C9570BF2-F743-8FB4-71E8-39A331DDA751}"/>
              </a:ext>
            </a:extLst>
          </p:cNvPr>
          <p:cNvGrpSpPr/>
          <p:nvPr/>
        </p:nvGrpSpPr>
        <p:grpSpPr>
          <a:xfrm>
            <a:off x="1634600" y="110731"/>
            <a:ext cx="1782000" cy="278280"/>
            <a:chOff x="1634600" y="110731"/>
            <a:chExt cx="178200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E3911F58-169B-5046-3441-0D359F24E52B}"/>
                    </a:ext>
                  </a:extLst>
                </p14:cNvPr>
                <p14:cNvContentPartPr/>
                <p14:nvPr/>
              </p14:nvContentPartPr>
              <p14:xfrm>
                <a:off x="1634600" y="214051"/>
                <a:ext cx="695520" cy="1749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E3911F58-169B-5046-3441-0D359F24E52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0280" y="209731"/>
                  <a:ext cx="704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28FA7C-325A-466F-2C05-EDEBB687646F}"/>
                    </a:ext>
                  </a:extLst>
                </p14:cNvPr>
                <p14:cNvContentPartPr/>
                <p14:nvPr/>
              </p14:nvContentPartPr>
              <p14:xfrm>
                <a:off x="2345600" y="240331"/>
                <a:ext cx="171000" cy="838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28FA7C-325A-466F-2C05-EDEBB687646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41280" y="236011"/>
                  <a:ext cx="179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DC553B57-6C19-7E8C-AC75-20AE5A789BC1}"/>
                    </a:ext>
                  </a:extLst>
                </p14:cNvPr>
                <p14:cNvContentPartPr/>
                <p14:nvPr/>
              </p14:nvContentPartPr>
              <p14:xfrm>
                <a:off x="2491040" y="207571"/>
                <a:ext cx="161280" cy="11736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DC553B57-6C19-7E8C-AC75-20AE5A789BC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86720" y="203251"/>
                  <a:ext cx="169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A6F00F5-4BD2-681C-F060-35E5122C8744}"/>
                    </a:ext>
                  </a:extLst>
                </p14:cNvPr>
                <p14:cNvContentPartPr/>
                <p14:nvPr/>
              </p14:nvContentPartPr>
              <p14:xfrm>
                <a:off x="2705960" y="212251"/>
                <a:ext cx="163440" cy="8460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A6F00F5-4BD2-681C-F060-35E5122C874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01640" y="207931"/>
                  <a:ext cx="172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70F9D37-D247-D1BF-262E-3220C52F7A26}"/>
                    </a:ext>
                  </a:extLst>
                </p14:cNvPr>
                <p14:cNvContentPartPr/>
                <p14:nvPr/>
              </p14:nvContentPartPr>
              <p14:xfrm>
                <a:off x="2891000" y="110731"/>
                <a:ext cx="360" cy="18432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70F9D37-D247-D1BF-262E-3220C52F7A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86680" y="106411"/>
                  <a:ext cx="9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4AEAE9A-97A5-D3E0-D05D-EA020176E9D1}"/>
                    </a:ext>
                  </a:extLst>
                </p14:cNvPr>
                <p14:cNvContentPartPr/>
                <p14:nvPr/>
              </p14:nvContentPartPr>
              <p14:xfrm>
                <a:off x="2844920" y="173731"/>
                <a:ext cx="137880" cy="298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4AEAE9A-97A5-D3E0-D05D-EA020176E9D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40600" y="169411"/>
                  <a:ext cx="146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73412DEF-7F14-B0AF-2BAE-BBBC84920E01}"/>
                    </a:ext>
                  </a:extLst>
                </p14:cNvPr>
                <p14:cNvContentPartPr/>
                <p14:nvPr/>
              </p14:nvContentPartPr>
              <p14:xfrm>
                <a:off x="2936720" y="194251"/>
                <a:ext cx="146880" cy="12996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73412DEF-7F14-B0AF-2BAE-BBBC84920E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32400" y="189931"/>
                  <a:ext cx="155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7B89C85-370C-3400-2EE2-D099EE3B3DBC}"/>
                    </a:ext>
                  </a:extLst>
                </p14:cNvPr>
                <p14:cNvContentPartPr/>
                <p14:nvPr/>
              </p14:nvContentPartPr>
              <p14:xfrm>
                <a:off x="3131120" y="203251"/>
                <a:ext cx="117000" cy="10440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7B89C85-370C-3400-2EE2-D099EE3B3DB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26800" y="198931"/>
                  <a:ext cx="125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E86C5CF-F963-5581-306E-5C7914F5CF75}"/>
                    </a:ext>
                  </a:extLst>
                </p14:cNvPr>
                <p14:cNvContentPartPr/>
                <p14:nvPr/>
              </p14:nvContentPartPr>
              <p14:xfrm>
                <a:off x="3101960" y="258691"/>
                <a:ext cx="66600" cy="7812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E86C5CF-F963-5581-306E-5C7914F5CF7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97640" y="254011"/>
                  <a:ext cx="75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01B132C-FC2A-2241-5DBC-D6051E796C33}"/>
                    </a:ext>
                  </a:extLst>
                </p14:cNvPr>
                <p14:cNvContentPartPr/>
                <p14:nvPr/>
              </p14:nvContentPartPr>
              <p14:xfrm>
                <a:off x="3262880" y="119731"/>
                <a:ext cx="25560" cy="2332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01B132C-FC2A-2241-5DBC-D6051E796C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58560" y="115411"/>
                  <a:ext cx="34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9EAFF65E-B446-8B60-830A-ED4F7068BB95}"/>
                    </a:ext>
                  </a:extLst>
                </p14:cNvPr>
                <p14:cNvContentPartPr/>
                <p14:nvPr/>
              </p14:nvContentPartPr>
              <p14:xfrm>
                <a:off x="3204920" y="248971"/>
                <a:ext cx="211680" cy="190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9EAFF65E-B446-8B60-830A-ED4F7068BB9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00600" y="244651"/>
                  <a:ext cx="2203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523ECEE8-FDC8-0278-E0FF-42A20E9F1EE8}"/>
              </a:ext>
            </a:extLst>
          </p:cNvPr>
          <p:cNvGrpSpPr/>
          <p:nvPr/>
        </p:nvGrpSpPr>
        <p:grpSpPr>
          <a:xfrm>
            <a:off x="3676160" y="119731"/>
            <a:ext cx="340560" cy="221040"/>
            <a:chOff x="3676160" y="119731"/>
            <a:chExt cx="3405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E425E16-CB9C-70A7-0D3A-51B6262FE44A}"/>
                    </a:ext>
                  </a:extLst>
                </p14:cNvPr>
                <p14:cNvContentPartPr/>
                <p14:nvPr/>
              </p14:nvContentPartPr>
              <p14:xfrm>
                <a:off x="3676160" y="197851"/>
                <a:ext cx="340560" cy="237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E425E16-CB9C-70A7-0D3A-51B6262FE44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71840" y="193531"/>
                  <a:ext cx="349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524E003-7FF2-83CD-D43A-26369D32D1B3}"/>
                    </a:ext>
                  </a:extLst>
                </p14:cNvPr>
                <p14:cNvContentPartPr/>
                <p14:nvPr/>
              </p14:nvContentPartPr>
              <p14:xfrm>
                <a:off x="3878840" y="119731"/>
                <a:ext cx="360" cy="22104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524E003-7FF2-83CD-D43A-26369D32D1B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74520" y="115411"/>
                  <a:ext cx="900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DBBCF86B-4549-B953-2E55-4827379898C4}"/>
                  </a:ext>
                </a:extLst>
              </p14:cNvPr>
              <p14:cNvContentPartPr/>
              <p14:nvPr/>
            </p14:nvContentPartPr>
            <p14:xfrm>
              <a:off x="4544120" y="471091"/>
              <a:ext cx="35640" cy="864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DBBCF86B-4549-B953-2E55-4827379898C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539800" y="466771"/>
                <a:ext cx="44280" cy="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3" name="Group 472">
            <a:extLst>
              <a:ext uri="{FF2B5EF4-FFF2-40B4-BE49-F238E27FC236}">
                <a16:creationId xmlns:a16="http://schemas.microsoft.com/office/drawing/2014/main" id="{36407B2F-AB93-87D5-5545-CF14B59B880F}"/>
              </a:ext>
            </a:extLst>
          </p:cNvPr>
          <p:cNvGrpSpPr/>
          <p:nvPr/>
        </p:nvGrpSpPr>
        <p:grpSpPr>
          <a:xfrm>
            <a:off x="4350080" y="110731"/>
            <a:ext cx="785880" cy="275400"/>
            <a:chOff x="4350080" y="110731"/>
            <a:chExt cx="78588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5F9D1A4-4F8C-614D-D43A-E22FDEF1CB99}"/>
                    </a:ext>
                  </a:extLst>
                </p14:cNvPr>
                <p14:cNvContentPartPr/>
                <p14:nvPr/>
              </p14:nvContentPartPr>
              <p14:xfrm>
                <a:off x="4350080" y="213331"/>
                <a:ext cx="157680" cy="1728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5F9D1A4-4F8C-614D-D43A-E22FDEF1CB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45760" y="209011"/>
                  <a:ext cx="166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5D109F43-B5A1-E425-0A1B-2C7F0517A8E7}"/>
                    </a:ext>
                  </a:extLst>
                </p14:cNvPr>
                <p14:cNvContentPartPr/>
                <p14:nvPr/>
              </p14:nvContentPartPr>
              <p14:xfrm>
                <a:off x="4581200" y="212251"/>
                <a:ext cx="29160" cy="1562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5D109F43-B5A1-E425-0A1B-2C7F0517A8E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76880" y="207931"/>
                  <a:ext cx="37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884916AA-9D92-AD2B-ED30-BD00D691EA91}"/>
                    </a:ext>
                  </a:extLst>
                </p14:cNvPr>
                <p14:cNvContentPartPr/>
                <p14:nvPr/>
              </p14:nvContentPartPr>
              <p14:xfrm>
                <a:off x="4618280" y="119731"/>
                <a:ext cx="360" cy="97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884916AA-9D92-AD2B-ED30-BD00D691EA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13960" y="115411"/>
                  <a:ext cx="9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8C57F0E-5D4A-64B1-36A7-DF090FB2E43F}"/>
                    </a:ext>
                  </a:extLst>
                </p14:cNvPr>
                <p14:cNvContentPartPr/>
                <p14:nvPr/>
              </p14:nvContentPartPr>
              <p14:xfrm>
                <a:off x="4876400" y="129451"/>
                <a:ext cx="65880" cy="23004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8C57F0E-5D4A-64B1-36A7-DF090FB2E4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2080" y="125131"/>
                  <a:ext cx="74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491F281E-262F-3C1A-1275-4434002A6B73}"/>
                    </a:ext>
                  </a:extLst>
                </p14:cNvPr>
                <p14:cNvContentPartPr/>
                <p14:nvPr/>
              </p14:nvContentPartPr>
              <p14:xfrm>
                <a:off x="4747160" y="232051"/>
                <a:ext cx="388800" cy="14544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491F281E-262F-3C1A-1275-4434002A6B7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42840" y="227731"/>
                  <a:ext cx="397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7846ADF4-94C5-2D4D-539A-9A9A1192C9F5}"/>
                    </a:ext>
                  </a:extLst>
                </p14:cNvPr>
                <p14:cNvContentPartPr/>
                <p14:nvPr/>
              </p14:nvContentPartPr>
              <p14:xfrm>
                <a:off x="5051720" y="110731"/>
                <a:ext cx="37800" cy="8208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7846ADF4-94C5-2D4D-539A-9A9A1192C9F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47400" y="106411"/>
                  <a:ext cx="4644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D7541FBA-9163-87CC-C11F-C65D0DAE52E3}"/>
              </a:ext>
            </a:extLst>
          </p:cNvPr>
          <p:cNvGrpSpPr/>
          <p:nvPr/>
        </p:nvGrpSpPr>
        <p:grpSpPr>
          <a:xfrm>
            <a:off x="5366720" y="137011"/>
            <a:ext cx="691920" cy="178560"/>
            <a:chOff x="5366720" y="137011"/>
            <a:chExt cx="69192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9513D45F-E4F5-5712-738A-C9F906D59604}"/>
                    </a:ext>
                  </a:extLst>
                </p14:cNvPr>
                <p14:cNvContentPartPr/>
                <p14:nvPr/>
              </p14:nvContentPartPr>
              <p14:xfrm>
                <a:off x="5366720" y="147811"/>
                <a:ext cx="190800" cy="16776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9513D45F-E4F5-5712-738A-C9F906D596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62400" y="143491"/>
                  <a:ext cx="199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A45287DE-1C64-C579-EF31-32EC4EE80E7E}"/>
                    </a:ext>
                  </a:extLst>
                </p14:cNvPr>
                <p14:cNvContentPartPr/>
                <p14:nvPr/>
              </p14:nvContentPartPr>
              <p14:xfrm>
                <a:off x="5624840" y="166171"/>
                <a:ext cx="10080" cy="12528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A45287DE-1C64-C579-EF31-32EC4EE80E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20520" y="161851"/>
                  <a:ext cx="18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091E3EB2-BD3D-E659-E390-5893D8333FCE}"/>
                    </a:ext>
                  </a:extLst>
                </p14:cNvPr>
                <p14:cNvContentPartPr/>
                <p14:nvPr/>
              </p14:nvContentPartPr>
              <p14:xfrm>
                <a:off x="5569400" y="147091"/>
                <a:ext cx="156600" cy="1944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091E3EB2-BD3D-E659-E390-5893D8333F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65080" y="142771"/>
                  <a:ext cx="165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C8FBB42E-0CA1-E1C4-BCB3-E77B8E984B7C}"/>
                    </a:ext>
                  </a:extLst>
                </p14:cNvPr>
                <p14:cNvContentPartPr/>
                <p14:nvPr/>
              </p14:nvContentPartPr>
              <p14:xfrm>
                <a:off x="5560400" y="299371"/>
                <a:ext cx="160200" cy="1584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C8FBB42E-0CA1-E1C4-BCB3-E77B8E984B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56080" y="295051"/>
                  <a:ext cx="168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600B5A62-5D2E-8BE3-F453-0BC66569D4D8}"/>
                    </a:ext>
                  </a:extLst>
                </p14:cNvPr>
                <p14:cNvContentPartPr/>
                <p14:nvPr/>
              </p14:nvContentPartPr>
              <p14:xfrm>
                <a:off x="5846600" y="137011"/>
                <a:ext cx="212040" cy="17712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600B5A62-5D2E-8BE3-F453-0BC66569D4D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42280" y="132691"/>
                  <a:ext cx="2206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59FD0411-26DF-EEFB-6DEF-7C747149D613}"/>
              </a:ext>
            </a:extLst>
          </p:cNvPr>
          <p:cNvGrpSpPr/>
          <p:nvPr/>
        </p:nvGrpSpPr>
        <p:grpSpPr>
          <a:xfrm>
            <a:off x="6243680" y="138451"/>
            <a:ext cx="230040" cy="183960"/>
            <a:chOff x="6243680" y="138451"/>
            <a:chExt cx="230040" cy="1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E48BB0A0-71C7-FCEC-832A-427127CD5259}"/>
                    </a:ext>
                  </a:extLst>
                </p14:cNvPr>
                <p14:cNvContentPartPr/>
                <p14:nvPr/>
              </p14:nvContentPartPr>
              <p14:xfrm>
                <a:off x="6243680" y="192451"/>
                <a:ext cx="230040" cy="111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E48BB0A0-71C7-FCEC-832A-427127CD52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39360" y="188131"/>
                  <a:ext cx="238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A98A2D0F-A0D1-0576-2FC7-8087793D14DC}"/>
                    </a:ext>
                  </a:extLst>
                </p14:cNvPr>
                <p14:cNvContentPartPr/>
                <p14:nvPr/>
              </p14:nvContentPartPr>
              <p14:xfrm>
                <a:off x="6419000" y="138451"/>
                <a:ext cx="360" cy="1839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A98A2D0F-A0D1-0576-2FC7-8087793D14D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14680" y="134131"/>
                  <a:ext cx="90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362B8884-DAEF-86F1-D75F-AD941587583B}"/>
              </a:ext>
            </a:extLst>
          </p:cNvPr>
          <p:cNvGrpSpPr/>
          <p:nvPr/>
        </p:nvGrpSpPr>
        <p:grpSpPr>
          <a:xfrm>
            <a:off x="176240" y="544891"/>
            <a:ext cx="5336640" cy="1707840"/>
            <a:chOff x="176240" y="544891"/>
            <a:chExt cx="5336640" cy="170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B268241F-2F60-321C-30B7-1A0C6D478648}"/>
                    </a:ext>
                  </a:extLst>
                </p14:cNvPr>
                <p14:cNvContentPartPr/>
                <p14:nvPr/>
              </p14:nvContentPartPr>
              <p14:xfrm>
                <a:off x="249320" y="831091"/>
                <a:ext cx="349920" cy="38016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B268241F-2F60-321C-30B7-1A0C6D47864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45000" y="826771"/>
                  <a:ext cx="3585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AA2BAE4F-232E-D02F-5657-A53BFAC79FA8}"/>
                    </a:ext>
                  </a:extLst>
                </p14:cNvPr>
                <p14:cNvContentPartPr/>
                <p14:nvPr/>
              </p14:nvContentPartPr>
              <p14:xfrm>
                <a:off x="255800" y="886531"/>
                <a:ext cx="372600" cy="30168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AA2BAE4F-232E-D02F-5657-A53BFAC79F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51480" y="882211"/>
                  <a:ext cx="3812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3424CC1-0B33-CE5E-7772-68703D0AA21B}"/>
                    </a:ext>
                  </a:extLst>
                </p14:cNvPr>
                <p14:cNvContentPartPr/>
                <p14:nvPr/>
              </p14:nvContentPartPr>
              <p14:xfrm>
                <a:off x="563600" y="1043131"/>
                <a:ext cx="331560" cy="1944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3424CC1-0B33-CE5E-7772-68703D0AA2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59280" y="1038811"/>
                  <a:ext cx="340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B15FE7E-E377-6DE9-D087-BAF0F70D4AE2}"/>
                    </a:ext>
                  </a:extLst>
                </p14:cNvPr>
                <p14:cNvContentPartPr/>
                <p14:nvPr/>
              </p14:nvContentPartPr>
              <p14:xfrm>
                <a:off x="683480" y="1107931"/>
                <a:ext cx="192960" cy="36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B15FE7E-E377-6DE9-D087-BAF0F70D4AE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9160" y="1103611"/>
                  <a:ext cx="201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CB113E85-BAB6-EADE-1894-FC01B8AF5A5A}"/>
                    </a:ext>
                  </a:extLst>
                </p14:cNvPr>
                <p14:cNvContentPartPr/>
                <p14:nvPr/>
              </p14:nvContentPartPr>
              <p14:xfrm>
                <a:off x="1152200" y="940891"/>
                <a:ext cx="195480" cy="15876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CB113E85-BAB6-EADE-1894-FC01B8AF5A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47880" y="936571"/>
                  <a:ext cx="204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59302D6E-736F-4BDC-3CEE-5370972D5778}"/>
                    </a:ext>
                  </a:extLst>
                </p14:cNvPr>
                <p14:cNvContentPartPr/>
                <p14:nvPr/>
              </p14:nvContentPartPr>
              <p14:xfrm>
                <a:off x="1318520" y="949891"/>
                <a:ext cx="161280" cy="16020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59302D6E-736F-4BDC-3CEE-5370972D577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14200" y="945571"/>
                  <a:ext cx="169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F090EE6A-44EC-ED24-9F58-87EECE787832}"/>
                    </a:ext>
                  </a:extLst>
                </p14:cNvPr>
                <p14:cNvContentPartPr/>
                <p14:nvPr/>
              </p14:nvContentPartPr>
              <p14:xfrm>
                <a:off x="1513280" y="940531"/>
                <a:ext cx="168480" cy="15984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F090EE6A-44EC-ED24-9F58-87EECE78783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08960" y="936211"/>
                  <a:ext cx="177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0A8FC2B5-A71C-4FA0-DB33-BFBF42A86CE7}"/>
                    </a:ext>
                  </a:extLst>
                </p14:cNvPr>
                <p14:cNvContentPartPr/>
                <p14:nvPr/>
              </p14:nvContentPartPr>
              <p14:xfrm>
                <a:off x="1673840" y="784651"/>
                <a:ext cx="25920" cy="26028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0A8FC2B5-A71C-4FA0-DB33-BFBF42A86CE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69520" y="780331"/>
                  <a:ext cx="34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5330899-AB33-E223-13AF-6648A6829385}"/>
                    </a:ext>
                  </a:extLst>
                </p14:cNvPr>
                <p14:cNvContentPartPr/>
                <p14:nvPr/>
              </p14:nvContentPartPr>
              <p14:xfrm>
                <a:off x="1652960" y="876811"/>
                <a:ext cx="147240" cy="972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5330899-AB33-E223-13AF-6648A682938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648640" y="872491"/>
                  <a:ext cx="1558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2852DEBD-85BC-531C-BA6E-FC609C4EF199}"/>
                    </a:ext>
                  </a:extLst>
                </p14:cNvPr>
                <p14:cNvContentPartPr/>
                <p14:nvPr/>
              </p14:nvContentPartPr>
              <p14:xfrm>
                <a:off x="1754840" y="964651"/>
                <a:ext cx="109800" cy="10584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2852DEBD-85BC-531C-BA6E-FC609C4EF19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750520" y="960331"/>
                  <a:ext cx="118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2B07EE72-E67D-4DC3-643D-525D78868135}"/>
                    </a:ext>
                  </a:extLst>
                </p14:cNvPr>
                <p14:cNvContentPartPr/>
                <p14:nvPr/>
              </p14:nvContentPartPr>
              <p14:xfrm>
                <a:off x="1911800" y="950971"/>
                <a:ext cx="170280" cy="10548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2B07EE72-E67D-4DC3-643D-525D7886813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07480" y="946651"/>
                  <a:ext cx="178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E9AC7668-9402-D693-A878-9BA91B301CF6}"/>
                    </a:ext>
                  </a:extLst>
                </p14:cNvPr>
                <p14:cNvContentPartPr/>
                <p14:nvPr/>
              </p14:nvContentPartPr>
              <p14:xfrm>
                <a:off x="1921160" y="997051"/>
                <a:ext cx="83520" cy="6912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E9AC7668-9402-D693-A878-9BA91B301CF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916840" y="992731"/>
                  <a:ext cx="92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9EE3937B-A03E-BA05-BB82-9F04D659B699}"/>
                    </a:ext>
                  </a:extLst>
                </p14:cNvPr>
                <p14:cNvContentPartPr/>
                <p14:nvPr/>
              </p14:nvContentPartPr>
              <p14:xfrm>
                <a:off x="2098280" y="812731"/>
                <a:ext cx="64440" cy="24264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9EE3937B-A03E-BA05-BB82-9F04D659B69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93960" y="808411"/>
                  <a:ext cx="730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EF5E3F08-531F-0765-B1B7-EDB59EEA02C2}"/>
                    </a:ext>
                  </a:extLst>
                </p14:cNvPr>
                <p14:cNvContentPartPr/>
                <p14:nvPr/>
              </p14:nvContentPartPr>
              <p14:xfrm>
                <a:off x="2059760" y="941611"/>
                <a:ext cx="442440" cy="3780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EF5E3F08-531F-0765-B1B7-EDB59EEA02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55440" y="937291"/>
                  <a:ext cx="451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68401D55-80D5-C8DC-A2F8-3E9F832FCA17}"/>
                    </a:ext>
                  </a:extLst>
                </p14:cNvPr>
                <p14:cNvContentPartPr/>
                <p14:nvPr/>
              </p14:nvContentPartPr>
              <p14:xfrm>
                <a:off x="2576360" y="720211"/>
                <a:ext cx="19440" cy="32220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68401D55-80D5-C8DC-A2F8-3E9F832FCA1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572040" y="715891"/>
                  <a:ext cx="28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A2E2A565-B373-E4A4-8DA2-6437D0A65E29}"/>
                    </a:ext>
                  </a:extLst>
                </p14:cNvPr>
                <p14:cNvContentPartPr/>
                <p14:nvPr/>
              </p14:nvContentPartPr>
              <p14:xfrm>
                <a:off x="2632160" y="905251"/>
                <a:ext cx="19080" cy="1393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A2E2A565-B373-E4A4-8DA2-6437D0A65E2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27840" y="900931"/>
                  <a:ext cx="27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D850B5B-F093-FF76-A44F-C9A2AD3AC6F3}"/>
                    </a:ext>
                  </a:extLst>
                </p14:cNvPr>
                <p14:cNvContentPartPr/>
                <p14:nvPr/>
              </p14:nvContentPartPr>
              <p14:xfrm>
                <a:off x="2641520" y="849811"/>
                <a:ext cx="360" cy="972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D850B5B-F093-FF76-A44F-C9A2AD3AC6F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37200" y="845491"/>
                  <a:ext cx="9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2CB59EB5-167F-CD6D-D29C-645A21F3C3AC}"/>
                    </a:ext>
                  </a:extLst>
                </p14:cNvPr>
                <p14:cNvContentPartPr/>
                <p14:nvPr/>
              </p14:nvContentPartPr>
              <p14:xfrm>
                <a:off x="2669240" y="841531"/>
                <a:ext cx="700920" cy="19080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2CB59EB5-167F-CD6D-D29C-645A21F3C3A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64920" y="837211"/>
                  <a:ext cx="709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628ED7C9-2E91-393B-0D52-640D8658BD39}"/>
                    </a:ext>
                  </a:extLst>
                </p14:cNvPr>
                <p14:cNvContentPartPr/>
                <p14:nvPr/>
              </p14:nvContentPartPr>
              <p14:xfrm>
                <a:off x="3555560" y="637051"/>
                <a:ext cx="111600" cy="48096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628ED7C9-2E91-393B-0D52-640D8658BD3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51240" y="632731"/>
                  <a:ext cx="1202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C0167130-6637-483F-4719-BAE6D753F37B}"/>
                    </a:ext>
                  </a:extLst>
                </p14:cNvPr>
                <p14:cNvContentPartPr/>
                <p14:nvPr/>
              </p14:nvContentPartPr>
              <p14:xfrm>
                <a:off x="3803600" y="637411"/>
                <a:ext cx="120600" cy="12240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C0167130-6637-483F-4719-BAE6D753F37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99280" y="633091"/>
                  <a:ext cx="129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75D9B1A8-BDCD-3F63-FE3B-C466AF506967}"/>
                    </a:ext>
                  </a:extLst>
                </p14:cNvPr>
                <p14:cNvContentPartPr/>
                <p14:nvPr/>
              </p14:nvContentPartPr>
              <p14:xfrm>
                <a:off x="3980000" y="618331"/>
                <a:ext cx="332280" cy="12960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75D9B1A8-BDCD-3F63-FE3B-C466AF50696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75680" y="614011"/>
                  <a:ext cx="34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C6F1F424-9A95-7A8D-FF04-F3DB4FF62F90}"/>
                    </a:ext>
                  </a:extLst>
                </p14:cNvPr>
                <p14:cNvContentPartPr/>
                <p14:nvPr/>
              </p14:nvContentPartPr>
              <p14:xfrm>
                <a:off x="4429640" y="646411"/>
                <a:ext cx="3960" cy="5940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C6F1F424-9A95-7A8D-FF04-F3DB4FF62F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25320" y="642091"/>
                  <a:ext cx="12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62963AD0-0D21-29AD-8538-EDB024E32BEE}"/>
                    </a:ext>
                  </a:extLst>
                </p14:cNvPr>
                <p14:cNvContentPartPr/>
                <p14:nvPr/>
              </p14:nvContentPartPr>
              <p14:xfrm>
                <a:off x="4405520" y="544891"/>
                <a:ext cx="21960" cy="5112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62963AD0-0D21-29AD-8538-EDB024E32B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01200" y="540571"/>
                  <a:ext cx="30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102B52ED-6615-BECC-54EA-1E37FB091B5F}"/>
                    </a:ext>
                  </a:extLst>
                </p14:cNvPr>
                <p14:cNvContentPartPr/>
                <p14:nvPr/>
              </p14:nvContentPartPr>
              <p14:xfrm>
                <a:off x="4479320" y="637411"/>
                <a:ext cx="119160" cy="6588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102B52ED-6615-BECC-54EA-1E37FB091B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75000" y="633091"/>
                  <a:ext cx="127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2F2522D8-2E45-D78A-F7B7-7E13E7724054}"/>
                    </a:ext>
                  </a:extLst>
                </p14:cNvPr>
                <p14:cNvContentPartPr/>
                <p14:nvPr/>
              </p14:nvContentPartPr>
              <p14:xfrm>
                <a:off x="4634840" y="581971"/>
                <a:ext cx="20520" cy="22860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2F2522D8-2E45-D78A-F7B7-7E13E77240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30520" y="577651"/>
                  <a:ext cx="29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4E16CBD2-28C8-5DA9-5A5D-F45EBB796BEA}"/>
                    </a:ext>
                  </a:extLst>
                </p14:cNvPr>
                <p14:cNvContentPartPr/>
                <p14:nvPr/>
              </p14:nvContentPartPr>
              <p14:xfrm>
                <a:off x="4540520" y="627331"/>
                <a:ext cx="217800" cy="10152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4E16CBD2-28C8-5DA9-5A5D-F45EBB796B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36200" y="623011"/>
                  <a:ext cx="226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E511F437-290B-E687-C777-6AD595FB2A2F}"/>
                    </a:ext>
                  </a:extLst>
                </p14:cNvPr>
                <p14:cNvContentPartPr/>
                <p14:nvPr/>
              </p14:nvContentPartPr>
              <p14:xfrm>
                <a:off x="3814400" y="840091"/>
                <a:ext cx="153360" cy="17784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E511F437-290B-E687-C777-6AD595FB2A2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10080" y="835771"/>
                  <a:ext cx="162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64D068FC-8538-3AE2-F212-B00275400D3B}"/>
                    </a:ext>
                  </a:extLst>
                </p14:cNvPr>
                <p14:cNvContentPartPr/>
                <p14:nvPr/>
              </p14:nvContentPartPr>
              <p14:xfrm>
                <a:off x="3962360" y="868171"/>
                <a:ext cx="22680" cy="3096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64D068FC-8538-3AE2-F212-B00275400D3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58040" y="863851"/>
                  <a:ext cx="31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241F02B1-1D33-6DDA-128F-D1BDF031233F}"/>
                    </a:ext>
                  </a:extLst>
                </p14:cNvPr>
                <p14:cNvContentPartPr/>
                <p14:nvPr/>
              </p14:nvContentPartPr>
              <p14:xfrm>
                <a:off x="3998360" y="904891"/>
                <a:ext cx="60480" cy="9720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241F02B1-1D33-6DDA-128F-D1BDF03123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94040" y="900571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83436C4F-D9A8-F973-9C4D-E9BC1333E733}"/>
                    </a:ext>
                  </a:extLst>
                </p14:cNvPr>
                <p14:cNvContentPartPr/>
                <p14:nvPr/>
              </p14:nvContentPartPr>
              <p14:xfrm>
                <a:off x="4128680" y="840091"/>
                <a:ext cx="28080" cy="16344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83436C4F-D9A8-F973-9C4D-E9BC1333E73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24360" y="835771"/>
                  <a:ext cx="36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895B8136-BCDF-1CD6-9ECE-F68A4851E392}"/>
                    </a:ext>
                  </a:extLst>
                </p14:cNvPr>
                <p14:cNvContentPartPr/>
                <p14:nvPr/>
              </p14:nvContentPartPr>
              <p14:xfrm>
                <a:off x="4100600" y="903811"/>
                <a:ext cx="581040" cy="18792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895B8136-BCDF-1CD6-9ECE-F68A4851E39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96280" y="899491"/>
                  <a:ext cx="589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5EC6567C-E38E-B92D-B49C-BA2CEB1A204D}"/>
                    </a:ext>
                  </a:extLst>
                </p14:cNvPr>
                <p14:cNvContentPartPr/>
                <p14:nvPr/>
              </p14:nvContentPartPr>
              <p14:xfrm>
                <a:off x="4755440" y="858451"/>
                <a:ext cx="214560" cy="11268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5EC6567C-E38E-B92D-B49C-BA2CEB1A204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51120" y="854131"/>
                  <a:ext cx="223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96FAFF9F-73EF-63E8-E8B8-7475D01265B7}"/>
                    </a:ext>
                  </a:extLst>
                </p14:cNvPr>
                <p14:cNvContentPartPr/>
                <p14:nvPr/>
              </p14:nvContentPartPr>
              <p14:xfrm>
                <a:off x="4968920" y="812731"/>
                <a:ext cx="360" cy="14724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96FAFF9F-73EF-63E8-E8B8-7475D01265B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64600" y="808411"/>
                  <a:ext cx="9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998271FF-B28A-407B-1922-4847DA156927}"/>
                    </a:ext>
                  </a:extLst>
                </p14:cNvPr>
                <p14:cNvContentPartPr/>
                <p14:nvPr/>
              </p14:nvContentPartPr>
              <p14:xfrm>
                <a:off x="4979360" y="720211"/>
                <a:ext cx="18000" cy="16884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998271FF-B28A-407B-1922-4847DA1569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75040" y="715891"/>
                  <a:ext cx="266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63E93C1A-619A-F18F-1960-A493E7574D4E}"/>
                    </a:ext>
                  </a:extLst>
                </p14:cNvPr>
                <p14:cNvContentPartPr/>
                <p14:nvPr/>
              </p14:nvContentPartPr>
              <p14:xfrm>
                <a:off x="4836440" y="628051"/>
                <a:ext cx="428760" cy="46620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63E93C1A-619A-F18F-1960-A493E7574D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32120" y="623731"/>
                  <a:ext cx="4374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4902AC4B-BA08-A002-8B0F-247F5D7CBD76}"/>
                    </a:ext>
                  </a:extLst>
                </p14:cNvPr>
                <p14:cNvContentPartPr/>
                <p14:nvPr/>
              </p14:nvContentPartPr>
              <p14:xfrm>
                <a:off x="526160" y="1477651"/>
                <a:ext cx="101880" cy="26172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4902AC4B-BA08-A002-8B0F-247F5D7CBD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1840" y="1473331"/>
                  <a:ext cx="110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31CAFEA9-FC4B-7E26-07C2-CDA8E103F56E}"/>
                    </a:ext>
                  </a:extLst>
                </p14:cNvPr>
                <p14:cNvContentPartPr/>
                <p14:nvPr/>
              </p14:nvContentPartPr>
              <p14:xfrm>
                <a:off x="387560" y="1634611"/>
                <a:ext cx="257400" cy="1044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31CAFEA9-FC4B-7E26-07C2-CDA8E103F5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3240" y="1630291"/>
                  <a:ext cx="266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886E03FA-8077-719F-FD53-75A0B550C410}"/>
                    </a:ext>
                  </a:extLst>
                </p14:cNvPr>
                <p14:cNvContentPartPr/>
                <p14:nvPr/>
              </p14:nvContentPartPr>
              <p14:xfrm>
                <a:off x="720200" y="1625611"/>
                <a:ext cx="138240" cy="36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886E03FA-8077-719F-FD53-75A0B550C41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5880" y="1621291"/>
                  <a:ext cx="1468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EDC4A2E1-46AD-0922-ABA0-A31550051719}"/>
                    </a:ext>
                  </a:extLst>
                </p14:cNvPr>
                <p14:cNvContentPartPr/>
                <p14:nvPr/>
              </p14:nvContentPartPr>
              <p14:xfrm>
                <a:off x="710840" y="1699411"/>
                <a:ext cx="174960" cy="36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EDC4A2E1-46AD-0922-ABA0-A315500517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6520" y="1695091"/>
                  <a:ext cx="183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4D49EB88-1E32-474F-F3D2-A1C073675EC5}"/>
                    </a:ext>
                  </a:extLst>
                </p14:cNvPr>
                <p14:cNvContentPartPr/>
                <p14:nvPr/>
              </p14:nvContentPartPr>
              <p14:xfrm>
                <a:off x="1107920" y="1524091"/>
                <a:ext cx="140760" cy="11772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4D49EB88-1E32-474F-F3D2-A1C073675EC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3600" y="1519771"/>
                  <a:ext cx="149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2AF4531-1C06-665F-B371-40EFDA7FBF92}"/>
                    </a:ext>
                  </a:extLst>
                </p14:cNvPr>
                <p14:cNvContentPartPr/>
                <p14:nvPr/>
              </p14:nvContentPartPr>
              <p14:xfrm>
                <a:off x="1320680" y="1487011"/>
                <a:ext cx="46440" cy="18468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2AF4531-1C06-665F-B371-40EFDA7FBF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16360" y="1482691"/>
                  <a:ext cx="55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CE50C562-B543-67C8-5620-3F993443F93A}"/>
                    </a:ext>
                  </a:extLst>
                </p14:cNvPr>
                <p14:cNvContentPartPr/>
                <p14:nvPr/>
              </p14:nvContentPartPr>
              <p14:xfrm>
                <a:off x="1385120" y="1551451"/>
                <a:ext cx="15840" cy="8568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CE50C562-B543-67C8-5620-3F993443F93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80800" y="1547131"/>
                  <a:ext cx="24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4B4ED215-0E9C-B664-D7CD-B2249C2FEC7A}"/>
                    </a:ext>
                  </a:extLst>
                </p14:cNvPr>
                <p14:cNvContentPartPr/>
                <p14:nvPr/>
              </p14:nvContentPartPr>
              <p14:xfrm>
                <a:off x="1413200" y="1413211"/>
                <a:ext cx="360" cy="5364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4B4ED215-0E9C-B664-D7CD-B2249C2FEC7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08880" y="1408891"/>
                  <a:ext cx="9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CA951ACA-9679-1266-7741-FCDA41F67A3D}"/>
                    </a:ext>
                  </a:extLst>
                </p14:cNvPr>
                <p14:cNvContentPartPr/>
                <p14:nvPr/>
              </p14:nvContentPartPr>
              <p14:xfrm>
                <a:off x="1329680" y="1754851"/>
                <a:ext cx="17280" cy="864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CA951ACA-9679-1266-7741-FCDA41F67A3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25360" y="1750531"/>
                  <a:ext cx="259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A0192FE0-72CA-3D0B-9D93-87BEDB958445}"/>
                    </a:ext>
                  </a:extLst>
                </p14:cNvPr>
                <p14:cNvContentPartPr/>
                <p14:nvPr/>
              </p14:nvContentPartPr>
              <p14:xfrm>
                <a:off x="1579160" y="1449931"/>
                <a:ext cx="38160" cy="22680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A0192FE0-72CA-3D0B-9D93-87BEDB95844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74840" y="1445611"/>
                  <a:ext cx="468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2532171D-40FA-F64B-EC6E-F15F3704095A}"/>
                    </a:ext>
                  </a:extLst>
                </p14:cNvPr>
                <p14:cNvContentPartPr/>
                <p14:nvPr/>
              </p14:nvContentPartPr>
              <p14:xfrm>
                <a:off x="1477640" y="1550011"/>
                <a:ext cx="329760" cy="8748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2532171D-40FA-F64B-EC6E-F15F370409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73320" y="1545691"/>
                  <a:ext cx="338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EA6C8D4A-CF2D-1F5B-35D3-EDDA53C8ADAD}"/>
                    </a:ext>
                  </a:extLst>
                </p14:cNvPr>
                <p14:cNvContentPartPr/>
                <p14:nvPr/>
              </p14:nvContentPartPr>
              <p14:xfrm>
                <a:off x="1754840" y="1366771"/>
                <a:ext cx="360" cy="9180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EA6C8D4A-CF2D-1F5B-35D3-EDDA53C8AD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50520" y="1362451"/>
                  <a:ext cx="9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817554D1-4DCA-0D92-E32F-893C3DE1D2DC}"/>
                    </a:ext>
                  </a:extLst>
                </p14:cNvPr>
                <p14:cNvContentPartPr/>
                <p14:nvPr/>
              </p14:nvContentPartPr>
              <p14:xfrm>
                <a:off x="2076680" y="1431571"/>
                <a:ext cx="116280" cy="17532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817554D1-4DCA-0D92-E32F-893C3DE1D2D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72360" y="1427251"/>
                  <a:ext cx="124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DCA5C281-DF70-904C-2532-E03B97405322}"/>
                    </a:ext>
                  </a:extLst>
                </p14:cNvPr>
                <p14:cNvContentPartPr/>
                <p14:nvPr/>
              </p14:nvContentPartPr>
              <p14:xfrm>
                <a:off x="2279720" y="1413211"/>
                <a:ext cx="49320" cy="16668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DCA5C281-DF70-904C-2532-E03B9740532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75400" y="1408891"/>
                  <a:ext cx="57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D785237E-6673-56A9-0BB8-18D988FC32FC}"/>
                    </a:ext>
                  </a:extLst>
                </p14:cNvPr>
                <p14:cNvContentPartPr/>
                <p14:nvPr/>
              </p14:nvContentPartPr>
              <p14:xfrm>
                <a:off x="2244440" y="1392331"/>
                <a:ext cx="161640" cy="3420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D785237E-6673-56A9-0BB8-18D988FC32F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40120" y="1388011"/>
                  <a:ext cx="170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9D5FD7A7-75EA-1578-EBA2-02A043D0160A}"/>
                    </a:ext>
                  </a:extLst>
                </p14:cNvPr>
                <p14:cNvContentPartPr/>
                <p14:nvPr/>
              </p14:nvContentPartPr>
              <p14:xfrm>
                <a:off x="2207360" y="1577371"/>
                <a:ext cx="241200" cy="2160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9D5FD7A7-75EA-1578-EBA2-02A043D0160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03040" y="1573051"/>
                  <a:ext cx="249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8C905544-F407-0A80-F5E9-A11F35EF1C2D}"/>
                    </a:ext>
                  </a:extLst>
                </p14:cNvPr>
                <p14:cNvContentPartPr/>
                <p14:nvPr/>
              </p14:nvContentPartPr>
              <p14:xfrm>
                <a:off x="2512280" y="1393051"/>
                <a:ext cx="221040" cy="16056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8C905544-F407-0A80-F5E9-A11F35EF1C2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07960" y="1388731"/>
                  <a:ext cx="229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DB1A02DD-3B48-E1EF-3B3C-0D16E4B7F797}"/>
                    </a:ext>
                  </a:extLst>
                </p14:cNvPr>
                <p14:cNvContentPartPr/>
                <p14:nvPr/>
              </p14:nvContentPartPr>
              <p14:xfrm>
                <a:off x="2953640" y="1315651"/>
                <a:ext cx="113760" cy="22896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DB1A02DD-3B48-E1EF-3B3C-0D16E4B7F79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49320" y="1311331"/>
                  <a:ext cx="122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58E31765-31B8-F90A-B22D-120A8AFE4E60}"/>
                    </a:ext>
                  </a:extLst>
                </p14:cNvPr>
                <p14:cNvContentPartPr/>
                <p14:nvPr/>
              </p14:nvContentPartPr>
              <p14:xfrm>
                <a:off x="2983160" y="1376131"/>
                <a:ext cx="536760" cy="36216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58E31765-31B8-F90A-B22D-120A8AFE4E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78840" y="1371811"/>
                  <a:ext cx="5454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4CE91F6D-2C54-6CC2-C59A-238FFEF2DD8A}"/>
                    </a:ext>
                  </a:extLst>
                </p14:cNvPr>
                <p14:cNvContentPartPr/>
                <p14:nvPr/>
              </p14:nvContentPartPr>
              <p14:xfrm>
                <a:off x="3655640" y="1222051"/>
                <a:ext cx="541440" cy="30384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4CE91F6D-2C54-6CC2-C59A-238FFEF2DD8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51320" y="1217731"/>
                  <a:ext cx="5500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603C4834-4CF5-C94D-2E33-350870A2AC86}"/>
                    </a:ext>
                  </a:extLst>
                </p14:cNvPr>
                <p14:cNvContentPartPr/>
                <p14:nvPr/>
              </p14:nvContentPartPr>
              <p14:xfrm>
                <a:off x="3803240" y="1348411"/>
                <a:ext cx="30240" cy="2376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603C4834-4CF5-C94D-2E33-350870A2AC8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98920" y="1344091"/>
                  <a:ext cx="38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5242A79D-032B-3364-03F5-07497152CC4E}"/>
                    </a:ext>
                  </a:extLst>
                </p14:cNvPr>
                <p14:cNvContentPartPr/>
                <p14:nvPr/>
              </p14:nvContentPartPr>
              <p14:xfrm>
                <a:off x="176240" y="1929451"/>
                <a:ext cx="257760" cy="17748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5242A79D-032B-3364-03F5-07497152CC4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1920" y="1925131"/>
                  <a:ext cx="266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C80CA40-2536-B5E4-BDCB-437C673F2C07}"/>
                    </a:ext>
                  </a:extLst>
                </p14:cNvPr>
                <p14:cNvContentPartPr/>
                <p14:nvPr/>
              </p14:nvContentPartPr>
              <p14:xfrm>
                <a:off x="261920" y="2087491"/>
                <a:ext cx="116280" cy="16524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C80CA40-2536-B5E4-BDCB-437C673F2C0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7600" y="2083171"/>
                  <a:ext cx="124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3AFA26EC-FE40-8B34-20FF-4DF3A35C5C19}"/>
                    </a:ext>
                  </a:extLst>
                </p14:cNvPr>
                <p14:cNvContentPartPr/>
                <p14:nvPr/>
              </p14:nvContentPartPr>
              <p14:xfrm>
                <a:off x="471080" y="2077771"/>
                <a:ext cx="137880" cy="1008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3AFA26EC-FE40-8B34-20FF-4DF3A35C5C1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66760" y="2073451"/>
                  <a:ext cx="146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A25856C5-E473-3E3F-5F7B-8CB7C1E7855C}"/>
                    </a:ext>
                  </a:extLst>
                </p14:cNvPr>
                <p14:cNvContentPartPr/>
                <p14:nvPr/>
              </p14:nvContentPartPr>
              <p14:xfrm>
                <a:off x="655400" y="2068411"/>
                <a:ext cx="93600" cy="15264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A25856C5-E473-3E3F-5F7B-8CB7C1E785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1080" y="2064091"/>
                  <a:ext cx="102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B9610E06-AD93-BD8E-3DF8-D310B925D5BC}"/>
                    </a:ext>
                  </a:extLst>
                </p14:cNvPr>
                <p14:cNvContentPartPr/>
                <p14:nvPr/>
              </p14:nvContentPartPr>
              <p14:xfrm>
                <a:off x="683480" y="2225731"/>
                <a:ext cx="221040" cy="1188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B9610E06-AD93-BD8E-3DF8-D310B925D5B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9160" y="2221411"/>
                  <a:ext cx="229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63F525CC-4BFD-237B-63F1-332BF70C2F76}"/>
                    </a:ext>
                  </a:extLst>
                </p14:cNvPr>
                <p14:cNvContentPartPr/>
                <p14:nvPr/>
              </p14:nvContentPartPr>
              <p14:xfrm>
                <a:off x="969680" y="2087491"/>
                <a:ext cx="91800" cy="36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63F525CC-4BFD-237B-63F1-332BF70C2F7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5360" y="2083171"/>
                  <a:ext cx="100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0AC5600A-4FA6-2348-C31C-B96FCAD7E1E1}"/>
                    </a:ext>
                  </a:extLst>
                </p14:cNvPr>
                <p14:cNvContentPartPr/>
                <p14:nvPr/>
              </p14:nvContentPartPr>
              <p14:xfrm>
                <a:off x="951320" y="2133211"/>
                <a:ext cx="201960" cy="1944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0AC5600A-4FA6-2348-C31C-B96FCAD7E1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7000" y="2128891"/>
                  <a:ext cx="210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F9B934B-562C-574F-F3E6-9FC5D7146F37}"/>
                    </a:ext>
                  </a:extLst>
                </p14:cNvPr>
                <p14:cNvContentPartPr/>
                <p14:nvPr/>
              </p14:nvContentPartPr>
              <p14:xfrm>
                <a:off x="1496000" y="1945291"/>
                <a:ext cx="592200" cy="16092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F9B934B-562C-574F-F3E6-9FC5D7146F3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91680" y="1940971"/>
                  <a:ext cx="600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4F7C2483-8E84-B938-8E41-D4D6E1627E14}"/>
                    </a:ext>
                  </a:extLst>
                </p14:cNvPr>
                <p14:cNvContentPartPr/>
                <p14:nvPr/>
              </p14:nvContentPartPr>
              <p14:xfrm>
                <a:off x="2123120" y="1800931"/>
                <a:ext cx="230760" cy="27900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4F7C2483-8E84-B938-8E41-D4D6E1627E1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18800" y="1796611"/>
                  <a:ext cx="239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BD3C9A7B-3D2A-141E-C1DC-6E3DDD3EEA41}"/>
                    </a:ext>
                  </a:extLst>
                </p14:cNvPr>
                <p14:cNvContentPartPr/>
                <p14:nvPr/>
              </p14:nvContentPartPr>
              <p14:xfrm>
                <a:off x="2409680" y="1975891"/>
                <a:ext cx="149040" cy="8532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BD3C9A7B-3D2A-141E-C1DC-6E3DDD3EEA4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05360" y="1971571"/>
                  <a:ext cx="157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30EC6728-3188-F028-F0D9-AB7B965C6244}"/>
                    </a:ext>
                  </a:extLst>
                </p14:cNvPr>
                <p14:cNvContentPartPr/>
                <p14:nvPr/>
              </p14:nvContentPartPr>
              <p14:xfrm>
                <a:off x="2567360" y="1837651"/>
                <a:ext cx="600120" cy="38124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30EC6728-3188-F028-F0D9-AB7B965C624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63040" y="1833331"/>
                  <a:ext cx="6087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C3E501AA-9B00-E509-BA29-60D88FE6CBF2}"/>
                    </a:ext>
                  </a:extLst>
                </p14:cNvPr>
                <p14:cNvContentPartPr/>
                <p14:nvPr/>
              </p14:nvContentPartPr>
              <p14:xfrm>
                <a:off x="2973800" y="1856371"/>
                <a:ext cx="34560" cy="36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C3E501AA-9B00-E509-BA29-60D88FE6CBF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69480" y="1852051"/>
                  <a:ext cx="43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80B06DF-0B9F-AF2F-1CB9-44899C9A1671}"/>
                    </a:ext>
                  </a:extLst>
                </p14:cNvPr>
                <p14:cNvContentPartPr/>
                <p14:nvPr/>
              </p14:nvContentPartPr>
              <p14:xfrm>
                <a:off x="3260360" y="1902811"/>
                <a:ext cx="55800" cy="8244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80B06DF-0B9F-AF2F-1CB9-44899C9A167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56040" y="1898491"/>
                  <a:ext cx="64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E1F32B9F-C3ED-C5AF-E73C-D8ED5D3B1B6F}"/>
                    </a:ext>
                  </a:extLst>
                </p14:cNvPr>
                <p14:cNvContentPartPr/>
                <p14:nvPr/>
              </p14:nvContentPartPr>
              <p14:xfrm>
                <a:off x="3345680" y="1892011"/>
                <a:ext cx="410400" cy="11376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E1F32B9F-C3ED-C5AF-E73C-D8ED5D3B1B6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41360" y="1887691"/>
                  <a:ext cx="419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0CA0534F-057F-9CF1-D2F3-41058FADC335}"/>
                    </a:ext>
                  </a:extLst>
                </p14:cNvPr>
                <p14:cNvContentPartPr/>
                <p14:nvPr/>
              </p14:nvContentPartPr>
              <p14:xfrm>
                <a:off x="3724760" y="1754851"/>
                <a:ext cx="43560" cy="23292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0CA0534F-057F-9CF1-D2F3-41058FADC33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720440" y="1750531"/>
                  <a:ext cx="52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761D1726-D7FE-A415-8FAA-837F9544DD66}"/>
                    </a:ext>
                  </a:extLst>
                </p14:cNvPr>
                <p14:cNvContentPartPr/>
                <p14:nvPr/>
              </p14:nvContentPartPr>
              <p14:xfrm>
                <a:off x="3694520" y="1845571"/>
                <a:ext cx="387360" cy="11916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761D1726-D7FE-A415-8FAA-837F9544DD6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690200" y="1841251"/>
                  <a:ext cx="396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D186B987-4E8F-C288-2F49-A0A4D59D59C7}"/>
                    </a:ext>
                  </a:extLst>
                </p14:cNvPr>
                <p14:cNvContentPartPr/>
                <p14:nvPr/>
              </p14:nvContentPartPr>
              <p14:xfrm>
                <a:off x="4238840" y="1726771"/>
                <a:ext cx="187920" cy="23760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D186B987-4E8F-C288-2F49-A0A4D59D59C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34520" y="1722451"/>
                  <a:ext cx="1965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F2F10741-C21C-2C14-AA90-24603C5D8A96}"/>
                    </a:ext>
                  </a:extLst>
                </p14:cNvPr>
                <p14:cNvContentPartPr/>
                <p14:nvPr/>
              </p14:nvContentPartPr>
              <p14:xfrm>
                <a:off x="4433240" y="1877251"/>
                <a:ext cx="153720" cy="10260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F2F10741-C21C-2C14-AA90-24603C5D8A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28920" y="1872931"/>
                  <a:ext cx="162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D5F4DFE0-300C-10A3-25D1-1AE1F3E5B962}"/>
                    </a:ext>
                  </a:extLst>
                </p14:cNvPr>
                <p14:cNvContentPartPr/>
                <p14:nvPr/>
              </p14:nvContentPartPr>
              <p14:xfrm>
                <a:off x="4498040" y="1808491"/>
                <a:ext cx="102960" cy="8496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D5F4DFE0-300C-10A3-25D1-1AE1F3E5B9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493720" y="1804171"/>
                  <a:ext cx="111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E9099CB5-B475-0FE5-3FE9-8036349756F2}"/>
                    </a:ext>
                  </a:extLst>
                </p14:cNvPr>
                <p14:cNvContentPartPr/>
                <p14:nvPr/>
              </p14:nvContentPartPr>
              <p14:xfrm>
                <a:off x="4645640" y="1902811"/>
                <a:ext cx="7560" cy="5796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E9099CB5-B475-0FE5-3FE9-8036349756F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41320" y="1898491"/>
                  <a:ext cx="16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BB7F9DDF-C0F7-95D6-0CDB-1E82D548DC8A}"/>
                    </a:ext>
                  </a:extLst>
                </p14:cNvPr>
                <p14:cNvContentPartPr/>
                <p14:nvPr/>
              </p14:nvContentPartPr>
              <p14:xfrm>
                <a:off x="4636640" y="1837291"/>
                <a:ext cx="102600" cy="7560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BB7F9DDF-C0F7-95D6-0CDB-1E82D548DC8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32320" y="1832971"/>
                  <a:ext cx="111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ED65B077-7F57-BC43-5C13-2EE88BD97DD7}"/>
                    </a:ext>
                  </a:extLst>
                </p14:cNvPr>
                <p14:cNvContentPartPr/>
                <p14:nvPr/>
              </p14:nvContentPartPr>
              <p14:xfrm>
                <a:off x="4729160" y="1884091"/>
                <a:ext cx="34560" cy="5724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ED65B077-7F57-BC43-5C13-2EE88BD97DD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24840" y="1879771"/>
                  <a:ext cx="43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C96AC830-8949-0FF9-5E60-3EC6945F443C}"/>
                    </a:ext>
                  </a:extLst>
                </p14:cNvPr>
                <p14:cNvContentPartPr/>
                <p14:nvPr/>
              </p14:nvContentPartPr>
              <p14:xfrm>
                <a:off x="4619720" y="1597891"/>
                <a:ext cx="17280" cy="24120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C96AC830-8949-0FF9-5E60-3EC6945F443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15400" y="1593211"/>
                  <a:ext cx="259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2E17BD5B-706B-A11E-6BD1-235E4C540C84}"/>
                    </a:ext>
                  </a:extLst>
                </p14:cNvPr>
                <p14:cNvContentPartPr/>
                <p14:nvPr/>
              </p14:nvContentPartPr>
              <p14:xfrm>
                <a:off x="4907000" y="1736491"/>
                <a:ext cx="44640" cy="19584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2E17BD5B-706B-A11E-6BD1-235E4C540C8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902680" y="1732171"/>
                  <a:ext cx="53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273053F-9EB6-D60C-926E-EA6BF37F5E26}"/>
                    </a:ext>
                  </a:extLst>
                </p14:cNvPr>
                <p14:cNvContentPartPr/>
                <p14:nvPr/>
              </p14:nvContentPartPr>
              <p14:xfrm>
                <a:off x="4839680" y="1831531"/>
                <a:ext cx="208800" cy="6624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273053F-9EB6-D60C-926E-EA6BF37F5E2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35360" y="1827211"/>
                  <a:ext cx="217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2A748748-F71D-9FAB-7BD3-341F1F6A3C79}"/>
                    </a:ext>
                  </a:extLst>
                </p14:cNvPr>
                <p14:cNvContentPartPr/>
                <p14:nvPr/>
              </p14:nvContentPartPr>
              <p14:xfrm>
                <a:off x="5126240" y="1828651"/>
                <a:ext cx="121320" cy="9000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2A748748-F71D-9FAB-7BD3-341F1F6A3C7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121920" y="1824331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BCE2FB73-1635-3AF7-962D-B833CCB5541A}"/>
                    </a:ext>
                  </a:extLst>
                </p14:cNvPr>
                <p14:cNvContentPartPr/>
                <p14:nvPr/>
              </p14:nvContentPartPr>
              <p14:xfrm>
                <a:off x="5190680" y="1745491"/>
                <a:ext cx="74520" cy="9144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BCE2FB73-1635-3AF7-962D-B833CCB5541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86360" y="1741171"/>
                  <a:ext cx="83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0BD41295-A2EC-4DE8-C05B-6E0BDA83700E}"/>
                    </a:ext>
                  </a:extLst>
                </p14:cNvPr>
                <p14:cNvContentPartPr/>
                <p14:nvPr/>
              </p14:nvContentPartPr>
              <p14:xfrm>
                <a:off x="5225960" y="1821091"/>
                <a:ext cx="150480" cy="10188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0BD41295-A2EC-4DE8-C05B-6E0BDA83700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21640" y="1816771"/>
                  <a:ext cx="159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5663A8F3-B72E-7251-63AF-C47A7F8C4013}"/>
                    </a:ext>
                  </a:extLst>
                </p14:cNvPr>
                <p14:cNvContentPartPr/>
                <p14:nvPr/>
              </p14:nvContentPartPr>
              <p14:xfrm>
                <a:off x="5292200" y="1782211"/>
                <a:ext cx="69480" cy="6912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5663A8F3-B72E-7251-63AF-C47A7F8C401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87880" y="1777891"/>
                  <a:ext cx="78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76647AAA-F387-CB01-8889-2F3AB84AD63C}"/>
                    </a:ext>
                  </a:extLst>
                </p14:cNvPr>
                <p14:cNvContentPartPr/>
                <p14:nvPr/>
              </p14:nvContentPartPr>
              <p14:xfrm>
                <a:off x="5420360" y="1810291"/>
                <a:ext cx="92520" cy="11232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76647AAA-F387-CB01-8889-2F3AB84AD63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416040" y="1805971"/>
                  <a:ext cx="101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301AA413-E61F-4D10-F557-3CE23DE05754}"/>
                    </a:ext>
                  </a:extLst>
                </p14:cNvPr>
                <p14:cNvContentPartPr/>
                <p14:nvPr/>
              </p14:nvContentPartPr>
              <p14:xfrm>
                <a:off x="5246120" y="1577011"/>
                <a:ext cx="181440" cy="12276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301AA413-E61F-4D10-F557-3CE23DE057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241800" y="1572691"/>
                  <a:ext cx="1900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F3D3B264-D11B-BF0E-6095-7F1C9E7FB43B}"/>
              </a:ext>
            </a:extLst>
          </p:cNvPr>
          <p:cNvGrpSpPr/>
          <p:nvPr/>
        </p:nvGrpSpPr>
        <p:grpSpPr>
          <a:xfrm>
            <a:off x="6705200" y="-16709"/>
            <a:ext cx="4803480" cy="866880"/>
            <a:chOff x="6705200" y="-16709"/>
            <a:chExt cx="4803480" cy="86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90D7D93-6678-24E6-5BC8-6A095DE4B910}"/>
                    </a:ext>
                  </a:extLst>
                </p14:cNvPr>
                <p14:cNvContentPartPr/>
                <p14:nvPr/>
              </p14:nvContentPartPr>
              <p14:xfrm>
                <a:off x="6836600" y="64291"/>
                <a:ext cx="16920" cy="28800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90D7D93-6678-24E6-5BC8-6A095DE4B91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832280" y="59971"/>
                  <a:ext cx="255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6398E8E-4D4E-9172-04F1-67278C84A3E7}"/>
                    </a:ext>
                  </a:extLst>
                </p14:cNvPr>
                <p14:cNvContentPartPr/>
                <p14:nvPr/>
              </p14:nvContentPartPr>
              <p14:xfrm>
                <a:off x="6705200" y="202171"/>
                <a:ext cx="304200" cy="1044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6398E8E-4D4E-9172-04F1-67278C84A3E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00880" y="197851"/>
                  <a:ext cx="312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196760C5-5457-7CC4-2F5F-7DA70E2611F5}"/>
                    </a:ext>
                  </a:extLst>
                </p14:cNvPr>
                <p14:cNvContentPartPr/>
                <p14:nvPr/>
              </p14:nvContentPartPr>
              <p14:xfrm>
                <a:off x="6944240" y="193171"/>
                <a:ext cx="105840" cy="14112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196760C5-5457-7CC4-2F5F-7DA70E2611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39920" y="188851"/>
                  <a:ext cx="114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CA8035E4-63C0-E756-B1A3-75BD6B50A13B}"/>
                    </a:ext>
                  </a:extLst>
                </p14:cNvPr>
                <p14:cNvContentPartPr/>
                <p14:nvPr/>
              </p14:nvContentPartPr>
              <p14:xfrm>
                <a:off x="7129280" y="83011"/>
                <a:ext cx="504360" cy="24624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CA8035E4-63C0-E756-B1A3-75BD6B50A13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124960" y="78691"/>
                  <a:ext cx="513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81BA9E80-59F4-53E8-40AB-B74224EF000F}"/>
                    </a:ext>
                  </a:extLst>
                </p14:cNvPr>
                <p14:cNvContentPartPr/>
                <p14:nvPr/>
              </p14:nvContentPartPr>
              <p14:xfrm>
                <a:off x="7756760" y="100651"/>
                <a:ext cx="169920" cy="20520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81BA9E80-59F4-53E8-40AB-B74224EF000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52440" y="96331"/>
                  <a:ext cx="178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B95E66EC-97A0-4386-4851-414D416BE623}"/>
                    </a:ext>
                  </a:extLst>
                </p14:cNvPr>
                <p14:cNvContentPartPr/>
                <p14:nvPr/>
              </p14:nvContentPartPr>
              <p14:xfrm>
                <a:off x="7934240" y="138451"/>
                <a:ext cx="55080" cy="13716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B95E66EC-97A0-4386-4851-414D416BE62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29920" y="134131"/>
                  <a:ext cx="63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025EB310-55A9-8717-0515-84D92EA4E1CB}"/>
                    </a:ext>
                  </a:extLst>
                </p14:cNvPr>
                <p14:cNvContentPartPr/>
                <p14:nvPr/>
              </p14:nvContentPartPr>
              <p14:xfrm>
                <a:off x="7906160" y="128011"/>
                <a:ext cx="183960" cy="1080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025EB310-55A9-8717-0515-84D92EA4E1C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01840" y="123691"/>
                  <a:ext cx="192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BD6EB9F3-F2F4-F5F0-E7BB-463111E06E59}"/>
                    </a:ext>
                  </a:extLst>
                </p14:cNvPr>
                <p14:cNvContentPartPr/>
                <p14:nvPr/>
              </p14:nvContentPartPr>
              <p14:xfrm>
                <a:off x="7934240" y="282451"/>
                <a:ext cx="124920" cy="396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BD6EB9F3-F2F4-F5F0-E7BB-463111E06E5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29920" y="278131"/>
                  <a:ext cx="13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7067195B-BAD1-2799-8004-95B871F4D398}"/>
                    </a:ext>
                  </a:extLst>
                </p14:cNvPr>
                <p14:cNvContentPartPr/>
                <p14:nvPr/>
              </p14:nvContentPartPr>
              <p14:xfrm>
                <a:off x="8100200" y="138451"/>
                <a:ext cx="241200" cy="2138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7067195B-BAD1-2799-8004-95B871F4D39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95880" y="134131"/>
                  <a:ext cx="249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417A1B0F-51C0-25F3-1F67-CA366973C76B}"/>
                    </a:ext>
                  </a:extLst>
                </p14:cNvPr>
                <p14:cNvContentPartPr/>
                <p14:nvPr/>
              </p14:nvContentPartPr>
              <p14:xfrm>
                <a:off x="8534000" y="18571"/>
                <a:ext cx="202320" cy="3067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417A1B0F-51C0-25F3-1F67-CA366973C76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29680" y="14251"/>
                  <a:ext cx="210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31BCF5C-FD99-83B4-1767-2CE3308D2B59}"/>
                    </a:ext>
                  </a:extLst>
                </p14:cNvPr>
                <p14:cNvContentPartPr/>
                <p14:nvPr/>
              </p14:nvContentPartPr>
              <p14:xfrm>
                <a:off x="8718680" y="230611"/>
                <a:ext cx="104400" cy="896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31BCF5C-FD99-83B4-1767-2CE3308D2B5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14360" y="226291"/>
                  <a:ext cx="113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EC031E6-26B6-346E-9B6A-A2007AE33ECC}"/>
                    </a:ext>
                  </a:extLst>
                </p14:cNvPr>
                <p14:cNvContentPartPr/>
                <p14:nvPr/>
              </p14:nvContentPartPr>
              <p14:xfrm>
                <a:off x="8725520" y="165451"/>
                <a:ext cx="129960" cy="9864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EC031E6-26B6-346E-9B6A-A2007AE33EC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21200" y="161131"/>
                  <a:ext cx="138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9D94E336-6CCC-B37F-6E5B-E2CA162E2807}"/>
                    </a:ext>
                  </a:extLst>
                </p14:cNvPr>
                <p14:cNvContentPartPr/>
                <p14:nvPr/>
              </p14:nvContentPartPr>
              <p14:xfrm>
                <a:off x="8847200" y="221251"/>
                <a:ext cx="104400" cy="9468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9D94E336-6CCC-B37F-6E5B-E2CA162E280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42880" y="216931"/>
                  <a:ext cx="113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44060C20-0C9C-ECBB-F373-E1188BAC0097}"/>
                    </a:ext>
                  </a:extLst>
                </p14:cNvPr>
                <p14:cNvContentPartPr/>
                <p14:nvPr/>
              </p14:nvContentPartPr>
              <p14:xfrm>
                <a:off x="8922080" y="129451"/>
                <a:ext cx="19800" cy="1101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44060C20-0C9C-ECBB-F373-E1188BAC009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917760" y="125131"/>
                  <a:ext cx="28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897DBD19-48D7-B5DC-C391-BA1C63DC02A9}"/>
                    </a:ext>
                  </a:extLst>
                </p14:cNvPr>
                <p14:cNvContentPartPr/>
                <p14:nvPr/>
              </p14:nvContentPartPr>
              <p14:xfrm>
                <a:off x="9003800" y="220891"/>
                <a:ext cx="66240" cy="10368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897DBD19-48D7-B5DC-C391-BA1C63DC02A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99480" y="216571"/>
                  <a:ext cx="74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3C2174BA-B1A8-96A8-2185-F86D6255F93B}"/>
                    </a:ext>
                  </a:extLst>
                </p14:cNvPr>
                <p14:cNvContentPartPr/>
                <p14:nvPr/>
              </p14:nvContentPartPr>
              <p14:xfrm>
                <a:off x="9014240" y="36931"/>
                <a:ext cx="60840" cy="1425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3C2174BA-B1A8-96A8-2185-F86D6255F93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09920" y="32611"/>
                  <a:ext cx="69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FCDEB536-F66B-B2DD-6A8D-010EDB74D7AA}"/>
                    </a:ext>
                  </a:extLst>
                </p14:cNvPr>
                <p14:cNvContentPartPr/>
                <p14:nvPr/>
              </p14:nvContentPartPr>
              <p14:xfrm>
                <a:off x="9327080" y="74011"/>
                <a:ext cx="11160" cy="2559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FCDEB536-F66B-B2DD-6A8D-010EDB74D7A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22760" y="69691"/>
                  <a:ext cx="19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AF463F1E-69EE-F14F-9C91-E1B9AE9E9D7C}"/>
                    </a:ext>
                  </a:extLst>
                </p14:cNvPr>
                <p14:cNvContentPartPr/>
                <p14:nvPr/>
              </p14:nvContentPartPr>
              <p14:xfrm>
                <a:off x="9218000" y="192451"/>
                <a:ext cx="442800" cy="13644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AF463F1E-69EE-F14F-9C91-E1B9AE9E9D7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13680" y="188131"/>
                  <a:ext cx="451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0C68BCF7-8CBB-63DA-D2A4-D49A055B0FE1}"/>
                    </a:ext>
                  </a:extLst>
                </p14:cNvPr>
                <p14:cNvContentPartPr/>
                <p14:nvPr/>
              </p14:nvContentPartPr>
              <p14:xfrm>
                <a:off x="9651800" y="166171"/>
                <a:ext cx="14760" cy="914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0C68BCF7-8CBB-63DA-D2A4-D49A055B0FE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647480" y="161851"/>
                  <a:ext cx="23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71069C90-54FA-A080-37C7-91005DDDDC76}"/>
                    </a:ext>
                  </a:extLst>
                </p14:cNvPr>
                <p14:cNvContentPartPr/>
                <p14:nvPr/>
              </p14:nvContentPartPr>
              <p14:xfrm>
                <a:off x="9697520" y="240331"/>
                <a:ext cx="55440" cy="730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71069C90-54FA-A080-37C7-91005DDDDC7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93200" y="236011"/>
                  <a:ext cx="64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25C26DA-C673-7CCA-3DC9-E181A633A4BA}"/>
                    </a:ext>
                  </a:extLst>
                </p14:cNvPr>
                <p14:cNvContentPartPr/>
                <p14:nvPr/>
              </p14:nvContentPartPr>
              <p14:xfrm>
                <a:off x="9661160" y="128731"/>
                <a:ext cx="75960" cy="12024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25C26DA-C673-7CCA-3DC9-E181A633A4B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656840" y="124411"/>
                  <a:ext cx="84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F5E1CF2-2796-12C2-9126-DE8DD494E9AC}"/>
                    </a:ext>
                  </a:extLst>
                </p14:cNvPr>
                <p14:cNvContentPartPr/>
                <p14:nvPr/>
              </p14:nvContentPartPr>
              <p14:xfrm>
                <a:off x="9800480" y="212251"/>
                <a:ext cx="52560" cy="10368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F5E1CF2-2796-12C2-9126-DE8DD494E9A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96160" y="207931"/>
                  <a:ext cx="61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ED0B07AE-C405-7982-F318-1ACBB1B19AB6}"/>
                    </a:ext>
                  </a:extLst>
                </p14:cNvPr>
                <p14:cNvContentPartPr/>
                <p14:nvPr/>
              </p14:nvContentPartPr>
              <p14:xfrm>
                <a:off x="9763040" y="-16709"/>
                <a:ext cx="222480" cy="10008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ED0B07AE-C405-7982-F318-1ACBB1B19AB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758720" y="-21029"/>
                  <a:ext cx="231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6C30BC1D-6585-C4A8-FAEE-BD2332262BFB}"/>
                    </a:ext>
                  </a:extLst>
                </p14:cNvPr>
                <p14:cNvContentPartPr/>
                <p14:nvPr/>
              </p14:nvContentPartPr>
              <p14:xfrm>
                <a:off x="8017040" y="590971"/>
                <a:ext cx="424080" cy="36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6C30BC1D-6585-C4A8-FAEE-BD2332262BF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12720" y="586651"/>
                  <a:ext cx="4327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997DDB67-BC34-BBCA-4224-D9DB1AE364A8}"/>
                    </a:ext>
                  </a:extLst>
                </p14:cNvPr>
                <p14:cNvContentPartPr/>
                <p14:nvPr/>
              </p14:nvContentPartPr>
              <p14:xfrm>
                <a:off x="8100200" y="642811"/>
                <a:ext cx="393120" cy="1296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997DDB67-BC34-BBCA-4224-D9DB1AE364A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95880" y="638491"/>
                  <a:ext cx="401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C9AD7E1-9CD7-02D7-BBAC-F5BC382E03E5}"/>
                    </a:ext>
                  </a:extLst>
                </p14:cNvPr>
                <p14:cNvContentPartPr/>
                <p14:nvPr/>
              </p14:nvContentPartPr>
              <p14:xfrm>
                <a:off x="8459840" y="507451"/>
                <a:ext cx="177840" cy="264240"/>
              </p14:xfrm>
            </p:contentPart>
          </mc:Choice>
          <mc:Fallback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C9AD7E1-9CD7-02D7-BBAC-F5BC382E03E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55520" y="503131"/>
                  <a:ext cx="186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F8DCA9A0-1834-4EF3-59DD-8040200197DA}"/>
                    </a:ext>
                  </a:extLst>
                </p14:cNvPr>
                <p14:cNvContentPartPr/>
                <p14:nvPr/>
              </p14:nvContentPartPr>
              <p14:xfrm>
                <a:off x="8994800" y="497011"/>
                <a:ext cx="197280" cy="24480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F8DCA9A0-1834-4EF3-59DD-8040200197D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990480" y="492691"/>
                  <a:ext cx="205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CC361C2-BE04-9477-2309-77EAB9D5266E}"/>
                    </a:ext>
                  </a:extLst>
                </p14:cNvPr>
                <p14:cNvContentPartPr/>
                <p14:nvPr/>
              </p14:nvContentPartPr>
              <p14:xfrm>
                <a:off x="9227000" y="590971"/>
                <a:ext cx="235800" cy="17460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CC361C2-BE04-9477-2309-77EAB9D5266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22680" y="586651"/>
                  <a:ext cx="244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638C28D-53B6-8E08-EA10-F042EFD6D908}"/>
                    </a:ext>
                  </a:extLst>
                </p14:cNvPr>
                <p14:cNvContentPartPr/>
                <p14:nvPr/>
              </p14:nvContentPartPr>
              <p14:xfrm>
                <a:off x="9467120" y="507811"/>
                <a:ext cx="20520" cy="18432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638C28D-53B6-8E08-EA10-F042EFD6D90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62800" y="503491"/>
                  <a:ext cx="291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FBE86165-C9C5-A22E-1908-9BB154F768C7}"/>
                    </a:ext>
                  </a:extLst>
                </p14:cNvPr>
                <p14:cNvContentPartPr/>
                <p14:nvPr/>
              </p14:nvContentPartPr>
              <p14:xfrm>
                <a:off x="9393320" y="581251"/>
                <a:ext cx="279720" cy="26892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FBE86165-C9C5-A22E-1908-9BB154F768C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89000" y="576931"/>
                  <a:ext cx="288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1EBBC306-63DD-90DE-CB31-DE04DBEF031E}"/>
                    </a:ext>
                  </a:extLst>
                </p14:cNvPr>
                <p14:cNvContentPartPr/>
                <p14:nvPr/>
              </p14:nvContentPartPr>
              <p14:xfrm>
                <a:off x="9688520" y="590971"/>
                <a:ext cx="162000" cy="10728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1EBBC306-63DD-90DE-CB31-DE04DBEF031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684200" y="586651"/>
                  <a:ext cx="170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4E10A5F6-FC7A-8F2E-2FC6-93405D1FF037}"/>
                    </a:ext>
                  </a:extLst>
                </p14:cNvPr>
                <p14:cNvContentPartPr/>
                <p14:nvPr/>
              </p14:nvContentPartPr>
              <p14:xfrm>
                <a:off x="9882920" y="489451"/>
                <a:ext cx="27720" cy="18360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4E10A5F6-FC7A-8F2E-2FC6-93405D1FF03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78600" y="485131"/>
                  <a:ext cx="36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85ECA6B6-1AF8-0D23-3E18-A5D130F9BC81}"/>
                    </a:ext>
                  </a:extLst>
                </p14:cNvPr>
                <p14:cNvContentPartPr/>
                <p14:nvPr/>
              </p14:nvContentPartPr>
              <p14:xfrm>
                <a:off x="9845840" y="562891"/>
                <a:ext cx="248760" cy="2844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85ECA6B6-1AF8-0D23-3E18-A5D130F9BC8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841520" y="558571"/>
                  <a:ext cx="257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19D2735B-BC28-BF26-DF09-0ADE6F6F9718}"/>
                    </a:ext>
                  </a:extLst>
                </p14:cNvPr>
                <p14:cNvContentPartPr/>
                <p14:nvPr/>
              </p14:nvContentPartPr>
              <p14:xfrm>
                <a:off x="10030520" y="574411"/>
                <a:ext cx="146880" cy="26280"/>
              </p14:xfrm>
            </p:contentPart>
          </mc:Choice>
          <mc:Fallback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19D2735B-BC28-BF26-DF09-0ADE6F6F971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026200" y="570091"/>
                  <a:ext cx="155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C5EDC05D-2FAA-DC89-D594-93020FD82EF6}"/>
                    </a:ext>
                  </a:extLst>
                </p14:cNvPr>
                <p14:cNvContentPartPr/>
                <p14:nvPr/>
              </p14:nvContentPartPr>
              <p14:xfrm>
                <a:off x="10067600" y="618331"/>
                <a:ext cx="248760" cy="1008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C5EDC05D-2FAA-DC89-D594-93020FD82EF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063280" y="614011"/>
                  <a:ext cx="257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71E3AF59-A05F-033C-3559-5C8C17AA4B9F}"/>
                    </a:ext>
                  </a:extLst>
                </p14:cNvPr>
                <p14:cNvContentPartPr/>
                <p14:nvPr/>
              </p14:nvContentPartPr>
              <p14:xfrm>
                <a:off x="10416800" y="461731"/>
                <a:ext cx="109080" cy="18576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71E3AF59-A05F-033C-3559-5C8C17AA4B9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412480" y="457411"/>
                  <a:ext cx="117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9BECF23D-7DC1-1A63-310A-3599363A36C8}"/>
                    </a:ext>
                  </a:extLst>
                </p14:cNvPr>
                <p14:cNvContentPartPr/>
                <p14:nvPr/>
              </p14:nvContentPartPr>
              <p14:xfrm>
                <a:off x="10582760" y="513211"/>
                <a:ext cx="70200" cy="132840"/>
              </p14:xfrm>
            </p:contentPart>
          </mc:Choice>
          <mc:Fallback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9BECF23D-7DC1-1A63-310A-3599363A36C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578440" y="508891"/>
                  <a:ext cx="78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90A87F72-EA78-B329-94EC-ABB2721A610F}"/>
                    </a:ext>
                  </a:extLst>
                </p14:cNvPr>
                <p14:cNvContentPartPr/>
                <p14:nvPr/>
              </p14:nvContentPartPr>
              <p14:xfrm>
                <a:off x="10695440" y="452371"/>
                <a:ext cx="38160" cy="31644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90A87F72-EA78-B329-94EC-ABB2721A610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691120" y="448051"/>
                  <a:ext cx="468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4D68B86F-C6CC-16B8-CA3E-82FB86AECA69}"/>
                    </a:ext>
                  </a:extLst>
                </p14:cNvPr>
                <p14:cNvContentPartPr/>
                <p14:nvPr/>
              </p14:nvContentPartPr>
              <p14:xfrm>
                <a:off x="10686080" y="542371"/>
                <a:ext cx="135720" cy="76320"/>
              </p14:xfrm>
            </p:contentPart>
          </mc:Choice>
          <mc:Fallback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4D68B86F-C6CC-16B8-CA3E-82FB86AECA6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681760" y="538051"/>
                  <a:ext cx="144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27AF12DA-1DB4-A373-A4CD-714C1BFEEE19}"/>
                    </a:ext>
                  </a:extLst>
                </p14:cNvPr>
                <p14:cNvContentPartPr/>
                <p14:nvPr/>
              </p14:nvContentPartPr>
              <p14:xfrm>
                <a:off x="10813520" y="415651"/>
                <a:ext cx="538200" cy="242640"/>
              </p14:xfrm>
            </p:contentPart>
          </mc:Choice>
          <mc:Fallback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27AF12DA-1DB4-A373-A4CD-714C1BFEEE1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09200" y="411331"/>
                  <a:ext cx="546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F5E18B92-EA9C-0900-B70B-5F05DA05E89B}"/>
                    </a:ext>
                  </a:extLst>
                </p14:cNvPr>
                <p14:cNvContentPartPr/>
                <p14:nvPr/>
              </p14:nvContentPartPr>
              <p14:xfrm>
                <a:off x="11379080" y="526531"/>
                <a:ext cx="116640" cy="69840"/>
              </p14:xfrm>
            </p:contentPart>
          </mc:Choice>
          <mc:Fallback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F5E18B92-EA9C-0900-B70B-5F05DA05E89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374760" y="522211"/>
                  <a:ext cx="125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3EB5A1D0-6C65-C008-4264-30BC05F10B45}"/>
                    </a:ext>
                  </a:extLst>
                </p14:cNvPr>
                <p14:cNvContentPartPr/>
                <p14:nvPr/>
              </p14:nvContentPartPr>
              <p14:xfrm>
                <a:off x="11434160" y="535531"/>
                <a:ext cx="74520" cy="128160"/>
              </p14:xfrm>
            </p:contentPart>
          </mc:Choice>
          <mc:Fallback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3EB5A1D0-6C65-C008-4264-30BC05F10B4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429840" y="531211"/>
                  <a:ext cx="831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5ABE27E5-E214-9C95-08EB-8676882AF795}"/>
              </a:ext>
            </a:extLst>
          </p:cNvPr>
          <p:cNvGrpSpPr/>
          <p:nvPr/>
        </p:nvGrpSpPr>
        <p:grpSpPr>
          <a:xfrm>
            <a:off x="9725960" y="858811"/>
            <a:ext cx="2271240" cy="277560"/>
            <a:chOff x="9725960" y="858811"/>
            <a:chExt cx="227124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D5EDE05D-4910-18AA-E466-C3DEDF33D401}"/>
                    </a:ext>
                  </a:extLst>
                </p14:cNvPr>
                <p14:cNvContentPartPr/>
                <p14:nvPr/>
              </p14:nvContentPartPr>
              <p14:xfrm>
                <a:off x="9872840" y="877171"/>
                <a:ext cx="55440" cy="226440"/>
              </p14:xfrm>
            </p:contentPart>
          </mc:Choice>
          <mc:Fallback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D5EDE05D-4910-18AA-E466-C3DEDF33D4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868520" y="872851"/>
                  <a:ext cx="64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9E8124D6-FFFD-E86A-D554-2D4BFB7F66E7}"/>
                    </a:ext>
                  </a:extLst>
                </p14:cNvPr>
                <p14:cNvContentPartPr/>
                <p14:nvPr/>
              </p14:nvContentPartPr>
              <p14:xfrm>
                <a:off x="9725960" y="960691"/>
                <a:ext cx="294840" cy="19080"/>
              </p14:xfrm>
            </p:contentPart>
          </mc:Choice>
          <mc:Fallback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9E8124D6-FFFD-E86A-D554-2D4BFB7F66E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721640" y="956371"/>
                  <a:ext cx="303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BA1DD7BA-A6C9-10CB-5445-D91625B879D6}"/>
                    </a:ext>
                  </a:extLst>
                </p14:cNvPr>
                <p14:cNvContentPartPr/>
                <p14:nvPr/>
              </p14:nvContentPartPr>
              <p14:xfrm>
                <a:off x="10038800" y="965731"/>
                <a:ext cx="114840" cy="125640"/>
              </p14:xfrm>
            </p:contentPart>
          </mc:Choice>
          <mc:Fallback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BA1DD7BA-A6C9-10CB-5445-D91625B879D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034480" y="961411"/>
                  <a:ext cx="123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BE3B218F-ED6C-6EAD-D9D0-42614B8C1B77}"/>
                    </a:ext>
                  </a:extLst>
                </p14:cNvPr>
                <p14:cNvContentPartPr/>
                <p14:nvPr/>
              </p14:nvContentPartPr>
              <p14:xfrm>
                <a:off x="10196480" y="858811"/>
                <a:ext cx="83160" cy="230760"/>
              </p14:xfrm>
            </p:contentPart>
          </mc:Choice>
          <mc:Fallback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BE3B218F-ED6C-6EAD-D9D0-42614B8C1B7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192160" y="854491"/>
                  <a:ext cx="91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82719868-2A3C-EDAC-C7CA-B1EBA1E60E77}"/>
                    </a:ext>
                  </a:extLst>
                </p14:cNvPr>
                <p14:cNvContentPartPr/>
                <p14:nvPr/>
              </p14:nvContentPartPr>
              <p14:xfrm>
                <a:off x="10233560" y="941611"/>
                <a:ext cx="165600" cy="37800"/>
              </p14:xfrm>
            </p:contentPart>
          </mc:Choice>
          <mc:Fallback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82719868-2A3C-EDAC-C7CA-B1EBA1E60E7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29240" y="937291"/>
                  <a:ext cx="174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F8010DF3-DECC-6842-1053-F70FC8161A38}"/>
                    </a:ext>
                  </a:extLst>
                </p14:cNvPr>
                <p14:cNvContentPartPr/>
                <p14:nvPr/>
              </p14:nvContentPartPr>
              <p14:xfrm>
                <a:off x="10298360" y="970771"/>
                <a:ext cx="455400" cy="125640"/>
              </p14:xfrm>
            </p:contentPart>
          </mc:Choice>
          <mc:Fallback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F8010DF3-DECC-6842-1053-F70FC8161A3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94040" y="966451"/>
                  <a:ext cx="464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142EAEEF-7B5D-3776-E1CB-43FB43AE991C}"/>
                    </a:ext>
                  </a:extLst>
                </p14:cNvPr>
                <p14:cNvContentPartPr/>
                <p14:nvPr/>
              </p14:nvContentPartPr>
              <p14:xfrm>
                <a:off x="10861760" y="869611"/>
                <a:ext cx="341280" cy="266760"/>
              </p14:xfrm>
            </p:contentPart>
          </mc:Choice>
          <mc:Fallback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142EAEEF-7B5D-3776-E1CB-43FB43AE991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857440" y="865291"/>
                  <a:ext cx="349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C6253C3D-D7B7-0695-5DA3-20F2BA8E7602}"/>
                    </a:ext>
                  </a:extLst>
                </p14:cNvPr>
                <p14:cNvContentPartPr/>
                <p14:nvPr/>
              </p14:nvContentPartPr>
              <p14:xfrm>
                <a:off x="11212760" y="993451"/>
                <a:ext cx="133920" cy="96840"/>
              </p14:xfrm>
            </p:contentPart>
          </mc:Choice>
          <mc:Fallback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C6253C3D-D7B7-0695-5DA3-20F2BA8E760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208440" y="989131"/>
                  <a:ext cx="142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64B6FCFB-BA36-1568-967F-C89B0E52B4DD}"/>
                    </a:ext>
                  </a:extLst>
                </p14:cNvPr>
                <p14:cNvContentPartPr/>
                <p14:nvPr/>
              </p14:nvContentPartPr>
              <p14:xfrm>
                <a:off x="11351360" y="976891"/>
                <a:ext cx="248040" cy="105840"/>
              </p14:xfrm>
            </p:contentPart>
          </mc:Choice>
          <mc:Fallback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64B6FCFB-BA36-1568-967F-C89B0E52B4D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347040" y="972571"/>
                  <a:ext cx="256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83075644-CBB2-0767-E04F-404577B307A6}"/>
                    </a:ext>
                  </a:extLst>
                </p14:cNvPr>
                <p14:cNvContentPartPr/>
                <p14:nvPr/>
              </p14:nvContentPartPr>
              <p14:xfrm>
                <a:off x="11627480" y="868171"/>
                <a:ext cx="70560" cy="200160"/>
              </p14:xfrm>
            </p:contentPart>
          </mc:Choice>
          <mc:Fallback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83075644-CBB2-0767-E04F-404577B307A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623160" y="863851"/>
                  <a:ext cx="79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AE590B29-95A7-DE86-F4EA-26249C202173}"/>
                    </a:ext>
                  </a:extLst>
                </p14:cNvPr>
                <p14:cNvContentPartPr/>
                <p14:nvPr/>
              </p14:nvContentPartPr>
              <p14:xfrm>
                <a:off x="11794160" y="877171"/>
                <a:ext cx="203040" cy="198000"/>
              </p14:xfrm>
            </p:contentPart>
          </mc:Choice>
          <mc:Fallback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AE590B29-95A7-DE86-F4EA-26249C20217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789840" y="872851"/>
                  <a:ext cx="21168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3544996E-28E8-4132-B9C6-B83D48CBEFE5}"/>
              </a:ext>
            </a:extLst>
          </p:cNvPr>
          <p:cNvGrpSpPr/>
          <p:nvPr/>
        </p:nvGrpSpPr>
        <p:grpSpPr>
          <a:xfrm>
            <a:off x="286040" y="2789851"/>
            <a:ext cx="655560" cy="191880"/>
            <a:chOff x="286040" y="2789851"/>
            <a:chExt cx="65556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186E0A5C-5AE4-DBB4-A7EB-6418B9164EF5}"/>
                    </a:ext>
                  </a:extLst>
                </p14:cNvPr>
                <p14:cNvContentPartPr/>
                <p14:nvPr/>
              </p14:nvContentPartPr>
              <p14:xfrm>
                <a:off x="286040" y="2789851"/>
                <a:ext cx="236160" cy="106920"/>
              </p14:xfrm>
            </p:contentPart>
          </mc:Choice>
          <mc:Fallback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186E0A5C-5AE4-DBB4-A7EB-6418B9164EF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1720" y="2785531"/>
                  <a:ext cx="244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48BE20DA-5B35-886E-F8AC-1191857E19BB}"/>
                    </a:ext>
                  </a:extLst>
                </p14:cNvPr>
                <p14:cNvContentPartPr/>
                <p14:nvPr/>
              </p14:nvContentPartPr>
              <p14:xfrm>
                <a:off x="544520" y="2816851"/>
                <a:ext cx="50760" cy="164880"/>
              </p14:xfrm>
            </p:contentPart>
          </mc:Choice>
          <mc:Fallback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48BE20DA-5B35-886E-F8AC-1191857E19B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40200" y="2812531"/>
                  <a:ext cx="59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629C45DE-D689-D627-D908-C2D38197E490}"/>
                    </a:ext>
                  </a:extLst>
                </p14:cNvPr>
                <p14:cNvContentPartPr/>
                <p14:nvPr/>
              </p14:nvContentPartPr>
              <p14:xfrm>
                <a:off x="489440" y="2900011"/>
                <a:ext cx="192960" cy="28080"/>
              </p14:xfrm>
            </p:contentPart>
          </mc:Choice>
          <mc:Fallback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629C45DE-D689-D627-D908-C2D38197E49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85120" y="2895691"/>
                  <a:ext cx="201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DDD9CD15-12E3-81B2-224D-96C82946848A}"/>
                    </a:ext>
                  </a:extLst>
                </p14:cNvPr>
                <p14:cNvContentPartPr/>
                <p14:nvPr/>
              </p14:nvContentPartPr>
              <p14:xfrm>
                <a:off x="711200" y="2834851"/>
                <a:ext cx="205920" cy="19440"/>
              </p14:xfrm>
            </p:contentPart>
          </mc:Choice>
          <mc:Fallback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DDD9CD15-12E3-81B2-224D-96C8294684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06880" y="2830531"/>
                  <a:ext cx="214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69A7798E-976B-B67E-9849-E64FEA26D3E0}"/>
                    </a:ext>
                  </a:extLst>
                </p14:cNvPr>
                <p14:cNvContentPartPr/>
                <p14:nvPr/>
              </p14:nvContentPartPr>
              <p14:xfrm>
                <a:off x="803360" y="2900371"/>
                <a:ext cx="138240" cy="36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69A7798E-976B-B67E-9849-E64FEA26D3E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9040" y="2896051"/>
                  <a:ext cx="14688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C1157A71-640F-2A9B-5313-733365260D0B}"/>
              </a:ext>
            </a:extLst>
          </p:cNvPr>
          <p:cNvGrpSpPr/>
          <p:nvPr/>
        </p:nvGrpSpPr>
        <p:grpSpPr>
          <a:xfrm>
            <a:off x="1140439" y="2532948"/>
            <a:ext cx="1994040" cy="414360"/>
            <a:chOff x="1140439" y="2532948"/>
            <a:chExt cx="199404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DE26162A-030A-2239-AD80-E3B92F705B79}"/>
                    </a:ext>
                  </a:extLst>
                </p14:cNvPr>
                <p14:cNvContentPartPr/>
                <p14:nvPr/>
              </p14:nvContentPartPr>
              <p14:xfrm>
                <a:off x="1140439" y="2681268"/>
                <a:ext cx="253080" cy="25668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DE26162A-030A-2239-AD80-E3B92F705B7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36119" y="2676948"/>
                  <a:ext cx="261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06766DDF-0176-3B2A-7605-366D820445B0}"/>
                    </a:ext>
                  </a:extLst>
                </p14:cNvPr>
                <p14:cNvContentPartPr/>
                <p14:nvPr/>
              </p14:nvContentPartPr>
              <p14:xfrm>
                <a:off x="1333759" y="2770908"/>
                <a:ext cx="238320" cy="14040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06766DDF-0176-3B2A-7605-366D820445B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329439" y="2766588"/>
                  <a:ext cx="246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1E3E3997-068A-4E7C-AE27-3400A1AF0CDC}"/>
                    </a:ext>
                  </a:extLst>
                </p14:cNvPr>
                <p14:cNvContentPartPr/>
                <p14:nvPr/>
              </p14:nvContentPartPr>
              <p14:xfrm>
                <a:off x="1586119" y="2760108"/>
                <a:ext cx="120240" cy="164520"/>
              </p14:xfrm>
            </p:contentPart>
          </mc:Choice>
          <mc:Fallback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1E3E3997-068A-4E7C-AE27-3400A1AF0CD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581799" y="2755788"/>
                  <a:ext cx="128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07EBB366-B743-57D7-2F1C-3994FE6FDD19}"/>
                    </a:ext>
                  </a:extLst>
                </p14:cNvPr>
                <p14:cNvContentPartPr/>
                <p14:nvPr/>
              </p14:nvContentPartPr>
              <p14:xfrm>
                <a:off x="1767559" y="2548428"/>
                <a:ext cx="121680" cy="34452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07EBB366-B743-57D7-2F1C-3994FE6FDD1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763239" y="2544108"/>
                  <a:ext cx="1303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4C0E5F14-C4A0-7C62-F9FB-A5C43B43DC10}"/>
                    </a:ext>
                  </a:extLst>
                </p14:cNvPr>
                <p14:cNvContentPartPr/>
                <p14:nvPr/>
              </p14:nvContentPartPr>
              <p14:xfrm>
                <a:off x="1993639" y="2728428"/>
                <a:ext cx="295920" cy="122760"/>
              </p14:xfrm>
            </p:contentPart>
          </mc:Choice>
          <mc:Fallback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4C0E5F14-C4A0-7C62-F9FB-A5C43B43DC1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989319" y="2724108"/>
                  <a:ext cx="304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BA0816BB-74A5-F530-CBE5-2AC694D2EDF3}"/>
                    </a:ext>
                  </a:extLst>
                </p14:cNvPr>
                <p14:cNvContentPartPr/>
                <p14:nvPr/>
              </p14:nvContentPartPr>
              <p14:xfrm>
                <a:off x="2353639" y="2787828"/>
                <a:ext cx="19800" cy="159480"/>
              </p14:xfrm>
            </p:contentPart>
          </mc:Choice>
          <mc:Fallback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BA0816BB-74A5-F530-CBE5-2AC694D2EDF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349319" y="2783508"/>
                  <a:ext cx="28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88B77349-B924-099A-39D7-4C008C35ABBE}"/>
                    </a:ext>
                  </a:extLst>
                </p14:cNvPr>
                <p14:cNvContentPartPr/>
                <p14:nvPr/>
              </p14:nvContentPartPr>
              <p14:xfrm>
                <a:off x="2323039" y="2897628"/>
                <a:ext cx="93600" cy="40680"/>
              </p14:xfrm>
            </p:contentPart>
          </mc:Choice>
          <mc:Fallback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88B77349-B924-099A-39D7-4C008C35ABB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318719" y="2893308"/>
                  <a:ext cx="102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99E723F4-10A8-7899-F055-733973982D37}"/>
                    </a:ext>
                  </a:extLst>
                </p14:cNvPr>
                <p14:cNvContentPartPr/>
                <p14:nvPr/>
              </p14:nvContentPartPr>
              <p14:xfrm>
                <a:off x="2509879" y="2802588"/>
                <a:ext cx="53280" cy="140760"/>
              </p14:xfrm>
            </p:contentPart>
          </mc:Choice>
          <mc:Fallback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99E723F4-10A8-7899-F055-733973982D3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505559" y="2798268"/>
                  <a:ext cx="61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CDE2A9A1-B9F4-78B3-7676-FD2D61DF5906}"/>
                    </a:ext>
                  </a:extLst>
                </p14:cNvPr>
                <p14:cNvContentPartPr/>
                <p14:nvPr/>
              </p14:nvContentPartPr>
              <p14:xfrm>
                <a:off x="2713279" y="2638428"/>
                <a:ext cx="185760" cy="187920"/>
              </p14:xfrm>
            </p:contentPart>
          </mc:Choice>
          <mc:Fallback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CDE2A9A1-B9F4-78B3-7676-FD2D61DF590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708959" y="2634108"/>
                  <a:ext cx="194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E22C86A5-8203-6CF3-5423-E1934F3D279E}"/>
                    </a:ext>
                  </a:extLst>
                </p14:cNvPr>
                <p14:cNvContentPartPr/>
                <p14:nvPr/>
              </p14:nvContentPartPr>
              <p14:xfrm>
                <a:off x="2735959" y="2668308"/>
                <a:ext cx="217080" cy="186480"/>
              </p14:xfrm>
            </p:contentPart>
          </mc:Choice>
          <mc:Fallback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E22C86A5-8203-6CF3-5423-E1934F3D279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731639" y="2663988"/>
                  <a:ext cx="225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6DB337BF-3F86-9720-46F2-94CFE1C4EEE1}"/>
                    </a:ext>
                  </a:extLst>
                </p14:cNvPr>
                <p14:cNvContentPartPr/>
                <p14:nvPr/>
              </p14:nvContentPartPr>
              <p14:xfrm>
                <a:off x="2937919" y="2532948"/>
                <a:ext cx="196560" cy="391680"/>
              </p14:xfrm>
            </p:contentPart>
          </mc:Choice>
          <mc:Fallback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6DB337BF-3F86-9720-46F2-94CFE1C4EEE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933599" y="2528628"/>
                  <a:ext cx="20520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A8E6738D-E861-8F58-6A57-94687BEA71E8}"/>
              </a:ext>
            </a:extLst>
          </p:cNvPr>
          <p:cNvGrpSpPr/>
          <p:nvPr/>
        </p:nvGrpSpPr>
        <p:grpSpPr>
          <a:xfrm>
            <a:off x="3342919" y="2415588"/>
            <a:ext cx="718200" cy="478800"/>
            <a:chOff x="3342919" y="2415588"/>
            <a:chExt cx="71820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2D603031-F65C-65DA-3D27-3D311D0D2673}"/>
                    </a:ext>
                  </a:extLst>
                </p14:cNvPr>
                <p14:cNvContentPartPr/>
                <p14:nvPr/>
              </p14:nvContentPartPr>
              <p14:xfrm>
                <a:off x="3450919" y="2593068"/>
                <a:ext cx="27000" cy="301320"/>
              </p14:xfrm>
            </p:contentPart>
          </mc:Choice>
          <mc:Fallback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2D603031-F65C-65DA-3D27-3D311D0D267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446599" y="2588748"/>
                  <a:ext cx="35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E4657D36-683E-5FF3-286E-605AE450EA9E}"/>
                    </a:ext>
                  </a:extLst>
                </p14:cNvPr>
                <p14:cNvContentPartPr/>
                <p14:nvPr/>
              </p14:nvContentPartPr>
              <p14:xfrm>
                <a:off x="3342919" y="2415588"/>
                <a:ext cx="718200" cy="466560"/>
              </p14:xfrm>
            </p:contentPart>
          </mc:Choice>
          <mc:Fallback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E4657D36-683E-5FF3-286E-605AE450EA9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338599" y="2411268"/>
                  <a:ext cx="7268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A8EB079C-7B29-AAF3-4EC6-339C15E9174F}"/>
                    </a:ext>
                  </a:extLst>
                </p14:cNvPr>
                <p14:cNvContentPartPr/>
                <p14:nvPr/>
              </p14:nvContentPartPr>
              <p14:xfrm>
                <a:off x="3492319" y="2445468"/>
                <a:ext cx="271800" cy="103320"/>
              </p14:xfrm>
            </p:contentPart>
          </mc:Choice>
          <mc:Fallback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A8EB079C-7B29-AAF3-4EC6-339C15E9174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487999" y="2441148"/>
                  <a:ext cx="2804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4F4E5C40-1472-F744-F159-E4C7223DE69A}"/>
              </a:ext>
            </a:extLst>
          </p:cNvPr>
          <p:cNvGrpSpPr/>
          <p:nvPr/>
        </p:nvGrpSpPr>
        <p:grpSpPr>
          <a:xfrm>
            <a:off x="4361719" y="2428188"/>
            <a:ext cx="955800" cy="407520"/>
            <a:chOff x="4361719" y="2428188"/>
            <a:chExt cx="95580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A776D5CB-2ACD-C7E0-739C-46714DDE25A8}"/>
                    </a:ext>
                  </a:extLst>
                </p14:cNvPr>
                <p14:cNvContentPartPr/>
                <p14:nvPr/>
              </p14:nvContentPartPr>
              <p14:xfrm>
                <a:off x="4361719" y="2428188"/>
                <a:ext cx="658080" cy="407520"/>
              </p14:xfrm>
            </p:contentPart>
          </mc:Choice>
          <mc:Fallback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A776D5CB-2ACD-C7E0-739C-46714DDE25A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357399" y="2423868"/>
                  <a:ext cx="6667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657E761B-FA1D-1099-9E54-EBAB0CC5CF40}"/>
                    </a:ext>
                  </a:extLst>
                </p14:cNvPr>
                <p14:cNvContentPartPr/>
                <p14:nvPr/>
              </p14:nvContentPartPr>
              <p14:xfrm>
                <a:off x="5051839" y="2694228"/>
                <a:ext cx="265680" cy="87480"/>
              </p14:xfrm>
            </p:contentPart>
          </mc:Choice>
          <mc:Fallback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657E761B-FA1D-1099-9E54-EBAB0CC5CF4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047519" y="2689908"/>
                  <a:ext cx="27432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0" name="Group 679">
            <a:extLst>
              <a:ext uri="{FF2B5EF4-FFF2-40B4-BE49-F238E27FC236}">
                <a16:creationId xmlns:a16="http://schemas.microsoft.com/office/drawing/2014/main" id="{14AF9455-788D-5DFE-AB66-A416DFF66F31}"/>
              </a:ext>
            </a:extLst>
          </p:cNvPr>
          <p:cNvGrpSpPr/>
          <p:nvPr/>
        </p:nvGrpSpPr>
        <p:grpSpPr>
          <a:xfrm>
            <a:off x="5636479" y="2083308"/>
            <a:ext cx="512280" cy="676800"/>
            <a:chOff x="5636479" y="2083308"/>
            <a:chExt cx="512280" cy="67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DAE98550-9ECF-0DB9-9460-FCCC175CBDE7}"/>
                    </a:ext>
                  </a:extLst>
                </p14:cNvPr>
                <p14:cNvContentPartPr/>
                <p14:nvPr/>
              </p14:nvContentPartPr>
              <p14:xfrm>
                <a:off x="5665999" y="2596308"/>
                <a:ext cx="15480" cy="11880"/>
              </p14:xfrm>
            </p:contentPart>
          </mc:Choice>
          <mc:Fallback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DAE98550-9ECF-0DB9-9460-FCCC175CBDE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661679" y="2591988"/>
                  <a:ext cx="24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736F9D65-C012-5755-51B2-AE7CE6FB0C0B}"/>
                    </a:ext>
                  </a:extLst>
                </p14:cNvPr>
                <p14:cNvContentPartPr/>
                <p14:nvPr/>
              </p14:nvContentPartPr>
              <p14:xfrm>
                <a:off x="5636479" y="2338188"/>
                <a:ext cx="272160" cy="421920"/>
              </p14:xfrm>
            </p:contentPart>
          </mc:Choice>
          <mc:Fallback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736F9D65-C012-5755-51B2-AE7CE6FB0C0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5632159" y="2333868"/>
                  <a:ext cx="28080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87A48022-6E25-538D-7A58-6945C08E64E2}"/>
                    </a:ext>
                  </a:extLst>
                </p14:cNvPr>
                <p14:cNvContentPartPr/>
                <p14:nvPr/>
              </p14:nvContentPartPr>
              <p14:xfrm>
                <a:off x="5740879" y="2442948"/>
                <a:ext cx="212760" cy="141840"/>
              </p14:xfrm>
            </p:contentPart>
          </mc:Choice>
          <mc:Fallback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87A48022-6E25-538D-7A58-6945C08E64E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5736559" y="2438628"/>
                  <a:ext cx="221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A84A4699-14CA-6EB9-6700-2EB85249154C}"/>
                    </a:ext>
                  </a:extLst>
                </p14:cNvPr>
                <p14:cNvContentPartPr/>
                <p14:nvPr/>
              </p14:nvContentPartPr>
              <p14:xfrm>
                <a:off x="5951119" y="2083308"/>
                <a:ext cx="45000" cy="253800"/>
              </p14:xfrm>
            </p:contentPart>
          </mc:Choice>
          <mc:Fallback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A84A4699-14CA-6EB9-6700-2EB85249154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946799" y="2078988"/>
                  <a:ext cx="53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E0C288CA-61C7-9C46-A3BC-48ED82E876DD}"/>
                    </a:ext>
                  </a:extLst>
                </p14:cNvPr>
                <p14:cNvContentPartPr/>
                <p14:nvPr/>
              </p14:nvContentPartPr>
              <p14:xfrm>
                <a:off x="6026359" y="2548428"/>
                <a:ext cx="30960" cy="165600"/>
              </p14:xfrm>
            </p:contentPart>
          </mc:Choice>
          <mc:Fallback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0C288CA-61C7-9C46-A3BC-48ED82E876D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022039" y="2544108"/>
                  <a:ext cx="39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55F01CC5-EFA9-C496-4339-C9DB35F5B4AA}"/>
                    </a:ext>
                  </a:extLst>
                </p14:cNvPr>
                <p14:cNvContentPartPr/>
                <p14:nvPr/>
              </p14:nvContentPartPr>
              <p14:xfrm>
                <a:off x="6115999" y="2436468"/>
                <a:ext cx="32760" cy="14760"/>
              </p14:xfrm>
            </p:contentPart>
          </mc:Choice>
          <mc:Fallback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55F01CC5-EFA9-C496-4339-C9DB35F5B4A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111679" y="2432148"/>
                  <a:ext cx="414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F4C78E1A-0104-CDF2-99CA-9040B0A0DA1D}"/>
              </a:ext>
            </a:extLst>
          </p:cNvPr>
          <p:cNvGrpSpPr/>
          <p:nvPr/>
        </p:nvGrpSpPr>
        <p:grpSpPr>
          <a:xfrm>
            <a:off x="6460519" y="2406948"/>
            <a:ext cx="735120" cy="309600"/>
            <a:chOff x="6460519" y="2406948"/>
            <a:chExt cx="7351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D3692B0A-8DAB-E9EC-5805-9DEBEADD2058}"/>
                    </a:ext>
                  </a:extLst>
                </p14:cNvPr>
                <p14:cNvContentPartPr/>
                <p14:nvPr/>
              </p14:nvContentPartPr>
              <p14:xfrm>
                <a:off x="6460519" y="2406948"/>
                <a:ext cx="151560" cy="303840"/>
              </p14:xfrm>
            </p:contentPart>
          </mc:Choice>
          <mc:Fallback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D3692B0A-8DAB-E9EC-5805-9DEBEADD205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456199" y="2402628"/>
                  <a:ext cx="160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0F03908A-5DB7-72A6-71F0-C2FA1A80CEA3}"/>
                    </a:ext>
                  </a:extLst>
                </p14:cNvPr>
                <p14:cNvContentPartPr/>
                <p14:nvPr/>
              </p14:nvContentPartPr>
              <p14:xfrm>
                <a:off x="6520639" y="2669028"/>
                <a:ext cx="298080" cy="44280"/>
              </p14:xfrm>
            </p:contentPart>
          </mc:Choice>
          <mc:Fallback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0F03908A-5DB7-72A6-71F0-C2FA1A80CEA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516319" y="2664708"/>
                  <a:ext cx="306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5465BBAD-06D0-A75E-B622-5E213764EB9B}"/>
                    </a:ext>
                  </a:extLst>
                </p14:cNvPr>
                <p14:cNvContentPartPr/>
                <p14:nvPr/>
              </p14:nvContentPartPr>
              <p14:xfrm>
                <a:off x="6835639" y="2593068"/>
                <a:ext cx="90360" cy="123480"/>
              </p14:xfrm>
            </p:contentPart>
          </mc:Choice>
          <mc:Fallback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5465BBAD-06D0-A75E-B622-5E213764EB9B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831319" y="2588748"/>
                  <a:ext cx="99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D1EFDA6F-4CD2-7C09-C4D6-D1293A33DE92}"/>
                    </a:ext>
                  </a:extLst>
                </p14:cNvPr>
                <p14:cNvContentPartPr/>
                <p14:nvPr/>
              </p14:nvContentPartPr>
              <p14:xfrm>
                <a:off x="7030399" y="2688828"/>
                <a:ext cx="46800" cy="24120"/>
              </p14:xfrm>
            </p:contentPart>
          </mc:Choice>
          <mc:Fallback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D1EFDA6F-4CD2-7C09-C4D6-D1293A33DE9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026079" y="2684508"/>
                  <a:ext cx="55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CEBB30C8-0ED6-F73F-0865-0F88008D81A7}"/>
                    </a:ext>
                  </a:extLst>
                </p14:cNvPr>
                <p14:cNvContentPartPr/>
                <p14:nvPr/>
              </p14:nvContentPartPr>
              <p14:xfrm>
                <a:off x="7195279" y="2638428"/>
                <a:ext cx="360" cy="360"/>
              </p14:xfrm>
            </p:contentPart>
          </mc:Choice>
          <mc:Fallback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CEBB30C8-0ED6-F73F-0865-0F88008D81A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190959" y="263410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8" name="Group 677">
            <a:extLst>
              <a:ext uri="{FF2B5EF4-FFF2-40B4-BE49-F238E27FC236}">
                <a16:creationId xmlns:a16="http://schemas.microsoft.com/office/drawing/2014/main" id="{141BF0CD-BAD5-5F74-81DC-0F9AE7E663E2}"/>
              </a:ext>
            </a:extLst>
          </p:cNvPr>
          <p:cNvGrpSpPr/>
          <p:nvPr/>
        </p:nvGrpSpPr>
        <p:grpSpPr>
          <a:xfrm>
            <a:off x="7434679" y="2262948"/>
            <a:ext cx="277200" cy="426960"/>
            <a:chOff x="7434679" y="2262948"/>
            <a:chExt cx="27720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9E4C994A-CDE0-D447-02DF-1A99C3ECD2C9}"/>
                    </a:ext>
                  </a:extLst>
                </p14:cNvPr>
                <p14:cNvContentPartPr/>
                <p14:nvPr/>
              </p14:nvContentPartPr>
              <p14:xfrm>
                <a:off x="7434679" y="2262948"/>
                <a:ext cx="70200" cy="304200"/>
              </p14:xfrm>
            </p:contentPart>
          </mc:Choice>
          <mc:Fallback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9E4C994A-CDE0-D447-02DF-1A99C3ECD2C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430359" y="2258628"/>
                  <a:ext cx="788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9580C246-BD2A-AE5F-AD66-9DD74F997B20}"/>
                    </a:ext>
                  </a:extLst>
                </p14:cNvPr>
                <p14:cNvContentPartPr/>
                <p14:nvPr/>
              </p14:nvContentPartPr>
              <p14:xfrm>
                <a:off x="7480039" y="2367708"/>
                <a:ext cx="147600" cy="106200"/>
              </p14:xfrm>
            </p:contentPart>
          </mc:Choice>
          <mc:Fallback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9580C246-BD2A-AE5F-AD66-9DD74F997B2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475719" y="2363388"/>
                  <a:ext cx="156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FCC6BA00-CF40-BB0A-917B-27CEA037273C}"/>
                    </a:ext>
                  </a:extLst>
                </p14:cNvPr>
                <p14:cNvContentPartPr/>
                <p14:nvPr/>
              </p14:nvContentPartPr>
              <p14:xfrm>
                <a:off x="7494439" y="2518188"/>
                <a:ext cx="217440" cy="171720"/>
              </p14:xfrm>
            </p:contentPart>
          </mc:Choice>
          <mc:Fallback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FCC6BA00-CF40-BB0A-917B-27CEA037273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490119" y="2513868"/>
                  <a:ext cx="2260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1" name="Group 710">
            <a:extLst>
              <a:ext uri="{FF2B5EF4-FFF2-40B4-BE49-F238E27FC236}">
                <a16:creationId xmlns:a16="http://schemas.microsoft.com/office/drawing/2014/main" id="{520CD817-5E7B-D5AC-57DC-9A218C90B151}"/>
              </a:ext>
            </a:extLst>
          </p:cNvPr>
          <p:cNvGrpSpPr/>
          <p:nvPr/>
        </p:nvGrpSpPr>
        <p:grpSpPr>
          <a:xfrm>
            <a:off x="79519" y="3371748"/>
            <a:ext cx="3443760" cy="772920"/>
            <a:chOff x="79519" y="3371748"/>
            <a:chExt cx="3443760" cy="77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820292BC-3F61-9047-C0F5-EFE668CA7EE3}"/>
                    </a:ext>
                  </a:extLst>
                </p14:cNvPr>
                <p14:cNvContentPartPr/>
                <p14:nvPr/>
              </p14:nvContentPartPr>
              <p14:xfrm>
                <a:off x="79519" y="3371748"/>
                <a:ext cx="130680" cy="198720"/>
              </p14:xfrm>
            </p:contentPart>
          </mc:Choice>
          <mc:Fallback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820292BC-3F61-9047-C0F5-EFE668CA7EE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5199" y="3367428"/>
                  <a:ext cx="139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8B1400A4-1661-BB62-51D1-4FB00E7C936F}"/>
                    </a:ext>
                  </a:extLst>
                </p14:cNvPr>
                <p14:cNvContentPartPr/>
                <p14:nvPr/>
              </p14:nvContentPartPr>
              <p14:xfrm>
                <a:off x="192559" y="3430788"/>
                <a:ext cx="425520" cy="160200"/>
              </p14:xfrm>
            </p:contentPart>
          </mc:Choice>
          <mc:Fallback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8B1400A4-1661-BB62-51D1-4FB00E7C936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88239" y="3426468"/>
                  <a:ext cx="434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A2AC5F3F-08A7-AAB1-1B2E-08CA48908841}"/>
                    </a:ext>
                  </a:extLst>
                </p14:cNvPr>
                <p14:cNvContentPartPr/>
                <p14:nvPr/>
              </p14:nvContentPartPr>
              <p14:xfrm>
                <a:off x="719599" y="3387588"/>
                <a:ext cx="29160" cy="207720"/>
              </p14:xfrm>
            </p:contentPart>
          </mc:Choice>
          <mc:Fallback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A2AC5F3F-08A7-AAB1-1B2E-08CA4890884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15279" y="3383268"/>
                  <a:ext cx="37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C49D06CC-AA13-D95F-B85B-80CD5D1DA67A}"/>
                    </a:ext>
                  </a:extLst>
                </p14:cNvPr>
                <p14:cNvContentPartPr/>
                <p14:nvPr/>
              </p14:nvContentPartPr>
              <p14:xfrm>
                <a:off x="779359" y="3461748"/>
                <a:ext cx="238680" cy="109080"/>
              </p14:xfrm>
            </p:contentPart>
          </mc:Choice>
          <mc:Fallback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C49D06CC-AA13-D95F-B85B-80CD5D1DA67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75039" y="3457428"/>
                  <a:ext cx="247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3C48195D-7C17-FB9B-463F-65F835BF6117}"/>
                    </a:ext>
                  </a:extLst>
                </p14:cNvPr>
                <p14:cNvContentPartPr/>
                <p14:nvPr/>
              </p14:nvContentPartPr>
              <p14:xfrm>
                <a:off x="1063759" y="3456708"/>
                <a:ext cx="187920" cy="21240"/>
              </p14:xfrm>
            </p:contentPart>
          </mc:Choice>
          <mc:Fallback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3C48195D-7C17-FB9B-463F-65F835BF611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59439" y="3452388"/>
                  <a:ext cx="19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12EF63DF-F761-2A48-23D0-28B04E2C58BE}"/>
                    </a:ext>
                  </a:extLst>
                </p14:cNvPr>
                <p14:cNvContentPartPr/>
                <p14:nvPr/>
              </p14:nvContentPartPr>
              <p14:xfrm>
                <a:off x="1228999" y="3417468"/>
                <a:ext cx="360" cy="208800"/>
              </p14:xfrm>
            </p:contentPart>
          </mc:Choice>
          <mc:Fallback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2EF63DF-F761-2A48-23D0-28B04E2C58B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224679" y="3413148"/>
                  <a:ext cx="9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C5B46711-E7D9-CC74-9693-5FC48E4B4DF3}"/>
                    </a:ext>
                  </a:extLst>
                </p14:cNvPr>
                <p14:cNvContentPartPr/>
                <p14:nvPr/>
              </p14:nvContentPartPr>
              <p14:xfrm>
                <a:off x="1349239" y="3414948"/>
                <a:ext cx="75600" cy="220320"/>
              </p14:xfrm>
            </p:contentPart>
          </mc:Choice>
          <mc:Fallback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C5B46711-E7D9-CC74-9693-5FC48E4B4DF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344919" y="3410628"/>
                  <a:ext cx="84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7DF560A9-1F7E-B0BB-FD1C-5C8458CDBB6A}"/>
                    </a:ext>
                  </a:extLst>
                </p14:cNvPr>
                <p14:cNvContentPartPr/>
                <p14:nvPr/>
              </p14:nvContentPartPr>
              <p14:xfrm>
                <a:off x="1393879" y="3626268"/>
                <a:ext cx="247680" cy="16920"/>
              </p14:xfrm>
            </p:contentPart>
          </mc:Choice>
          <mc:Fallback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7DF560A9-1F7E-B0BB-FD1C-5C8458CDBB6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389559" y="3621948"/>
                  <a:ext cx="256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9CFCA63E-9568-9669-23B2-EDD3F9919CE9}"/>
                    </a:ext>
                  </a:extLst>
                </p14:cNvPr>
                <p14:cNvContentPartPr/>
                <p14:nvPr/>
              </p14:nvContentPartPr>
              <p14:xfrm>
                <a:off x="569479" y="3927228"/>
                <a:ext cx="240840" cy="108000"/>
              </p14:xfrm>
            </p:contentPart>
          </mc:Choice>
          <mc:Fallback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9CFCA63E-9568-9669-23B2-EDD3F9919CE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65159" y="3922908"/>
                  <a:ext cx="2494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44BE1042-0664-14CB-B038-CD69EB81982E}"/>
                    </a:ext>
                  </a:extLst>
                </p14:cNvPr>
                <p14:cNvContentPartPr/>
                <p14:nvPr/>
              </p14:nvContentPartPr>
              <p14:xfrm>
                <a:off x="868999" y="3912468"/>
                <a:ext cx="115560" cy="227880"/>
              </p14:xfrm>
            </p:contentPart>
          </mc:Choice>
          <mc:Fallback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44BE1042-0664-14CB-B038-CD69EB81982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64679" y="3908148"/>
                  <a:ext cx="124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F149F05F-F520-4441-57A7-CC3DADC60710}"/>
                    </a:ext>
                  </a:extLst>
                </p14:cNvPr>
                <p14:cNvContentPartPr/>
                <p14:nvPr/>
              </p14:nvContentPartPr>
              <p14:xfrm>
                <a:off x="824359" y="4061508"/>
                <a:ext cx="253080" cy="32040"/>
              </p14:xfrm>
            </p:contentPart>
          </mc:Choice>
          <mc:Fallback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F149F05F-F520-4441-57A7-CC3DADC6071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0039" y="4057188"/>
                  <a:ext cx="261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B22601E0-F4E3-A007-A4F6-090ABBB6DE0B}"/>
                    </a:ext>
                  </a:extLst>
                </p14:cNvPr>
                <p14:cNvContentPartPr/>
                <p14:nvPr/>
              </p14:nvContentPartPr>
              <p14:xfrm>
                <a:off x="1094359" y="3986988"/>
                <a:ext cx="147960" cy="15840"/>
              </p14:xfrm>
            </p:contentPart>
          </mc:Choice>
          <mc:Fallback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B22601E0-F4E3-A007-A4F6-090ABBB6DE0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90039" y="3982668"/>
                  <a:ext cx="156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E7E97F3B-E27E-D292-3E61-3AE99D2569A2}"/>
                    </a:ext>
                  </a:extLst>
                </p14:cNvPr>
                <p14:cNvContentPartPr/>
                <p14:nvPr/>
              </p14:nvContentPartPr>
              <p14:xfrm>
                <a:off x="1138999" y="4047108"/>
                <a:ext cx="298800" cy="360"/>
              </p14:xfrm>
            </p:contentPart>
          </mc:Choice>
          <mc:Fallback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E7E97F3B-E27E-D292-3E61-3AE99D2569A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34679" y="4042788"/>
                  <a:ext cx="307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B82B76AA-FBB3-F38C-7DD2-7F32789AC7AA}"/>
                    </a:ext>
                  </a:extLst>
                </p14:cNvPr>
                <p14:cNvContentPartPr/>
                <p14:nvPr/>
              </p14:nvContentPartPr>
              <p14:xfrm>
                <a:off x="1663879" y="3836508"/>
                <a:ext cx="239040" cy="213840"/>
              </p14:xfrm>
            </p:contentPart>
          </mc:Choice>
          <mc:Fallback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B82B76AA-FBB3-F38C-7DD2-7F32789AC7AA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659559" y="3832188"/>
                  <a:ext cx="247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5BFBF7FB-A94A-A18C-D104-47903770F560}"/>
                    </a:ext>
                  </a:extLst>
                </p14:cNvPr>
                <p14:cNvContentPartPr/>
                <p14:nvPr/>
              </p14:nvContentPartPr>
              <p14:xfrm>
                <a:off x="1933519" y="3878988"/>
                <a:ext cx="208440" cy="155520"/>
              </p14:xfrm>
            </p:contentPart>
          </mc:Choice>
          <mc:Fallback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5BFBF7FB-A94A-A18C-D104-47903770F560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929199" y="3874668"/>
                  <a:ext cx="217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CB095BA7-FEDD-BB83-238B-97735363E633}"/>
                    </a:ext>
                  </a:extLst>
                </p14:cNvPr>
                <p14:cNvContentPartPr/>
                <p14:nvPr/>
              </p14:nvContentPartPr>
              <p14:xfrm>
                <a:off x="2157079" y="3911748"/>
                <a:ext cx="299880" cy="138240"/>
              </p14:xfrm>
            </p:contentPart>
          </mc:Choice>
          <mc:Fallback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CB095BA7-FEDD-BB83-238B-97735363E63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152759" y="3907428"/>
                  <a:ext cx="308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794D4BF3-D270-FAC5-FA66-32E108A5863D}"/>
                    </a:ext>
                  </a:extLst>
                </p14:cNvPr>
                <p14:cNvContentPartPr/>
                <p14:nvPr/>
              </p14:nvContentPartPr>
              <p14:xfrm>
                <a:off x="2576119" y="3717708"/>
                <a:ext cx="88560" cy="288000"/>
              </p14:xfrm>
            </p:contentPart>
          </mc:Choice>
          <mc:Fallback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794D4BF3-D270-FAC5-FA66-32E108A5863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571799" y="3713388"/>
                  <a:ext cx="972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40BF550D-10DD-08B8-7563-29D608D1837B}"/>
                    </a:ext>
                  </a:extLst>
                </p14:cNvPr>
                <p14:cNvContentPartPr/>
                <p14:nvPr/>
              </p14:nvContentPartPr>
              <p14:xfrm>
                <a:off x="2818039" y="3866028"/>
                <a:ext cx="295200" cy="140400"/>
              </p14:xfrm>
            </p:contentPart>
          </mc:Choice>
          <mc:Fallback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40BF550D-10DD-08B8-7563-29D608D1837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813719" y="3861708"/>
                  <a:ext cx="303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2E9379A0-355F-E0A2-8F90-9E0A7F7EB38B}"/>
                    </a:ext>
                  </a:extLst>
                </p14:cNvPr>
                <p14:cNvContentPartPr/>
                <p14:nvPr/>
              </p14:nvContentPartPr>
              <p14:xfrm>
                <a:off x="3237439" y="3881868"/>
                <a:ext cx="46440" cy="262800"/>
              </p14:xfrm>
            </p:contentPart>
          </mc:Choice>
          <mc:Fallback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2E9379A0-355F-E0A2-8F90-9E0A7F7EB38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233119" y="3877548"/>
                  <a:ext cx="550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086D5D14-D85E-7A9C-08AA-EECF1F36C95B}"/>
                    </a:ext>
                  </a:extLst>
                </p14:cNvPr>
                <p14:cNvContentPartPr/>
                <p14:nvPr/>
              </p14:nvContentPartPr>
              <p14:xfrm>
                <a:off x="3207559" y="4015788"/>
                <a:ext cx="223920" cy="31680"/>
              </p14:xfrm>
            </p:contentPart>
          </mc:Choice>
          <mc:Fallback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086D5D14-D85E-7A9C-08AA-EECF1F36C95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203239" y="4011468"/>
                  <a:ext cx="23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1EBE41BF-DF6B-3FB1-C2E5-6574AD8FEE4F}"/>
                    </a:ext>
                  </a:extLst>
                </p14:cNvPr>
                <p14:cNvContentPartPr/>
                <p14:nvPr/>
              </p14:nvContentPartPr>
              <p14:xfrm>
                <a:off x="3522919" y="3957108"/>
                <a:ext cx="360" cy="41040"/>
              </p14:xfrm>
            </p:contentPart>
          </mc:Choice>
          <mc:Fallback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1EBE41BF-DF6B-3FB1-C2E5-6574AD8FEE4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518599" y="3952788"/>
                  <a:ext cx="90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5C8BC525-D310-4D25-E9D9-27DA608CF0EE}"/>
              </a:ext>
            </a:extLst>
          </p:cNvPr>
          <p:cNvGrpSpPr/>
          <p:nvPr/>
        </p:nvGrpSpPr>
        <p:grpSpPr>
          <a:xfrm>
            <a:off x="3746479" y="3627708"/>
            <a:ext cx="1022040" cy="580320"/>
            <a:chOff x="3746479" y="3627708"/>
            <a:chExt cx="102204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D66354F6-E5E5-CC34-DD4F-D12FD158BBEC}"/>
                    </a:ext>
                  </a:extLst>
                </p14:cNvPr>
                <p14:cNvContentPartPr/>
                <p14:nvPr/>
              </p14:nvContentPartPr>
              <p14:xfrm>
                <a:off x="3746479" y="3701508"/>
                <a:ext cx="176400" cy="241200"/>
              </p14:xfrm>
            </p:contentPart>
          </mc:Choice>
          <mc:Fallback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D66354F6-E5E5-CC34-DD4F-D12FD158BBE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742159" y="3697188"/>
                  <a:ext cx="185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0FFDAC50-EA1D-CFB3-5D6B-840BC6D29E5A}"/>
                    </a:ext>
                  </a:extLst>
                </p14:cNvPr>
                <p14:cNvContentPartPr/>
                <p14:nvPr/>
              </p14:nvContentPartPr>
              <p14:xfrm>
                <a:off x="3941959" y="3837588"/>
                <a:ext cx="104400" cy="262800"/>
              </p14:xfrm>
            </p:contentPart>
          </mc:Choice>
          <mc:Fallback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0FFDAC50-EA1D-CFB3-5D6B-840BC6D29E5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937639" y="3833268"/>
                  <a:ext cx="113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A15094B9-1CF8-2DD3-8F97-71C85F901ABA}"/>
                    </a:ext>
                  </a:extLst>
                </p14:cNvPr>
                <p14:cNvContentPartPr/>
                <p14:nvPr/>
              </p14:nvContentPartPr>
              <p14:xfrm>
                <a:off x="3837199" y="3975468"/>
                <a:ext cx="302040" cy="12600"/>
              </p14:xfrm>
            </p:contentPart>
          </mc:Choice>
          <mc:Fallback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A15094B9-1CF8-2DD3-8F97-71C85F901AB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832879" y="3971148"/>
                  <a:ext cx="310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673F0B97-FF81-13CA-D95F-6481228F2533}"/>
                    </a:ext>
                  </a:extLst>
                </p14:cNvPr>
                <p14:cNvContentPartPr/>
                <p14:nvPr/>
              </p14:nvContentPartPr>
              <p14:xfrm>
                <a:off x="4121959" y="3941628"/>
                <a:ext cx="102600" cy="15840"/>
              </p14:xfrm>
            </p:contentPart>
          </mc:Choice>
          <mc:Fallback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673F0B97-FF81-13CA-D95F-6481228F253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117639" y="3937308"/>
                  <a:ext cx="11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2862810D-B546-502B-1743-043A6BFE28B7}"/>
                    </a:ext>
                  </a:extLst>
                </p14:cNvPr>
                <p14:cNvContentPartPr/>
                <p14:nvPr/>
              </p14:nvContentPartPr>
              <p14:xfrm>
                <a:off x="4257319" y="3891588"/>
                <a:ext cx="276840" cy="217080"/>
              </p14:xfrm>
            </p:contentPart>
          </mc:Choice>
          <mc:Fallback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2862810D-B546-502B-1743-043A6BFE28B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252999" y="3887268"/>
                  <a:ext cx="285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789CF160-645C-992E-F6BD-C9B9B9C5C91D}"/>
                    </a:ext>
                  </a:extLst>
                </p14:cNvPr>
                <p14:cNvContentPartPr/>
                <p14:nvPr/>
              </p14:nvContentPartPr>
              <p14:xfrm>
                <a:off x="4508599" y="3627708"/>
                <a:ext cx="259920" cy="580320"/>
              </p14:xfrm>
            </p:contentPart>
          </mc:Choice>
          <mc:Fallback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789CF160-645C-992E-F6BD-C9B9B9C5C91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504279" y="3623388"/>
                  <a:ext cx="268560" cy="58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9A065A34-7062-8B87-515C-EABAEC0D518A}"/>
              </a:ext>
            </a:extLst>
          </p:cNvPr>
          <p:cNvGrpSpPr/>
          <p:nvPr/>
        </p:nvGrpSpPr>
        <p:grpSpPr>
          <a:xfrm>
            <a:off x="419359" y="4301988"/>
            <a:ext cx="450720" cy="279720"/>
            <a:chOff x="419359" y="4301988"/>
            <a:chExt cx="45072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1FD88E66-278C-00C5-E197-8F9E377E16BA}"/>
                    </a:ext>
                  </a:extLst>
                </p14:cNvPr>
                <p14:cNvContentPartPr/>
                <p14:nvPr/>
              </p14:nvContentPartPr>
              <p14:xfrm>
                <a:off x="419359" y="4377228"/>
                <a:ext cx="223200" cy="15840"/>
              </p14:xfrm>
            </p:contentPart>
          </mc:Choice>
          <mc:Fallback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1FD88E66-278C-00C5-E197-8F9E377E16B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15039" y="4372908"/>
                  <a:ext cx="231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EABCF421-4F56-177E-9473-6EE05EE2BF92}"/>
                    </a:ext>
                  </a:extLst>
                </p14:cNvPr>
                <p14:cNvContentPartPr/>
                <p14:nvPr/>
              </p14:nvContentPartPr>
              <p14:xfrm>
                <a:off x="419359" y="4452108"/>
                <a:ext cx="223920" cy="360"/>
              </p14:xfrm>
            </p:contentPart>
          </mc:Choice>
          <mc:Fallback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ABCF421-4F56-177E-9473-6EE05EE2BF92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15039" y="4447788"/>
                  <a:ext cx="232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436D8D58-7F04-441A-97F3-4549C5CD8210}"/>
                    </a:ext>
                  </a:extLst>
                </p14:cNvPr>
                <p14:cNvContentPartPr/>
                <p14:nvPr/>
              </p14:nvContentPartPr>
              <p14:xfrm>
                <a:off x="625999" y="4301988"/>
                <a:ext cx="244080" cy="279720"/>
              </p14:xfrm>
            </p:contentPart>
          </mc:Choice>
          <mc:Fallback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436D8D58-7F04-441A-97F3-4549C5CD821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21679" y="4297668"/>
                  <a:ext cx="25272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5" name="Group 724">
            <a:extLst>
              <a:ext uri="{FF2B5EF4-FFF2-40B4-BE49-F238E27FC236}">
                <a16:creationId xmlns:a16="http://schemas.microsoft.com/office/drawing/2014/main" id="{B803C97F-1F18-8A1F-2ABF-2A65125F13EB}"/>
              </a:ext>
            </a:extLst>
          </p:cNvPr>
          <p:cNvGrpSpPr/>
          <p:nvPr/>
        </p:nvGrpSpPr>
        <p:grpSpPr>
          <a:xfrm>
            <a:off x="1128559" y="4301988"/>
            <a:ext cx="1464480" cy="390600"/>
            <a:chOff x="1128559" y="4301988"/>
            <a:chExt cx="146448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2A87BDE1-1CC7-FEC8-60F3-B14ADC375F37}"/>
                    </a:ext>
                  </a:extLst>
                </p14:cNvPr>
                <p14:cNvContentPartPr/>
                <p14:nvPr/>
              </p14:nvContentPartPr>
              <p14:xfrm>
                <a:off x="1128559" y="4316028"/>
                <a:ext cx="188280" cy="273960"/>
              </p14:xfrm>
            </p:contentPart>
          </mc:Choice>
          <mc:Fallback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2A87BDE1-1CC7-FEC8-60F3-B14ADC375F37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24239" y="4311708"/>
                  <a:ext cx="196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2B0E34EB-E22B-1060-61D1-9CD353C1141E}"/>
                    </a:ext>
                  </a:extLst>
                </p14:cNvPr>
                <p14:cNvContentPartPr/>
                <p14:nvPr/>
              </p14:nvContentPartPr>
              <p14:xfrm>
                <a:off x="1377679" y="4404948"/>
                <a:ext cx="140040" cy="212400"/>
              </p14:xfrm>
            </p:contentPart>
          </mc:Choice>
          <mc:Fallback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2B0E34EB-E22B-1060-61D1-9CD353C1141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373359" y="4400628"/>
                  <a:ext cx="148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39EDF793-400F-6DFA-FCCE-0C81C7DAA3CF}"/>
                    </a:ext>
                  </a:extLst>
                </p14:cNvPr>
                <p14:cNvContentPartPr/>
                <p14:nvPr/>
              </p14:nvContentPartPr>
              <p14:xfrm>
                <a:off x="1588639" y="4331868"/>
                <a:ext cx="117360" cy="360720"/>
              </p14:xfrm>
            </p:contentPart>
          </mc:Choice>
          <mc:Fallback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39EDF793-400F-6DFA-FCCE-0C81C7DAA3C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584319" y="4327548"/>
                  <a:ext cx="1260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198596EE-F948-7FE0-422A-98A30B8AB380}"/>
                    </a:ext>
                  </a:extLst>
                </p14:cNvPr>
                <p14:cNvContentPartPr/>
                <p14:nvPr/>
              </p14:nvContentPartPr>
              <p14:xfrm>
                <a:off x="1603399" y="4452828"/>
                <a:ext cx="224640" cy="74520"/>
              </p14:xfrm>
            </p:contentPart>
          </mc:Choice>
          <mc:Fallback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198596EE-F948-7FE0-422A-98A30B8AB38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599079" y="4448508"/>
                  <a:ext cx="233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55B2C5E0-1B3E-62B8-1ABA-C0DD99C31608}"/>
                    </a:ext>
                  </a:extLst>
                </p14:cNvPr>
                <p14:cNvContentPartPr/>
                <p14:nvPr/>
              </p14:nvContentPartPr>
              <p14:xfrm>
                <a:off x="1843519" y="4437348"/>
                <a:ext cx="360" cy="55080"/>
              </p14:xfrm>
            </p:contentPart>
          </mc:Choice>
          <mc:Fallback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55B2C5E0-1B3E-62B8-1ABA-C0DD99C3160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839199" y="4433028"/>
                  <a:ext cx="9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F5997DB5-C7D4-4254-0225-D0C40B7EFBCA}"/>
                    </a:ext>
                  </a:extLst>
                </p14:cNvPr>
                <p14:cNvContentPartPr/>
                <p14:nvPr/>
              </p14:nvContentPartPr>
              <p14:xfrm>
                <a:off x="1821919" y="4301988"/>
                <a:ext cx="67320" cy="267480"/>
              </p14:xfrm>
            </p:contentPart>
          </mc:Choice>
          <mc:Fallback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F5997DB5-C7D4-4254-0225-D0C40B7EFBC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817599" y="4297668"/>
                  <a:ext cx="75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E8CF69AE-D701-A91E-38BB-28F650D492F9}"/>
                    </a:ext>
                  </a:extLst>
                </p14:cNvPr>
                <p14:cNvContentPartPr/>
                <p14:nvPr/>
              </p14:nvContentPartPr>
              <p14:xfrm>
                <a:off x="1783399" y="4426908"/>
                <a:ext cx="109080" cy="40320"/>
              </p14:xfrm>
            </p:contentPart>
          </mc:Choice>
          <mc:Fallback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E8CF69AE-D701-A91E-38BB-28F650D492F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779079" y="4422588"/>
                  <a:ext cx="117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58746D30-DC91-EB0B-38E7-6BD5D36B91AA}"/>
                    </a:ext>
                  </a:extLst>
                </p14:cNvPr>
                <p14:cNvContentPartPr/>
                <p14:nvPr/>
              </p14:nvContentPartPr>
              <p14:xfrm>
                <a:off x="1903639" y="4404588"/>
                <a:ext cx="478440" cy="144000"/>
              </p14:xfrm>
            </p:contentPart>
          </mc:Choice>
          <mc:Fallback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58746D30-DC91-EB0B-38E7-6BD5D36B91AA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899319" y="4400268"/>
                  <a:ext cx="487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DE8AFA5F-E61B-DFA9-3E7D-8BEE87164A30}"/>
                    </a:ext>
                  </a:extLst>
                </p14:cNvPr>
                <p14:cNvContentPartPr/>
                <p14:nvPr/>
              </p14:nvContentPartPr>
              <p14:xfrm>
                <a:off x="2398279" y="4421508"/>
                <a:ext cx="192960" cy="91080"/>
              </p14:xfrm>
            </p:contentPart>
          </mc:Choice>
          <mc:Fallback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DE8AFA5F-E61B-DFA9-3E7D-8BEE87164A3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393959" y="4417188"/>
                  <a:ext cx="201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0BA4BE0B-1900-382C-C449-103AEC06B8E9}"/>
                    </a:ext>
                  </a:extLst>
                </p14:cNvPr>
                <p14:cNvContentPartPr/>
                <p14:nvPr/>
              </p14:nvContentPartPr>
              <p14:xfrm>
                <a:off x="2494759" y="4452108"/>
                <a:ext cx="98280" cy="140040"/>
              </p14:xfrm>
            </p:contentPart>
          </mc:Choice>
          <mc:Fallback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0BA4BE0B-1900-382C-C449-103AEC06B8E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490439" y="4447788"/>
                  <a:ext cx="1069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B2FE8636-BC00-114D-6071-545492C6370C}"/>
              </a:ext>
            </a:extLst>
          </p:cNvPr>
          <p:cNvGrpSpPr/>
          <p:nvPr/>
        </p:nvGrpSpPr>
        <p:grpSpPr>
          <a:xfrm>
            <a:off x="2802199" y="4227108"/>
            <a:ext cx="1288800" cy="505440"/>
            <a:chOff x="2802199" y="4227108"/>
            <a:chExt cx="128880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E3798C40-8D39-EE0E-C8C0-F5EE481CB661}"/>
                    </a:ext>
                  </a:extLst>
                </p14:cNvPr>
                <p14:cNvContentPartPr/>
                <p14:nvPr/>
              </p14:nvContentPartPr>
              <p14:xfrm>
                <a:off x="2802199" y="4227108"/>
                <a:ext cx="76680" cy="397440"/>
              </p14:xfrm>
            </p:contentPart>
          </mc:Choice>
          <mc:Fallback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E3798C40-8D39-EE0E-C8C0-F5EE481CB66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797879" y="4222788"/>
                  <a:ext cx="853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65741C8E-3BC5-8BC4-F5B4-3D355F05BE11}"/>
                    </a:ext>
                  </a:extLst>
                </p14:cNvPr>
                <p14:cNvContentPartPr/>
                <p14:nvPr/>
              </p14:nvContentPartPr>
              <p14:xfrm>
                <a:off x="2980039" y="4390908"/>
                <a:ext cx="168480" cy="228240"/>
              </p14:xfrm>
            </p:contentPart>
          </mc:Choice>
          <mc:Fallback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65741C8E-3BC5-8BC4-F5B4-3D355F05BE11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975719" y="4386588"/>
                  <a:ext cx="177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63E3C826-92FF-D52B-4730-6C9508AE292E}"/>
                    </a:ext>
                  </a:extLst>
                </p14:cNvPr>
                <p14:cNvContentPartPr/>
                <p14:nvPr/>
              </p14:nvContentPartPr>
              <p14:xfrm>
                <a:off x="3221959" y="4496748"/>
                <a:ext cx="87120" cy="235800"/>
              </p14:xfrm>
            </p:contentPart>
          </mc:Choice>
          <mc:Fallback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63E3C826-92FF-D52B-4730-6C9508AE292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217639" y="4492428"/>
                  <a:ext cx="95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DCF1E29E-C044-96FA-5159-77F98D2758F5}"/>
                    </a:ext>
                  </a:extLst>
                </p14:cNvPr>
                <p14:cNvContentPartPr/>
                <p14:nvPr/>
              </p14:nvContentPartPr>
              <p14:xfrm>
                <a:off x="3162919" y="4592508"/>
                <a:ext cx="244080" cy="39960"/>
              </p14:xfrm>
            </p:contentPart>
          </mc:Choice>
          <mc:Fallback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DCF1E29E-C044-96FA-5159-77F98D2758F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158599" y="4588188"/>
                  <a:ext cx="252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B33A376D-6E6A-AFE9-1179-CFFC0B5B3310}"/>
                    </a:ext>
                  </a:extLst>
                </p14:cNvPr>
                <p14:cNvContentPartPr/>
                <p14:nvPr/>
              </p14:nvContentPartPr>
              <p14:xfrm>
                <a:off x="3462439" y="4616988"/>
                <a:ext cx="11880" cy="105840"/>
              </p14:xfrm>
            </p:contentPart>
          </mc:Choice>
          <mc:Fallback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B33A376D-6E6A-AFE9-1179-CFFC0B5B331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458119" y="4612668"/>
                  <a:ext cx="20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231576FA-AB14-BF0F-2F3A-47D6CEA1CAEE}"/>
                    </a:ext>
                  </a:extLst>
                </p14:cNvPr>
                <p14:cNvContentPartPr/>
                <p14:nvPr/>
              </p14:nvContentPartPr>
              <p14:xfrm>
                <a:off x="3662599" y="4421508"/>
                <a:ext cx="76320" cy="195480"/>
              </p14:xfrm>
            </p:contentPart>
          </mc:Choice>
          <mc:Fallback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231576FA-AB14-BF0F-2F3A-47D6CEA1CAE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658279" y="4417188"/>
                  <a:ext cx="84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6AF4F9EF-16EC-CB0A-1CEC-7C9DF64FEAA1}"/>
                    </a:ext>
                  </a:extLst>
                </p14:cNvPr>
                <p14:cNvContentPartPr/>
                <p14:nvPr/>
              </p14:nvContentPartPr>
              <p14:xfrm>
                <a:off x="3792559" y="4496748"/>
                <a:ext cx="20880" cy="218160"/>
              </p14:xfrm>
            </p:contentPart>
          </mc:Choice>
          <mc:Fallback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6AF4F9EF-16EC-CB0A-1CEC-7C9DF64FEAA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788239" y="4492428"/>
                  <a:ext cx="29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A5E30692-2BB7-3842-DE2D-5E373BCA1817}"/>
                    </a:ext>
                  </a:extLst>
                </p14:cNvPr>
                <p14:cNvContentPartPr/>
                <p14:nvPr/>
              </p14:nvContentPartPr>
              <p14:xfrm>
                <a:off x="3882559" y="4646148"/>
                <a:ext cx="208440" cy="15840"/>
              </p14:xfrm>
            </p:contentPart>
          </mc:Choice>
          <mc:Fallback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A5E30692-2BB7-3842-DE2D-5E373BCA181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878239" y="4641828"/>
                  <a:ext cx="217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1D0BD9A8-6FDE-78D8-B7D8-ECEE3A941138}"/>
                    </a:ext>
                  </a:extLst>
                </p14:cNvPr>
                <p14:cNvContentPartPr/>
                <p14:nvPr/>
              </p14:nvContentPartPr>
              <p14:xfrm>
                <a:off x="3747199" y="4632108"/>
                <a:ext cx="86760" cy="360"/>
              </p14:xfrm>
            </p:contentPart>
          </mc:Choice>
          <mc:Fallback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1D0BD9A8-6FDE-78D8-B7D8-ECEE3A94113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742879" y="4627788"/>
                  <a:ext cx="954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4" name="Group 743">
            <a:extLst>
              <a:ext uri="{FF2B5EF4-FFF2-40B4-BE49-F238E27FC236}">
                <a16:creationId xmlns:a16="http://schemas.microsoft.com/office/drawing/2014/main" id="{8A0F68E6-D4CB-ED18-0438-6BF30D24134E}"/>
              </a:ext>
            </a:extLst>
          </p:cNvPr>
          <p:cNvGrpSpPr/>
          <p:nvPr/>
        </p:nvGrpSpPr>
        <p:grpSpPr>
          <a:xfrm>
            <a:off x="4301599" y="4481988"/>
            <a:ext cx="362160" cy="240480"/>
            <a:chOff x="4301599" y="4481988"/>
            <a:chExt cx="36216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BEDA7D1E-E475-EA39-1988-7F6684B55388}"/>
                    </a:ext>
                  </a:extLst>
                </p14:cNvPr>
                <p14:cNvContentPartPr/>
                <p14:nvPr/>
              </p14:nvContentPartPr>
              <p14:xfrm>
                <a:off x="4301599" y="4574868"/>
                <a:ext cx="76320" cy="147600"/>
              </p14:xfrm>
            </p:contentPart>
          </mc:Choice>
          <mc:Fallback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BEDA7D1E-E475-EA39-1988-7F6684B55388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297279" y="4570548"/>
                  <a:ext cx="84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04E97CCF-BFEA-2F6D-8174-1AEC1698F6A0}"/>
                    </a:ext>
                  </a:extLst>
                </p14:cNvPr>
                <p14:cNvContentPartPr/>
                <p14:nvPr/>
              </p14:nvContentPartPr>
              <p14:xfrm>
                <a:off x="4317439" y="4706268"/>
                <a:ext cx="223200" cy="15840"/>
              </p14:xfrm>
            </p:contentPart>
          </mc:Choice>
          <mc:Fallback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04E97CCF-BFEA-2F6D-8174-1AEC1698F6A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313119" y="4701948"/>
                  <a:ext cx="231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49A07083-C8E2-E9D9-05F7-95C8D1FB9DAF}"/>
                    </a:ext>
                  </a:extLst>
                </p14:cNvPr>
                <p14:cNvContentPartPr/>
                <p14:nvPr/>
              </p14:nvContentPartPr>
              <p14:xfrm>
                <a:off x="4602199" y="4481988"/>
                <a:ext cx="61560" cy="157680"/>
              </p14:xfrm>
            </p:contentPart>
          </mc:Choice>
          <mc:Fallback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49A07083-C8E2-E9D9-05F7-95C8D1FB9DA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597879" y="4477668"/>
                  <a:ext cx="702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3" name="Group 742">
            <a:extLst>
              <a:ext uri="{FF2B5EF4-FFF2-40B4-BE49-F238E27FC236}">
                <a16:creationId xmlns:a16="http://schemas.microsoft.com/office/drawing/2014/main" id="{14F31BA3-850D-2B7B-FB6A-D98EE8CE498F}"/>
              </a:ext>
            </a:extLst>
          </p:cNvPr>
          <p:cNvGrpSpPr/>
          <p:nvPr/>
        </p:nvGrpSpPr>
        <p:grpSpPr>
          <a:xfrm>
            <a:off x="4901719" y="4301988"/>
            <a:ext cx="209880" cy="255600"/>
            <a:chOff x="4901719" y="4301988"/>
            <a:chExt cx="2098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0F2A4FCD-7AA0-1D8C-2DF8-4270FE282624}"/>
                    </a:ext>
                  </a:extLst>
                </p14:cNvPr>
                <p14:cNvContentPartPr/>
                <p14:nvPr/>
              </p14:nvContentPartPr>
              <p14:xfrm>
                <a:off x="4901719" y="4331868"/>
                <a:ext cx="192240" cy="192960"/>
              </p14:xfrm>
            </p:contentPart>
          </mc:Choice>
          <mc:Fallback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0F2A4FCD-7AA0-1D8C-2DF8-4270FE282624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897399" y="4327548"/>
                  <a:ext cx="200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B236E024-B5A2-730F-5EEB-4ABF23A60E50}"/>
                    </a:ext>
                  </a:extLst>
                </p14:cNvPr>
                <p14:cNvContentPartPr/>
                <p14:nvPr/>
              </p14:nvContentPartPr>
              <p14:xfrm>
                <a:off x="4958239" y="4301988"/>
                <a:ext cx="153360" cy="255600"/>
              </p14:xfrm>
            </p:contentPart>
          </mc:Choice>
          <mc:Fallback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B236E024-B5A2-730F-5EEB-4ABF23A60E5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953919" y="4297668"/>
                  <a:ext cx="16200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7">
            <p14:nvContentPartPr>
              <p14:cNvPr id="742" name="Ink 741">
                <a:extLst>
                  <a:ext uri="{FF2B5EF4-FFF2-40B4-BE49-F238E27FC236}">
                    <a16:creationId xmlns:a16="http://schemas.microsoft.com/office/drawing/2014/main" id="{ABA7F3C4-EF9E-1D55-5FEE-473F5E75291B}"/>
                  </a:ext>
                </a:extLst>
              </p14:cNvPr>
              <p14:cNvContentPartPr/>
              <p14:nvPr/>
            </p14:nvContentPartPr>
            <p14:xfrm>
              <a:off x="5351359" y="4197228"/>
              <a:ext cx="226800" cy="419760"/>
            </p14:xfrm>
          </p:contentPart>
        </mc:Choice>
        <mc:Fallback>
          <p:pic>
            <p:nvPicPr>
              <p:cNvPr id="742" name="Ink 741">
                <a:extLst>
                  <a:ext uri="{FF2B5EF4-FFF2-40B4-BE49-F238E27FC236}">
                    <a16:creationId xmlns:a16="http://schemas.microsoft.com/office/drawing/2014/main" id="{ABA7F3C4-EF9E-1D55-5FEE-473F5E75291B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5347039" y="4192908"/>
                <a:ext cx="235440" cy="42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9" name="Group 758">
            <a:extLst>
              <a:ext uri="{FF2B5EF4-FFF2-40B4-BE49-F238E27FC236}">
                <a16:creationId xmlns:a16="http://schemas.microsoft.com/office/drawing/2014/main" id="{908E077E-0A07-766A-4DC4-E7C70CA7F1FA}"/>
              </a:ext>
            </a:extLst>
          </p:cNvPr>
          <p:cNvGrpSpPr/>
          <p:nvPr/>
        </p:nvGrpSpPr>
        <p:grpSpPr>
          <a:xfrm>
            <a:off x="304862" y="4984788"/>
            <a:ext cx="1798560" cy="277200"/>
            <a:chOff x="304862" y="4984788"/>
            <a:chExt cx="179856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8FC819CF-B9AC-4D15-5F0B-0AE852F0EFCE}"/>
                    </a:ext>
                  </a:extLst>
                </p14:cNvPr>
                <p14:cNvContentPartPr/>
                <p14:nvPr/>
              </p14:nvContentPartPr>
              <p14:xfrm>
                <a:off x="304862" y="5110428"/>
                <a:ext cx="233280" cy="100800"/>
              </p14:xfrm>
            </p:contentPart>
          </mc:Choice>
          <mc:Fallback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8FC819CF-B9AC-4D15-5F0B-0AE852F0EFCE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300542" y="5106108"/>
                  <a:ext cx="241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F8290F32-6243-F96D-0FF5-34DC17145C9A}"/>
                    </a:ext>
                  </a:extLst>
                </p14:cNvPr>
                <p14:cNvContentPartPr/>
                <p14:nvPr/>
              </p14:nvContentPartPr>
              <p14:xfrm>
                <a:off x="560102" y="5102868"/>
                <a:ext cx="360" cy="127080"/>
              </p14:xfrm>
            </p:contentPart>
          </mc:Choice>
          <mc:Fallback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F8290F32-6243-F96D-0FF5-34DC17145C9A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555782" y="5098548"/>
                  <a:ext cx="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06FBF101-A429-1964-69E8-F7C744CBC12F}"/>
                    </a:ext>
                  </a:extLst>
                </p14:cNvPr>
                <p14:cNvContentPartPr/>
                <p14:nvPr/>
              </p14:nvContentPartPr>
              <p14:xfrm>
                <a:off x="599702" y="5041668"/>
                <a:ext cx="360" cy="2520"/>
              </p14:xfrm>
            </p:contentPart>
          </mc:Choice>
          <mc:Fallback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06FBF101-A429-1964-69E8-F7C744CBC12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595382" y="5037348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5E45A5C5-B9DB-00F0-A6A1-5D3FE05281EB}"/>
                    </a:ext>
                  </a:extLst>
                </p14:cNvPr>
                <p14:cNvContentPartPr/>
                <p14:nvPr/>
              </p14:nvContentPartPr>
              <p14:xfrm>
                <a:off x="658742" y="5014308"/>
                <a:ext cx="49320" cy="225720"/>
              </p14:xfrm>
            </p:contentPart>
          </mc:Choice>
          <mc:Fallback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5E45A5C5-B9DB-00F0-A6A1-5D3FE05281E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54422" y="5009988"/>
                  <a:ext cx="57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0D226DB6-C5CA-342E-36B9-29240FB3210E}"/>
                    </a:ext>
                  </a:extLst>
                </p14:cNvPr>
                <p14:cNvContentPartPr/>
                <p14:nvPr/>
              </p14:nvContentPartPr>
              <p14:xfrm>
                <a:off x="589982" y="5055708"/>
                <a:ext cx="276120" cy="96840"/>
              </p14:xfrm>
            </p:contentPart>
          </mc:Choice>
          <mc:Fallback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0D226DB6-C5CA-342E-36B9-29240FB3210E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85662" y="5051388"/>
                  <a:ext cx="284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D890E372-5A60-46DD-6A2A-80899E083C0C}"/>
                    </a:ext>
                  </a:extLst>
                </p14:cNvPr>
                <p14:cNvContentPartPr/>
                <p14:nvPr/>
              </p14:nvContentPartPr>
              <p14:xfrm>
                <a:off x="791942" y="4984788"/>
                <a:ext cx="219600" cy="236880"/>
              </p14:xfrm>
            </p:contentPart>
          </mc:Choice>
          <mc:Fallback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D890E372-5A60-46DD-6A2A-80899E083C0C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87622" y="4980468"/>
                  <a:ext cx="228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A3006BA6-4599-6154-E4C3-F1781C342E69}"/>
                    </a:ext>
                  </a:extLst>
                </p14:cNvPr>
                <p14:cNvContentPartPr/>
                <p14:nvPr/>
              </p14:nvContentPartPr>
              <p14:xfrm>
                <a:off x="1207382" y="5034108"/>
                <a:ext cx="11880" cy="194040"/>
              </p14:xfrm>
            </p:contentPart>
          </mc:Choice>
          <mc:Fallback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A3006BA6-4599-6154-E4C3-F1781C342E69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203062" y="5029788"/>
                  <a:ext cx="20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4A3CEDA8-AA2B-379E-9188-0F07554AC8BE}"/>
                    </a:ext>
                  </a:extLst>
                </p14:cNvPr>
                <p14:cNvContentPartPr/>
                <p14:nvPr/>
              </p14:nvContentPartPr>
              <p14:xfrm>
                <a:off x="1189742" y="5053548"/>
                <a:ext cx="201600" cy="4320"/>
              </p14:xfrm>
            </p:contentPart>
          </mc:Choice>
          <mc:Fallback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4A3CEDA8-AA2B-379E-9188-0F07554AC8BE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185422" y="5049228"/>
                  <a:ext cx="2102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6A182B97-A79F-83EB-9A94-21EEE2CEA893}"/>
                    </a:ext>
                  </a:extLst>
                </p14:cNvPr>
                <p14:cNvContentPartPr/>
                <p14:nvPr/>
              </p14:nvContentPartPr>
              <p14:xfrm>
                <a:off x="1150142" y="5161908"/>
                <a:ext cx="137160" cy="360"/>
              </p14:xfrm>
            </p:contentPart>
          </mc:Choice>
          <mc:Fallback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6A182B97-A79F-83EB-9A94-21EEE2CEA8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145822" y="5157588"/>
                  <a:ext cx="145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3205A137-0FF2-745C-6DE6-3FC7B47CFC61}"/>
                    </a:ext>
                  </a:extLst>
                </p14:cNvPr>
                <p14:cNvContentPartPr/>
                <p14:nvPr/>
              </p14:nvContentPartPr>
              <p14:xfrm>
                <a:off x="1307822" y="5142108"/>
                <a:ext cx="183960" cy="88560"/>
              </p14:xfrm>
            </p:contentPart>
          </mc:Choice>
          <mc:Fallback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3205A137-0FF2-745C-6DE6-3FC7B47CFC6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303502" y="5137788"/>
                  <a:ext cx="192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E7FF8532-7F28-C024-A9CF-49780DA50C08}"/>
                    </a:ext>
                  </a:extLst>
                </p14:cNvPr>
                <p14:cNvContentPartPr/>
                <p14:nvPr/>
              </p14:nvContentPartPr>
              <p14:xfrm>
                <a:off x="1538942" y="5102868"/>
                <a:ext cx="340200" cy="159120"/>
              </p14:xfrm>
            </p:contentPart>
          </mc:Choice>
          <mc:Fallback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E7FF8532-7F28-C024-A9CF-49780DA50C08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534622" y="5098548"/>
                  <a:ext cx="34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4D40E5CE-B6E4-459E-1022-F227615C8287}"/>
                    </a:ext>
                  </a:extLst>
                </p14:cNvPr>
                <p14:cNvContentPartPr/>
                <p14:nvPr/>
              </p14:nvContentPartPr>
              <p14:xfrm>
                <a:off x="1848542" y="5161908"/>
                <a:ext cx="254880" cy="360"/>
              </p14:xfrm>
            </p:contentPart>
          </mc:Choice>
          <mc:Fallback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4D40E5CE-B6E4-459E-1022-F227615C8287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843862" y="5157588"/>
                  <a:ext cx="263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B53BE5A3-0F2D-CFA1-7B1B-6C53A2BA1D39}"/>
                    </a:ext>
                  </a:extLst>
                </p14:cNvPr>
                <p14:cNvContentPartPr/>
                <p14:nvPr/>
              </p14:nvContentPartPr>
              <p14:xfrm>
                <a:off x="1907222" y="5190708"/>
                <a:ext cx="185760" cy="11160"/>
              </p14:xfrm>
            </p:contentPart>
          </mc:Choice>
          <mc:Fallback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B53BE5A3-0F2D-CFA1-7B1B-6C53A2BA1D39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902902" y="5186388"/>
                  <a:ext cx="194400" cy="19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61" name="Picture 760">
            <a:extLst>
              <a:ext uri="{FF2B5EF4-FFF2-40B4-BE49-F238E27FC236}">
                <a16:creationId xmlns:a16="http://schemas.microsoft.com/office/drawing/2014/main" id="{A2324646-46C0-DEAE-C116-A3366BA44555}"/>
              </a:ext>
            </a:extLst>
          </p:cNvPr>
          <p:cNvPicPr>
            <a:picLocks noChangeAspect="1"/>
          </p:cNvPicPr>
          <p:nvPr/>
        </p:nvPicPr>
        <p:blipFill>
          <a:blip r:embed="rId5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863" y="5047379"/>
            <a:ext cx="2004234" cy="243861"/>
          </a:xfrm>
          <a:prstGeom prst="rect">
            <a:avLst/>
          </a:prstGeom>
        </p:spPr>
      </p:pic>
      <p:grpSp>
        <p:nvGrpSpPr>
          <p:cNvPr id="765" name="Group 764">
            <a:extLst>
              <a:ext uri="{FF2B5EF4-FFF2-40B4-BE49-F238E27FC236}">
                <a16:creationId xmlns:a16="http://schemas.microsoft.com/office/drawing/2014/main" id="{4B2B2726-2695-047D-F4D4-BF0FB743F917}"/>
              </a:ext>
            </a:extLst>
          </p:cNvPr>
          <p:cNvGrpSpPr/>
          <p:nvPr/>
        </p:nvGrpSpPr>
        <p:grpSpPr>
          <a:xfrm>
            <a:off x="638942" y="5545308"/>
            <a:ext cx="442080" cy="98640"/>
            <a:chOff x="638942" y="5545308"/>
            <a:chExt cx="44208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9715F543-7E14-EFA1-C875-64FCEF2E6E38}"/>
                    </a:ext>
                  </a:extLst>
                </p14:cNvPr>
                <p14:cNvContentPartPr/>
                <p14:nvPr/>
              </p14:nvContentPartPr>
              <p14:xfrm>
                <a:off x="638942" y="5545308"/>
                <a:ext cx="158400" cy="97560"/>
              </p14:xfrm>
            </p:contentPart>
          </mc:Choice>
          <mc:Fallback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9715F543-7E14-EFA1-C875-64FCEF2E6E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34622" y="5540988"/>
                  <a:ext cx="167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C4CC44D7-0645-DA59-C8F4-51F13FB4526F}"/>
                    </a:ext>
                  </a:extLst>
                </p14:cNvPr>
                <p14:cNvContentPartPr/>
                <p14:nvPr/>
              </p14:nvContentPartPr>
              <p14:xfrm>
                <a:off x="894542" y="5563668"/>
                <a:ext cx="176040" cy="11520"/>
              </p14:xfrm>
            </p:contentPart>
          </mc:Choice>
          <mc:Fallback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C4CC44D7-0645-DA59-C8F4-51F13FB4526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90222" y="5559348"/>
                  <a:ext cx="184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A2C11AA0-6E91-06A5-3D46-AFC3372E3B5D}"/>
                    </a:ext>
                  </a:extLst>
                </p14:cNvPr>
                <p14:cNvContentPartPr/>
                <p14:nvPr/>
              </p14:nvContentPartPr>
              <p14:xfrm>
                <a:off x="904622" y="5643588"/>
                <a:ext cx="176400" cy="360"/>
              </p14:xfrm>
            </p:contentPart>
          </mc:Choice>
          <mc:Fallback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A2C11AA0-6E91-06A5-3D46-AFC3372E3B5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00302" y="5639268"/>
                  <a:ext cx="1850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5636EA14-6F71-0EC2-2AD4-22780387F9E6}"/>
              </a:ext>
            </a:extLst>
          </p:cNvPr>
          <p:cNvGrpSpPr/>
          <p:nvPr/>
        </p:nvGrpSpPr>
        <p:grpSpPr>
          <a:xfrm>
            <a:off x="1277942" y="5330748"/>
            <a:ext cx="1858680" cy="346680"/>
            <a:chOff x="1277942" y="5330748"/>
            <a:chExt cx="185868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28B09A6E-6761-AFD4-E710-3D1F1E830231}"/>
                    </a:ext>
                  </a:extLst>
                </p14:cNvPr>
                <p14:cNvContentPartPr/>
                <p14:nvPr/>
              </p14:nvContentPartPr>
              <p14:xfrm>
                <a:off x="1277942" y="5421828"/>
                <a:ext cx="240120" cy="255600"/>
              </p14:xfrm>
            </p:contentPart>
          </mc:Choice>
          <mc:Fallback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28B09A6E-6761-AFD4-E710-3D1F1E83023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273622" y="5417508"/>
                  <a:ext cx="248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3B1C6FB8-F164-01A5-C6C8-E59F37DE75D7}"/>
                    </a:ext>
                  </a:extLst>
                </p14:cNvPr>
                <p14:cNvContentPartPr/>
                <p14:nvPr/>
              </p14:nvContentPartPr>
              <p14:xfrm>
                <a:off x="1572062" y="5556468"/>
                <a:ext cx="110520" cy="78480"/>
              </p14:xfrm>
            </p:contentPart>
          </mc:Choice>
          <mc:Fallback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3B1C6FB8-F164-01A5-C6C8-E59F37DE75D7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567742" y="5552148"/>
                  <a:ext cx="119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8F57415A-9AE8-D23C-1782-69778FC8578E}"/>
                    </a:ext>
                  </a:extLst>
                </p14:cNvPr>
                <p14:cNvContentPartPr/>
                <p14:nvPr/>
              </p14:nvContentPartPr>
              <p14:xfrm>
                <a:off x="1697342" y="5574468"/>
                <a:ext cx="92160" cy="61200"/>
              </p14:xfrm>
            </p:contentPart>
          </mc:Choice>
          <mc:Fallback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8F57415A-9AE8-D23C-1782-69778FC8578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693022" y="5570148"/>
                  <a:ext cx="100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07C18EA1-831B-CB55-E9BD-FA7316550359}"/>
                    </a:ext>
                  </a:extLst>
                </p14:cNvPr>
                <p14:cNvContentPartPr/>
                <p14:nvPr/>
              </p14:nvContentPartPr>
              <p14:xfrm>
                <a:off x="1788782" y="5330748"/>
                <a:ext cx="372600" cy="305640"/>
              </p14:xfrm>
            </p:contentPart>
          </mc:Choice>
          <mc:Fallback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07C18EA1-831B-CB55-E9BD-FA731655035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784462" y="5326428"/>
                  <a:ext cx="381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128E4CBD-F0FA-4F54-CDDE-08CE37F5DF48}"/>
                    </a:ext>
                  </a:extLst>
                </p14:cNvPr>
                <p14:cNvContentPartPr/>
                <p14:nvPr/>
              </p14:nvContentPartPr>
              <p14:xfrm>
                <a:off x="2347502" y="5536668"/>
                <a:ext cx="100080" cy="98640"/>
              </p14:xfrm>
            </p:contentPart>
          </mc:Choice>
          <mc:Fallback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128E4CBD-F0FA-4F54-CDDE-08CE37F5DF4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343182" y="5532348"/>
                  <a:ext cx="108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88F496F9-5267-FAC2-1D25-B51C2673EB0F}"/>
                    </a:ext>
                  </a:extLst>
                </p14:cNvPr>
                <p14:cNvContentPartPr/>
                <p14:nvPr/>
              </p14:nvContentPartPr>
              <p14:xfrm>
                <a:off x="2418062" y="5377908"/>
                <a:ext cx="20520" cy="225360"/>
              </p14:xfrm>
            </p:contentPart>
          </mc:Choice>
          <mc:Fallback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88F496F9-5267-FAC2-1D25-B51C2673EB0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413742" y="5373588"/>
                  <a:ext cx="29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E415BD64-6E7E-A051-1EE5-A4DE813CD41E}"/>
                    </a:ext>
                  </a:extLst>
                </p14:cNvPr>
                <p14:cNvContentPartPr/>
                <p14:nvPr/>
              </p14:nvContentPartPr>
              <p14:xfrm>
                <a:off x="2408702" y="5505708"/>
                <a:ext cx="181080" cy="109080"/>
              </p14:xfrm>
            </p:contentPart>
          </mc:Choice>
          <mc:Fallback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E415BD64-6E7E-A051-1EE5-A4DE813CD41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04382" y="5501388"/>
                  <a:ext cx="189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7EEE8416-FDCC-F22D-9E3F-E56D0DA4E7DE}"/>
                    </a:ext>
                  </a:extLst>
                </p14:cNvPr>
                <p14:cNvContentPartPr/>
                <p14:nvPr/>
              </p14:nvContentPartPr>
              <p14:xfrm>
                <a:off x="2516702" y="5389068"/>
                <a:ext cx="69480" cy="58320"/>
              </p14:xfrm>
            </p:contentPart>
          </mc:Choice>
          <mc:Fallback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7EEE8416-FDCC-F22D-9E3F-E56D0DA4E7D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512382" y="5384748"/>
                  <a:ext cx="78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19DC0335-7067-6A23-DD87-A5A9C60749FE}"/>
                    </a:ext>
                  </a:extLst>
                </p14:cNvPr>
                <p14:cNvContentPartPr/>
                <p14:nvPr/>
              </p14:nvContentPartPr>
              <p14:xfrm>
                <a:off x="2715062" y="5377908"/>
                <a:ext cx="421560" cy="252000"/>
              </p14:xfrm>
            </p:contentPart>
          </mc:Choice>
          <mc:Fallback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19DC0335-7067-6A23-DD87-A5A9C60749F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710742" y="5373588"/>
                  <a:ext cx="430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02C295B0-78C8-9153-CD3E-8DE971974449}"/>
                    </a:ext>
                  </a:extLst>
                </p14:cNvPr>
                <p14:cNvContentPartPr/>
                <p14:nvPr/>
              </p14:nvContentPartPr>
              <p14:xfrm>
                <a:off x="2870582" y="5407788"/>
                <a:ext cx="60840" cy="56880"/>
              </p14:xfrm>
            </p:contentPart>
          </mc:Choice>
          <mc:Fallback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02C295B0-78C8-9153-CD3E-8DE97197444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866262" y="5403468"/>
                  <a:ext cx="6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31759FAB-2564-4338-2FD5-3394067FBE1A}"/>
                    </a:ext>
                  </a:extLst>
                </p14:cNvPr>
                <p14:cNvContentPartPr/>
                <p14:nvPr/>
              </p14:nvContentPartPr>
              <p14:xfrm>
                <a:off x="3037982" y="5368188"/>
                <a:ext cx="79560" cy="98280"/>
              </p14:xfrm>
            </p:contentPart>
          </mc:Choice>
          <mc:Fallback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31759FAB-2564-4338-2FD5-3394067FBE1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033662" y="5363868"/>
                  <a:ext cx="882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5BB10499-10F2-9B63-D810-EA0C0F8D8099}"/>
              </a:ext>
            </a:extLst>
          </p:cNvPr>
          <p:cNvGrpSpPr/>
          <p:nvPr/>
        </p:nvGrpSpPr>
        <p:grpSpPr>
          <a:xfrm>
            <a:off x="3380342" y="5368188"/>
            <a:ext cx="1515600" cy="433800"/>
            <a:chOff x="3380342" y="5368188"/>
            <a:chExt cx="1515600" cy="43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4BDF4E0B-842F-15FD-D600-43CBB2DBFDEE}"/>
                    </a:ext>
                  </a:extLst>
                </p14:cNvPr>
                <p14:cNvContentPartPr/>
                <p14:nvPr/>
              </p14:nvContentPartPr>
              <p14:xfrm>
                <a:off x="3380342" y="5546028"/>
                <a:ext cx="306000" cy="90720"/>
              </p14:xfrm>
            </p:contentPart>
          </mc:Choice>
          <mc:Fallback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4BDF4E0B-842F-15FD-D600-43CBB2DBFDEE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376022" y="5541708"/>
                  <a:ext cx="314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A5985422-D255-EA78-2987-F51F1D815200}"/>
                    </a:ext>
                  </a:extLst>
                </p14:cNvPr>
                <p14:cNvContentPartPr/>
                <p14:nvPr/>
              </p14:nvContentPartPr>
              <p14:xfrm>
                <a:off x="3480782" y="5456748"/>
                <a:ext cx="105480" cy="30600"/>
              </p14:xfrm>
            </p:contentPart>
          </mc:Choice>
          <mc:Fallback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A5985422-D255-EA78-2987-F51F1D81520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476462" y="5452428"/>
                  <a:ext cx="114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618F2451-ADE9-D4F8-2356-D83F1FFE2E6C}"/>
                    </a:ext>
                  </a:extLst>
                </p14:cNvPr>
                <p14:cNvContentPartPr/>
                <p14:nvPr/>
              </p14:nvContentPartPr>
              <p14:xfrm>
                <a:off x="3608582" y="5445948"/>
                <a:ext cx="140040" cy="27720"/>
              </p14:xfrm>
            </p:contentPart>
          </mc:Choice>
          <mc:Fallback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618F2451-ADE9-D4F8-2356-D83F1FFE2E6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604262" y="5441628"/>
                  <a:ext cx="148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D7BC932A-8939-80A2-ED70-03213FF4841E}"/>
                    </a:ext>
                  </a:extLst>
                </p14:cNvPr>
                <p14:cNvContentPartPr/>
                <p14:nvPr/>
              </p14:nvContentPartPr>
              <p14:xfrm>
                <a:off x="3914582" y="5377908"/>
                <a:ext cx="49320" cy="236880"/>
              </p14:xfrm>
            </p:contentPart>
          </mc:Choice>
          <mc:Fallback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D7BC932A-8939-80A2-ED70-03213FF484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910262" y="5373588"/>
                  <a:ext cx="57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039B7A41-E0E9-EB08-188A-A3DB2530A67F}"/>
                    </a:ext>
                  </a:extLst>
                </p14:cNvPr>
                <p14:cNvContentPartPr/>
                <p14:nvPr/>
              </p14:nvContentPartPr>
              <p14:xfrm>
                <a:off x="3863822" y="5484828"/>
                <a:ext cx="179280" cy="114480"/>
              </p14:xfrm>
            </p:contentPart>
          </mc:Choice>
          <mc:Fallback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039B7A41-E0E9-EB08-188A-A3DB2530A67F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859502" y="5480508"/>
                  <a:ext cx="187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9844D64E-3891-AE7B-A6F9-37442F238085}"/>
                    </a:ext>
                  </a:extLst>
                </p14:cNvPr>
                <p14:cNvContentPartPr/>
                <p14:nvPr/>
              </p14:nvContentPartPr>
              <p14:xfrm>
                <a:off x="4090262" y="5368188"/>
                <a:ext cx="60120" cy="240840"/>
              </p14:xfrm>
            </p:contentPart>
          </mc:Choice>
          <mc:Fallback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9844D64E-3891-AE7B-A6F9-37442F23808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085942" y="5363868"/>
                  <a:ext cx="687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A8FD87DF-B857-15DD-E1FB-A7ECE57C01A5}"/>
                    </a:ext>
                  </a:extLst>
                </p14:cNvPr>
                <p14:cNvContentPartPr/>
                <p14:nvPr/>
              </p14:nvContentPartPr>
              <p14:xfrm>
                <a:off x="4148942" y="5499948"/>
                <a:ext cx="665280" cy="302040"/>
              </p14:xfrm>
            </p:contentPart>
          </mc:Choice>
          <mc:Fallback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A8FD87DF-B857-15DD-E1FB-A7ECE57C01A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144622" y="5495628"/>
                  <a:ext cx="6739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5F1044AE-516C-498E-82B2-C2029DA4ACA4}"/>
                    </a:ext>
                  </a:extLst>
                </p14:cNvPr>
                <p14:cNvContentPartPr/>
                <p14:nvPr/>
              </p14:nvContentPartPr>
              <p14:xfrm>
                <a:off x="4699742" y="5416788"/>
                <a:ext cx="196200" cy="10800"/>
              </p14:xfrm>
            </p:contentPart>
          </mc:Choice>
          <mc:Fallback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5F1044AE-516C-498E-82B2-C2029DA4ACA4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695422" y="5412468"/>
                  <a:ext cx="20484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2" name="Group 841">
            <a:extLst>
              <a:ext uri="{FF2B5EF4-FFF2-40B4-BE49-F238E27FC236}">
                <a16:creationId xmlns:a16="http://schemas.microsoft.com/office/drawing/2014/main" id="{ED2951F9-D378-53BC-09FB-AD3CF08473E8}"/>
              </a:ext>
            </a:extLst>
          </p:cNvPr>
          <p:cNvGrpSpPr/>
          <p:nvPr/>
        </p:nvGrpSpPr>
        <p:grpSpPr>
          <a:xfrm>
            <a:off x="343742" y="5771388"/>
            <a:ext cx="4690440" cy="885240"/>
            <a:chOff x="343742" y="5771388"/>
            <a:chExt cx="4690440" cy="88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26F967C7-C040-E7F7-1A9E-73ED95AE5DCA}"/>
                    </a:ext>
                  </a:extLst>
                </p14:cNvPr>
                <p14:cNvContentPartPr/>
                <p14:nvPr/>
              </p14:nvContentPartPr>
              <p14:xfrm>
                <a:off x="452102" y="5918988"/>
                <a:ext cx="360" cy="360"/>
              </p14:xfrm>
            </p:contentPart>
          </mc:Choice>
          <mc:Fallback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26F967C7-C040-E7F7-1A9E-73ED95AE5DC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47782" y="591466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AB4081C1-EF24-B446-1ACE-D4D12324EAC1}"/>
                    </a:ext>
                  </a:extLst>
                </p14:cNvPr>
                <p14:cNvContentPartPr/>
                <p14:nvPr/>
              </p14:nvContentPartPr>
              <p14:xfrm>
                <a:off x="382262" y="5889468"/>
                <a:ext cx="141120" cy="169920"/>
              </p14:xfrm>
            </p:contentPart>
          </mc:Choice>
          <mc:Fallback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AB4081C1-EF24-B446-1ACE-D4D12324EAC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77942" y="5885148"/>
                  <a:ext cx="149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0AE0755D-5C81-8D8F-94E3-FC0C4D613D82}"/>
                    </a:ext>
                  </a:extLst>
                </p14:cNvPr>
                <p14:cNvContentPartPr/>
                <p14:nvPr/>
              </p14:nvContentPartPr>
              <p14:xfrm>
                <a:off x="461822" y="5997468"/>
                <a:ext cx="4320" cy="360"/>
              </p14:xfrm>
            </p:contentPart>
          </mc:Choice>
          <mc:Fallback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0AE0755D-5C81-8D8F-94E3-FC0C4D613D8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457502" y="599314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EA2AD2B8-4B0F-9B78-99A2-CADF96F113BC}"/>
                    </a:ext>
                  </a:extLst>
                </p14:cNvPr>
                <p14:cNvContentPartPr/>
                <p14:nvPr/>
              </p14:nvContentPartPr>
              <p14:xfrm>
                <a:off x="741182" y="6007188"/>
                <a:ext cx="6480" cy="4320"/>
              </p14:xfrm>
            </p:contentPart>
          </mc:Choice>
          <mc:Fallback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EA2AD2B8-4B0F-9B78-99A2-CADF96F113B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36862" y="6002868"/>
                  <a:ext cx="151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B6DE2E94-ED01-59B2-052C-F47E2EF7FFFB}"/>
                    </a:ext>
                  </a:extLst>
                </p14:cNvPr>
                <p14:cNvContentPartPr/>
                <p14:nvPr/>
              </p14:nvContentPartPr>
              <p14:xfrm>
                <a:off x="697622" y="6056508"/>
                <a:ext cx="10440" cy="360"/>
              </p14:xfrm>
            </p:contentPart>
          </mc:Choice>
          <mc:Fallback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B6DE2E94-ED01-59B2-052C-F47E2EF7FFFB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93302" y="6052188"/>
                  <a:ext cx="190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1C05D51B-0FED-5770-9D12-21D10EF629F5}"/>
                    </a:ext>
                  </a:extLst>
                </p14:cNvPr>
                <p14:cNvContentPartPr/>
                <p14:nvPr/>
              </p14:nvContentPartPr>
              <p14:xfrm>
                <a:off x="845582" y="5869668"/>
                <a:ext cx="345240" cy="185040"/>
              </p14:xfrm>
            </p:contentPart>
          </mc:Choice>
          <mc:Fallback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1C05D51B-0FED-5770-9D12-21D10EF629F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41262" y="5865348"/>
                  <a:ext cx="353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9AE22ED9-B3F3-EA25-78E3-076917E207F6}"/>
                    </a:ext>
                  </a:extLst>
                </p14:cNvPr>
                <p14:cNvContentPartPr/>
                <p14:nvPr/>
              </p14:nvContentPartPr>
              <p14:xfrm>
                <a:off x="1177502" y="5989548"/>
                <a:ext cx="218880" cy="266400"/>
              </p14:xfrm>
            </p:contentPart>
          </mc:Choice>
          <mc:Fallback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9AE22ED9-B3F3-EA25-78E3-076917E207F6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73182" y="5985228"/>
                  <a:ext cx="227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1FBDDA93-B092-BDDC-14A5-12867DFBA21F}"/>
                    </a:ext>
                  </a:extLst>
                </p14:cNvPr>
                <p14:cNvContentPartPr/>
                <p14:nvPr/>
              </p14:nvContentPartPr>
              <p14:xfrm>
                <a:off x="1379102" y="5958228"/>
                <a:ext cx="99360" cy="129600"/>
              </p14:xfrm>
            </p:contentPart>
          </mc:Choice>
          <mc:Fallback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1FBDDA93-B092-BDDC-14A5-12867DFBA21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374782" y="5953908"/>
                  <a:ext cx="108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57BFB86B-8506-8923-B227-B9125B09C001}"/>
                    </a:ext>
                  </a:extLst>
                </p14:cNvPr>
                <p14:cNvContentPartPr/>
                <p14:nvPr/>
              </p14:nvContentPartPr>
              <p14:xfrm>
                <a:off x="343742" y="6350628"/>
                <a:ext cx="167760" cy="119880"/>
              </p14:xfrm>
            </p:contentPart>
          </mc:Choice>
          <mc:Fallback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57BFB86B-8506-8923-B227-B9125B09C00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39422" y="6346308"/>
                  <a:ext cx="176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F6271E62-A803-DCC3-84FC-F068ADA7E4B7}"/>
                    </a:ext>
                  </a:extLst>
                </p14:cNvPr>
                <p14:cNvContentPartPr/>
                <p14:nvPr/>
              </p14:nvContentPartPr>
              <p14:xfrm>
                <a:off x="550382" y="6390948"/>
                <a:ext cx="107640" cy="10080"/>
              </p14:xfrm>
            </p:contentPart>
          </mc:Choice>
          <mc:Fallback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F6271E62-A803-DCC3-84FC-F068ADA7E4B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546062" y="6386628"/>
                  <a:ext cx="1162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4E0B6CCE-D655-69D9-1965-AA6DB79DB9D6}"/>
                    </a:ext>
                  </a:extLst>
                </p14:cNvPr>
                <p14:cNvContentPartPr/>
                <p14:nvPr/>
              </p14:nvContentPartPr>
              <p14:xfrm>
                <a:off x="599702" y="6455748"/>
                <a:ext cx="221400" cy="4320"/>
              </p14:xfrm>
            </p:contentPart>
          </mc:Choice>
          <mc:Fallback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4E0B6CCE-D655-69D9-1965-AA6DB79DB9D6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595382" y="6451428"/>
                  <a:ext cx="2300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AE1ADB4F-FC46-63C8-3A24-4137C2CFAB0D}"/>
                    </a:ext>
                  </a:extLst>
                </p14:cNvPr>
                <p14:cNvContentPartPr/>
                <p14:nvPr/>
              </p14:nvContentPartPr>
              <p14:xfrm>
                <a:off x="971582" y="6214188"/>
                <a:ext cx="257760" cy="247320"/>
              </p14:xfrm>
            </p:contentPart>
          </mc:Choice>
          <mc:Fallback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AE1ADB4F-FC46-63C8-3A24-4137C2CFAB0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67262" y="6209868"/>
                  <a:ext cx="266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490EABA5-98E4-29BB-21FA-C25F8504E32E}"/>
                    </a:ext>
                  </a:extLst>
                </p14:cNvPr>
                <p14:cNvContentPartPr/>
                <p14:nvPr/>
              </p14:nvContentPartPr>
              <p14:xfrm>
                <a:off x="1259942" y="6233628"/>
                <a:ext cx="48960" cy="207360"/>
              </p14:xfrm>
            </p:contentPart>
          </mc:Choice>
          <mc:Fallback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490EABA5-98E4-29BB-21FA-C25F8504E32E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255622" y="6229308"/>
                  <a:ext cx="57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A21BAA29-9EA0-3B60-362F-B9953873CD10}"/>
                    </a:ext>
                  </a:extLst>
                </p14:cNvPr>
                <p14:cNvContentPartPr/>
                <p14:nvPr/>
              </p14:nvContentPartPr>
              <p14:xfrm>
                <a:off x="1287662" y="6327948"/>
                <a:ext cx="463680" cy="143640"/>
              </p14:xfrm>
            </p:contentPart>
          </mc:Choice>
          <mc:Fallback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A21BAA29-9EA0-3B60-362F-B9953873CD1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283342" y="6323628"/>
                  <a:ext cx="472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2E00A51C-9CE4-D994-9495-0D1B2BA7291B}"/>
                    </a:ext>
                  </a:extLst>
                </p14:cNvPr>
                <p14:cNvContentPartPr/>
                <p14:nvPr/>
              </p14:nvContentPartPr>
              <p14:xfrm>
                <a:off x="1859342" y="6125268"/>
                <a:ext cx="540360" cy="366840"/>
              </p14:xfrm>
            </p:contentPart>
          </mc:Choice>
          <mc:Fallback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2E00A51C-9CE4-D994-9495-0D1B2BA7291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855022" y="6120948"/>
                  <a:ext cx="5490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BC0DBF7D-342A-AC52-4AF6-ED2F31A52ECE}"/>
                    </a:ext>
                  </a:extLst>
                </p14:cNvPr>
                <p14:cNvContentPartPr/>
                <p14:nvPr/>
              </p14:nvContentPartPr>
              <p14:xfrm>
                <a:off x="2163902" y="6282228"/>
                <a:ext cx="99720" cy="327960"/>
              </p14:xfrm>
            </p:contentPart>
          </mc:Choice>
          <mc:Fallback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BC0DBF7D-342A-AC52-4AF6-ED2F31A52EC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159582" y="6277908"/>
                  <a:ext cx="1083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E8646BC8-11D2-03BF-09FC-1B600018CD09}"/>
                    </a:ext>
                  </a:extLst>
                </p14:cNvPr>
                <p14:cNvContentPartPr/>
                <p14:nvPr/>
              </p14:nvContentPartPr>
              <p14:xfrm>
                <a:off x="2094062" y="6312108"/>
                <a:ext cx="27000" cy="360"/>
              </p14:xfrm>
            </p:contentPart>
          </mc:Choice>
          <mc:Fallback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E8646BC8-11D2-03BF-09FC-1B600018CD0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089742" y="6307788"/>
                  <a:ext cx="356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3D4D7D6D-B031-BB28-00A2-6FC9231F48FE}"/>
                    </a:ext>
                  </a:extLst>
                </p14:cNvPr>
                <p14:cNvContentPartPr/>
                <p14:nvPr/>
              </p14:nvContentPartPr>
              <p14:xfrm>
                <a:off x="2548022" y="6243348"/>
                <a:ext cx="77400" cy="256320"/>
              </p14:xfrm>
            </p:contentPart>
          </mc:Choice>
          <mc:Fallback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3D4D7D6D-B031-BB28-00A2-6FC9231F48F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43702" y="6239028"/>
                  <a:ext cx="86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67D28BDD-CBBB-AB68-99AB-35E3EEC6FC07}"/>
                    </a:ext>
                  </a:extLst>
                </p14:cNvPr>
                <p14:cNvContentPartPr/>
                <p14:nvPr/>
              </p14:nvContentPartPr>
              <p14:xfrm>
                <a:off x="2526422" y="6390228"/>
                <a:ext cx="307080" cy="123480"/>
              </p14:xfrm>
            </p:contentPart>
          </mc:Choice>
          <mc:Fallback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67D28BDD-CBBB-AB68-99AB-35E3EEC6FC07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522102" y="6385908"/>
                  <a:ext cx="315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16FF924B-94B8-1888-E909-90EA8238D456}"/>
                    </a:ext>
                  </a:extLst>
                </p14:cNvPr>
                <p14:cNvContentPartPr/>
                <p14:nvPr/>
              </p14:nvContentPartPr>
              <p14:xfrm>
                <a:off x="2828822" y="6288348"/>
                <a:ext cx="32400" cy="104040"/>
              </p14:xfrm>
            </p:contentPart>
          </mc:Choice>
          <mc:Fallback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16FF924B-94B8-1888-E909-90EA8238D45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824502" y="6284028"/>
                  <a:ext cx="41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322444BE-D1BB-2984-D1FF-3B8A9FF3BD2C}"/>
                    </a:ext>
                  </a:extLst>
                </p14:cNvPr>
                <p14:cNvContentPartPr/>
                <p14:nvPr/>
              </p14:nvContentPartPr>
              <p14:xfrm>
                <a:off x="2723342" y="6623508"/>
                <a:ext cx="13680" cy="33120"/>
              </p14:xfrm>
            </p:contentPart>
          </mc:Choice>
          <mc:Fallback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322444BE-D1BB-2984-D1FF-3B8A9FF3BD2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19022" y="6619188"/>
                  <a:ext cx="22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243F5034-9A79-0070-45A9-4F45CCE53D15}"/>
                    </a:ext>
                  </a:extLst>
                </p14:cNvPr>
                <p14:cNvContentPartPr/>
                <p14:nvPr/>
              </p14:nvContentPartPr>
              <p14:xfrm>
                <a:off x="1877702" y="5948508"/>
                <a:ext cx="357120" cy="117360"/>
              </p14:xfrm>
            </p:contentPart>
          </mc:Choice>
          <mc:Fallback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243F5034-9A79-0070-45A9-4F45CCE53D15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873382" y="5944188"/>
                  <a:ext cx="365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A88C169A-A0A1-09FD-315A-0B3472D3EEC8}"/>
                    </a:ext>
                  </a:extLst>
                </p14:cNvPr>
                <p14:cNvContentPartPr/>
                <p14:nvPr/>
              </p14:nvContentPartPr>
              <p14:xfrm>
                <a:off x="2251742" y="5867508"/>
                <a:ext cx="52200" cy="58320"/>
              </p14:xfrm>
            </p:contentPart>
          </mc:Choice>
          <mc:Fallback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A88C169A-A0A1-09FD-315A-0B3472D3EEC8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247422" y="5863188"/>
                  <a:ext cx="60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05679D1F-B00F-4E88-75A8-DACDD074BEB0}"/>
                    </a:ext>
                  </a:extLst>
                </p14:cNvPr>
                <p14:cNvContentPartPr/>
                <p14:nvPr/>
              </p14:nvContentPartPr>
              <p14:xfrm>
                <a:off x="2281262" y="5910348"/>
                <a:ext cx="162000" cy="236880"/>
              </p14:xfrm>
            </p:contentPart>
          </mc:Choice>
          <mc:Fallback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05679D1F-B00F-4E88-75A8-DACDD074BEB0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276942" y="5906028"/>
                  <a:ext cx="170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A8E97F07-417C-F38D-DCEF-5EA865465DD0}"/>
                    </a:ext>
                  </a:extLst>
                </p14:cNvPr>
                <p14:cNvContentPartPr/>
                <p14:nvPr/>
              </p14:nvContentPartPr>
              <p14:xfrm>
                <a:off x="2457662" y="5830428"/>
                <a:ext cx="126720" cy="211320"/>
              </p14:xfrm>
            </p:contentPart>
          </mc:Choice>
          <mc:Fallback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A8E97F07-417C-F38D-DCEF-5EA865465DD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453342" y="5826108"/>
                  <a:ext cx="135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94E34AF9-D2E2-9517-ED39-352E87DADA5C}"/>
                    </a:ext>
                  </a:extLst>
                </p14:cNvPr>
                <p14:cNvContentPartPr/>
                <p14:nvPr/>
              </p14:nvContentPartPr>
              <p14:xfrm>
                <a:off x="2585462" y="5859948"/>
                <a:ext cx="50400" cy="172080"/>
              </p14:xfrm>
            </p:contentPart>
          </mc:Choice>
          <mc:Fallback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94E34AF9-D2E2-9517-ED39-352E87DADA5C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581142" y="5855628"/>
                  <a:ext cx="59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EAB76BF4-46B0-8FD4-B58E-2F8A9F3EAC29}"/>
                    </a:ext>
                  </a:extLst>
                </p14:cNvPr>
                <p14:cNvContentPartPr/>
                <p14:nvPr/>
              </p14:nvContentPartPr>
              <p14:xfrm>
                <a:off x="2575742" y="5952108"/>
                <a:ext cx="189720" cy="26640"/>
              </p14:xfrm>
            </p:contentPart>
          </mc:Choice>
          <mc:Fallback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EAB76BF4-46B0-8FD4-B58E-2F8A9F3EAC29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571422" y="5947788"/>
                  <a:ext cx="198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277C3CE6-C1E2-2B67-0AE2-184647F25E1E}"/>
                    </a:ext>
                  </a:extLst>
                </p14:cNvPr>
                <p14:cNvContentPartPr/>
                <p14:nvPr/>
              </p14:nvContentPartPr>
              <p14:xfrm>
                <a:off x="2821622" y="5885148"/>
                <a:ext cx="153360" cy="129600"/>
              </p14:xfrm>
            </p:contentPart>
          </mc:Choice>
          <mc:Fallback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277C3CE6-C1E2-2B67-0AE2-184647F25E1E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817302" y="5880828"/>
                  <a:ext cx="16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C75DD03E-1206-825E-4256-AFB4F2DDFEA4}"/>
                    </a:ext>
                  </a:extLst>
                </p14:cNvPr>
                <p14:cNvContentPartPr/>
                <p14:nvPr/>
              </p14:nvContentPartPr>
              <p14:xfrm>
                <a:off x="3037982" y="5879748"/>
                <a:ext cx="85680" cy="149040"/>
              </p14:xfrm>
            </p:contentPart>
          </mc:Choice>
          <mc:Fallback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C75DD03E-1206-825E-4256-AFB4F2DDFEA4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033662" y="5875428"/>
                  <a:ext cx="94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E4A5F2A3-5674-0D35-C028-8ADA6CAEA95E}"/>
                    </a:ext>
                  </a:extLst>
                </p14:cNvPr>
                <p14:cNvContentPartPr/>
                <p14:nvPr/>
              </p14:nvContentPartPr>
              <p14:xfrm>
                <a:off x="3381422" y="5830428"/>
                <a:ext cx="11160" cy="225360"/>
              </p14:xfrm>
            </p:contentPart>
          </mc:Choice>
          <mc:Fallback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E4A5F2A3-5674-0D35-C028-8ADA6CAEA95E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377102" y="5826108"/>
                  <a:ext cx="198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13B8DAB5-C7BA-9E3A-82F4-49AB7CFDAEEE}"/>
                    </a:ext>
                  </a:extLst>
                </p14:cNvPr>
                <p14:cNvContentPartPr/>
                <p14:nvPr/>
              </p14:nvContentPartPr>
              <p14:xfrm>
                <a:off x="3274142" y="5937348"/>
                <a:ext cx="238320" cy="110880"/>
              </p14:xfrm>
            </p:contentPart>
          </mc:Choice>
          <mc:Fallback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13B8DAB5-C7BA-9E3A-82F4-49AB7CFDAEE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269462" y="5933028"/>
                  <a:ext cx="246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721FFB27-7FA7-7429-8809-5E61522B0029}"/>
                    </a:ext>
                  </a:extLst>
                </p14:cNvPr>
                <p14:cNvContentPartPr/>
                <p14:nvPr/>
              </p14:nvContentPartPr>
              <p14:xfrm>
                <a:off x="3529382" y="5869668"/>
                <a:ext cx="124920" cy="171720"/>
              </p14:xfrm>
            </p:contentPart>
          </mc:Choice>
          <mc:Fallback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721FFB27-7FA7-7429-8809-5E61522B002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525062" y="5865348"/>
                  <a:ext cx="133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3A393F37-64F8-6424-279E-8E23644A155F}"/>
                    </a:ext>
                  </a:extLst>
                </p14:cNvPr>
                <p14:cNvContentPartPr/>
                <p14:nvPr/>
              </p14:nvContentPartPr>
              <p14:xfrm>
                <a:off x="3608582" y="5930508"/>
                <a:ext cx="218520" cy="134280"/>
              </p14:xfrm>
            </p:contentPart>
          </mc:Choice>
          <mc:Fallback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3A393F37-64F8-6424-279E-8E23644A155F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604262" y="5926188"/>
                  <a:ext cx="227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D17A7406-D573-F239-4A9B-C11E7BD1FDD9}"/>
                    </a:ext>
                  </a:extLst>
                </p14:cNvPr>
                <p14:cNvContentPartPr/>
                <p14:nvPr/>
              </p14:nvContentPartPr>
              <p14:xfrm>
                <a:off x="3844382" y="5957508"/>
                <a:ext cx="178200" cy="87840"/>
              </p14:xfrm>
            </p:contentPart>
          </mc:Choice>
          <mc:Fallback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D17A7406-D573-F239-4A9B-C11E7BD1FDD9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840062" y="5953188"/>
                  <a:ext cx="186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C3FEF5A8-89A5-0F1A-6CAB-F282A8111373}"/>
                    </a:ext>
                  </a:extLst>
                </p14:cNvPr>
                <p14:cNvContentPartPr/>
                <p14:nvPr/>
              </p14:nvContentPartPr>
              <p14:xfrm>
                <a:off x="4188542" y="5771388"/>
                <a:ext cx="157680" cy="271800"/>
              </p14:xfrm>
            </p:contentPart>
          </mc:Choice>
          <mc:Fallback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C3FEF5A8-89A5-0F1A-6CAB-F282A8111373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184222" y="5767068"/>
                  <a:ext cx="166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8AB2D384-AF62-2A23-2367-A018825CD755}"/>
                    </a:ext>
                  </a:extLst>
                </p14:cNvPr>
                <p14:cNvContentPartPr/>
                <p14:nvPr/>
              </p14:nvContentPartPr>
              <p14:xfrm>
                <a:off x="4355222" y="5948508"/>
                <a:ext cx="323640" cy="129240"/>
              </p14:xfrm>
            </p:contentPart>
          </mc:Choice>
          <mc:Fallback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8AB2D384-AF62-2A23-2367-A018825CD755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350902" y="5944188"/>
                  <a:ext cx="332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CF1D8B68-54A0-4BEB-16D6-C3A834F168F3}"/>
                    </a:ext>
                  </a:extLst>
                </p14:cNvPr>
                <p14:cNvContentPartPr/>
                <p14:nvPr/>
              </p14:nvContentPartPr>
              <p14:xfrm>
                <a:off x="4375382" y="5880828"/>
                <a:ext cx="71640" cy="106200"/>
              </p14:xfrm>
            </p:contentPart>
          </mc:Choice>
          <mc:Fallback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CF1D8B68-54A0-4BEB-16D6-C3A834F168F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371062" y="5876508"/>
                  <a:ext cx="802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7C2EB410-93D2-E1C7-CEFB-721927161251}"/>
                    </a:ext>
                  </a:extLst>
                </p14:cNvPr>
                <p14:cNvContentPartPr/>
                <p14:nvPr/>
              </p14:nvContentPartPr>
              <p14:xfrm>
                <a:off x="4414262" y="6223908"/>
                <a:ext cx="4320" cy="360"/>
              </p14:xfrm>
            </p:contentPart>
          </mc:Choice>
          <mc:Fallback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7C2EB410-93D2-E1C7-CEFB-72192716125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4409942" y="621958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F52D28DD-4BD4-23AD-7BF5-48B6100EC192}"/>
                    </a:ext>
                  </a:extLst>
                </p14:cNvPr>
                <p14:cNvContentPartPr/>
                <p14:nvPr/>
              </p14:nvContentPartPr>
              <p14:xfrm>
                <a:off x="4335782" y="5880468"/>
                <a:ext cx="77400" cy="16920"/>
              </p14:xfrm>
            </p:contentPart>
          </mc:Choice>
          <mc:Fallback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F52D28DD-4BD4-23AD-7BF5-48B6100EC19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4331462" y="5876148"/>
                  <a:ext cx="86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456F334D-21BE-A6A1-4343-39AB7072E11A}"/>
                    </a:ext>
                  </a:extLst>
                </p14:cNvPr>
                <p14:cNvContentPartPr/>
                <p14:nvPr/>
              </p14:nvContentPartPr>
              <p14:xfrm>
                <a:off x="4797662" y="5771388"/>
                <a:ext cx="21960" cy="302400"/>
              </p14:xfrm>
            </p:contentPart>
          </mc:Choice>
          <mc:Fallback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456F334D-21BE-A6A1-4343-39AB7072E11A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4793342" y="5767068"/>
                  <a:ext cx="306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F5FEC93B-52A5-D4A4-2998-FEB4C5932D63}"/>
                    </a:ext>
                  </a:extLst>
                </p14:cNvPr>
                <p14:cNvContentPartPr/>
                <p14:nvPr/>
              </p14:nvContentPartPr>
              <p14:xfrm>
                <a:off x="4748702" y="5948148"/>
                <a:ext cx="254160" cy="119520"/>
              </p14:xfrm>
            </p:contentPart>
          </mc:Choice>
          <mc:Fallback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F5FEC93B-52A5-D4A4-2998-FEB4C5932D63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4744382" y="5943828"/>
                  <a:ext cx="262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9167D044-928E-35AA-4F66-784AC66B89C9}"/>
                    </a:ext>
                  </a:extLst>
                </p14:cNvPr>
                <p14:cNvContentPartPr/>
                <p14:nvPr/>
              </p14:nvContentPartPr>
              <p14:xfrm>
                <a:off x="5019062" y="5859948"/>
                <a:ext cx="15120" cy="47880"/>
              </p14:xfrm>
            </p:contentPart>
          </mc:Choice>
          <mc:Fallback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9167D044-928E-35AA-4F66-784AC66B89C9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5014742" y="5855628"/>
                  <a:ext cx="23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012EB36B-2FF2-308E-7CA8-76576C436A25}"/>
                    </a:ext>
                  </a:extLst>
                </p14:cNvPr>
                <p14:cNvContentPartPr/>
                <p14:nvPr/>
              </p14:nvContentPartPr>
              <p14:xfrm>
                <a:off x="4876502" y="6177468"/>
                <a:ext cx="10080" cy="16920"/>
              </p14:xfrm>
            </p:contentPart>
          </mc:Choice>
          <mc:Fallback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012EB36B-2FF2-308E-7CA8-76576C436A25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872182" y="6173148"/>
                  <a:ext cx="18720" cy="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901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177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</Words>
  <Application>Microsoft Office PowerPoint</Application>
  <PresentationFormat>Widescreen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HoangNam</dc:creator>
  <cp:lastModifiedBy>HoangNam</cp:lastModifiedBy>
  <cp:revision>9</cp:revision>
  <dcterms:created xsi:type="dcterms:W3CDTF">2026-07-31T02:41:16Z</dcterms:created>
  <dcterms:modified xsi:type="dcterms:W3CDTF">2026-08-03T04:55:17Z</dcterms:modified>
</cp:coreProperties>
</file>