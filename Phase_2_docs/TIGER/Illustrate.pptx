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4660"/>
  </p:normalViewPr>
  <p:slideViewPr>
    <p:cSldViewPr snapToGrid="0">
      <p:cViewPr>
        <p:scale>
          <a:sx n="98" d="100"/>
          <a:sy n="98" d="100"/>
        </p:scale>
        <p:origin x="58" y="-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05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24575,'1'4'0,"0"-1"0,0 0 0,0 0 0,1 0 0,0 0 0,-1 0 0,1 0 0,0 0 0,0-1 0,1 1 0,-1-1 0,1 1 0,-1-1 0,1 0 0,0 0 0,-1 0 0,7 3 0,8 7 0,73 79 0,-37-35 0,-22-21 0,-23-24 0,1 0 0,16 14 0,-10-11 0,0 1 0,22 31 0,7 6 0,-31-36-227,-1 0-1,0 1 1,-2 0-1,0 1 1,10 23-1,-13-24-6598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05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583 1 24575,'-7'-1'0,"-1"1"0,0 0 0,0 1 0,0 0 0,1 0 0,-1 1 0,1 0 0,-1 0 0,1 1 0,0 0 0,-1 0 0,1 0 0,1 1 0,-1 0 0,1 1 0,-1-1 0,1 1 0,-6 7 0,-4 5 0,-1-1 0,-23 17 0,6-6 0,-27 24 0,-3-2 0,-112 64 0,174-112-52,0 0-1,0 0 1,0 1-1,0-1 1,0 0-1,0 1 1,0-1-1,1 1 1,-1-1-1,1 1 1,-1 0-1,1 0 1,0 0-1,-1 0 1,1 0-1,0 0 1,0 0-1,1 0 1,-1 0-1,0 0 1,1 1-1,-1-1 0,1 0 1,0 0-1,0 3 1,2 7-6774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05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24575,'3'0'0,"32"-1"0,0 1 0,0 2 0,0 1 0,0 2 0,49 14 0,-48-7 0,-15-4 0,1-1 0,29 5 0,-36-10-341,0 1 0,0 1-1,24 9 1,-27-7-6485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05.8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24575,'1'1'0,"-1"0"0,1 0 0,-1 0 0,1 0 0,0 0 0,-1 0 0,1 0 0,0 0 0,0 0 0,0-1 0,0 1 0,0 0 0,0 0 0,0-1 0,0 1 0,0-1 0,0 1 0,0-1 0,0 1 0,0-1 0,2 1 0,31 9 0,-26-8 0,25 5 0,1-1 0,-1-3 0,1 0 0,0-2 0,44-5 0,6 2 0,110 2-1365,-175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07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547 594 24575,'-1'-1'0,"1"0"0,-1-1 0,1 1 0,-1 0 0,0 0 0,1 0 0,-1 0 0,0 0 0,0 0 0,0 0 0,0 0 0,0 0 0,0 0 0,0 0 0,0 0 0,0 1 0,-1-1 0,0 0 0,-27-13 0,26 12 0,-14-5 0,-1 1 0,0 1 0,0 0 0,-1 1 0,1 1 0,-20 0 0,-3 1 0,-70 8 0,104-5 0,0 0 0,0 1 0,1 0 0,-1 0 0,1 1 0,-1 0 0,1 0 0,0 0 0,0 1 0,0 0 0,1 0 0,-10 9 0,1 1 0,1 0 0,1 1 0,-15 22 0,21-27 0,1 1 0,0-1 0,0 1 0,1 0 0,1 0 0,0 0 0,0 0 0,-2 21 0,3-6 0,1-1 0,5 49 0,-3-70 0,-1 0 0,1 0 0,0-1 0,0 1 0,1 0 0,-1-1 0,1 1 0,0-1 0,0 0 0,0 1 0,0-1 0,0 0 0,1 0 0,0 0 0,-1-1 0,1 1 0,0-1 0,0 1 0,0-1 0,1 0 0,-1 0 0,0-1 0,1 1 0,0 0 0,6 1 0,3 0 0,1 1 0,0-2 0,0 0 0,1-1 0,21 0 0,17-1 0,-25 1 0,0-1 0,42-7 0,-61 6 0,0-1 0,-1 0 0,0-1 0,1 0 0,-1 0 0,0-1 0,0 0 0,-1 0 0,1-1 0,-1 0 0,0-1 0,8-7 0,11-12 0,-13 13 0,-1 0 0,0 0 0,-1-1 0,0 0 0,-1-1 0,14-25 0,4-10 0,-22 40 0,0 1 0,-1-1 0,0 0 0,-1-1 0,0 1 0,3-15 0,17-75 0,-11 50 0,-2-1 0,-2 0 0,4-94 0,-12 78 0,-3-62 0,-6 87 0,8 39 0,-1 0 0,1 0 0,-1 0 0,0 0 0,1 0 0,-1 0 0,0 1 0,0-1 0,0 0 0,-1 0 0,1 1 0,0-1 0,0 1 0,-1-1 0,1 1 0,-4-2 0,5 3 0,-1 0 0,0 0 0,1 0 0,-1 0 0,1 0 0,-1 1 0,1-1 0,-1 0 0,0 0 0,1 1 0,-1-1 0,1 0 0,-1 1 0,1-1 0,0 1 0,-1-1 0,1 1 0,-1-1 0,1 1 0,0-1 0,-1 1 0,1-1 0,0 1 0,0-1 0,-1 1 0,1-1 0,0 1 0,0 0 0,0-1 0,0 1 0,0-1 0,0 1 0,0 0 0,0-1 0,0 2 0,-3 25 0,2-25 0,2 131 0,-2 22 0,-9-96 0,6-43 0,1 0 0,-1 24 0,3-11 0,3 203 0,0-221 0,0-1 0,0 1 0,2-1 0,-1 0 0,1 0 0,0 0 0,1 0 0,1-1 0,6 11 0,0-4 0,0-1 0,1 0 0,0-1 0,18 16 0,-25-26 0,-1 0 0,1 0 0,-1-1 0,1 1 0,0-1 0,1 0 0,-1-1 0,0 1 0,1-1 0,-1-1 0,13 2 0,-15-2 0,0-1 0,0 0 0,0 0 0,0 0 0,0-1 0,0 0 0,0 1 0,0-1 0,0-1 0,0 1 0,-1-1 0,1 1 0,0-1 0,-1 0 0,1 0 0,-1-1 0,0 1 0,0-1 0,0 1 0,5-6 0,-3 1 0,-1 1 0,0-1 0,0 0 0,0 0 0,-1-1 0,0 1 0,0-1 0,2-10 0,8-67 0,-10 60 0,-1-6 0,-2 22 0,1 0 0,0 0 0,3-16 0,-4 25 0,0-1 0,0 1 0,1-1 0,-1 1 0,0-1 0,0 1 0,0 0 0,0-1 0,0 1 0,1-1 0,-1 1 0,0-1 0,0 1 0,0 0 0,1-1 0,-1 1 0,0 0 0,1-1 0,-1 1 0,0 0 0,1-1 0,-1 1 0,1 0 0,-1 0 0,0-1 0,1 1 0,-1 0 0,1 0 0,-1 0 0,1 0 0,0-1 0,9 12 0,4 22 0,-11-20 0,0 0 0,1 0 0,0 0 0,1-1 0,13 24 0,-17-34 0,1 1 0,-1-1 0,1 1 0,-1-1 0,1 0 0,0 0 0,0 0 0,0 0 0,0 0 0,1 0 0,-1 0 0,0-1 0,1 1 0,-1-1 0,1 0 0,-1 0 0,1 0 0,0 0 0,0 0 0,-1 0 0,1-1 0,0 1 0,0-1 0,0 0 0,0 0 0,-1 0 0,1 0 0,0 0 0,0-1 0,0 1 0,0-1 0,-1 0 0,1 0 0,3-1 0,-2-1 0,0 1 0,0-1 0,-1 0 0,1 0 0,-1 0 0,6-6 0,-7 6 0,1 0 0,0 0 0,0 0 0,-1 1 0,2-1 0,-1 1 0,0 0 0,6-3 0,-8 5 0,1 0 0,-1 0 0,1-1 0,-1 1 0,1 0 0,-1 0 0,1 1 0,-1-1 0,1 0 0,-1 0 0,1 1 0,-1-1 0,1 1 0,-1-1 0,1 1 0,-1 0 0,0 0 0,0-1 0,1 1 0,-1 0 0,0 0 0,0 0 0,0 0 0,0 1 0,0-1 0,0 0 0,1 2 0,3 4 0,0 0 0,0 1 0,-1 0 0,0 0 0,0 0 0,-1 0 0,0 1 0,-1-1 0,3 16 0,-7-51 0,3-37 0,0 15 0,-1 45 0,0 0 0,0-1 0,1 1 0,-1 0 0,1 0 0,1-1 0,-1 1 0,0 0 0,1 0 0,0 0 0,0 0 0,0 1 0,0-1 0,1 0 0,4-5 0,-5 8 0,0-1 0,1 0 0,-1 0 0,0 1 0,0 0 0,1-1 0,-1 1 0,0 0 0,1 0 0,-1 0 0,1 0 0,0 1 0,-1-1 0,1 1 0,-1 0 0,1-1 0,0 1 0,-1 0 0,1 1 0,0-1 0,-1 0 0,1 1 0,0-1 0,-1 1 0,1 0 0,4 2 0,-5-1 0,1 0 0,0 0 0,-1 0 0,0 1 0,0-1 0,0 0 0,0 1 0,0 0 0,0-1 0,0 1 0,-1 0 0,1 0 0,-1 0 0,0 0 0,0 0 0,0 0 0,0 5 0,2 2 0,0-9 0,0-5 0,0 1 0,-1-1 0,1 1 0,0 0 0,1-1 0,-1 1 0,1 1 0,-1-1 0,1 0 0,0 1 0,0 0 0,0 0 0,0 0 0,0 1 0,0-1 0,1 1 0,-1 0 0,0 0 0,1 0 0,-1 1 0,1-1 0,-1 1 0,1 0 0,5 1 0,-2 1 0,1 0 0,0 0 0,-1 0 0,1 1 0,-1 1 0,0-1 0,0 1 0,0 1 0,0-1 0,-1 1 0,9 8 0,10 8 0,-14-11 0,0 0 0,-1 0 0,0 1 0,17 21 0,-28-32-1,2 3 14,1 0 1,-1 0-1,0 0 1,0 1-1,-1-1 1,1 0-1,-1 1 1,2 3-1,-3-6-22,0-1 1,0 1-1,0-1 0,0 1 0,0-1 1,-1 1-1,1-1 0,0 1 0,0-1 0,0 1 1,0-1-1,-1 1 0,1-1 0,0 1 1,0-1-1,-1 1 0,1-1 0,0 1 0,-1-1 1,1 1-1,0-1 0,-1 1 0,-20 6-1274,5-5-5543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07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24575,'4'0'0,"4"0"0,6 0 0,3 0 0,-1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08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0 24575,'-3'2'0,"0"0"0,0 0 0,0 0 0,0 0 0,0 1 0,0-1 0,1 1 0,-1-1 0,1 1 0,0 0 0,0 0 0,0 0 0,-2 6 0,-5 4 0,-4 5 0,2 0 0,0 1 0,1 0 0,1 0 0,-11 38 0,-18 79 0,32-118 0,2 1 0,1 0 0,0 1 0,1-1 0,1 0 0,1 0 0,3 24 0,-2 7 0,-1-43 0,1-1 0,-1 1 0,1-1 0,0 1 0,1-1 0,0 0 0,0 1 0,0-1 0,0 0 0,1 0 0,0-1 0,1 1 0,-1 0 0,1-1 0,0 0 0,0 0 0,1 0 0,0-1 0,-1 1 0,2-1 0,-1 0 0,0 0 0,1-1 0,-1 0 0,1 0 0,0 0 0,0-1 0,1 1 0,-1-1 0,0-1 0,1 1 0,-1-1 0,1-1 0,9 1 0,71-1-1365,-68-1-5461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08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24575,'23'-1'0,"1"2"0,-1 0 0,0 1 0,1 1 0,-1 2 0,33 10 0,-46-12 0,0 1 0,0 1 0,0 0 0,-1 0 0,0 1 0,0 0 0,0 1 0,-1 0 0,0 0 0,8 9 0,-11-9 0,0 0 0,0 0 0,-1 0 0,0 1 0,0-1 0,-1 1 0,0 0 0,0 0 0,-1 0 0,0 1 0,0-1 0,-1 0 0,1 12 0,-2-8 0,1 17 0,-3 36 0,2-56 0,-2 0 0,1 0 0,-1 0 0,-1 0 0,0 0 0,0-1 0,-1 1 0,-4 7 0,-49 104 0,50-104-87,-9 16 289,16-31-254,0 0-1,-1-1 0,1 1 0,-1 0 0,1 0 0,-1-1 0,0 1 0,1 0 1,-1-1-1,0 1 0,1 0 0,-1-1 0,0 1 0,0-1 0,1 1 0,-1-1 1,0 0-1,0 1 0,0-1 0,0 0 0,0 1 0,0-1 0,1 0 0,-1 0 1,0 0-1,0 0 0,-1 0 0,-8-4-6773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08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0 119 24575,'26'0'0,"-1"-1"0,0-1 0,38-8 0,-46 6 0,32-8 0,51-4 0,-69 11-55,-1-2 0,0-1 0,-1-1 0,31-14 1,-20 8-1037,-23 9-5735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09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301 1 24575,'-5'0'0,"-9"0"0,0 0 0,0 1 0,-23 5 0,33-5 0,0 0 0,0 0 0,0 1 0,0 0 0,0 0 0,0 0 0,1 0 0,-1 0 0,1 1 0,-1 0 0,1 0 0,0 0 0,0 0 0,0 0 0,1 0 0,-3 5 0,-6 9 0,0 0 0,2 1 0,-14 33 0,21-45 0,-6 17 0,0 0 0,2 0 0,0 0 0,2 0 0,0 1 0,1 26 0,3-33 0,-1 1 0,1 0 0,1 0 0,1 0 0,7 29 0,-8-42 0,0-1 0,1 0 0,0 0 0,0 0 0,0 0 0,0 0 0,0 0 0,1 0 0,0-1 0,0 1 0,0-1 0,0 0 0,0 0 0,1 0 0,-1 0 0,1 0 0,0-1 0,0 0 0,-1 0 0,2 0 0,-1 0 0,0 0 0,0-1 0,6 1 0,1 1 0,-1-2 0,1 1 0,0-1 0,0-1 0,-1 0 0,1 0 0,0-1 0,0 0 0,14-5 0,-23 5 0,1 0 0,-1-1 0,0 1 0,0-1 0,0 0 0,0 0 0,0 0 0,0 0 0,-1 0 0,1 0 0,-1 0 0,1 0 0,-1 0 0,0-1 0,0 1 0,0-1 0,0 1 0,0-1 0,-1 1 0,1-1 0,-1 0 0,1 1 0,-1-1 0,0 0 0,0 1 0,0-1 0,-1 1 0,0-6 0,0-1 0,-1 0 0,0-1 0,-1 1 0,0 0 0,0 0 0,-8-14 0,8 19 0,0 0 0,0 0 0,0 1 0,-1-1 0,1 1 0,-1 0 0,0 0 0,0 0 0,0 0 0,0 1 0,0-1 0,-1 1 0,1 0 0,-1 1 0,1-1 0,-1 1 0,0 0 0,1 0 0,-1 0 0,-6 1 0,-12-2 0,1 2 0,-1 1 0,-23 4 0,31-4 0,12 0 0,0 0 0,0-1 0,-1 1 0,1 0 0,0 0 0,0 1 0,0-1 0,0 1 0,0 0 0,1-1 0,-1 1 0,0 0 0,1 1 0,0-1 0,-1 0 0,1 1 0,0-1 0,0 1 0,-2 4 0,3-5 0,0-1 0,1 0 0,-1 0 0,1 0 0,0 0 0,-1 1 0,1-1 0,0 0 0,0 0 0,0 1 0,0-1 0,0 0 0,0 1 0,0-1 0,0 0 0,1 0 0,-1 1 0,0-1 0,1 0 0,0 2 0,0-1 0,1-1 0,-1 1 0,0-1 0,1 0 0,-1 1 0,1-1 0,0 0 0,-1 0 0,1 0 0,0 0 0,0 0 0,0 0 0,-1 0 0,1-1 0,0 1 0,0-1 0,3 1 0,6 1 9,1 0-1,0-1 0,0-1 0,0 0 1,0 0-1,-1-2 0,1 1 0,14-4 1,11-6-280,43-17 1,-44 14-629,-22 10-5927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09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48 24575,'-7'-5'0,"-1"0"0,0 1 0,0 0 0,0 1 0,-1 0 0,1 0 0,-17-3 0,13 3 0,1 0 0,-1 0 0,1 1 0,-1 0 0,0 1 0,0 1 0,0-1 0,0 2 0,1 0 0,-1 0 0,-13 4 0,23-4 0,-1 1 0,1 0 0,0 0 0,-1 0 0,1 1 0,0-1 0,0 0 0,1 1 0,-1-1 0,0 1 0,1-1 0,0 1 0,-1 0 0,1 0 0,0 0 0,0 0 0,1 0 0,-1 0 0,1 0 0,-1 0 0,1 0 0,0 0 0,0 3 0,0 13 0,1-1 0,3 25 0,-4-41 0,1 6 0,1 1 0,0-1 0,0 1 0,0-1 0,1 0 0,1 0 0,-1 0 0,1-1 0,0 1 0,1-1 0,0 0 0,0 0 0,1-1 0,-1 1 0,12 8 0,81 96 0,11-2 0,-108-108 0,0-1 0,0 1 0,0 0 0,-1 0 0,1 0 0,0 0 0,0 0 0,0 0 0,-1 0 0,1 0 0,0 0 0,-1 0 0,1 0 0,-1 1 0,0-1 0,1 0 0,-1 0 0,0 0 0,0 1 0,0-1 0,0 0 0,0 1 0,0-1 0,0 0 0,0 0 0,0 1 0,0-1 0,-1 0 0,1 0 0,0 0 0,-1 1 0,0-1 0,1 0 0,-2 2 0,0-1 0,-1 0 0,1 0 0,-1 0 0,1 0 0,-1-1 0,0 1 0,0-1 0,1 0 0,-1 0 0,0 0 0,0 0 0,0 0 0,-5 0 0,-8 2 0,1-1 0,-1-1 0,1-1 0,-1 0 0,0-1 0,-29-6 0,35 5 0,0-1 0,1 0 0,-1-1 0,1 0 0,0 0 0,-1-1 0,2 0 0,-1-1 0,1 1 0,0-2 0,-11-10 0,14 12 0,0 0 0,1 0 0,0 0 0,0-1 0,0 1 0,1-1 0,-1 0 0,-3-9 0,7 12 0,-1 1 0,1-1 0,0 0 0,-1 1 0,1-1 0,0 0 0,1 1 0,-1-1 0,0 1 0,1-1 0,-1 1 0,1-1 0,0 0 0,0 1 0,0 0 0,0-1 0,0 1 0,1 0 0,-1 0 0,1-1 0,-1 1 0,1 0 0,0 1 0,4-4 0,13-11 0,1 2 0,1 0 0,0 1 0,33-14 0,100-39 0,-50 23 0,-10 5 0,-64 28 0,0-1 0,-1-2 0,-1-1 0,0-1 0,44-33 0,-57 37-1365,-2 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09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485 1 24575,'-1'15'0,"1"1"0,1 0 0,0 0 0,1 0 0,0-1 0,2 1 0,0-1 0,11 28 0,7 20 0,-18-48 0,2 1 0,-1-1 0,12 21 0,-4-10 0,0 1 0,-3 0 0,0 1 0,6 30 0,-7-25 0,-2 2 0,-1-1 0,-2 0 0,-1 1 0,-2 53 0,-2-83 0,0-1 0,0 0 0,-1 1 0,1-1 0,-1 0 0,0 0 0,0 0 0,0 0 0,-1 0 0,1 0 0,-1-1 0,0 1 0,0-1 0,0 0 0,-1 1 0,1-2 0,-1 1 0,1 0 0,-1-1 0,-5 3 0,-10 5 0,-1-1 0,0-1 0,-23 6 0,7-3 0,2 1 0,0-3 0,-1 0 0,0-3 0,-43 3 0,-45 11-438,25-2-1070,72-15-4737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3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24575,'56'0'0,"-10"-2"0,0 2 0,0 2 0,-1 3 0,85 18 0,-51-7 0,-61-14 0,-1 1 0,0 1 0,0 0 0,25 11 0,85 26 0,-123-39 0,-1-1 0,0 1 0,0-1 0,0 1 0,0 0 0,0 0 0,0 0 0,-1 1 0,1-1 0,-1 0 0,1 1 0,-1 0 0,0 0 0,0 0 0,3 5 0,-5-6 0,1 1 0,-1-1 0,0 1 0,1-1 0,-1 1 0,0-1 0,0 1 0,-1-1 0,1 0 0,0 1 0,-1-1 0,0 1 0,1-1 0,-1 0 0,0 1 0,0-1 0,-1 0 0,1 0 0,0 0 0,-1 0 0,1 0 0,-1 0 0,-2 2 0,-3 2 0,0 0 0,0 0 0,0-1 0,-1 0 0,0-1 0,0 0 0,-1 0 0,1-1 0,-1 0 0,1 0 0,-1-1 0,-14 2 0,-36 12 0,37-9 0,0-1 0,-1-2 0,1 0 0,-26 1 0,30-4 0,0 0 0,0 2 0,0 0 0,0 1 0,0 1 0,1 1 0,-26 11 0,42-16 0,-1 0 0,0 0 0,0 0 0,0 0 0,1 1 0,-1-1 0,1 0 0,-1 1 0,1 0 0,0-1 0,-1 1 0,0 2 0,1-3 0,1 0 0,0-1 0,0 1 0,-1 0 0,1 0 0,0 0 0,0 0 0,0 0 0,0 0 0,0 0 0,0 0 0,0 0 0,0 0 0,0-1 0,0 1 0,1 0 0,-1 0 0,0 0 0,1 0 0,0 1 0,0 0 0,1 0 0,0 0 0,-1-1 0,1 1 0,0 0 0,0-1 0,0 1 0,1-1 0,-1 1 0,0-1 0,0 0 0,1 0 0,-1 0 0,1 0 0,-1-1 0,1 1 0,-1-1 0,4 1 0,42 3 35,96-5 0,-49-2-1470,-77 3-5391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3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24575,'84'-1'0,"93"3"0,-118 8 0,-42-6 0,0-1 0,24 2 0,69 6 0,-71-6 0,48 1 0,-42-7 0,1 3 0,58 9 0,-27-3-1365,-54-7-5461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4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24575,'4'0'0,"4"0"0,6 0 0,3 0 0,2 0 0,3 0 0,0 0 0,1 0 0,-1 0 0,1 0 0,-1 0 0,0 0 0,0 0 0,-4 4 0,-5 1-8191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4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24575,'139'12'0,"3"-1"0,-120-11 0,21-1 0,-1 2 0,70 11 0,-76-7-174,0-1-1,62-3 1,-73-2-668,-6 1-5984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4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24575,'0'500'-1365,"0"-481"-5461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4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24575,'3'0'0,"6"0"0,4 0 0,4 0 0,3 0 0,1 0 0,2 0 0,-1 0 0,1 0 0,-1 0 0,1 0 0,-1 0 0,0 0 0,-1 0 0,1 0 0,0 0 0,0 0 0,-4 0-8191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4.9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24575,'0'1'0,"0"-1"0,1 1 0,-1 0 0,1 0 0,-1 0 0,1 0 0,-1 0 0,1 0 0,0 0 0,-1-1 0,1 1 0,0 0 0,0-1 0,0 1 0,-1 0 0,1-1 0,0 1 0,0-1 0,0 1 0,0-1 0,0 0 0,0 1 0,0-1 0,0 0 0,0 0 0,0 0 0,2 1 0,32 3 0,-31-4 0,44 2 0,-23-2 0,0 2 0,42 7 0,172 36 0,-223-42-455,1-1 0,27 1 0,-26-3-6371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5.1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24575,'7'1'0,"-1"0"0,0 0 0,0 1 0,0 0 0,0 0 0,0 0 0,10 6 0,18 7 0,-17-11 0,-1-1 0,1-1 0,0-1 0,-1 0 0,27-2 0,-25 0 0,-1 0 0,0 2 0,0 0 0,0 1 0,18 4 0,-6 0-41,0-2 0,0-1 0,0-1 0,51-3-1,-29 0-1117,-32 1-5667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5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349 1 24575,'-48'-1'0,"-55"3"0,100-2 0,0 1 0,0-1 0,0 1 0,0 0 0,0 0 0,0 0 0,0 0 0,1 0 0,-1 1 0,0-1 0,1 1 0,-1 0 0,1 0 0,-3 2 0,-24 34 0,1 0 0,20-29 0,0 1 0,1-1 0,0 1 0,1 1 0,0-1 0,0 1 0,1 0 0,1 0 0,-4 15 0,-1 8 0,-9 65 0,16-84 0,0 1 0,2 0 0,-1-1 0,5 26 0,-4-36 0,1 0 0,0 0 0,1 0 0,-1 1 0,1-1 0,0-1 0,0 1 0,1 0 0,-1 0 0,1-1 0,0 0 0,0 1 0,1-1 0,-1 0 0,1-1 0,0 1 0,5 3 0,9 5 0,0-1 0,1-1 0,0 0 0,1-2 0,34 11 0,-35-13-116,-4-2-197,0 1 1,0-2 0,29 3 0,-21-5-6514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5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24575,'85'-1'0,"92"3"0,-47 19 0,-123-19 0,1 0 0,-1 0 0,1 1 0,-1 0 0,0 0 0,0 0 0,8 7 0,-12-9 0,-1 1 0,1-1 0,-1 1 0,0 0 0,0-1 0,0 1 0,0 0 0,0 0 0,0 0 0,-1 1 0,1-1 0,-1 0 0,1 1 0,-1-1 0,0 1 0,0-1 0,0 1 0,0 0 0,-1-1 0,1 1 0,-1 0 0,1-1 0,-1 5 0,-1-4 0,0 0 0,-1 1 0,1-1 0,-1 0 0,0 0 0,1-1 0,-1 1 0,-1 0 0,1-1 0,0 1 0,-1-1 0,1 1 0,-1-1 0,0 0 0,0 0 0,0 0 0,-3 1 0,-7 4 0,0-1 0,-22 8 0,-69 32 0,73-31 0,-55 18 0,69-29 0,1 1 0,-1 2 0,1-1 0,0 2 0,1 0 0,0 1 0,-21 15 0,34-22 0,1-1 0,-1 1 0,1-1 0,0 1 0,-1-1 0,1 1 0,0-1 0,0 1 0,0 0 0,0 0 0,0 0 0,1 0 0,-2 2 0,2-3 0,0 0 0,0 0 0,0 0 0,0 0 0,0 1 0,0-1 0,1 0 0,-1 0 0,0 0 0,0 0 0,1 0 0,-1 0 0,1 0 0,-1 0 0,1-1 0,-1 1 0,1 0 0,1 2 0,0-1 0,1 0 0,0 0 0,0 0 0,0 0 0,0-1 0,0 1 0,0-1 0,0 0 0,0 1 0,0-1 0,1-1 0,-1 1 0,1 0 0,3-1 0,178 1 0,-82-4 0,-98 4-105,0-1 0,0 0 0,0-1 0,0 0 0,0 1 0,0-1 0,0-1 0,0 1 0,-1-1 0,1 0 0,-1 0 0,7-4 0,-1-2-6721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6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24575,'827'0'0,"-824"0"-91,0 0 0,1 0 0,-1 0 0,0 0 0,1 0 0,-1-1 0,0 0 0,0 1 0,0-1 0,0 0 0,0-1 0,0 1 0,0 0 0,4-4 0,3-4-6735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6.3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0 24575,'4'1'0,"0"-1"0,-1 1 0,1 0 0,0 0 0,-1 0 0,1 0 0,0 1 0,-1-1 0,0 1 0,1 0 0,-1 0 0,0 0 0,0 1 0,0-1 0,0 1 0,0-1 0,3 6 0,6 7 0,-1 1 0,13 22 0,1 0 0,-14-20 0,0-1 0,-1 2 0,-1-1 0,-1 1 0,0 1 0,-2-1 0,8 40 0,-10-27 0,-1-1 0,-2 1 0,-1 0 0,-4 32 0,2-58 0,1 1 0,-1-1 0,0 1 0,0-1 0,-1 0 0,0 0 0,0 0 0,0 0 0,-1 0 0,0-1 0,0 0 0,-9 10 0,-5 2 0,-1 0 0,-21 14 0,-6-5 0,37-22 0,0 0 0,1 1 0,-1 1 0,-11 9 0,-5 2-1365,12-12-5461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6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24575,'761'0'0,"-749"0"-248,0 2 0,0 0-1,0 0 1,12 4-1,-23-5 126,14 3-6703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6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24575,'1'1'0,"-1"0"0,0 0 0,1 0 0,-1 0 0,1 0 0,-1 0 0,1 0 0,0 0 0,-1-1 0,1 1 0,0 0 0,0 0 0,-1-1 0,1 1 0,0 0 0,0-1 0,0 1 0,0-1 0,0 1 0,0-1 0,0 0 0,0 1 0,0-1 0,0 0 0,0 0 0,0 0 0,1 1 0,34 3 0,-32-4 0,182 0 0,23 1 0,-137 9 0,-45-5 0,47 2 0,-9-8-1365,-47 1-5461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7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632 70 24575,'-10'-1'0,"0"-1"0,0 0 0,0 0 0,1-1 0,-1-1 0,1 1 0,-13-8 0,-20-7 0,14 11 0,0 2 0,0 0 0,0 2 0,-1 1 0,0 1 0,-37 4 0,-1-2 0,58 0 0,1 0 0,-1 0 0,1 1 0,0 0 0,-1 0 0,1 1 0,0 0 0,1 1 0,-1 0 0,1 0 0,-1 0 0,1 1 0,1 0 0,-1 1 0,1 0 0,-1-1 0,2 2 0,-1-1 0,-5 9 0,6-8 0,0 0 0,0 1 0,0 0 0,1 0 0,0 1 0,1-1 0,0 1 0,0 0 0,1-1 0,0 1 0,1 0 0,-1 1 0,2-1 0,-1 0 0,1 0 0,1 0 0,3 17 0,-4-23 0,1 0 0,1 0 0,-1-1 0,0 1 0,1 0 0,-1-1 0,1 1 0,0-1 0,0 0 0,0 1 0,0-1 0,0 0 0,0 0 0,1 0 0,-1-1 0,1 1 0,-1 0 0,1-1 0,0 0 0,0 0 0,-1 1 0,1-2 0,0 1 0,0 0 0,0 0 0,4-1 0,10 2 0,-1-1 0,1-1 0,29-3 0,-11 1 0,-22 1 0,24 1 0,58-9 0,-83 7 0,-1-1 0,0 0 0,0 0 0,0-1 0,-1 0 0,1-1 0,-1 0 0,0-1 0,14-11 0,28-17-1365,-40 28-5461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7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0 24575,'-1'0'0,"0"1"0,0-1 0,1 0 0,-1 1 0,0-1 0,0 0 0,0 1 0,1-1 0,-1 1 0,0-1 0,1 1 0,-1 0 0,0-1 0,1 1 0,-1 0 0,1-1 0,-1 1 0,1 0 0,-1 0 0,1 0 0,-1-1 0,1 1 0,0 0 0,0 0 0,-1 0 0,1 0 0,0 1 0,-5 32 0,4-24 0,-5 26 0,-1 6 0,-2 79 0,8-35 0,3 88 0,-1-168 0,1 0 0,-1 0 0,1 0 0,0 0 0,1 0 0,-1-1 0,1 1 0,0-1 0,1 1 0,-1-1 0,9 9 0,-2-3 0,1 0 0,0-1 0,23 16 0,-28-23 0,-1 0 0,1 0 0,0-1 0,0 0 0,1 0 0,-1 0 0,0-1 0,1 0 0,-1 0 0,1-1 0,-1 1 0,1-1 0,-1-1 0,1 1 0,-1-1 0,1-1 0,-1 1 0,0-1 0,0 0 0,1 0 0,-2-1 0,1 1 0,0-2 0,0 1 0,-1 0 0,0-1 0,1 0 0,-1 0 0,-1-1 0,6-6 0,1-5 0,-1-1 0,-1-1 0,11-32 0,-13 32 0,0 0 0,2 1 0,18-31 0,-26 47 0,-1 1 0,0-1 0,0 1 0,1 0 0,-1 0 0,0-1 0,0 1 0,1 0 0,-1 0 0,0-1 0,1 1 0,-1 0 0,0 0 0,1 0 0,-1-1 0,1 1 0,-1 0 0,0 0 0,1 0 0,-1 0 0,0 0 0,1 0 0,-1 0 0,1 0 0,-1 0 0,0 0 0,1 0 0,-1 0 0,1 0 0,-1 0 0,0 0 0,1 0 0,-1 0 0,0 1 0,1-1 0,-1 0 0,0 0 0,1 0 0,-1 1 0,0-1 0,1 0 0,0 1 0,14 22 0,6 32 0,-19-47-151,1 0-1,-1 0 0,2-1 0,-1 1 1,1-1-1,0 1 0,0-1 1,7 7-1,2 1-6674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8.2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1 215 24575,'2'0'0,"0"1"0,0-1 0,0 1 0,0 0 0,0-1 0,0 1 0,0 0 0,0 0 0,0 0 0,0 0 0,0 1 0,-1-1 0,1 1 0,0-1 0,-1 1 0,1-1 0,-1 1 0,0 0 0,1-1 0,-1 1 0,2 4 0,13 35 0,-15-38 0,-6-19 0,0-1 0,-4-31 0,0 4 0,-2-27 0,11 64 0,-1 0 0,1-1 0,0 1 0,1 0 0,0 0 0,0 0 0,4-12 0,-5 17 0,1 1 0,-1 0 0,1 0 0,-1-1 0,1 1 0,-1 0 0,1 0 0,0 0 0,0 0 0,-1 0 0,1 0 0,0 0 0,0 0 0,0 0 0,0 1 0,0-1 0,0 0 0,0 1 0,0-1 0,1 0 0,-1 1 0,0-1 0,0 1 0,0 0 0,1-1 0,1 1 0,-1 0 0,0 1 0,1-1 0,-1 1 0,0-1 0,1 1 0,-1 0 0,0 0 0,0 0 0,0 0 0,0 0 0,0 1 0,0-1 0,2 2 0,5 5 0,-1 0 0,0 1 0,-1 0 0,12 17 0,-7-4 0,-1 1 0,-1 1 0,10 35 0,-17-48 0,-1 1 0,0 0 0,0 21 0,-3-54 0,0 0 0,1-37 0,0 53 0,1-1 0,0 1 0,0 0 0,0 0 0,0-1 0,1 1 0,0 0 0,0 0 0,0 0 0,1 1 0,-1-1 0,7-7 0,-3 6 0,-1 0 0,1 1 0,1 0 0,-1 1 0,1-1 0,-1 1 0,1 0 0,0 1 0,1 0 0,-1 0 0,9-2 0,-5 2 0,1 1 0,0 1 0,0 0 0,0 0 0,-1 1 0,22 3 0,-27-2 0,-1 1 0,1 0 0,-1 0 0,0 0 0,0 0 0,0 1 0,0 0 0,0 0 0,0 0 0,-1 0 0,1 1 0,-1 0 0,6 6 0,-2 0 0,0 0 0,0 0 0,-1 1 0,11 21 0,37 66 0,-54-97 4,1 1-1,-1 0 0,0 0 1,0 0-1,0 0 0,0 0 1,0 0-1,0 0 0,-1 0 1,1 0-1,-1 1 0,1-1 0,-1 0 1,0 0-1,0 1 0,0-1 1,0 0-1,0 0 0,0 1 1,-1-1-1,1 0 0,-1 0 1,0 0-1,0 0 0,1 0 1,-1 0-1,0 0 0,-1 0 1,1 0-1,0 0 0,-1 0 1,1-1-1,-1 1 0,1 0 1,-3 1-1,1-1-90,-1 0-1,0 1 1,0-1 0,-1-1-1,1 1 1,0-1 0,0 1-1,-1-1 1,1 0-1,-1-1 1,1 1 0,-1-1-1,1 0 1,-1 0 0,0 0-1,-6-2 1,-9-3-6739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8.4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24575,'3'0'0,"6"0"0,4 0 0,4 0 0,3 0 0,1 0 0,-2 0-8191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8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1 24575,'-7'0'0,"0"1"0,0 0 0,0 0 0,1 1 0,-1 0 0,1 0 0,-1 1 0,1 0 0,0 0 0,0 0 0,0 1 0,0 0 0,0 0 0,1 0 0,0 1 0,0 0 0,0 0 0,1 0 0,-1 0 0,1 1 0,0 0 0,-5 11 0,3-5 0,0 1 0,1-1 0,0 1 0,1 0 0,0 0 0,1 0 0,1 1 0,0-1 0,1 1 0,0 25 0,3-22 0,1-1 0,1 1 0,0-1 0,1 0 0,1 0 0,1 0 0,15 27 0,73 97 0,-76-115 0,-10-14 21,1 0-1,19 17 1,-5-6-1448,-14-13-5399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9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24575,'7'0'0,"0"-1"0,0 0 0,-1-1 0,14-4 0,19-3 0,-16 6 0,1 1 0,-1 1 0,0 1 0,0 1 0,33 5 0,-53-5 0,1 0 0,-1 0 0,1 0 0,-1 1 0,1-1 0,-1 1 0,0 0 0,0 0 0,0 0 0,0 0 0,0 1 0,0-1 0,-1 1 0,1 0 0,-1-1 0,0 1 0,0 0 0,0 1 0,0-1 0,0 0 0,-1 0 0,1 1 0,-1-1 0,0 1 0,0-1 0,0 1 0,-1 0 0,1-1 0,-1 1 0,0 0 0,0-1 0,0 1 0,0 0 0,-1-1 0,1 1 0,-1-1 0,0 1 0,0 0 0,-1-1 0,1 0 0,-1 1 0,1-1 0,-3 4 0,-2 1 0,0 1 0,1 0 0,1 0 0,-1 0 0,1 1 0,1-1 0,0 1 0,0 0 0,-1 13 0,4-18 0,0 1 0,0 0 0,0-1 0,1 1 0,0-1 0,0 1 0,0-1 0,1 1 0,0-1 0,0 0 0,0 1 0,0-1 0,1-1 0,0 1 0,0 0 0,1-1 0,-1 1 0,6 4 0,31 28 0,-24-24 0,26 28 0,-39-37 0,0-1 0,0 1 0,0 0 0,-1 0 0,0 0 0,0 0 0,0 1 0,0-1 0,0 0 0,-1 1 0,0-1 0,0 1 0,0 7 0,-1-11-85,0 1 0,0 0-1,0 0 1,0 0 0,0-1-1,-1 1 1,1 0 0,-1 0-1,0-1 1,1 1 0,-1 0-1,0-1 1,0 1 0,0-1-1,-1 2 1,-8 7-6741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19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24575,'99'-2'0,"107"5"0,-198-3 0,-1 1 0,1 1 0,-1-1 0,1 1 0,-1 0 0,0 1 0,1 0 0,-1 0 0,0 1 0,-1-1 0,1 2 0,-1-1 0,0 1 0,11 10 0,-13-10 0,0 0 0,0 0 0,0 1 0,-1-1 0,0 1 0,0 0 0,-1 0 0,1 0 0,-1 0 0,0 1 0,-1-1 0,0 1 0,0-1 0,0 1 0,-1-1 0,0 1 0,-1 9 0,0-9 0,-1-1 0,1 0 0,-2 1 0,1-1 0,0 0 0,-1 0 0,0 0 0,-1-1 0,1 1 0,-1-1 0,0 0 0,-1 0 0,-7 7 0,-4 4 0,-2-1 0,-29 18 0,21-17 0,-25 17 0,48-31 0,0 0 0,1 0 0,0 1 0,-1-1 0,1 0 0,0 1 0,0 0 0,0-1 0,0 1 0,1 0 0,-1 0 0,1 0 0,0 0 0,-1 4 0,1-5 0,1 0 0,0-1 0,0 1 0,0 0 0,0-1 0,0 1 0,0 0 0,0-1 0,1 1 0,-1 0 0,1-1 0,-1 1 0,1 0 0,-1-1 0,1 1 0,0-1 0,0 1 0,0-1 0,0 0 0,2 3 0,-1-2 0,1 0 0,0 0 0,0 0 0,0 0 0,0 0 0,0-1 0,0 1 0,0-1 0,6 2 0,3 0 0,1-1 0,0 0 0,0-1 0,16 0 0,430-3 0,-454 2 15,1 0 0,-1-1 0,1 1 0,-1-1 0,0 0 0,1-1 0,5-1 0,-9 2-102,1 0-1,-1-1 1,0 1 0,0 0-1,0-1 1,0 0 0,0 1-1,0-1 1,0 0-1,0 0 1,-1 0 0,1 0-1,-1 0 1,1 0 0,-1-1-1,2-4 1,2-9-6739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20.1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294 0 24575,'9'1'0,"1"-1"0,-1 1 0,1 1 0,-1-1 0,0 2 0,1-1 0,-1 1 0,0 1 0,12 6 0,-8-2 0,0 0 0,0 1 0,-1 1 0,-1-1 0,14 16 0,10 11 0,-10-12 0,-2 2 0,0 1 0,22 33 0,-23-26 0,-12-21 0,-1 1 0,-1 1 0,0-1 0,-1 1 0,8 25 0,-10-20 0,-1 2 0,-1-1 0,-1 0 0,-1 1 0,-1-1 0,-3 26 0,2-41 0,0 0 0,-1 0 0,0-1 0,0 1 0,0 0 0,-1-1 0,0 0 0,0 1 0,0-1 0,-1 0 0,0-1 0,1 1 0,-2-1 0,1 1 0,-9 6 0,-10 6 0,0-1 0,-31 15 0,13-7 0,17-9 0,-28 18 0,-2-1 0,-68 27 0,50-21 0,5-3 0,-50 17-1365,94-39-5461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23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1 592 24575,'24'1'0,"41"-4"0,-60 2 0,0 0 0,0 0 0,0-1 0,0 0 0,0 0 0,-1 0 0,1 0 0,0-1 0,-1 1 0,7-7 0,17-15 0,-1 0 0,-1-2 0,-1-1 0,35-51 0,-55 70 0,0 0 0,-1 0 0,0-1 0,0 1 0,-1-1 0,0 0 0,-1 0 0,0 0 0,0 0 0,-1-1 0,0 1 0,-1 0 0,-1-16 0,1-9 0,1 15 0,-1 0 0,-5-32 0,5 46 0,-2 0 0,1 0 0,0 0 0,-1 0 0,0 0 0,0 0 0,-1 1 0,1-1 0,-1 1 0,0-1 0,0 1 0,0 0 0,-1 0 0,-5-4 0,2 2 0,-1 0 0,0 1 0,0 0 0,-1 1 0,0-1 0,1 2 0,-15-5 0,17 6 0,0 1 0,0 0 0,0 0 0,0 0 0,0 1 0,0 0 0,0 0 0,0 0 0,-1 1 0,1 0 0,0 0 0,1 0 0,-7 3 0,10-3 0,0 0 0,1-1 0,-1 1 0,0 0 0,1 0 0,-1 0 0,1 1 0,-1-1 0,1 0 0,0 0 0,-1 1 0,1-1 0,0 1 0,0-1 0,0 1 0,0-1 0,0 1 0,0 0 0,1 0 0,-1-1 0,0 1 0,1 0 0,-1 0 0,1 0 0,0 0 0,0-1 0,0 1 0,0 0 0,0 0 0,0 0 0,0 0 0,1 0 0,-1 0 0,0-1 0,1 1 0,0 0 0,1 3 0,0 0 0,1 0 0,-1 0 0,1 0 0,0-1 0,0 1 0,1-1 0,-1 1 0,1-1 0,0 0 0,0-1 0,8 6 0,94 70 0,-75-61 0,50 20 0,-52-26 0,0 2 0,36 23 0,-49-27 0,2-1 0,-1 0 0,20 6 0,-23-10 0,-1 1 0,1 0 0,-1 0 0,0 2 0,-1 0 0,23 18 0,-29-21 0,1 0 0,0-1 0,-1 1 0,1-1 0,9 3 0,23 14 0,-34-16 0,1-1 0,1 0 0,-1 0 0,0 0 0,1-1 0,0 0 0,10 3 0,-14-6 0,1 1 0,0-1 0,0 0 0,0 0 0,0 0 0,0-1 0,-1 1 0,1-1 0,0 0 0,0 0 0,-1-1 0,1 1 0,-1-1 0,1 1 0,-1-1 0,4-3 0,1 0-273,-1 0 0,1 0 0,-1-1 0,6-7 0,-3 2-6553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34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24575,'21'0'0,"0"1"0,-1 1 0,33 8 0,-16-4-9,1-2 0,-1-2 0,70-4-1,-28 0-1318,-60 2-5498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34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24575,'544'0'-1365,"-526"0"-5461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43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0 457 24575,'1'-3'0,"-1"-1"0,1 1 0,-1 0 0,1 0 0,0 0 0,0 0 0,1 0 0,-1 1 0,0-1 0,1 0 0,0 0 0,0 1 0,0-1 0,0 1 0,0 0 0,4-4 0,48-33 0,-27 20 0,14-12 0,8-6 0,72-70 0,-117 103 0,-1 0 0,0 0 0,0-1 0,0 0 0,-1 1 0,0-1 0,0 0 0,0 0 0,0 0 0,-1-1 0,0 1 0,0 0 0,0 0 0,0-10 0,-1 12 0,0 0 0,0 0 0,0 1 0,-1-1 0,1 0 0,-1 0 0,0 1 0,1-1 0,-1 0 0,0 1 0,-1-1 0,1 1 0,0-1 0,-1 1 0,1 0 0,-1-1 0,0 1 0,0 0 0,0 0 0,0 0 0,0 0 0,0 1 0,0-1 0,-1 0 0,1 1 0,-1 0 0,1 0 0,-1-1 0,-3 0 0,-19-5 0,0 2 0,0 0 0,0 2 0,0 0 0,-45 2 0,68 1 0,1 0 0,-1 1 0,0-1 0,0 0 0,1 0 0,-1 1 0,0-1 0,1 1 0,-1-1 0,0 1 0,1 0 0,-1 0 0,1-1 0,-1 1 0,1 0 0,0 0 0,-1 1 0,1-1 0,0 0 0,0 0 0,-1 1 0,1-1 0,0 1 0,-1 2 0,1-2 0,1 1 0,-1 0 0,1 0 0,0-1 0,0 1 0,0 0 0,0 0 0,0 0 0,1-1 0,-1 1 0,1 0 0,0-1 0,2 6 0,4 7 0,0 0 0,2 0 0,18 25 0,-27-40 0,10 12 0,1 0 0,0-1 0,0 0 0,1-1 0,1-1 0,26 16 0,18 14 0,-29-18 0,2-2 0,44 23 0,-39-24 0,-12-5 0,0-1 0,44 15 0,-60-25 0,0 0 0,0-1 0,0 0 0,0 0 0,1 0 0,-1-1 0,0 0 0,0 0 0,0-1 0,0 1 0,1-2 0,-1 1 0,-1-1 0,14-5 0,-16 4 0,1 0 0,0 0 0,-1 0 0,0-1 0,0 0 0,0 1 0,0-2 0,5-6 0,24-40 0,-30 46 0,1-3 0,-1 1 0,0-1 0,-1 0 0,1 0 0,-1 0 0,-1 0 0,0 0 0,0 0 0,0-9 0,-1-11 0,-5-35 0,4 60 0,0 0 0,0 0 0,0 1 0,0-1 0,0 0 0,-1 1 0,1-1 0,-1 1 0,0 0 0,1-1 0,-1 1 0,0 0 0,-1 0 0,1 0 0,0 1 0,0-1 0,-1 0 0,1 1 0,-1-1 0,0 1 0,1 0 0,-1 0 0,0 0 0,0 0 0,1 1 0,-1-1 0,0 1 0,0-1 0,0 1 0,0 0 0,0 0 0,-3 1 0,3-1 0,0-1 0,0 1 0,-1 1 0,1-1 0,0 0 0,0 1 0,-1 0 0,1 0 0,0 0 0,0 0 0,0 0 0,0 0 0,0 1 0,0 0 0,1-1 0,-1 1 0,0 0 0,1 0 0,-1 1 0,1-1 0,0 0 0,0 1 0,0-1 0,0 1 0,0 0 0,1 0 0,-1 0 0,-1 5 0,0 11 0,2 0 0,0 1 0,1-1 0,5 35 0,-4-50 0,0 1 0,0-1 0,1 1 0,-1-1 0,1 0 0,0 0 0,1 0 0,-1 0 0,0 0 0,1 0 0,0 0 0,5 4 0,45 37 0,-28-25 0,-15-11 0,1-1 0,0-1 0,0 0 0,1 0 0,0-1 0,0 0 0,1-1 0,-1-1 0,1 0 0,0-1 0,0 0 0,0-1 0,0 0 0,1-1 0,21-1 0,-33 0-105,0 0 0,1-1 0,-1 1 0,0-1 0,1 0 0,-1 0 0,0 1 0,0-1 0,0-1 0,0 1 0,0 0 0,3-3 0,4-6-6721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44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24575,'-12'0'0,"2"0"0,0 0 0,0 0 0,0 1 0,0 0 0,-17 5 0,25-5 0,-1 0 0,1 0 0,-1 0 0,1 0 0,0 1 0,-1-1 0,1 1 0,0 0 0,0 0 0,0 0 0,0 0 0,0 0 0,1 0 0,-1 0 0,1 0 0,-1 1 0,1-1 0,0 1 0,0-1 0,0 1 0,0-1 0,0 1 0,1 0 0,-1-1 0,0 5 0,1-1 0,0 0 0,0 0 0,0 0 0,1-1 0,-1 1 0,1 0 0,1 0 0,-1-1 0,1 1 0,0-1 0,0 1 0,1-1 0,-1 0 0,1 0 0,0 0 0,1 0 0,-1-1 0,1 1 0,0-1 0,5 4 0,10 8 0,0 0 0,1-2 0,33 18 0,-11-6 0,-39-24 0,39 25 0,50 24 0,-89-50 0,-1 0 0,0 0 0,0 0 0,-1 0 0,1 1 0,0-1 0,0 0 0,0 1 0,-1 0 0,1-1 0,-1 1 0,1 0 0,-1 0 0,0-1 0,1 3 0,-1-2 0,-1-1 0,1 0 0,-1 1 0,0-1 0,0 1 0,0-1 0,0 0 0,0 1 0,0-1 0,0 0 0,0 1 0,0-1 0,-1 1 0,1-1 0,0 0 0,-1 1 0,1-1 0,-2 2 0,0 0 0,0 0 0,-1 0 0,1 0 0,-1-1 0,1 1 0,-1-1 0,0 1 0,0-1 0,0 0 0,0 0 0,0 0 0,-1-1 0,1 1 0,0-1 0,-1 0 0,-7 2 0,-22 1 0,-1-2 0,0 0 0,-45-5 0,-2 0 0,72 3 0,-34-1 0,42 1 0,0 0 0,0-1 0,0 1 0,0 0 0,0 0 0,0 0 0,-1-1 0,1 1 0,0 0 0,0-1 0,0 1 0,0-1 0,0 1 0,1-1 0,-1 0 0,0 1 0,0-1 0,0 0 0,0 0 0,1 0 0,-1 0 0,0 1 0,1-1 0,-1 0 0,0 0 0,1 0 0,0 0 0,-1 0 0,1 0 0,-1-2 0,1 2-48,1 0 1,-1 0-1,0 0 0,1 0 0,-1 0 1,1 0-1,-1 0 0,1 0 0,0 0 1,-1 0-1,1 0 0,0 1 0,-1-1 1,1 0-1,0 0 0,0 1 0,0-1 0,1 0 1,-1 0-411,12-9-6368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44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0 24575,'0'4'0,"0"4"0,-4 2 0,-1 2 0,1 3 0,0 3 0,1 1 0,1 2 0,1 1 0,-3-3 0,0-2 0,-1 1 0,1 0 0,2 1 0,0 1 0,2 1 0,3-3 0,2-5-8191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44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24575,'0'4'0,"0"4"0,0 6 0,4 3 0,4-1 0,2 0 0,2-2 0,-1 0 0,-2 1 0,1-1 0,-1-4-8191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45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22 24575,'-1'-1'0,"1"0"0,0 0 0,-1 0 0,1 0 0,-1 1 0,1-1 0,-1 0 0,0 0 0,1 0 0,-1 0 0,0 1 0,1-1 0,-1 0 0,0 1 0,0-1 0,0 1 0,0-1 0,0 1 0,0-1 0,0 1 0,1-1 0,-1 1 0,0 0 0,0 0 0,-1-1 0,1 1 0,-1 0 0,-34-4 0,32 4 0,-2-1 0,-1 1 0,1 0 0,0 1 0,0-1 0,-1 1 0,1 0 0,0 1 0,0 0 0,0-1 0,0 2 0,-10 4 0,12-4 0,1-1 0,-1 1 0,1 0 0,0 0 0,-1 0 0,1 0 0,1 1 0,-1-1 0,0 1 0,1 0 0,0 0 0,0 0 0,0 0 0,0 0 0,1 0 0,-1 1 0,0 7 0,0-6 0,1 0 0,0 0 0,1 1 0,0-1 0,0 0 0,0 1 0,1-1 0,-1 0 0,2 0 0,2 12 0,-2-15 0,-1 0 0,1 0 0,-1 0 0,1 0 0,0-1 0,0 1 0,0-1 0,0 1 0,1-1 0,-1 0 0,1 0 0,-1 0 0,1 0 0,0 0 0,0 0 0,0-1 0,0 0 0,0 1 0,0-1 0,0 0 0,0-1 0,6 2 0,5 0 0,0 0 0,0-1 0,0 0 0,0-1 0,0-1 0,22-3 0,-29 2 0,-1 1 0,0-1 0,0 0 0,1-1 0,-2 1 0,1-1 0,0 0 0,-1-1 0,1 0 0,-1 1 0,0-2 0,0 1 0,0 0 0,-1-1 0,0 0 0,5-7 0,10-14-1365,-10 16-5461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45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24575,'-10'106'0,"4"-63"0,-1 48 0,6-8 0,4 94 0,-1-166 0,0 0 0,0-1 0,2 1 0,-1 0 0,1-1 0,1 0 0,0 0 0,0 0 0,1-1 0,8 12 0,-10-16 0,0 0 0,1-1 0,-1 1 0,1-1 0,0 0 0,0 0 0,0-1 0,10 6 0,-12-8 0,1 0 0,-1 1 0,1-1 0,-1 0 0,1-1 0,0 1 0,-1-1 0,1 1 0,0-1 0,-1 0 0,1-1 0,0 1 0,-1-1 0,1 1 0,5-3 0,-4 1 0,-1 0 0,0 0 0,0 0 0,0 0 0,0-1 0,0 0 0,-1 0 0,1 0 0,-1 0 0,0 0 0,0-1 0,0 0 0,0 1 0,-1-1 0,0 0 0,1 0 0,-1-1 0,-1 1 0,1 0 0,-1-1 0,1 1 0,-1-1 0,0-5 0,2-11 0,-1 0 0,-1-1 0,-2-34 0,0 36 0,1 42 0,-1-15 0,1 1 0,0 0 0,0 0 0,1 0 0,0-1 0,0 1 0,1 0 0,0-1 0,0 1 0,0-1 0,1 0 0,1 1 0,-1-1 0,1-1 0,8 12 0,1-3 0,-10-10 0,1-1 0,0 0 0,-1 0 0,1 0 0,1-1 0,8 7 0,-12-10 0,1 1 0,0 0 0,0-1 0,0 1 0,0-1 0,0 0 0,0 1 0,0-1 0,0 0 0,0 0 0,0 0 0,0 0 0,0-1 0,0 1 0,0-1 0,0 1 0,0-1 0,-1 0 0,1 1 0,0-1 0,0 0 0,-1 0 0,4-2 0,-2 0 0,0 1 0,0-1 0,0 0 0,0 0 0,0 0 0,-1 0 0,0 0 0,1 0 0,-1-1 0,0 1 0,-1-1 0,1 1 0,0-1 0,-1 0 0,0 0 0,0 0 0,0 0 0,-1 0 0,1-7 0,6-24 0,-7 35 0,0-1 0,1 0 0,-1 1 0,0-1 0,0 0 0,1 1 0,-1-1 0,0 1 0,0-1 0,1 1 0,-1-1 0,1 1 0,-1-1 0,0 1 0,1-1 0,-1 1 0,1-1 0,-1 1 0,1 0 0,0-1 0,-1 1 0,1 0 0,-1 0 0,1-1 0,-1 1 0,1 0 0,0 0 0,-1 0 0,1 0 0,0 0 0,-1 0 0,1 0 0,-1 0 0,1 0 0,0 0 0,-1 0 0,1 0 0,0 0 0,-1 0 0,1 0 0,-1 1 0,1-1 0,0 0 0,-1 1 0,1-1 0,-1 0 0,1 1 0,-1-1 0,1 0 0,0 2 0,32 28 0,-20-17 0,-4-7 0,-1 0 0,1-1 0,0 0 0,0-1 0,1 0 0,0-1 0,-1 1 0,1-2 0,0 0 0,17 2 0,9-1 0,61-5 0,-36 1 0,-56 1-105,0 0 0,0 0 0,0-1 0,0 1 0,0-1 0,0 0 0,0-1 0,0 1 0,0-1 0,-1 0 0,1 0 0,5-3 0,0-4-6721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46.4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221 567 24575,'-1'-2'0,"1"0"0,0 0 0,-1 1 0,1-1 0,-1 0 0,0 1 0,0-1 0,1 1 0,-1-1 0,0 1 0,0-1 0,-1 1 0,1 0 0,0-1 0,0 1 0,-1 0 0,1 0 0,0 0 0,-1 0 0,1 0 0,-1 0 0,0 0 0,1 1 0,-1-1 0,1 0 0,-5 0 0,-2-1 0,-1-1 0,0 2 0,-16-2 0,18 2 0,1 1 0,-1 0 0,0 0 0,1 0 0,-1 1 0,1 0 0,-1 1 0,1-1 0,-1 1 0,1 0 0,-7 4 0,9-4 0,1 1 0,0-1 0,0 1 0,-1-1 0,2 1 0,-1 0 0,0 1 0,0-1 0,1 0 0,0 1 0,0-1 0,0 1 0,0 0 0,0-1 0,1 1 0,0 0 0,-1 0 0,2 0 0,-2 5 0,1-2 0,-1 1 0,2-1 0,-1 0 0,1 1 0,0-1 0,1 0 0,-1 1 0,1-1 0,3 9 0,-3-13 0,0 0 0,1 0 0,-1 0 0,1-1 0,-1 1 0,1 0 0,0-1 0,0 1 0,0-1 0,1 0 0,-1 1 0,0-1 0,1 0 0,-1-1 0,1 1 0,0 0 0,0-1 0,0 1 0,0-1 0,0 0 0,0 0 0,0 0 0,4 0 0,-1 0 0,0 0 0,-1 0 0,1-1 0,0 0 0,0 0 0,0 0 0,-1-1 0,1 0 0,0 0 0,0-1 0,-1 1 0,1-1 0,-1 0 0,0-1 0,1 1 0,-1-1 0,0 0 0,0-1 0,-1 1 0,1-1 0,-1 0 0,0 0 0,0 0 0,0 0 0,0-1 0,-1 0 0,0 0 0,4-7 0,5-3 0,-11 15 0,-1 0 0,0 0 0,1 0 0,-1-1 0,0 1 0,0 0 0,1 0 0,-1 0 0,0 0 0,1 0 0,-1 0 0,0 0 0,0 0 0,1 0 0,-1 0 0,0 0 0,1 0 0,-1 0 0,0 0 0,1 1 0,-1-1 0,0 0 0,0 0 0,1 0 0,-1 0 0,0 0 0,0 1 0,1-1 0,-1 0 0,0 0 0,1 1 0,11 30 0,2 2 0,-12-30 0,1-1 0,0 1 0,0-1 0,0 0 0,0 0 0,0 0 0,0 0 0,0-1 0,1 1 0,-1-1 0,1 0 0,-1 0 0,1 0 0,-1 0 0,1-1 0,0 1 0,-1-1 0,1 0 0,0 0 0,6-2 0,6 0 0,0-1 0,0 0 0,19-8 0,-24 5 0,1-1 0,-1 0 0,0 0 0,-1-1 0,0 0 0,0-1 0,11-13 0,-7 9 0,0 0 0,-1 0 0,0-1 0,-1-1 0,-1 1 0,0-2 0,-1 0 0,-1 0 0,0 0 0,10-30 0,-9 14 0,-1 8 0,-2 0 0,0-1 0,-2 0 0,-1-1 0,2-35 0,-6 26 0,1 6 0,-4-35 0,2 56 0,0 0 0,-1 1 0,0-1 0,0 0 0,0 0 0,-1 1 0,-1-1 0,1 1 0,-5-7 0,6 11 0,0 1 0,1 0 0,-1 0 0,0 0 0,0 0 0,0 0 0,0 0 0,0 1 0,-1-1 0,1 1 0,0-1 0,-1 1 0,1 0 0,-1 0 0,0 0 0,1 0 0,-1 1 0,0-1 0,1 1 0,-1-1 0,0 1 0,0 0 0,1 0 0,-1 0 0,0 1 0,0-1 0,1 0 0,-1 1 0,0 0 0,1 0 0,-4 1 0,2 0 0,-1 0 0,1 0 0,-1 1 0,1 0 0,0 0 0,0 0 0,0 0 0,1 0 0,-1 1 0,1 0 0,-1 0 0,1 0 0,1 0 0,-1 0 0,0 1 0,-1 4 0,-5 11 0,1 1 0,1 0 0,1 0 0,1 0 0,1 1 0,1 0 0,-1 25 0,4-5 0,-1-12 0,1 0 0,6 37 0,-4-57 0,0 0 0,0-1 0,1 1 0,1-1 0,-1 0 0,2 0 0,-1 0 0,1 0 0,0-1 0,12 15 0,1-4 0,37 28 0,-41-35 0,-4-4-91,0 0 0,0-1 0,0 0 0,1 0 0,0-1 0,0-1 0,1 0 0,-1-1 0,1 0 0,0 0 0,0-1 0,1-1 0,-1 0 0,14 0 0,-8-2-6735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49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612 261 24575,'1'-12'0,"-2"0"0,1 0 0,-2-1 0,0 1 0,-6-23 0,5 29 0,1 0 0,-1 0 0,0 0 0,-1 1 0,0-1 0,1 1 0,-2 0 0,1 0 0,-1 0 0,1 1 0,-1 0 0,-11-8 0,-4-1 0,-1 2 0,-1 0 0,0 0 0,0 2 0,-1 1 0,0 1 0,0 1 0,-1 1 0,1 1 0,-1 1 0,0 1 0,-44 2 0,60 1 0,0 1 0,1-1 0,0 1 0,0 1 0,-1-1 0,1 1 0,0 1 0,1-1 0,-1 1 0,1 0 0,0 1 0,0-1 0,0 1 0,0 0 0,1 1 0,0 0 0,0-1 0,0 1 0,1 1 0,0-1 0,0 1 0,1 0 0,0 0 0,0 0 0,0 0 0,-1 8 0,-7 20 0,-22 85 0,31-108 0,0 0 0,1 1 0,1-1 0,-1 0 0,2 0 0,0 1 0,5 22 0,-4-29 0,0 0 0,1-1 0,-1 1 0,1-1 0,1 0 0,-1 0 0,1 0 0,0 0 0,0-1 0,0 1 0,1-1 0,-1 0 0,1 0 0,0-1 0,0 0 0,0 0 0,1 0 0,-1 0 0,7 1 0,0 1 0,1-1 0,-1 0 0,1-1 0,0 0 0,0-1 0,0-1 0,25 0 0,-30-2 0,-1-1 0,1 1 0,-1-2 0,0 1 0,0-1 0,0 0 0,0-1 0,0 1 0,10-9 0,-7 6 0,0 0 0,0 0 0,12-4 0,24-11 0,-35 16 0,0 0 0,0 0 0,16-5 0,-11 5-1365,-3 0-5461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50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24575,'84'-2'0,"92"4"0,-175-2 6,0 0 0,0 1-1,0-1 1,0 0 0,0 0-1,0 0 1,-1 0 0,1 1-1,0-1 1,0 0 0,0 1-1,0-1 1,-1 1 0,1-1-1,0 1 1,-1-1 0,1 1-1,0-1 1,-1 1 0,2 1 0,-2-2-61,0 1 0,0 0 0,0-1 0,0 1 0,0 0 0,0-1 0,0 1 0,0 0 0,0-1 0,0 1 0,0 0 0,0-1 0,-1 1 0,1-1 0,0 1 0,0 0 0,-1-1 0,1 1 0,0-1 0,-1 1 0,1-1 0,-1 1 0,1-1 0,-1 1 0,1-1 0,-2 1 0,-7 7-6771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50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24575,'435'0'-1365,"-416"0"-5461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53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0 507 24575,'2'-2'0,"0"-1"0,0 0 0,0 1 0,0 0 0,0-1 0,0 1 0,1 0 0,-1 0 0,1 0 0,-1 0 0,1 1 0,4-3 0,5-4 0,31-17 0,-36 21 0,0 1 0,0-1 0,-1 0 0,1-1 0,9-8 0,38-34 0,7-8 0,-33 23 0,26-35 0,-49 61 0,-1-1 0,0 1 0,0-1 0,-1 0 0,0 0 0,0 0 0,0-1 0,-1 1 0,0-1 0,-1 0 0,0 1 0,0-1 0,0 0 0,-1 0 0,0 0 0,-1 1 0,0-1 0,0 0 0,-1 1 0,1-1 0,-5-8 0,4 13 0,1 0 0,-2 0 0,1 1 0,0-1 0,0 1 0,-1-1 0,0 1 0,1 0 0,-1 0 0,0 0 0,0 1 0,0-1 0,0 1 0,0-1 0,0 1 0,-1 0 0,1 0 0,0 0 0,-1 1 0,1-1 0,0 1 0,-1 0 0,1 0 0,-1 0 0,1 0 0,-6 2 0,3-2 0,0 1 0,1 0 0,-1 0 0,1 1 0,-1 0 0,1-1 0,-1 2 0,1-1 0,0 1 0,0 0 0,0 0 0,1 0 0,-1 0 0,1 1 0,-6 6 0,7-5 0,0 1 0,0-1 0,1 1 0,0 0 0,0 0 0,0 0 0,1 0 0,0 0 0,0 0 0,1 0 0,0 7 0,5 68 0,-4-73 0,1 0 0,1 0 0,0 0 0,0 0 0,0-1 0,1 1 0,0-1 0,1 0 0,0 0 0,0-1 0,0 1 0,1-1 0,0 0 0,0-1 0,0 1 0,1-1 0,-1 0 0,1-1 0,1 0 0,-1 0 0,1 0 0,-1-1 0,1 0 0,0-1 0,0 1 0,0-2 0,17 3 0,-21-4 0,8 1 0,-1-1 0,1 0 0,-1-1 0,16-2 0,-24 2 0,0 0 0,0 1 0,0-1 0,0-1 0,0 1 0,-1 0 0,1-1 0,0 1 0,-1-1 0,0 0 0,1 0 0,-1 0 0,0 0 0,0 0 0,0-1 0,0 1 0,0-1 0,0 1 0,-1-1 0,1 0 0,0-3 0,40-76-309,-32 64-747,-3 6-5770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53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24575,'-1'31'0,"1"0"0,0 0 0,2 0 0,10 50 0,-3-41-102,30 103-1161,-37-137-5563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54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1 108 24575,'3'-1'0,"0"-1"0,1 1 0,-1 0 0,0-1 0,0 0 0,0 0 0,0 0 0,0 0 0,4-5 0,8-5 0,-6 7 0,1 0 0,-1 1 0,1 0 0,0 0 0,0 1 0,0 1 0,1-1 0,11 0 0,26-8 0,-44 10 0,-1 0 0,1 0 0,-1 0 0,1-1 0,-1 0 0,0 0 0,0 0 0,0 0 0,0 0 0,4-4 0,-6 6 0,-1 0 0,0 0 0,0-1 0,0 1 0,0 0 0,0 0 0,0 0 0,0 0 0,0 0 0,0 0 0,0 0 0,0-1 0,0 1 0,0 0 0,0 0 0,0 0 0,0 0 0,0 0 0,0 0 0,0-1 0,0 1 0,0 0 0,0 0 0,0 0 0,0 0 0,0 0 0,0 0 0,0-1 0,0 1 0,0 0 0,0 0 0,0 0 0,0 0 0,0 0 0,0 0 0,0 0 0,-1-1 0,1 1 0,0 0 0,0 0 0,0 0 0,0 0 0,0 0 0,0 0 0,0 0 0,-1 0 0,1 0 0,0 0 0,0 0 0,0 0 0,-12-2 0,-10 3 0,10 1 0,1 1 0,-1 1 0,1 0 0,0 0 0,0 1 0,0 0 0,1 1 0,0 1 0,-10 7 0,-5 3 0,17-12 0,-1 0 0,1 1 0,-10 10 0,16-15 0,1 0 0,0 1 0,0-1 0,-1 0 0,1 1 0,0 0 0,0-1 0,1 1 0,-1-1 0,0 1 0,0 0 0,1 0 0,-1-1 0,1 1 0,-1 0 0,1 0 0,0 0 0,0 0 0,0-1 0,0 1 0,0 0 0,0 0 0,1 3 0,0-3 0,1 0 0,-1 0 0,0 0 0,1-1 0,-1 1 0,1 0 0,0 0 0,0-1 0,-1 1 0,1-1 0,0 0 0,0 0 0,0 1 0,0-1 0,1 0 0,-1-1 0,4 2 0,43 11 0,-45-12 0,22 3-60,0-2 0,0 0 0,32-3 0,-26 0-1065,-13 1-5701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54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24575,'4'0'0,"5"0"0,4 0 0,4 0 0,3 0 0,1 0 0,1 0 0,-3 0-8191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54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24575,'1'1'0,"-1"1"0,1-1 0,0 0 0,-1 1 0,1-1 0,0 0 0,0 0 0,0 1 0,0-1 0,0 0 0,0 0 0,1 0 0,-1 0 0,0 0 0,0-1 0,1 1 0,2 1 0,25 11 0,-14-9 0,1-1 0,0 0 0,1-1 0,-1-1 0,0-1 0,27-3 0,-26 2 0,1 0 0,-1 1 0,1 1 0,-1 1 0,26 5 0,-18-2-160,0-1 0,0-1 0,0-1 0,41-2 0,-51 0-405,3-1-6261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0:55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24575,'25'-1'0,"49"-9"0,-49 6 0,47-3 0,167 8-1365,-220-1-5461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2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396 49 24575,'0'-2'0,"-1"1"0,1-1 0,-1 1 0,0 0 0,0-1 0,0 1 0,0 0 0,0 0 0,0 0 0,0 0 0,0 0 0,0 0 0,0 0 0,-1 0 0,1 0 0,0 0 0,-3 0 0,-25-13 0,13 10 0,-1 1 0,0 0 0,1 1 0,-1 1 0,0 0 0,0 1 0,0 1 0,1 1 0,-1 0 0,-20 6 0,31-5 0,-1-1 0,1 1 0,-1 0 0,1 1 0,0-1 0,0 1 0,1 1 0,-1-1 0,1 1 0,-6 6 0,-1 2 0,1 1 0,1 0 0,-8 16 0,14-23 0,1 1 0,0 0 0,0 0 0,1 0 0,0 0 0,1 1 0,0-1 0,0 14 0,0-8 0,1 0 0,1 0 0,1 0 0,4 19 0,-5-28 0,1 0 0,0-1 0,0 1 0,0 0 0,1 0 0,-1-1 0,1 0 0,0 1 0,0-1 0,1 0 0,-1-1 0,1 1 0,0-1 0,0 1 0,0-1 0,1 0 0,-1-1 0,1 1 0,-1-1 0,1 0 0,0 0 0,0 0 0,0-1 0,7 2 0,7 0 0,-1-1 0,0 0 0,1-2 0,0 0 0,27-4 0,-38 3 1,0-1 0,-1 1 0,1-1 0,-1-1 0,0 0 0,1 0-1,-1 0 1,-1-1 0,1 0 0,9-7 0,2-4-4,-1-1 1,18-20 0,19-18-1366,-43 46-5458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2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22 24575,'0'-1'0,"0"0"0,-1 0 0,1 0 0,-1 0 0,1 1 0,-1-1 0,1 0 0,-1 0 0,0 0 0,1 0 0,-1 1 0,0-1 0,0 0 0,0 1 0,1-1 0,-1 1 0,0-1 0,0 1 0,0-1 0,0 1 0,0-1 0,0 1 0,0 0 0,0 0 0,0-1 0,0 1 0,-2 0 0,-32-4 0,31 4 0,-2-1 0,0 1 0,1 0 0,-1 0 0,0 1 0,1 0 0,-1 0 0,1 0 0,-1 0 0,1 1 0,0 0 0,-1 0 0,-6 4 0,9-4 0,0 0 0,0 1 0,1-1 0,-1 1 0,1-1 0,0 1 0,0 0 0,0 0 0,0 0 0,0 0 0,0 0 0,1 0 0,0 1 0,-1-1 0,1 0 0,1 1 0,-1-1 0,0 1 0,1-1 0,-1 7 0,0 9 0,1-1 0,0 1 0,6 34 0,-4-45 0,0-1 0,0 0 0,1 0 0,-1 0 0,2 0 0,-1 0 0,1 0 0,0-1 0,0 0 0,1 0 0,0 0 0,7 7 0,-7-8 0,0 1 0,0-1 0,1 0 0,0 0 0,0-1 0,0 0 0,0 0 0,1 0 0,-1-1 0,1 0 0,0 0 0,0-1 0,0 0 0,0 0 0,1-1 0,11 2 0,-2-3 0,-7 1 0,1 0 0,-1-1 0,1-1 0,16-2 0,-24 2 0,0 0 0,0 0 0,0 0 0,-1 0 0,1 0 0,0-1 0,-1 1 0,1-1 0,-1 0 0,1 0 0,-1 0 0,0 0 0,0 0 0,0 0 0,0-1 0,0 1 0,0 0 0,-1-1 0,1 0 0,1-4 0,1-3 0,-1 0 0,0 0 0,-1-1 0,0 1 0,0-1 0,-1 1 0,0-1 0,-1 1 0,-1-1 0,1 0 0,-2 1 0,1 0 0,-5-15 0,4 18 0,-1 0 0,1 0 0,-1 0 0,0 1 0,-1 0 0,1-1 0,-1 1 0,-1 0 0,1 1 0,-1-1 0,0 1 0,0 0 0,-1 0 0,1 1 0,-1 0 0,0 0 0,0 0 0,0 0 0,-1 1 0,-10-4 0,5 6 0,15 9 0,16 8 0,-10-10 0,1-1 0,0 0 0,1-1 0,-1 0 0,1 0 0,0-1 0,0-1 0,0 0 0,14 1 0,15-2 0,51-3 0,-17-1 0,-53 3-1365,-3 0-5461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3.1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 24575,'-56'-1'0,"-61"3"0,114-2 0,-1 1 0,1 0 0,0 0 0,1 0 0,-1 0 0,0 0 0,0 1 0,0-1 0,1 1 0,-1 0 0,1 0 0,-1 0 0,1 0 0,0 0 0,0 1 0,0-1 0,0 1 0,0-1 0,1 1 0,-1 0 0,1-1 0,-1 1 0,1 0 0,0 0 0,0 0 0,0 5 0,-2 3 0,1 0 0,0 0 0,1 0 0,0 0 0,1 0 0,1 14 0,0-21 0,0 0 0,0 0 0,0 0 0,0 0 0,1-1 0,0 1 0,-1 0 0,1-1 0,1 1 0,-1-1 0,0 0 0,1 0 0,0 0 0,0 0 0,0 0 0,0-1 0,0 1 0,0-1 0,1 0 0,-1 0 0,1 0 0,0 0 0,-1 0 0,1-1 0,0 0 0,0 0 0,4 1 0,10 2 0,0-1 0,1-1 0,0 0 0,26-1 0,-12-1-101,34 0 325,-63-1-360,1 1 1,0-1 0,0 0 0,0 0-1,0-1 1,-1 1 0,1-1 0,0 0-1,-1-1 1,6-2 0,0-4-6691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3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0 24575,'-1'0'0,"0"1"0,0-1 0,1 1 0,-1-1 0,0 1 0,0-1 0,0 1 0,0-1 0,0 1 0,1 0 0,-1-1 0,0 1 0,1 0 0,-1 0 0,0 0 0,1 0 0,-1-1 0,1 1 0,-1 0 0,1 0 0,0 0 0,-1 0 0,1 0 0,0 0 0,0 0 0,-1 0 0,1 2 0,-4 33 0,4-32 0,-2 232 0,4-121 0,0-92 0,1-1 0,2 1 0,0-1 0,1 0 0,1 0 0,1-1 0,12 23 0,-18-40 0,2 2 0,0 1 0,0-1 0,1 1 0,0-1 0,0 0 0,1-1 0,11 10 0,16 17 0,-30-28 0,1 1 0,0-1 0,0 0 0,1 0 0,-1 0 0,1-1 0,0 0 0,0 0 0,0 0 0,0 0 0,0-1 0,1 0 0,-1 0 0,1 0 0,-1-1 0,1 1 0,0-2 0,0 1 0,-1 0 0,1-1 0,0 0 0,8-2 0,-5 1 0,0-2 0,0 1 0,0-1 0,0-1 0,-1 0 0,0 0 0,1 0 0,-2-1 0,1 0 0,0-1 0,-1 0 0,0 0 0,8-9 0,-1 0 0,2-1 0,-1-1 0,-1 0 0,20-31 0,-31 42 0,0 1 0,0-1 0,-1 0 0,0 0 0,0 0 0,0 0 0,-1 0 0,1-1 0,-1 1 0,-1 0 0,0-1 0,1 1 0,-2 0 0,1-1 0,-1 1 0,0 0 0,-3-10 0,3 13 0,0 0 0,-1 0 0,1 1 0,-1-1 0,1 1 0,-1-1 0,0 1 0,0-1 0,0 1 0,0 0 0,-1 0 0,1 0 0,0 0 0,-1 0 0,0 1 0,1-1 0,-1 1 0,0 0 0,0-1 0,0 1 0,1 1 0,-1-1 0,0 0 0,-4 0 0,-8-1 0,-1 1 0,1 1 0,-26 2 0,17 0 0,20-3 0,-1 2 0,1-1 0,-1 0 0,1 1 0,0 0 0,-1 0 0,1 0 0,0 0 0,0 1 0,0 0 0,0 0 0,0 0 0,0 0 0,-4 4 0,6-3 0,-1 0 0,1 0 0,0 0 0,0 0 0,0 1 0,0-1 0,1 0 0,-1 1 0,1 0 0,0-1 0,0 1 0,0 0 0,1 0 0,-1-1 0,1 1 0,0 6 0,0 4 0,-1 3 0,1 0 0,0 1 0,2-1 0,3 21 0,-3-33 0,-1 0 0,0-1 0,1 1 0,0-1 0,0 1 0,1-1 0,-1 0 0,1 0 0,0 0 0,0 0 0,0 0 0,0-1 0,1 1 0,-1-1 0,1 0 0,0 0 0,0 0 0,0-1 0,9 4 0,5 2 0,2-1 0,-1 0 0,1-2 0,0 0 0,0-1 0,0-1 0,1-1 0,35-1 0,-46-3-85,0 0 0,1-1-1,-1 0 1,0-1 0,0 0-1,-1 0 1,1-1 0,-1-1-1,0 1 1,0-1 0,-1-1-1,0 0 1,0 0 0,0 0-1,9-14 1,-8 7-6741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4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0 24575,'-1'1'0,"0"-1"0,0 1 0,0-1 0,0 1 0,0 0 0,0-1 0,0 1 0,0 0 0,1 0 0,-1 0 0,0 0 0,0 0 0,1 0 0,-1 0 0,0 0 0,1 0 0,-1 0 0,1 0 0,-1 0 0,1 0 0,-1 2 0,-9 31 0,8-26 0,-5 25 0,2 0 0,1 1 0,1-1 0,2 1 0,5 44 0,-2 6 0,-4 29 0,5 121 0,-3-233 0,0 0 0,0 1 0,0-1 0,0 0 0,0 0 0,0 0 0,1 0 0,-1 0 0,0 1 0,1-1 0,-1 0 0,1 0 0,0 0 0,-1 0 0,1 0 0,0 0 0,-1 0 0,3 1 0,-3-2 0,1 1 0,0-1 0,0 0 0,-1 0 0,1 0 0,0 0 0,0 0 0,-1 0 0,1 0 0,0 0 0,-1 0 0,1 0 0,0 0 0,0 0 0,-1-1 0,1 1 0,0 0 0,-1 0 0,1-1 0,0 1 0,-1 0 0,2-1 0,4-4 0,0 0 0,0-1 0,0 1 0,6-9 0,-11 13 0,6-7 0,0-1 0,1 1 0,1 1 0,17-14 0,-21 18 0,1 0 0,0 1 0,0-1 0,0 1 0,0 0 0,0 1 0,0-1 0,0 1 0,1 1 0,7-1 0,0 1 0,-1 1 0,0 1 0,1 0 0,-1 1 0,0 0 0,-1 1 0,1 1 0,-1 0 0,0 0 0,0 1 0,0 1 0,-1 0 0,0 0 0,0 1 0,-1 1 0,0 0 0,0 0 0,-1 1 0,12 16 0,-20-25 0,-1 0 0,1-1 0,0 1 0,-1 0 0,1 0 0,0 0 0,-1 1 0,1-1 0,-1 0 0,1 0 0,-1 0 0,0 0 0,0 0 0,1 1 0,-1-1 0,0 0 0,0 0 0,0 0 0,0 1 0,0-1 0,-1 0 0,1 0 0,0 0 0,0 0 0,-1 1 0,0 0 0,0 0 0,-1-1 0,1 0 0,0 1 0,-1-1 0,0 0 0,1 0 0,-1 0 0,0 0 0,1 0 0,-1-1 0,0 1 0,0 0 0,0-1 0,-3 1 0,-10 1 0,0 0 0,-1-2 0,-19 0 0,26-1 0,-51 2 0,40 0 0,1 0 0,0-1 0,0-2 0,-1 1 0,1-2 0,-34-10 0,52 13 0,0 0 0,0-1 0,-1 1 0,1 0 0,0-1 0,0 1 0,0-1 0,0 0 0,0 1 0,-1-1 0,1 0 0,0 0 0,1 0 0,-1 0 0,0 0 0,0 0 0,0 0 0,1 0 0,-1 0 0,0 0 0,1 0 0,-1 0 0,1-1 0,-1 1 0,1 0 0,0 0 0,-1-1 0,1-1 0,0 1 0,1 1 0,0 0 0,-1 0 0,1-1 0,0 1 0,-1 0 0,1 0 0,0 0 0,0 0 0,0 0 0,0 0 0,0 0 0,0 0 0,1 0 0,-1 0 0,0 1 0,0-1 0,1 0 0,-1 1 0,0-1 0,1 1 0,-1 0 0,0-1 0,1 1 0,-1 0 0,2 0 0,91-20-1365,-77 17-5461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4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46 24575,'-12'0'0,"-1"0"0,1 0 0,0 2 0,-1-1 0,1 2 0,-13 3 0,22-5 0,0 1 0,-1-1 0,1 1 0,0 0 0,0 0 0,0 0 0,1 0 0,-1 0 0,0 1 0,1-1 0,-1 1 0,1 0 0,0 0 0,0 0 0,0 0 0,0 0 0,1 0 0,-1 0 0,1 1 0,0-1 0,0 0 0,0 1 0,0-1 0,1 1 0,-1 5 0,0 0 0,0 0 0,1 0 0,0 0 0,1-1 0,0 1 0,0 0 0,1 0 0,0 0 0,4 10 0,-5-15 0,1-1 0,0 1 0,0-1 0,0 0 0,0 0 0,1 0 0,-1 0 0,1 0 0,-1 0 0,1-1 0,0 1 0,0-1 0,1 0 0,-1 0 0,0 0 0,1 0 0,-1-1 0,1 1 0,-1-1 0,1 0 0,0 0 0,0 0 0,7 0 0,1 0 0,0 0 0,1 0 0,-1-2 0,0 1 0,0-2 0,0 1 0,18-6 0,-25 5 0,-1 1 0,1-1 0,-1 0 0,0 0 0,0-1 0,0 1 0,0-1 0,0 0 0,-1 0 0,1 0 0,-1 0 0,0-1 0,0 1 0,0-1 0,-1 0 0,1 0 0,-1 0 0,0 0 0,0 0 0,0-1 0,0 1 0,1-6 0,-2 3 0,1 1 0,-1 0 0,0 0 0,0-1 0,-1 1 0,0 0 0,0-1 0,0 1 0,-1 0 0,0-1 0,0 1 0,-1 0 0,0 0 0,0 0 0,0 0 0,-1 0 0,1 0 0,-2 1 0,1-1 0,0 1 0,-1 0 0,0 0 0,0 0 0,-1 0 0,0 1 0,-6-6 0,4 5-117,-12-16 368,21 14-552,14 3-897,-1 4-5628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4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38 24575,'-1'0'0,"-1"1"0,1 0 0,0 0 0,-1-1 0,1 1 0,0 0 0,0 0 0,-1 0 0,1 0 0,0 0 0,0 0 0,0 0 0,0 1 0,0-1 0,1 0 0,-1 1 0,-1 1 0,-11 26 0,8-10 0,2-1 0,0 1 0,2 0 0,0 0 0,0 0 0,6 36 0,-5-52 0,1-1 0,-1 1 0,1-1 0,0 0 0,0 1 0,0-1 0,0 0 0,1 0 0,-1 1 0,1-1 0,-1 0 0,1 0 0,-1-1 0,1 1 0,0 0 0,0-1 0,0 1 0,0-1 0,0 1 0,1-1 0,-1 0 0,0 0 0,1 0 0,-1 0 0,0 0 0,1-1 0,-1 1 0,1-1 0,-1 1 0,1-1 0,2 0 0,11 1 0,-1-1 0,1 0 0,26-5 0,-40 5 0,1-1 0,-1 1 0,0 0 0,0-1 0,0 0 0,0 1 0,0-1 0,0 0 0,0 0 0,0 0 0,0 0 0,0-1 0,0 1 0,-1 0 0,1-1 0,-1 1 0,1-1 0,-1 0 0,1 1 0,0-4 0,1 1 0,-1 0 0,-1-1 0,1 1 0,0-1 0,-1 1 0,0-1 0,0 0 0,0-7 0,-1-4 0,0 0 0,-1 0 0,-1 0 0,-5-22 0,6 29-105,-1 0 0,0 1 0,0-1 0,-1 1 0,0 0 0,0 0 0,-1 0 0,0 0 0,-1 1 0,0-1 0,0 1 0,-12-12 0,6 10-6721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5.2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24575,'1'0'0,"0"1"0,0-1 0,0 1 0,1-1 0,-1 1 0,0-1 0,0 1 0,0 0 0,0 0 0,-1-1 0,1 1 0,0 0 0,0 0 0,0 0 0,-1 0 0,1 0 0,0 0 0,0 2 0,13 23 0,-11-19 0,3 8 0,0 0 0,-1 0 0,-1 1 0,0 0 0,-1-1 0,-1 1 0,0 1 0,-1-1 0,-1 0 0,-2 17 0,3-18 0,1 0 0,0 0 0,2 0 0,-1 0 0,2-1 0,0 1 0,8 16 0,-4-10 0,11 42 0,-16-52-156,0 1-1,0-2 1,1 1 0,0 0-1,9 12 1,-11-19-271,1 2-6399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5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24575,'4'0'0,"1"-3"0,3-2 0,4 0 0,4-2 0,3-1 0,2 2 0,1 1 0,0 2 0,0 1 0,1 2 0,-1-1 0,0 2 0,0-1 0,0 0 0,0 1 0,-4-1-8191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5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24575,'7'6'0,"0"-1"0,1-1 0,0 1 0,0-1 0,0-1 0,1 0 0,-1 0 0,18 3 0,4 0 0,178 44 0,-189-46 0,2 1 0,-1-2 0,0-1 0,22 0 0,-18-1 0,1 1 0,29 6 0,-34-4 41,0-2-1,23 1 1,-23-2-537,0 1 1,21 4-1,-22-2-6330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8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24575,'4'0'0,"0"0"0,0 1 0,1 0 0,-1 0 0,0 0 0,0 0 0,0 0 0,0 1 0,0 0 0,-1-1 0,1 2 0,-1-1 0,4 3 0,5 4 0,-2 1 0,15 17 0,-15-17 0,-1 0 0,1-1 0,12 10 0,2-2 0,-16-10 0,1 0 0,0 0 0,1-1 0,-1 0 0,1-1 0,0 0 0,0-1 0,1 0 0,-1 0 0,1-1 0,0-1 0,17 3 0,-18-5 0,1 1 0,-1-2 0,0 1 0,1-1 0,10-3 0,-18 3 0,0 0 0,1 0 0,-1-1 0,0 1 0,0-1 0,0 0 0,0 0 0,0 0 0,0 0 0,0-1 0,-1 1 0,1-1 0,-1 0 0,0 1 0,0-1 0,0 0 0,0 0 0,2-5 0,1-6 0,1-1 0,-2 0 0,0 0 0,-1-1 0,0 1 0,-1-1 0,-1 1 0,-1-1 0,-2-28 0,3 53 0,0 1 0,0-1 0,0 0 0,2 0 0,-1 0 0,7 17 0,-7-22 0,0 0 0,0 0 0,1 0 0,-1 0 0,1-1 0,0 1 0,0-1 0,0 0 0,0 1 0,1-1 0,-1-1 0,1 1 0,0 0 0,0-1 0,0 0 0,0 0 0,0 0 0,0 0 0,6 1 0,-6-2 6,0 0-1,0-1 1,0 1-1,0-1 0,1 1 1,-1-1-1,0 0 1,0-1-1,0 1 1,0-1-1,0 0 1,0 0-1,0 0 0,0 0 1,0-1-1,0 0 1,0 1-1,-1-1 1,1-1-1,-1 1 1,5-4-1,-5 2-104,1 0 0,0-1 0,-1 0 0,0 1 0,0-1 0,0 0 0,-1 0 0,1-1 0,-1 1 0,0-1 0,-1 1 0,0-1 0,1 1 0,-1-12 0,0-1-6727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8.3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24575,'1'0'0,"0"0"0,-1 1 0,1-1 0,0 0 0,0 1 0,-1-1 0,1 0 0,0 1 0,0-1 0,-1 1 0,1-1 0,-1 1 0,1 0 0,0-1 0,-1 1 0,1 0 0,-1-1 0,0 1 0,1 0 0,-1-1 0,0 1 0,1 0 0,-1 0 0,0 0 0,1 0 0,6 29 0,-4-16 0,56 148 0,-54-148-195,1 0 0,1-1 0,0 0 0,0 0 0,2-1 0,10 14 0,-14-21-6631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8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8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24575,'1'0'0,"0"0"0,0 1 0,0-1 0,0 1 0,0-1 0,0 1 0,0-1 0,0 1 0,0 0 0,-1-1 0,1 1 0,0 0 0,0 0 0,-1-1 0,1 1 0,-1 0 0,1 0 0,-1 0 0,1 0 0,0 1 0,9 23 0,-8-22 0,4 18 0,-1 0 0,6 44 0,-4-19 0,-6-44 0,10 56 0,-3 0 0,2 85 0,-10-136 12,0 0 0,0 1 0,-1-1 0,0 0 0,0 0 0,-1 0 0,0 0 0,0 0 0,-7 13 0,7-17-90,-1 1 0,1-1 0,-1 0-1,0 0 1,0 0 0,0 0 0,-1-1 0,1 1 0,-1-1-1,1 0 1,-1 0 0,0 0 0,0 0 0,1-1 0,-1 0-1,-1 1 1,1-1 0,-7 0 0,-5 2-6748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9.3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1 480 24575,'0'-1'0,"0"0"0,1 0 0,-1 0 0,0 0 0,1 1 0,-1-1 0,1 0 0,-1 0 0,1 1 0,-1-1 0,1 0 0,-1 1 0,1-1 0,0 0 0,-1 1 0,1-1 0,0 1 0,0-1 0,0 1 0,-1 0 0,1-1 0,0 1 0,0 0 0,0-1 0,0 1 0,-1 0 0,3 0 0,30-5 0,-23 4 0,0-2 0,1 0 0,-1-1 0,0 1 0,0-2 0,0 0 0,10-6 0,36-17 0,-43 22 0,0 1 0,0-2 0,-1 0 0,0 0 0,-1-1 0,0 0 0,0-1 0,0-1 0,10-12 0,-15 15 0,-2 0 0,1 0 0,-1 0 0,0-1 0,0 1 0,-1-1 0,0 0 0,-1 0 0,0 0 0,0 0 0,1-13 0,-1-1 0,-1 1 0,-1 0 0,-3-29 0,2 45 0,0 0 0,0 0 0,0 0 0,-1 1 0,1-1 0,-1 0 0,-1 1 0,1-1 0,0 1 0,-1 0 0,0 0 0,0 0 0,-5-5 0,6 7 0,0 0 0,-1 0 0,1 0 0,0 1 0,0-1 0,-1 1 0,1-1 0,-1 1 0,0 0 0,1 0 0,-1 0 0,0 0 0,1 1 0,-1-1 0,0 1 0,0-1 0,0 1 0,1 0 0,-1 0 0,0 1 0,0-1 0,0 0 0,0 1 0,-4 1 0,4 0 0,0-1 0,0 1 0,0 0 0,1 0 0,-1 1 0,1-1 0,-1 0 0,1 1 0,0-1 0,0 1 0,0 0 0,0 0 0,1 0 0,-1 0 0,1 0 0,0 0 0,0 0 0,0 0 0,-1 5 0,-1 5 0,0 0 0,2 0 0,-2 20 0,3 321 0,2-173 0,-2-184 0,0 0 0,0 0 0,0 0 0,0 0 0,1 0 0,-1 0 0,1 0 0,0 0 0,0 0 0,0 0 0,0 0 0,0 1 0,1-1 0,-1 0 0,1 1 0,0-1 0,0 1 0,0-1 0,0 1 0,0 0 0,0 0 0,1 0 0,-1 0 0,1 0 0,-1 1 0,1-1 0,0 1 0,0 0 0,-1-1 0,1 1 0,0 1 0,5-2 0,-3 1 0,1 1 0,-1 0 0,0 0 0,0 0 0,0 0 0,0 1 0,0 0 0,1 0 0,-2 1 0,1-1 0,0 1 0,0 0 0,0 1 0,-1-1 0,1 1 0,-1-1 0,0 1 0,0 1 0,4 3 0,0-1-105,-1-1 0,1 1 0,0-1 0,0-1 0,1 0 0,-1 0 0,1 0 0,0-1 0,0 0 0,0-1 0,1 0 0,12 1 0,-5-2-6721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09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246 23 24575,'12'0'0,"0"-2"0,0 0 0,18-5 0,-22 4 0,-1 1 0,0 0 0,0 0 0,1 1 0,-1 0 0,1 1 0,-1-1 0,1 1 0,-1 1 0,1 0 0,13 2 0,-18-1 0,-1-1 0,0 1 0,0-1 0,0 1 0,0 0 0,0 0 0,0 0 0,-1 0 0,1 0 0,0 0 0,-1 0 0,0 0 0,0 1 0,1-1 0,-1 0 0,-1 1 0,1-1 0,0 1 0,0 0 0,-1-1 0,0 1 0,1-1 0,-1 5 0,0 6 0,0 1 0,0-1 0,-3 16 0,2-23 0,-1 0 0,0 0 0,0-1 0,0 1 0,-1 0 0,0-1 0,0 0 0,0 1 0,-1-1 0,0 0 0,0-1 0,0 1 0,0-1 0,-1 0 0,-6 5 0,-10 7 0,-1-2 0,-30 15 0,41-23 0,-40 17 0,39-19 0,0 1 0,1 1 0,-1 0 0,-17 12 0,19-11 0,0-1 0,0-1 0,-1 0 0,1 0 0,-14 4 0,13-6 0,0 1 0,0 1 0,1 0 0,-18 12 0,27-17 0,1 0 0,-1 0 0,1 1 0,-1-1 0,1 0 0,0 0 0,-1 1 0,1-1 0,-1 1 0,1-1 0,0 0 0,-1 1 0,1-1 0,0 1 0,-1-1 0,1 1 0,0-1 0,0 1 0,0-1 0,0 1 0,-1-1 0,1 1 0,0-1 0,0 1 0,0 0 0,0-1 0,0 1 0,0-1 0,0 1 0,0-1 0,0 1 0,1-1 0,-1 1 0,0 0 0,18 12 0,28 0 0,-45-13 0,33 8 0,1-2 0,-1-1 0,44-1 0,26-2 0,96-5 0,-165-5-1365,-21 3-5461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10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 24575,'4'0'0,"4"0"0,5-4 0,5-1 0,1 0 0,3-2 0,0-1 0,1 2 0,-1 1 0,1 2 0,-1 2 0,0 0 0,0-3 0,0-1 0,-4-3 0,-1 0 0,-4 1-8191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10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1 24575,'-1'2'0,"0"-1"0,0 1 0,0 0 0,0 0 0,-1-1 0,1 1 0,0-1 0,-1 1 0,1-1 0,-1 0 0,1 0 0,-1 1 0,-3 0 0,-7 9 0,6-3 0,0 0 0,0 0 0,1 1 0,1 0 0,0 0 0,0 1 0,0-1 0,1 1 0,1-1 0,-1 1 0,2 0 0,-1 0 0,2 0 0,-1 0 0,2 11 0,0-17 0,1 1 0,-1-1 0,1 0 0,0 0 0,1 0 0,-1 0 0,1 0 0,0 0 0,6 6 0,35 31 0,-21-21 0,36 29 0,-36-32 0,-1 1 0,35 39 0,-52-51 0,0 0 0,0 0 0,-1 1 0,0-1 0,-1 1 0,1 0 0,-1 0 0,-1 0 0,1 0 0,-1 0 0,0 1 0,-1-1 0,0 1 0,0-1 0,0 11 0,-2-15 0,0 0 0,1 0 0,-1 0 0,0-1 0,-1 1 0,1 0 0,0 0 0,-1-1 0,0 1 0,1-1 0,-1 1 0,0-1 0,0 0 0,0 0 0,-1 0 0,1 0 0,0 0 0,-1 0 0,1-1 0,-1 1 0,0-1 0,0 1 0,1-1 0,-1 0 0,0 0 0,0-1 0,0 1 0,0-1 0,-5 1 0,8-1 2,0 0-1,0 0 1,-1 0-1,1 0 1,0 0 0,-1 0-1,1 0 1,0 0-1,0 0 1,-1 0-1,1 0 1,0 0-1,-1 0 1,1 0 0,0 0-1,0 0 1,-1 0-1,1 0 1,0-1-1,0 1 1,-1 0-1,1 0 1,0 0 0,0-1-1,-1 1 1,1 0-1,0 0 1,0 0-1,0-1 1,0 1-1,0 0 1,-1 0 0,1-1-1,0 1 1,0 0-1,0-1 1,0 1-1,0 0 1,0 0-1,0-1 1,0 1 0,0 0-1,0-1 1,0 1-1,0 0 1,0 0-1,0-1 1,0 1-1,0 0 1,0-1 0,8-14-751,-6 13 53,5-9-6130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10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1 24575,'-7'0'0,"0"0"0,1 1 0,-1-1 0,0 1 0,1 1 0,-1 0 0,0 0 0,1 0 0,-8 4 0,10-4 0,0 0 0,1 1 0,-1 0 0,1 0 0,-1 0 0,1 0 0,0 0 0,0 1 0,0-1 0,0 1 0,1 0 0,0 0 0,-1 0 0,-2 8 0,-5 15 0,0 1 0,2-1 0,1 1 0,1 1 0,1-1 0,-1 58 0,6-68 0,0 3 0,1 0 0,3 22 0,-3-36 0,1 0 0,0-1 0,0 1 0,1 0 0,-1-1 0,1 1 0,1-1 0,-1 0 0,1 0 0,5 6 0,3 4 0,23 26 0,-34-41 0,1 1 0,-1-1 0,1 1 0,0-1 0,0 0 0,-1 0 0,1 0 0,0 0 0,0 0 0,0 0 0,0 0 0,0-1 0,1 1 0,-1-1 0,0 0 0,0 1 0,0-1 0,0 0 0,0 0 0,3-1 0,-3 1 0,0-1 0,-1 0 0,1 0 0,-1 0 0,1 0 0,-1 0 0,0 0 0,1 0 0,-1 0 0,0 0 0,0-1 0,0 1 0,0 0 0,0-1 0,0 1 0,0-1 0,0 1 0,-1-1 0,1 0 0,-1 1 0,1-1 0,-1 1 0,1-1 0,-1 0 0,0 0 0,0 1 0,0-1 0,0 0 0,0 1 0,0-1 0,-1-3 0,0-1 0,1 0 0,-2 0 0,1 0 0,0 1 0,-1-1 0,0 0 0,-6-10 0,1 5 0,-1 0 0,-1 1 0,0 0 0,0 0 0,-1 1 0,-13-10 0,20 16 0,-1 0 0,0 0 0,0 1 0,0-1 0,0 1 0,0 0 0,-1 0 0,1 1 0,-1-1 0,1 1 0,-1 0 0,0 0 0,1 0 0,-1 1 0,0 0 0,1 0 0,-1 0 0,0 0 0,0 1 0,-7 1 0,11-1 4,-1-1-1,1 1 1,-1 0-1,1-1 1,-1 1-1,1 0 1,0 0-1,-1 0 1,1 0-1,0 0 1,0 0 0,-1 0-1,1 0 1,0 1-1,0-1 1,1 0-1,-1 1 1,0-1-1,0 0 1,1 1-1,-1-1 1,1 1-1,-1-1 1,1 1-1,-1 0 1,1-1-1,0 1 1,0-1-1,0 1 1,0 0-1,0-1 1,0 1-1,1 2 1,0-1-69,0-1 1,-1 0-1,1 0 1,0 0-1,1 0 1,-1 0-1,0 0 0,1 0 1,-1 0-1,1 0 1,-1 0-1,1-1 1,0 1-1,0-1 0,0 1 1,0-1-1,0 0 1,0 0-1,0 0 1,0 0-1,0 0 1,3 1-1,12 1-6761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11.1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24575,'2'0'0,"-1"1"0,1-1 0,0 1 0,-1-1 0,1 1 0,-1 0 0,1-1 0,-1 1 0,1 0 0,-1 0 0,0 0 0,1 0 0,-1 0 0,0 1 0,0-1 0,0 0 0,1 2 0,21 30 0,-11-15 0,33 41 0,44 52 0,-82-103 0,0-2 0,0 1 0,1-1 0,0 0 0,0 0 0,1-1 0,-1 0 0,17 7 0,-22-11 0,-1 0 0,1-1 0,-1 1 0,1-1 0,-1 1 0,1-1 0,-1 0 0,1 1 0,-1-2 0,1 1 0,-1 0 0,1 0 0,-1-1 0,1 1 0,-1-1 0,1 0 0,-1 0 0,1 0 0,-1 0 0,0 0 0,0 0 0,1-1 0,-1 1 0,0-1 0,0 1 0,-1-1 0,1 0 0,0 0 0,0 0 0,-1 0 0,1 0 0,-1 0 0,0 0 0,0-1 0,0 1 0,0 0 0,0-1 0,0 1 0,0-4 0,3-9-15,-1 0-1,-1 0 1,-1 0-1,0 0 1,-1 0-1,-3-24 1,2 0-1242,0 20-5569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11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23 179 24575,'28'0'0,"-14"1"0,1-1 0,0 0 0,0-1 0,-1-1 0,21-5 0,-31 6 0,-1 0 0,1 0 0,-1-1 0,0 1 0,0-1 0,1 0 0,-1 0 0,-1 0 0,1-1 0,0 1 0,0-1 0,-1 1 0,0-1 0,1 0 0,-1 0 0,0 0 0,0 0 0,-1 0 0,1-1 0,-1 1 0,0 0 0,1-1 0,-1 1 0,-1-1 0,1 1 0,0-1 0,-1-4 0,1 3 0,-1 1 0,1-1 0,-1 1 0,0-1 0,-1 0 0,1 1 0,-1-1 0,0 1 0,0-1 0,0 1 0,-1 0 0,-1-5 0,1 7 0,0 0 0,0-1 0,1 1 0,-1 1 0,0-1 0,-1 0 0,1 0 0,0 1 0,-1-1 0,1 1 0,0 0 0,-1 0 0,0 0 0,1 0 0,-1 0 0,1 0 0,-1 1 0,0-1 0,0 1 0,1 0 0,-5 0 0,0-1 0,0 1 0,-1 0 0,1 0 0,-12 2 0,17-1 0,-1-1 0,1 1 0,0 0 0,-1 0 0,1 0 0,0 0 0,-1 1 0,1-1 0,0 1 0,0-1 0,0 1 0,0-1 0,1 1 0,-1 0 0,0 0 0,-2 4 0,-6 10 0,2-6 0,1 0 0,1 0 0,0 1 0,0 0 0,1 0 0,1 1 0,-1-1 0,2 1 0,0 0 0,-2 13 0,4-17 0,1 1 0,0 0 0,0 0 0,0 0 0,1-1 0,1 1 0,0 0 0,0-1 0,3 10 0,-3-14 0,0-1 0,0 1 0,0-1 0,0 0 0,0 0 0,1 0 0,-1 0 0,1 0 0,0 0 0,0-1 0,0 1 0,0-1 0,0 0 0,0 0 0,1 0 0,-1 0 0,1-1 0,-1 1 0,1-1 0,0 0 0,0 0 0,0 0 0,3 0 0,32 2 28,-1-2 0,44-4-1,-1 1-1475,-62 2-5378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11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1 24575,'-3'0'0,"1"0"0,-1 0 0,1 0 0,-1 1 0,1-1 0,0 1 0,-1 0 0,1-1 0,-1 1 0,1 0 0,0 0 0,0 1 0,0-1 0,-1 0 0,1 1 0,1-1 0,-1 1 0,-3 2 0,3 0 0,-1-1 0,1 1 0,0 0 0,0 0 0,0 0 0,1 0 0,-1 0 0,1 0 0,-2 8 0,1 5 0,1 0 0,0 0 0,2 0 0,2 23 0,-2-36 0,0 1 0,0 0 0,0-1 0,1 1 0,-1-1 0,1 1 0,0-1 0,1 0 0,-1 0 0,1 0 0,-1 0 0,1 0 0,1-1 0,-1 1 0,0-1 0,1 0 0,0 0 0,-1 0 0,1 0 0,0-1 0,1 1 0,-1-1 0,8 3 0,1-1 0,0 0 0,0 0 0,1-1 0,0-1 0,-1 0 0,1-1 0,14-1 0,-5 0 0,-1-1 0,42-7 0,-56 6 0,-1 0 0,1-1 0,0 0 0,-1 0 0,1 0 0,-1-1 0,0 0 0,0-1 0,-1 0 0,1 0 0,7-8 0,6-9-1365,-12 11-5461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12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0 24575,'-17'46'0,"12"-3"0,2 0 0,4 85 0,2-39 0,-4-27 0,2 71 0,8-85-1365,-10-38-5461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12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1 150 24575,'46'-17'0,"-13"13"0,0 2 0,61 2 0,-38 1 0,-54-1 0,1 0 0,-1 0 0,1-1 0,-1 1 0,1 1 0,-1-1 0,1 0 0,-1 1 0,0-1 0,1 1 0,-1 0 0,1 0 0,-1 0 0,0 0 0,0 0 0,0 0 0,1 0 0,-1 1 0,0-1 0,-1 1 0,1 0 0,0 0 0,0-1 0,-1 1 0,1 0 0,-1 0 0,1 0 0,-1 1 0,0-1 0,0 0 0,0 0 0,0 1 0,-1-1 0,1 1 0,0-1 0,-1 1 0,0-1 0,0 0 0,1 1 0,-2 4 0,0 38 0,0-34 0,1-1 0,0 1 0,0 0 0,1-1 0,4 20 0,-4-28 0,0 1 0,0 0 0,0 0 0,0-1 0,1 1 0,-1-1 0,1 1 0,0-1 0,0 0 0,0 0 0,0 0 0,0 0 0,0 0 0,1 0 0,-1 0 0,1-1 0,-1 1 0,1-1 0,-1 0 0,1 1 0,0-1 0,0-1 0,-1 1 0,1 0 0,5 0 0,-5 0 0,0-1 0,1 1 0,-1-1 0,0 0 0,0 0 0,0 0 0,0 0 0,0-1 0,1 1 0,-1-1 0,0 0 0,0 0 0,0 0 0,0 0 0,-1 0 0,1-1 0,0 1 0,0-1 0,4-3 0,-5 2 0,1 0 0,-1 0 0,0 0 0,0-1 0,0 1 0,0-1 0,0 1 0,-1-1 0,1 1 0,-1-1 0,0 0 0,-1 1 0,1-1 0,0-5 0,0 1 0,-1 0 0,0 0 0,-1 0 0,1 1 0,-2-1 0,1 0 0,-1 0 0,0 0 0,-1 1 0,1-1 0,-2 1 0,1 0 0,-1 0 0,0 0 0,-6-8 0,6 11 0,1 1 0,-1-1 0,0 1 0,0-1 0,-1 1 0,1 1 0,-1-1 0,1 1 0,-1-1 0,0 1 0,0 0 0,0 1 0,-5-2 0,106 13 0,-87-8 0,0 1 0,0 1 0,0-1 0,-1 1 0,0 1 0,0-1 0,0 2 0,0-1 0,-1 1 0,0 0 0,0 0 0,0 1 0,-1 0 0,0 0 0,0 1 0,-1-1 0,0 1 0,5 11 0,-7-12 0,0 0 0,-1 0 0,0 1 0,0-1 0,0 0 0,-1 1 0,0-1 0,-1 1 0,0 8 0,0-37 0,0 0 0,2 0 0,7-35 0,-7 46 0,1 0 0,0 0 0,1 0 0,0 0 0,1 1 0,0 0 0,0 0 0,1 0 0,0 1 0,12-14 0,-4 10-151,1 0-1,1 1 0,0 0 0,0 2 1,1-1-1,0 2 0,0 1 1,29-9-1,-31 11-6674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19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244 115 24575,'1'-1'0,"0"1"0,0-1 0,0 1 0,0-1 0,0 1 0,0-1 0,0 0 0,0 0 0,-1 1 0,1-1 0,0 0 0,0 0 0,-1 0 0,1 0 0,0 0 0,-1 0 0,1 0 0,-1 0 0,1 0 0,-1 0 0,0 0 0,1-1 0,-1 1 0,0 0 0,0 0 0,0 0 0,0-2 0,3-32 0,-3 32 0,0 1 0,0 0 0,-1 0 0,1 0 0,-1 0 0,0 0 0,1 0 0,-1 0 0,0 0 0,0 0 0,0 0 0,-1 0 0,1 0 0,0 1 0,-1-1 0,1 0 0,-1 1 0,1-1 0,-1 1 0,0 0 0,0-1 0,0 1 0,1 0 0,-1 0 0,0 0 0,0 0 0,0 1 0,-1-1 0,1 1 0,0-1 0,-4 0 0,-8 0 0,0-1 0,1 2 0,-29 2 0,22-1 0,15-1 0,0 1 0,0 0 0,1-1 0,-1 2 0,0-1 0,1 0 0,-1 1 0,1 0 0,-1 0 0,1 1 0,0-1 0,0 1 0,0 0 0,0 0 0,0 0 0,1 0 0,-1 1 0,1-1 0,0 1 0,0 0 0,1 0 0,-1 0 0,1 0 0,-1 1 0,1-1 0,1 1 0,-1-1 0,1 1 0,-2 7 0,1 0 0,0-1 0,0 1 0,1-1 0,1 1 0,0 0 0,1 0 0,0-1 0,1 1 0,0-1 0,0 1 0,7 16 0,-6-23 0,0 1 0,1-1 0,0 0 0,-1 0 0,1-1 0,1 1 0,-1-1 0,1 0 0,0 0 0,9 6 0,-3-3 0,0-1 0,0 0 0,0 0 0,17 4 0,-9-6 0,0-1 0,0 0 0,1-2 0,0 0 0,-1-1 0,30-5 0,-45 5 0,0-1 0,1-1 0,-1 1 0,0-1 0,0 0 0,0 0 0,0 0 0,-1 0 0,1 0 0,0-1 0,-1 0 0,0 0 0,1 0 0,-1 0 0,-1 0 0,1-1 0,4-7 0,4-6 0,-1 0 0,11-31 0,-15 34 0,4-19-1365,-7 18-5461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21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24575,'345'0'-1365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21.3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24575,'7'0'0,"0"1"0,0 0 0,0 1 0,13 4 0,19 4 0,18-6 0,43 7 0,-48-4 0,0-3 0,1-2 0,54-4 0,-5-1 0,-38 3-1365,-45 0-5461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22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24575,'-1'70'0,"2"78"0,0-146 0,-1 0 0,0 0 0,1 0 0,-1 0 0,1 0 0,0 0 0,-1 0 0,1 0 0,0 0 0,0 0 0,1 0 0,-1 0 0,0-1 0,0 1 0,1 0 0,-1-1 0,1 0 0,0 1 0,-1-1 0,1 0 0,0 1 0,0-1 0,0 0 0,-1-1 0,1 1 0,0 0 0,0 0 0,0-1 0,5 1 0,-5 0 0,1-1 0,0 0 0,-1 0 0,1 0 0,-1 0 0,1-1 0,0 1 0,-1-1 0,1 1 0,-1-1 0,1 0 0,-1 0 0,1 0 0,-1 0 0,0 0 0,0-1 0,1 1 0,-1-1 0,0 0 0,0 1 0,0-1 0,-1 0 0,4-4 0,2-4 0,-1 0 0,0 0 0,-1 0 0,0-1 0,-1 0 0,0 0 0,-1 0 0,0 0 0,0-1 0,-1 1 0,-1-1 0,0-21 0,9 117 0,-5-44 0,1 44 0,-6-27 0,1-70 0,0 0 0,1 0 0,0 0 0,1 0 0,1 0 0,0 1 0,0-1 0,1 1 0,1 0 0,0 1 0,1-1 0,8-11 0,-5 11 0,-7 8 0,-1 1 0,0 0 0,1-1 0,-1 1 0,1 0 0,0 0 0,0 1 0,0-1 0,1 1 0,-1-1 0,0 1 0,1 0 0,0 0 0,-1 1 0,1-1 0,0 1 0,0-1 0,0 1 0,0 1 0,0-1 0,8 0 0,-4 0 0,1 1 0,0 0 0,-1 0 0,1 1 0,0 0 0,-1 0 0,12 4 0,-16-3 0,0 0 0,1 0 0,-1 1 0,0-1 0,0 1 0,0 0 0,0 0 0,-1 0 0,1 1 0,-1-1 0,0 1 0,0 0 0,0 0 0,4 7 0,16 27 0,-11-19 0,-1 1 0,12 27 0,-22-46 3,0 0 1,0 1-1,-1-1 0,1 0 0,-1 1 0,1-1 0,-1 1 0,0-1 1,1 1-1,-1-1 0,0 1 0,0-1 0,0 0 0,0 1 1,0-1-1,0 1 0,0-1 0,-1 1 0,1-1 0,-1 1 0,1-1 1,-1 0-1,1 1 0,-1-1 0,0 0 0,0 1 0,1-1 0,-1 0 1,0 0-1,0 0 0,0 0 0,0 0 0,0 0 0,-1 0 1,1 0-1,0 0 0,-2 1 0,-2-1-127,1 0 0,0 0 1,0 0-1,-1-1 0,1 1 0,-1-1 1,1 0-1,0 0 0,-1-1 0,1 1 1,-8-3-1,-7-1-6702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22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24575,'7'1'0,"1"1"0,0 0 0,0 1 0,-1-1 0,0 1 0,1 1 0,-1 0 0,0 0 0,8 6 0,11 6 0,-8-7 0,0 0 0,0 0 0,0-2 0,1-1 0,0 0 0,1-1 0,25 3 0,-21-4-1365,0 1-5461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22.6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171 1 24575,'-7'-1'0,"0"1"0,0 1 0,0-1 0,0 1 0,0 1 0,0-1 0,0 1 0,-13 5 0,16-4 0,0 0 0,0 0 0,0 0 0,0 0 0,1 0 0,-1 1 0,1 0 0,0 0 0,0 0 0,0 0 0,0 0 0,1 0 0,-3 8 0,-1 1 0,1 0 0,0 1 0,1 0 0,1 0 0,-3 20 0,-1 0 0,5-25 0,-1 0 0,1 0 0,1 1 0,0-1 0,0 15 0,2-22 0,-1 0 0,0 0 0,1 1 0,-1-1 0,1 0 0,0 0 0,-1 0 0,1 0 0,0 0 0,0 0 0,1 0 0,-1-1 0,0 1 0,1 0 0,-1 0 0,1-1 0,-1 1 0,1-1 0,0 0 0,-1 1 0,1-1 0,0 0 0,0 0 0,0 0 0,0 0 0,0-1 0,0 1 0,4 1 0,0-1-57,0 1 0,-1-1 1,1 0-1,0-1 0,0 0 0,0 1 0,0-2 0,-1 1 0,1-1 0,0 0 0,0 0 1,0 0-1,-1-1 0,1 0 0,-1 0 0,1 0 0,-1-1 0,0 0 0,0 0 1,0 0-1,-1-1 0,1 1 0,4-6 0,0-2-6769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23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0 24575,'-1'0'0,"0"1"0,0-1 0,0 1 0,0-1 0,0 1 0,1-1 0,-1 1 0,0-1 0,0 1 0,0 0 0,1-1 0,-1 1 0,0 0 0,1 0 0,-1 0 0,0 0 0,1-1 0,-1 1 0,1 0 0,0 0 0,-1 0 0,1 0 0,0 0 0,-1 0 0,1 0 0,0 0 0,0 2 0,-4 33 0,4-32 0,-2 276 0,3-144 0,-1-130 0,1 1 0,-1-1 0,1 1 0,0-1 0,1 0 0,-1 0 0,1 1 0,0-1 0,1 0 0,0-1 0,0 1 0,6 9 0,-6-11 0,0-1 0,0 0 0,0 1 0,1-1 0,-1 0 0,1-1 0,0 1 0,0-1 0,0 1 0,0-1 0,0 0 0,0-1 0,0 1 0,1-1 0,-1 0 0,1 0 0,-1 0 0,7 0 0,1-1 0,0 0 0,0-1 0,0 0 0,-1-1 0,1 0 0,-1-1 0,1 0 0,-1-1 0,0 0 0,0-1 0,0-1 0,-1 1 0,0-1 0,0-1 0,0 0 0,-1 0 0,0-1 0,9-10 0,-12 11 0,0 1 0,-1-1 0,0 0 0,0 0 0,-1 0 0,0-1 0,0 1 0,2-9 0,-5 13 0,0 1 0,0 0 0,0 0 0,-1-1 0,1 1 0,-1 0 0,0-1 0,0 1 0,0 0 0,0-1 0,0 1 0,0 0 0,-1-1 0,1 1 0,-1 0 0,1-1 0,-1 1 0,0 0 0,0 0 0,0 0 0,0-1 0,0 1 0,-1 0 0,1 1 0,-1-1 0,1 0 0,-1 0 0,0 1 0,1-1 0,-1 1 0,0-1 0,0 1 0,-3-2 0,3 2 0,1 0 0,0 1 0,-1-1 0,1 0 0,-1 1 0,1-1 0,-1 1 0,1-1 0,-1 1 0,1 0 0,-1 0 0,1-1 0,-1 1 0,1 0 0,-1 0 0,1 1 0,-1-1 0,1 0 0,-1 1 0,1-1 0,-1 0 0,1 1 0,-1 0 0,-1 1 0,1-1 0,0 1 0,0 0 0,1 0 0,-1 0 0,1 0 0,-1 0 0,1 0 0,0 1 0,0-1 0,0 0 0,0 1 0,0-1 0,0 5 0,-1 5 0,0 1 0,1-1 0,1 1 0,2 24 0,-2-32 0,1-1 0,-1 0 0,1 0 0,0 0 0,1 1 0,-1-1 0,1-1 0,0 1 0,0 0 0,0 0 0,0-1 0,1 1 0,-1-1 0,1 0 0,0 1 0,0-1 0,0-1 0,1 1 0,-1 0 0,1-1 0,-1 0 0,1 1 0,0-2 0,0 1 0,0 0 0,0-1 0,0 1 0,0-1 0,8 1 0,9 0 0,0 0 0,1-1 0,-1-2 0,37-4 0,-47 4 0,11-3-1365,-4 0-5461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23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24575,'1'4'0,"0"-1"0,0 0 0,1 0 0,0 0 0,-1 0 0,1 0 0,0-1 0,0 1 0,0 0 0,1-1 0,2 3 0,7 10 0,1 3 0,0 1 0,0-1 0,2-1 0,0-1 0,1 0 0,0-1 0,2 0 0,0-2 0,34 21 0,-24-19-1365,-16-9-5461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23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247 1 24575,'-7'-1'0,"0"1"0,0 1 0,0-1 0,0 1 0,0 1 0,0-1 0,1 1 0,-14 5 0,15-4 0,1 0 0,0 0 0,0 0 0,1 0 0,-1 0 0,1 1 0,-1 0 0,1 0 0,0 0 0,0 0 0,1 0 0,-1 0 0,-2 8 0,-47 89 0,-3 17 0,48-104-1365,-1-3-5461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25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355 132 24575,'0'-5'0,"0"0"0,0 0 0,0 0 0,-1 0 0,0 0 0,0 0 0,0 0 0,-1 0 0,0 0 0,0 0 0,0 1 0,0-1 0,-1 0 0,0 1 0,1 0 0,-2 0 0,1 0 0,0 0 0,-9-6 0,6 5 0,-1 1 0,-1 1 0,1-1 0,0 1 0,-1 0 0,0 1 0,1-1 0,-1 2 0,0-1 0,0 1 0,0 0 0,-10 1 0,16 0 0,-148 2 0,148-2 0,0 0 0,0 1 0,0-1 0,0 1 0,0-1 0,0 1 0,0 0 0,0 0 0,0 0 0,0 0 0,1 0 0,-1 0 0,0 0 0,1 1 0,-1-1 0,1 1 0,0-1 0,-1 1 0,1-1 0,-1 4 0,-1-1 0,1 0 0,1 1 0,-1-1 0,1 1 0,-1-1 0,1 1 0,1-1 0,-1 10 0,0-5 0,1 0 0,1 0 0,0 0 0,0 0 0,1-1 0,0 1 0,0 0 0,1-1 0,5 12 0,-4-13 0,1 0 0,1-1 0,-1 0 0,1 0 0,0-1 0,0 1 0,0-1 0,1-1 0,0 1 0,10 4 0,-1-1 0,1 0 0,0-1 0,28 7 0,-16-9 0,0-2 0,0-1 0,0-1 0,0-1 0,35-5 0,-51 2 0,-1 0 0,0-1 0,0-1 0,0 0 0,-1 0 0,0-1 0,13-9 0,-19 12 0,0 0 0,0 0 0,-1-1 0,1 1 0,-1-1 0,0 0 0,0 0 0,0-1 0,-1 1 0,1-1 0,-1 0 0,-1 0 0,4-5 0,-3 1 0,-1 0 0,0 0 0,0 0 0,-1-1 0,0 1 0,0 0 0,-2-13 0,0-9 0,0 23 0,0 22 0,1-1 0,0-1 0,1 0 0,0 0 0,1 1 0,0-1 0,8 23 0,-9-33 0,0 1 0,0 0 0,1 0 0,-1-1 0,1 1 0,0-1 0,-1 1 0,1-1 0,0 1 0,1-1 0,-1 0 0,0 0 0,0 0 0,1-1 0,-1 1 0,1 0 0,0-1 0,0 0 0,-1 1 0,1-1 0,0 0 0,0-1 0,0 1 0,0 0 0,0-1 0,0 0 0,0 0 0,0 1 0,0-2 0,0 1 0,0 0 0,0-1 0,6-1 0,-7 2 0,0-1 0,1 1 0,-1-1 0,0 0 0,0 0 0,0 0 0,1 0 0,-1 0 0,0 0 0,-1-1 0,1 1 0,0-1 0,0 1 0,-1-1 0,1 0 0,0 1 0,-1-1 0,0 0 0,2-4 0,0 1 0,-1-1 0,-1 0 0,1 0 0,-1 0 0,1-11 0,-2 11 0,1 0 0,0 0 0,0 1 0,1-1 0,-1 0 0,1 1 0,4-8 0,-6 13 0,0 0 0,0 0 0,1-1 0,-1 1 0,0 0 0,0 0 0,1 0 0,-1 0 0,0 0 0,0 0 0,1 0 0,-1-1 0,0 1 0,1 0 0,-1 0 0,0 0 0,0 0 0,1 0 0,-1 0 0,0 0 0,1 1 0,-1-1 0,0 0 0,1 0 0,-1 0 0,0 0 0,0 0 0,1 0 0,-1 0 0,0 1 0,0-1 0,1 0 0,-1 0 0,0 0 0,0 1 0,0-1 0,1 0 0,-1 0 0,0 1 0,0-1 0,0 0 0,0 0 0,0 1 0,1-1 0,-1 0 0,0 1 0,0-1 0,0 0 0,0 0 0,0 1 0,9 16 0,-9-16 0,4 8 0,1 0 0,0-1 0,0 0 0,0 1 0,1-2 0,1 1 0,9 10 0,-11-15 0,-1 1 0,1-1 0,0 0 0,0 0 0,0 0 0,0-1 0,1 0 0,-1 0 0,0 0 0,1-1 0,0 1 0,-1-1 0,1-1 0,6 1 0,52-1-1365,-45-1-5461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25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220 1 24575,'-21'0'0,"6"0"0,-1 0 0,0 0 0,1 2 0,-1 0 0,-21 5 0,32-5 0,0 0 0,1 0 0,0 0 0,-1 0 0,1 1 0,0 0 0,0 0 0,0 0 0,1 0 0,-1 0 0,1 1 0,0 0 0,0-1 0,0 1 0,0 1 0,1-1 0,-1 0 0,1 0 0,0 1 0,0 0 0,1-1 0,-2 6 0,1-2 0,0 0 0,1 0 0,0 0 0,0 0 0,0 0 0,1 0 0,1 10 0,-1-16 0,1 1 0,-1-1 0,1 0 0,-1 1 0,1-1 0,0 0 0,0 0 0,0 0 0,0 0 0,0 0 0,0 0 0,0 0 0,1 0 0,-1 0 0,1 0 0,0-1 0,-1 1 0,1 0 0,0-1 0,0 0 0,0 1 0,0-1 0,0 0 0,0 0 0,0 0 0,1 0 0,-1-1 0,4 2 0,2-1 0,0-1 0,0 0 0,1 0 0,-1-1 0,0 1 0,0-2 0,0 1 0,0-1 0,0-1 0,0 1 0,0-1 0,-1-1 0,0 1 0,1-1 0,-1-1 0,-1 1 0,1-1 0,-1 0 0,1-1 0,-1 1 0,-1-1 0,1-1 0,-1 1 0,0-1 0,5-10 0,-9 15 0,0 1 0,0 0 0,-1-1 0,1 1 0,0 0 0,0 0 0,0 0 0,0 0 0,0 0 0,1 0 0,-1 0 0,0 0 0,0 0 0,3-1 0,-3 2 0,0 0 0,0 0 0,0 0 0,-1 0 0,1 0 0,0 0 0,0 0 0,0 0 0,-1 0 0,1 0 0,0 0 0,0 1 0,0-1 0,-1 0 0,1 1 0,0-1 0,0 0 0,-1 1 0,1-1 0,0 1 0,4 4 0,0 0 0,-1 0 0,0 0 0,0 0 0,5 11 0,7 7 0,41 45 0,-48-56-1365,-2 0-5461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26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24575,'92'-2'0,"100"4"0,-130 11 0,-36-6 0,-24-7 0,0 0 0,-1 0 0,1 1 0,-1-1 0,1 0 0,0 1 0,-1-1 0,1 1 0,-1 0 0,0 0 0,1-1 0,-1 1 0,1 0 0,-1 0 0,0 0 0,0 0 0,0 1 0,1-1 0,-1 0 0,0 0 0,-1 1 0,1-1 0,0 1 0,0-1 0,0 1 0,-1-1 0,1 1 0,-1-1 0,1 1 0,-1-1 0,0 1 0,0 0 0,0-1 0,1 1 0,-2 0 0,1-1 0,0 4 0,-1-1 0,-1 0 0,1-1 0,-1 1 0,1 0 0,-1-1 0,0 1 0,0-1 0,-1 0 0,1 1 0,-1-1 0,0-1 0,0 1 0,0 0 0,-5 3 0,-17 10 0,-33 15 0,-8 4 0,52-28-1365,1-1-5461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26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481 88 24575,'-1'-2'0,"1"0"0,-1 1 0,1-1 0,-1 0 0,1 1 0,-1-1 0,0 1 0,0-1 0,0 1 0,0-1 0,0 1 0,0-1 0,0 1 0,0 0 0,-1 0 0,1 0 0,-1 0 0,1 0 0,0 0 0,-1 0 0,-2-1 0,-39-16 0,34 14 0,-9-3 0,-1 1 0,-1 0 0,1 1 0,-1 1 0,0 1 0,-24-1 0,37 4 0,0 0 0,0 1 0,0-1 0,0 1 0,0 1 0,0-1 0,0 1 0,1 0 0,-1 1 0,1 0 0,0 0 0,-1 0 0,1 1 0,1 0 0,-1 0 0,0 0 0,1 1 0,0 0 0,0 0 0,0 0 0,-4 7 0,4-5 0,-15 23 0,-21 39 0,35-59 0,1 0 0,0 1 0,1 0 0,0 0 0,0 1 0,2-1 0,-1 1 0,1-1 0,1 1 0,0 0 0,1 0 0,0-1 0,1 1 0,0 0 0,1 0 0,4 15 0,-3-20 0,0-1 0,0 1 0,1-1 0,0 1 0,0-1 0,1 0 0,0-1 0,0 1 0,0-1 0,0 0 0,1 0 0,0-1 0,0 0 0,0 0 0,1 0 0,11 5 0,1-1 0,0-1 0,0 0 0,1-2 0,39 7 0,-35-8 0,1-2 0,-1 0 0,1-2 0,0-1 0,45-7 0,-61 5 0,0-1 0,0 0 0,-1 0 0,1-1 0,-1 0 0,9-8 0,23-12 0,1-1-1365,-30 19-5461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27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332 43 24575,'-11'-2'0,"1"1"0,0-2 0,0 0 0,-18-7 0,17 6 0,-1-1 0,0 2 0,0-1 0,0 2 0,0 0 0,-1 0 0,1 1 0,-1 0 0,1 1 0,-1 1 0,-16 3 0,24-3 0,0 0 0,1 0 0,-1 0 0,0 1 0,1 0 0,-1 0 0,1 0 0,0 1 0,0-1 0,0 1 0,0 0 0,0 0 0,1 1 0,-1-1 0,1 1 0,0-1 0,0 1 0,0 0 0,1 0 0,-1 1 0,1-1 0,0 0 0,0 1 0,0 0 0,1-1 0,0 1 0,0 0 0,0-1 0,0 7 0,-4 64 0,4-66 0,2-1 0,-1 1 0,1 0 0,0 0 0,1-1 0,3 13 0,-3-19 0,0 1 0,0-1 0,0 0 0,0 1 0,1-1 0,-1 0 0,1 0 0,-1-1 0,1 1 0,-1 0 0,1-1 0,0 1 0,0-1 0,0 0 0,0 0 0,0 0 0,0-1 0,0 1 0,0-1 0,0 1 0,0-1 0,6-1 0,2 2 0,-1-1 0,0-1 0,0 0 0,1 0 0,17-6 0,-9-2-1365,-5-1-5461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27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24575,'-2'98'0,"4"109"0,1-189 0,0 0 0,2-1 0,6 19 0,-6-21 0,0 0 0,-1 1 0,-1-1 0,2 29 0,-4-29 27,1-1 0,1 1-1,0-1 1,9 26 0,-6-23-527,-1 0 1,4 27-1,-7-27-6326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32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93 24575,'-1'4'0,"1"-1"0,-1 1 0,0-1 0,0 0 0,-1 0 0,1 1 0,-1-1 0,1 0 0,-1 0 0,0 0 0,0-1 0,0 1 0,-1 0 0,1-1 0,0 1 0,-1-1 0,0 0 0,0 0 0,0 0 0,0 0 0,0-1 0,0 1 0,0-1 0,-6 2 0,-2 2 0,1-2 0,-1 0 0,0 0 0,0-1 0,0 0 0,-20 0 0,29-2 0,-1 0 0,1 0 0,-1-1 0,1 1 0,-1-1 0,1 1 0,0-1 0,-1 0 0,1 0 0,0 0 0,0 0 0,0-1 0,-1 1 0,1-1 0,1 1 0,-1-1 0,0 1 0,0-1 0,-2-4 0,1 3 0,1-1 0,0 0 0,0 0 0,0 1 0,1-1 0,0-1 0,-1 1 0,1 0 0,1 0 0,-1 0 0,0-6 0,1 7 0,-1-1 0,1 0 0,0 0 0,0 0 0,1 0 0,-1 0 0,1 0 0,0 1 0,0-1 0,0 0 0,0 1 0,1-1 0,-1 0 0,1 1 0,0 0 0,0-1 0,1 1 0,-1 0 0,0 0 0,1 0 0,0 1 0,0-1 0,0 0 0,0 1 0,0 0 0,6-3 0,6 1 0,0 2 0,1 0 0,-1 1 0,1 0 0,-1 1 0,1 1 0,-1 0 0,0 1 0,1 1 0,14 5 0,-24-6 0,1 0 0,-1 1 0,0 0 0,-1 0 0,1 1 0,-1 0 0,1-1 0,-1 2 0,0-1 0,0 1 0,-1-1 0,0 1 0,1 1 0,-2-1 0,1 1 0,-1-1 0,1 1 0,-1 0 0,-1 0 0,1 0 0,1 11 0,1 3 0,0 1 0,-2 0 0,-1 0 0,-1 0 0,-1 30 0,-1-81 0,-1-45 0,2 70 0,0 0 0,0 1 0,1-1 0,0 0 0,0 0 0,0 1 0,1-1 0,0 0 0,0 1 0,0-1 0,0 1 0,4-5 0,-4 7 0,0 0 0,0 0 0,1 0 0,-1 0 0,0 0 0,1 1 0,0-1 0,-1 1 0,1 0 0,0-1 0,0 1 0,0 0 0,0 1 0,-1-1 0,1 1 0,0-1 0,0 1 0,0 0 0,0 0 0,0 0 0,0 0 0,0 1 0,0-1 0,0 1 0,0 0 0,0 0 0,4 1 0,1 2 0,0-1 0,-1 1 0,0 1 0,1-1 0,-1 1 0,-1 1 0,1-1 0,7 10 0,-2-3 0,-2 2 0,0 0 0,-1 0 0,0 0 0,-1 1 0,8 21 0,-26-128 0,10 82 0,0 0 0,0 1 0,1-1 0,0 0 0,1 1 0,0-1 0,5-13 0,-6 20 0,1 0 0,0 1 0,0 0 0,0-1 0,0 1 0,1 0 0,-1 0 0,0 0 0,1 0 0,0 1 0,-1-1 0,1 1 0,0-1 0,0 1 0,0 0 0,-1 0 0,1 0 0,0 0 0,1 1 0,-1-1 0,0 1 0,4 0 0,9-1 0,0 1 0,31 4 0,-44-3 0,1 0 0,0 0 0,0 0 0,-1 0 0,1 1 0,-1-1 0,1 1 0,-1 0 0,1 0 0,-1 0 0,0 0 0,0 1 0,0-1 0,0 1 0,-1 0 0,1 0 0,2 4 0,3 5 0,-1 0 0,0 1 0,7 19 0,4 10 0,-10-27 0,1 0 0,0-1 0,1 0 0,0-1 0,20 19 0,-24-26 0,1 0 0,0-1 0,0 0 0,0-1 0,0 0 0,1 0 0,-1 0 0,1-1 0,0 0 0,0-1 0,1 0 0,-1 0 0,11 1 0,21 0 0,1-2 0,50-6 0,-56-3-1365,-21 3-5461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33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24575,'85'-1'0,"92"3"0,-108 14-1365,-53-13-5461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33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24575,'30'0'0,"-1"1"0,0 1 0,44 9 0,-35-5 0,1-2 0,-1-1 0,78-6 0,-29 1 0,21 2-1365,-89 0-5461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49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48 24575,'0'-2'0,"0"0"0,-1 1 0,1-1 0,-1 0 0,0 1 0,1-1 0,-1 0 0,0 1 0,0-1 0,0 1 0,0-1 0,0 1 0,0 0 0,0-1 0,-1 1 0,1 0 0,0 0 0,-1 0 0,1 0 0,-1 0 0,1 0 0,-1 0 0,0 1 0,1-1 0,-1 1 0,-3-2 0,-4 0 0,0 0 0,0 0 0,-16-1 0,17 2 0,-12 0 0,0 0 0,1 1 0,-21 3 0,35-3 0,0 1 0,0 0 0,0 0 0,1 1 0,-1-1 0,0 1 0,1 0 0,0 0 0,-1 1 0,1-1 0,0 1 0,0 0 0,0 0 0,1 0 0,-1 0 0,1 1 0,-5 6 0,3-2 0,1 0 0,-1 0 0,2 1 0,-1 0 0,1-1 0,1 1 0,-1 1 0,2-1 0,-1 0 0,1 0 0,1 1 0,-1-1 0,2 1 0,-1-1 0,1 0 0,1 0 0,-1 1 0,2-1 0,-1 0 0,1 0 0,1-1 0,0 1 0,0-1 0,0 1 0,1-1 0,0-1 0,1 1 0,0-1 0,0 0 0,10 10 0,132 138 0,-133-141 0,-9-9 0,-1-1 0,0 1 0,0 0 0,0 0 0,-1 1 0,4 6 0,-7-12 0,-1 1 0,0 0 0,1-1 0,-1 1 0,0 0 0,0-1 0,0 1 0,1 0 0,-1-1 0,0 1 0,0 0 0,0 0 0,0-1 0,0 1 0,0 0 0,-1-1 0,1 1 0,0 0 0,0-1 0,0 1 0,-1 0 0,1-1 0,0 1 0,-1 0 0,0 0 0,0 0 0,-1 1 0,1-1 0,-1 0 0,0 0 0,0 0 0,1 0 0,-1 0 0,0-1 0,0 1 0,0 0 0,0-1 0,0 1 0,-3-1 0,-10 3 0,0-1 0,0-1 0,0 0 0,0-1 0,0-1 0,0 0 0,0-1 0,-16-4 0,29 5-85,1 0 0,-1 0-1,0 0 1,1 0 0,-1 0-1,1 0 1,0 0 0,-1 0-1,1-1 1,0 1 0,-1 0-1,1-1 1,0 1 0,0-1-1,0-2 1,-5-9-6741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50.4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4 24575,'-33'-2'0,"22"1"0,1 1 0,-1 0 0,1 0 0,-1 1 0,1 0 0,-18 4 0,25-3 0,1 0 0,-1 0 0,1 0 0,0 0 0,-1 0 0,1 0 0,0 1 0,0-1 0,0 1 0,1-1 0,-1 1 0,1 0 0,-1 0 0,1-1 0,0 1 0,0 0 0,0 0 0,1 0 0,-1 0 0,1 1 0,-1-1 0,1 0 0,0 0 0,1 5 0,-1-2 0,0-1 0,0 1 0,0 0 0,1-1 0,0 1 0,1-1 0,-1 1 0,1-1 0,0 0 0,0 0 0,0 0 0,1 0 0,4 6 0,-3-7 0,0-1 0,0 0 0,0 1 0,1-2 0,0 1 0,0 0 0,-1-1 0,1 0 0,0 0 0,1 0 0,9 1 0,-12-2 0,1 0 0,-1-1 0,0 0 0,1 1 0,-1-1 0,0 0 0,1-1 0,-1 1 0,0-1 0,1 1 0,-1-1 0,0 0 0,0 0 0,0 0 0,0-1 0,0 1 0,0-1 0,0 1 0,5-5 0,-4 0-11,0-1-1,0 1 1,-1-1 0,0 0-1,0 0 1,0-1 0,-1 1-1,0 0 1,-1-1 0,2-11-1,2-8-1228,-2 11-5586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51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65 24575,'0'-4'0,"4"-1"0,0-3 0,5-4 0,3-1 0,0 0 0,-1 4 0,-4 8 0,-2 8 0,-3 7 0,-1 3 0,-1 1-8191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51.3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 24575,'0'3'0,"0"6"0,0 4 0,-4 0 0,-1 2 0,1 2 0,-4-2 0,1 0 0,-3-2 0,0-1 0,-1 3 0,0 2 0,3 1 0,-1-2 0,1 1 0,-2-4 0,0 0 0,3-2-8191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51.8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24575,'0'501'0,"1"-485"-273,1 0 0,0 1 0,1-1 0,6 19 0,-6-26-6553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53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24575,'0'-1'0,"0"0"0,1 0 0,-1 0 0,1 0 0,-1 0 0,1 1 0,-1-1 0,1 0 0,0 0 0,-1 0 0,1 1 0,0-1 0,0 0 0,-1 1 0,1-1 0,0 0 0,0 1 0,0-1 0,0 1 0,0 0 0,0-1 0,0 1 0,0 0 0,0-1 0,0 1 0,0 0 0,2 0 0,32-4 0,-31 4 0,233-2 0,-124 3 0,-94-3 0,-18 1 0,-1 1 0,0 0 0,0 0 0,0 0 0,0 0 0,0-1 0,0 1 0,0 0 0,0 0 0,0 0 0,0 0 0,0-1 0,0 1 0,0 0 0,0 0 0,0 0 0,0 0 0,0-1 0,0 1 0,0 0 0,0 0 0,0 0 0,0 0 0,0-1 0,0 1 0,-1 0 0,1 0 0,0 0 0,0 0 0,0 0 0,0-1 0,0 1 0,0 0 0,-1 0 0,1 0 0,0 0 0,0 0 0,0 0 0,0 0 0,0 0 0,-1 0 0,1 0 0,0-1 0,0 1 0,0 0 0,-1 0 0,-32-10 0,27 9 0,-1 0 0,1 1 0,-1 0 0,0 0 0,1 1 0,-1 0 0,1 0 0,-1 0 0,-9 4 0,12-3 0,0 0 0,0 0 0,0 1 0,0 0 0,0-1 0,1 1 0,-1 0 0,1 1 0,0-1 0,0 1 0,0-1 0,1 1 0,-1 0 0,-2 6 0,-1 2 0,0 1 0,1-1 0,1 1 0,0 0 0,-2 16 0,5-25 0,0 1 0,1-1 0,-1 1 0,1 0 0,0-1 0,0 1 0,1 0 0,-1-1 0,1 1 0,0-1 0,0 1 0,1-1 0,-1 1 0,1-1 0,0 0 0,0 0 0,0 0 0,5 6 0,-5-8 0,1 0 0,-1 0 0,0 0 0,1 0 0,-1 0 0,1-1 0,-1 1 0,1-1 0,0 0 0,-1 0 0,1 0 0,0 0 0,0 0 0,0-1 0,0 1 0,0-1 0,0 0 0,0 1 0,0-2 0,0 1 0,0 0 0,0-1 0,0 1 0,0-1 0,0 0 0,-1 0 0,1 0 0,0 0 0,0 0 0,-1-1 0,4-2 0,4-2 0,-1 0 0,0-1 0,0-1 0,-1 0 0,0 0 0,13-16 0,-11 10 0,-2-1 0,1 1 0,-2-2 0,0 1 0,7-22 0,-14 44 0,1 1 0,0-1 0,0 0 0,1 0 0,0 0 0,0 0 0,1 0 0,0 0 0,0 0 0,0-1 0,1 1 0,8 10 0,-9-15 0,0 1 0,-1-1 0,1 0 0,0 0 0,1 0 0,-1-1 0,0 1 0,0-1 0,1 0 0,-1 1 0,1-1 0,-1-1 0,1 1 0,0-1 0,-1 1 0,1-1 0,-1 0 0,1 0 0,0-1 0,-1 1 0,1-1 0,-1 1 0,1-1 0,-1 0 0,1-1 0,-1 1 0,0-1 0,1 1 0,-1-1 0,0 0 0,0 0 0,0 0 0,-1-1 0,1 1 0,0-1 0,-1 1 0,0-1 0,1 0 0,-1 0 0,0 0 0,-1 0 0,3-5 0,-1 3 0,-1 0 0,1 0 0,0 0 0,0 1 0,0-1 0,6-5 0,-8 9 0,-1 1 0,0 0 0,1-1 0,-1 1 0,1 0 0,-1-1 0,1 1 0,-1 0 0,1 0 0,-1 0 0,1-1 0,0 1 0,-1 0 0,1 0 0,-1 0 0,1 0 0,-1 0 0,1 0 0,0 0 0,-1 0 0,1 0 0,-1 0 0,1 0 0,-1 1 0,1-1 0,0 0 0,1 1 0,-1 1 0,0-1 0,0 0 0,1 0 0,-1 1 0,0-1 0,0 1 0,0-1 0,0 1 0,0-1 0,-1 1 0,1 0 0,0 1 0,7 16 0,0 1 0,-2-1 0,-1 1 0,5 27 0,-11-51 0,1 0 0,0 0 0,1 1 0,-1-1 0,1 0 0,0 0 0,-1 0 0,2 1 0,-1-1 0,0 0 0,1 1 0,-1-1 0,5-5 0,-5 7 0,1 1 0,-1-1 0,0 1 0,1 0 0,0-1 0,-1 1 0,1 0 0,0 0 0,-1 0 0,1 0 0,0 0 0,0 0 0,0 0 0,0 1 0,0-1 0,0 1 0,0-1 0,0 1 0,0 0 0,0 0 0,0 0 0,0 0 0,0 0 0,0 0 0,0 1 0,0-1 0,0 1 0,0-1 0,0 1 0,0 0 0,0 0 0,3 2 0,43 27 0,-37-21 0,1-1 0,0 0 0,1-1 0,18 8 0,-28-14 0,0 0 0,0 0 0,0 0 0,0-1 0,1 1 0,-1-1 0,0 0 0,0 0 0,0 0 0,0 0 0,1 0 0,-1-1 0,0 1 0,0-1 0,0 0 0,0 0 0,0 0 0,0 0 0,0-1 0,-1 1 0,1-1 0,0 0 0,-1 1 0,5-6 0,-4 5 0,-1-1 0,0-1 0,0 1 0,0 0 0,0 0 0,-1-1 0,1 1 0,-1-1 0,0 1 0,0-1 0,0 1 0,0-1 0,-1 0 0,1-4 0,-3-55 0,2 55 0,2 6 0,2 11 0,5 15 0,2 24 0,3 0 0,1-1 0,3-1 0,23 44 0,-34-71 0,0-1 0,5 30 0,6 17 0,-14-56 0,-1 1 0,-1-1 0,0 0 0,0 1 0,-1-1 0,0 17 0,-1-24 0,0 1 0,0-1 0,0 0 0,0 1 0,-1-1 0,1 0 0,-1 1 0,1-1 0,-1 0 0,0 0 0,0 0 0,0 1 0,0-1 0,-1 0 0,1 0 0,0-1 0,-1 1 0,1 0 0,-1 0 0,0-1 0,0 1 0,0-1 0,0 1 0,0-1 0,0 0 0,0 0 0,0 0 0,0 0 0,0 0 0,0 0 0,-4 0 0,-18 4 0,1 0 0,0-1 0,-1-1 0,-35 0 0,57-3 0,0 0 0,0 0 0,-1-1 0,1 1 0,0-1 0,0 0 0,0 1 0,0-1 0,0 0 0,1 0 0,-1 0 0,0-1 0,0 1 0,1 0 0,-1-1 0,0 1 0,1-1 0,0 1 0,-1-1 0,1 0 0,0 0 0,0 1 0,0-1 0,0 0 0,0 0 0,0 0 0,0 0 0,1 0 0,-1 0 0,1 0 0,-1-4 0,0-7 0,0-1 0,0 1 0,2-1 0,1-13 0,0 3 0,-2 10 0,1-7 0,0-1 0,8-36 0,-7 50 0,0 1 0,1-1 0,0 1 0,0 0 0,1 0 0,0 0 0,0 0 0,0 1 0,1-1 0,11-10 0,9-7 0,1 2 0,29-21 0,-52 42-170,-1-1-1,1 0 0,-1-1 1,0 1-1,0 0 0,0-1 1,3-4-1,1-5-6655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53.6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24575,'5'-1'0,"-1"0"0,1 0 0,0 0 0,-1-1 0,1 0 0,-1 0 0,0 0 0,0 0 0,6-4 0,29-13 0,-32 18 9,0-1 1,0 1-1,0 0 0,0 1 0,0 0 1,-1 0-1,1 0 0,0 1 0,0 0 0,0 0 1,0 1-1,8 3 0,-11-3-71,-1-1 0,0 1 0,1 0 0,-1 0 1,0 1-1,0-1 0,0 1 0,-1-1 0,1 1 0,-1 0 0,1 0 0,-1 0 1,0 0-1,0 1 0,0-1 0,-1 1 0,1-1 0,-1 1 0,0-1 0,0 1 1,0 0-1,0-1 0,0 7 0,0 8-6764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1:53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24575,'8'1'0,"-1"-1"0,1 1 0,0 0 0,0 1 0,-1 0 0,1 0 0,-1 1 0,12 5 0,1 4 0,31 21 0,-10-5 0,45 15 0,-38-20 0,-33-17 0,0 1 0,18 11 0,-2 0-1365,-16-12-5461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23.3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1 24575,'-2'46'0,"1"-23"0,1 0 0,3 28 0,-3-51 0,0 0 0,0 1 0,0-1 0,0 1 0,0-1 0,0 0 0,0 1 0,0-1 0,0 0 0,0 1 0,1-1 0,-1 0 0,0 1 0,0-1 0,0 0 0,0 1 0,1-1 0,-1 0 0,0 1 0,0-1 0,0 0 0,1 0 0,-1 1 0,0-1 0,1 0 0,-1 0 0,0 1 0,1-1 0,-1 0 0,0 0 0,1 0 0,-1 0 0,0 0 0,1 1 0,-1-1 0,1 0 0,11-9 0,9-21 0,-20 29 0,5-9 0,-2 2 0,1 0 0,0 1 0,0-1 0,0 1 0,8-7 0,-12 13 0,0 0 0,0 0 0,0 0 0,0 0 0,0 1 0,1-1 0,-1 0 0,0 0 0,1 1 0,-1-1 0,0 1 0,1-1 0,-1 1 0,1 0 0,-1-1 0,0 1 0,1 0 0,-1 0 0,1 0 0,-1 0 0,1 0 0,-1 0 0,1 1 0,-1-1 0,1 0 0,-1 1 0,0-1 0,1 1 0,-1-1 0,0 1 0,1 0 0,-1 0 0,0-1 0,0 1 0,1 0 0,-1 0 0,0 0 0,1 2 0,2 1 0,-1 1 0,0-1 0,0 1 0,0 0 0,-1 0 0,0 0 0,0 0 0,0 0 0,0 0 0,-1 0 0,0 1 0,1 6 0,10 33 0,-11-44 0,-1 0 0,1 1 0,-1-1 0,1 0 0,0 1 0,0-1 0,-1 0 0,1 0 0,0 0 0,0 0 0,0 0 0,0 0 0,0 0 0,1 0 0,-1 0 0,0 0 0,0 0 0,1-1 0,-1 1 0,0-1 0,1 1 0,-1-1 0,0 1 0,1-1 0,-1 0 0,2 1 0,0-2 0,0 1 0,0-1 0,0 1 0,0-1 0,0 0 0,0 0 0,-1 0 0,1-1 0,0 1 0,-1-1 0,6-3 0,3-4 0,1-1 0,-2-1 0,20-22 0,-6 2-1365,-11 15-5461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24.7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77 24575,'0'132'0,"0"-135"0,3-59 0,-2 59 0,0-1 0,-1 0 0,1 0 0,0 1 0,1-1 0,-1 1 0,1-1 0,-1 1 0,1 0 0,0 0 0,1 0 0,-1 0 0,5-6 0,-6 9 0,-1-1 0,1 0 0,0 1 0,0-1 0,-1 1 0,1-1 0,0 1 0,0-1 0,0 1 0,0 0 0,0-1 0,-1 1 0,1 0 0,0 0 0,0 0 0,0 0 0,0 0 0,0 0 0,0 0 0,0 0 0,0 0 0,0 0 0,0 0 0,-1 0 0,1 1 0,0-1 0,0 0 0,0 1 0,0-1 0,0 0 0,-1 1 0,1-1 0,0 1 0,0 0 0,-1-1 0,1 1 0,0-1 0,-1 1 0,1 0 0,-1 0 0,2 1 0,2 5 0,0-1 0,-1 1 0,0 0 0,4 10 0,-1 0 0,-4-15 0,0 1 0,0-1 0,0 1 0,1-1 0,-1 1 0,0-1 0,1 0 0,-1 0 0,1 0 0,0-1 0,0 1 0,0-1 0,0 1 0,0-1 0,0 0 0,0 0 0,0 0 0,0-1 0,0 1 0,1-1 0,-1 0 0,0 1 0,0-1 0,1-1 0,-1 1 0,4-1 0,2-1 0,1 1 0,-1-2 0,1 1 0,-1-1 0,0-1 0,0 0 0,12-7 0,-11 5-8,-2-2 1,1 1-1,-1-1 0,0 0 0,0-1 1,-1 0-1,0 0 0,-1-1 0,0 0 1,6-14-1,12-16-1272,-17 29-5546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25.9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7 24575,'0'176'0,"0"-205"0,-1 16 0,0 0 0,1 0 0,1 0 0,1 0 0,2-14 0,-3 24 0,0 0 0,0 0 0,0 0 0,0 1 0,1-1 0,-1 0 0,1 0 0,0 1 0,0-1 0,0 1 0,0 0 0,0-1 0,0 1 0,1 0 0,-1 0 0,1 0 0,0 1 0,-1-1 0,1 1 0,0-1 0,0 1 0,0 0 0,0 0 0,0 0 0,0 0 0,3 0 0,9-1 0,-1 0 0,1 1 0,-1 0 0,1 1 0,-1 1 0,1 0 0,-1 1 0,17 4 0,-28-5 0,-1 0 0,1 1 0,-1-1 0,1 1 0,-1-1 0,1 1 0,-1 0 0,0 0 0,1 0 0,-1 0 0,-1 0 0,1 1 0,0-1 0,0 1 0,-1-1 0,1 1 0,-1 0 0,0-1 0,1 4 0,0 3 0,0 0 0,-1 0 0,0 1 0,0 14 0,1 10 0,-2-34 0,0 0 0,-1 1 0,1-1 0,1 0 0,-1 1 0,0-1 0,0 0 0,0 1 0,0-1 0,0 0 0,0 1 0,0-1 0,0 0 0,0 0 0,1 1 0,-1-1 0,0 0 0,0 0 0,0 1 0,0-1 0,1 0 0,-1 0 0,0 0 0,0 1 0,1-1 0,-1 0 0,0 0 0,0 0 0,1 0 0,-1 1 0,0-1 0,1 0 0,-1 0 0,11-5 0,14-20 0,-18 17 0,24-23-1365,-18 16-5461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38.3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24575,'0'448'-1365,"0"-456"-5461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38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 2 24575,'48'-1'0,"55"2"0,-102-1 0,1 0 0,0 0 0,-1 0 0,1 0 0,0 0 0,0 0 0,-1 1 0,1-1 0,0 1 0,-1-1 0,1 1 0,-1 0 0,1-1 0,-1 1 0,1 0 0,-1 0 0,1 0 0,-1 0 0,0 0 0,1 0 0,-1 1 0,0-1 0,0 0 0,0 1 0,0-1 0,0 1 0,0-1 0,0 1 0,-1-1 0,1 1 0,-1 0 0,1-1 0,-1 1 0,1 0 0,-1-1 0,0 1 0,0 0 0,0-1 0,0 1 0,0 0 0,-1 2 0,0 1 0,0 0 0,-1 0 0,1-1 0,-1 1 0,0-1 0,-1 1 0,1-1 0,-1 0 0,0 0 0,0 0 0,0 0 0,-1-1 0,-4 5 0,-7 3 0,0-2 0,0 1 0,-1-2 0,0 0 0,-1-1 0,-18 5 0,-1 1 0,-36 14 0,72-27 0,-1 0 0,1 0 0,0 0 0,0 0 0,0 1 0,-1-1 0,1 0 0,0 0 0,0 0 0,0 0 0,-1 0 0,1 0 0,0 0 0,0 0 0,0 1 0,-1-1 0,1 0 0,0 0 0,0 0 0,0 0 0,0 1 0,0-1 0,0 0 0,-1 0 0,1 0 0,0 1 0,0-1 0,0 0 0,0 0 0,0 1 0,0-1 0,0 0 0,0 0 0,0 0 0,0 1 0,0-1 0,0 0 0,0 0 0,0 1 0,0-1 0,0 0 0,0 0 0,0 0 0,0 1 0,1-1 0,11 9 0,22 4 0,-30-12 0,136 38 0,-125-34 0,0 1 0,0 0 0,-1 1 0,0 1 0,22 15 0,-31-20 0,1 1 0,-1 0 0,-1 1 0,1-1 0,0 1 0,-1 0 0,0 0 0,0 0 0,0 1 0,-1 0 0,0-1 0,0 1 0,-1 0 0,1 0 0,-1 1 0,2 7 0,-4-12 0,0 0 0,0-1 0,0 1 0,-1 0 0,1-1 0,0 1 0,-1-1 0,1 1 0,-1 0 0,1-1 0,-1 1 0,0-1 0,1 1 0,-1-1 0,0 0 0,0 1 0,0-1 0,0 0 0,-1 0 0,1 1 0,0-1 0,0 0 0,-1 0 0,1 0 0,0-1 0,-1 1 0,1 0 0,-1 0 0,1-1 0,-1 1 0,0-1 0,1 1 0,-1-1 0,0 0 0,1 0 0,-3 1 0,-9 0 0,-1 0 0,1 0 0,-21-3 0,21 2 0,-21-1-117,17 2-39,0-1 0,0-1 0,1-1 0,-1 0 0,0-1 0,1-1 0,-30-10 0,34 7-6670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39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1 187 24575,'1'0'0,"1"-1"0,-1 0 0,0 1 0,1-1 0,-1 0 0,0 0 0,0 0 0,1 0 0,-1 0 0,0 0 0,0 0 0,0 0 0,0-1 0,-1 1 0,1 0 0,0-1 0,1-1 0,11-26 0,-11 20 0,0 1 0,0-1 0,-1 0 0,-1-16 0,0 17 0,1 0 0,-1-1 0,1 1 0,0 0 0,4-11 0,-5 18 0,0 0 0,1 0 0,-1 0 0,0 0 0,1 0 0,-1 0 0,1 0 0,-1 0 0,1 0 0,0 0 0,-1 1 0,1-1 0,0 0 0,-1 0 0,1 0 0,0 1 0,0-1 0,0 0 0,1 0 0,-1 1 0,-1 0 0,1 0 0,-1 0 0,1 1 0,-1-1 0,1 0 0,0 0 0,-1 0 0,1 1 0,-1-1 0,1 0 0,-1 1 0,1-1 0,-1 0 0,0 1 0,1-1 0,-1 1 0,1-1 0,-1 0 0,0 1 0,1-1 0,-1 1 0,0-1 0,1 2 0,1 3 0,0-1 0,0 1 0,0 0 0,-1 0 0,1 0 0,0 8 0,1 12 0,2 0 0,1 0 0,15 41 0,1 4 0,-20-67-40,-1 1 0,0 0 0,-1-1 0,1 1-1,-1-1 1,1 1 0,-1 0 0,0 0 0,0-1 0,-1 1 0,1 0-1,-1-1 1,0 1 0,0 0 0,0-1 0,0 1 0,-1-1-1,1 0 1,-1 1 0,0-1 0,0 0 0,0 0 0,0 0 0,-1 0-1,1-1 1,-1 1 0,1-1 0,-1 1 0,0-1 0,0 0-1,-1 0 1,1 0 0,-5 2 0,-5 2-6786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39.5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24575,'0'-3'0,"3"-2"0,6 0 0,4 1 0,4 2 0,3 0 0,2 1 0,0 1 0,0 0 0,1 0 0,0 0 0,-1 0 0,0 0 0,0 0 0,0 1 0,-4-1-8191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44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44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24575,'4'0'0,"0"0"-8191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45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1 409 24575,'4'0'0,"0"-1"0,0 1 0,0-1 0,0 0 0,0-1 0,0 1 0,0-1 0,-1 1 0,1-1 0,0 0 0,-1 0 0,0-1 0,1 1 0,-1-1 0,0 0 0,0 0 0,3-4 0,5-6 0,-1-1 0,15-25 0,-25 38 0,4-7 0,-1 1 0,0-1 0,-1 1 0,0-1 0,0 0 0,-1 0 0,0 0 0,0 0 0,-1-11 0,7-41 0,-5 52 0,0 0 0,0-1 0,-1 1 0,0-1 0,-1 1 0,0 0 0,0-1 0,-1 1 0,-1-10 0,1 14 0,0 1 0,-1-1 0,1 1 0,-1-1 0,1 1 0,-1 0 0,0 0 0,0 0 0,-1 0 0,1 0 0,-1 1 0,1-1 0,-1 1 0,0-1 0,0 1 0,0 0 0,0 0 0,0 0 0,-1 1 0,1-1 0,0 1 0,-1 0 0,-5-2 0,7 3 0,-1-1 0,1 1 0,-1 0 0,1-1 0,-1 1 0,1 0 0,-1 1 0,1-1 0,-1 0 0,1 1 0,-1-1 0,1 1 0,0 0 0,-1 0 0,-3 2 0,5-3 0,0 1 0,0-1 0,1 1 0,-1 0 0,0 0 0,0-1 0,0 1 0,1 0 0,-1 0 0,1 0 0,-1 0 0,1 0 0,-1 0 0,1 0 0,-1 0 0,1 0 0,0 0 0,-1 0 0,1 0 0,0 0 0,0 0 0,0 0 0,0 0 0,0 0 0,0 0 0,0 0 0,0 0 0,0 0 0,1 0 0,-1 0 0,0 0 0,1 0 0,-1 0 0,1 0 0,-1 0 0,1 0 0,-1 0 0,1 0 0,0 1 0,13 16 0,0-1 0,0 0 0,2-1 0,0 0 0,1-2 0,0 0 0,1-1 0,1 0 0,0-2 0,29 14 0,-35-20 0,0-1 0,0-1 0,0 0 0,0 0 0,0-2 0,25 1 0,81-8 0,-114 6-3,-1-1 0,1 0 0,-1 0-1,0-1 1,1 1 0,-1-1 0,0 0-1,0 0 1,0-1 0,0 1 0,0-1 0,-1 1-1,1-1 1,-1-1 0,0 1 0,0 0-1,0-1 1,0 1 0,0-1 0,-1 0-1,3-5 1,18-21-1291,-15 20-5532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45.6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0 24575,'-4'0'0,"-1"4"0,-3 1 0,-1 3 0,2 5 0,1 2 0,3 4 0,4-2 0,7-4 0,5-4 0,5-3 0,-2-7 0,-3-7 0,-4-5 0,-3-5 0,-3-3 0,-1-1 0,-2 3-8191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45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24575,'4'-4'0,"5"-1"0,4 1 0,4 0 0,3 1 0,1 2 0,1 0 0,1 0 0,0 1 0,-1 1 0,0-1 0,1 0 0,-2 0 0,1 0 0,-4 4 0,-5 1-8191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46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 24575,'4'0'0,"5"0"0,4 0 0,4 0 0,3 0 0,1 0 0,1 0 0,1 0 0,0 0 0,-1 0 0,0 0 0,1 0 0,-2 0 0,1 0 0,0 0 0,0-4 0,-1-1 0,-3 0-8191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46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5 24575,'42'-2'0,"-30"1"0,1 0 0,0 1 0,-1 0 0,1 1 0,-1 0 0,1 1 0,22 7 0,-34-9 0,0 1 0,1-1 0,-1 1 0,1-1 0,-1 1 0,0 0 0,0-1 0,1 1 0,-1 0 0,0 0 0,0 0 0,0 0 0,0 0 0,0 0 0,0 0 0,0 0 0,0 1 0,-1-1 0,1 0 0,0 0 0,-1 1 0,1-1 0,-1 0 0,1 1 0,-1-1 0,0 3 0,0-2 0,0 0 0,-1 1 0,0-1 0,1 0 0,-1 1 0,0-1 0,0 0 0,0 0 0,-1 0 0,1 0 0,0 0 0,-1 0 0,1 0 0,-4 2 0,-4 4 0,0 0 0,-1 0 0,0-1 0,0 0 0,-14 6 0,7-5 0,-28 12 0,0 3 0,2 2 0,-46 33 0,88-57 0,0 0 0,-1 0 0,1-1 0,0 1 0,0 0 0,0 0 0,0 0 0,0 0 0,0 0 0,0 1 0,0-1 0,1 0 0,-1 0 0,0 1 0,1-1 0,-1 0 0,1 1 0,-1-1 0,1 0 0,-1 1 0,1 2 0,0-3 0,1 0 0,-1 0 0,1-1 0,0 1 0,-1 0 0,1 0 0,0 0 0,-1 0 0,1-1 0,0 1 0,0 0 0,0-1 0,0 1 0,0-1 0,0 1 0,-1-1 0,1 1 0,0-1 0,0 0 0,1 1 0,0-1 0,9 3 0,1-2 0,-1 1 0,23-1 0,-11 0 0,0 1 0,22 5 0,-21-3 0,40 2 0,-27-5 0,-22 1 0,0-2 0,0 0 0,1 0 0,-1-2 0,20-4 0,-25 2-1365,-6-1-5461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47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24575,'4'0'0,"4"0"0,6 0 0,3 0 0,2 0 0,3 0 0,0 0 0,1 0 0,-4-3 0,-2-2 0,1 0 0,0 1 0,1 2 0,2 0 0,-1 1 0,2 1 0,-4 0-8191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47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 24575,'0'-4'0,"4"-1"0,5 0 0,4 1 0,4 2 0,3 0 0,1 1 0,2 1 0,-1 0 0,5 4 0,0 1 0,0 0 0,-1-1 0,-2-2 0,0 4 0,-2 0 0,0-1 0,-4-1-8191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52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24575,'0'449'-1365,"0"-440"-5461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53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24575,'21'0'0,"0"-1"0,0-1 0,32-8 0,-14 4 0,0 2 0,1 1 0,74 5 0,-26 1 0,128-3-1365,-197 0-5461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54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24 24575,'-1'-1'0,"1"0"0,0 0 0,-1 0 0,1 0 0,-1 0 0,1 0 0,-1 0 0,0 0 0,1 1 0,-1-1 0,0 0 0,0 0 0,1 1 0,-1-1 0,0 1 0,0-1 0,0 1 0,0-1 0,0 1 0,0-1 0,0 1 0,0 0 0,0-1 0,0 1 0,0 0 0,0 0 0,-1 0 0,-34-4 0,32 3 0,4 1 0,-12-1 0,1 1 0,-1 0 0,1 0 0,-1 1 0,-16 3 0,26-3 0,-1 0 0,0 0 0,1 0 0,-1 0 0,1 0 0,-1 0 0,1 1 0,0-1 0,-1 1 0,1 0 0,0 0 0,0 0 0,0 0 0,0 0 0,1 0 0,-1 0 0,1 1 0,-1-1 0,1 0 0,0 1 0,0 0 0,0-1 0,0 1 0,0-1 0,0 1 0,1 0 0,-1 0 0,1 2 0,-1 6 0,0 1 0,1-1 0,0 0 0,0 0 0,2 0 0,-1 0 0,7 21 0,-7-28 0,1 0 0,-1 0 0,1 0 0,0-1 0,0 1 0,0-1 0,1 0 0,-1 1 0,1-1 0,0 0 0,0-1 0,0 1 0,0 0 0,0-1 0,1 1 0,-1-1 0,1 0 0,-1-1 0,1 1 0,0 0 0,0-1 0,0 0 0,-1 0 0,9 1 0,40 8 0,-41-7 0,0 0 0,1 0 0,-1-1 0,1-1 0,-1 0 0,1-1 0,-1 0 0,1-1 0,-1 0 0,15-3 0,-22 2 0,0 0 0,0 0 0,-1 0 0,1 0 0,-1 0 0,1-1 0,-1 0 0,0 0 0,0 0 0,0 0 0,0 0 0,-1 0 0,1-1 0,-1 1 0,2-6 0,0 2 0,-1 0 0,-1 0 0,1-1 0,-1 1 0,0-1 0,-1 1 0,1-11 0,3 63 0,-5-44 0,0 1 0,1-1 0,-1 1 0,1 0 0,0-1 0,-1 1 0,1-1 0,0 1 0,0-1 0,0 0 0,0 1 0,0-1 0,2 2 0,-2-3 0,0 1 0,0-1 0,0 0 0,0 0 0,-1 1 0,1-1 0,0 0 0,0 0 0,0 0 0,0 0 0,0 0 0,0 0 0,0 0 0,0 0 0,-1 0 0,1-1 0,0 1 0,0 0 0,0-1 0,0 1 0,0 0 0,-1-1 0,1 1 0,0-1 0,0 1 0,-1-1 0,1 0 0,1 0 0,1-2 0,0-1 0,0 1 0,-1-1 0,1 1 0,-1-1 0,0 0 0,1 0 0,0-5 0,-2 6 0,1 0 0,-1-1 0,1 1 0,-1 0 0,1 1 0,0-1 0,0 0 0,1 0 0,-1 1 0,0-1 0,4-2 0,-5 5 0,-1 0 0,1 0 0,-1 0 0,1 0 0,-1 1 0,1-1 0,-1 0 0,0 0 0,1 0 0,-1 0 0,1 1 0,-1-1 0,1 0 0,-1 0 0,0 1 0,1-1 0,-1 0 0,1 1 0,-1-1 0,0 0 0,1 1 0,-1-1 0,0 1 0,0-1 0,1 1 0,-1-1 0,0 0 0,0 1 0,0-1 0,0 1 0,1-1 0,-1 1 0,0-1 0,0 1 0,0-1 0,0 1 0,0-1 0,0 1 0,0-1 0,-1 2 0,4 23 0,-3-24 0,0 0 0,0 0 0,0 0 0,0 0 0,0 1 0,0-1 0,1 0 0,-1 0 0,0 0 0,0 0 0,1 0 0,-1 0 0,1 0 0,-1 0 0,1 0 0,-1 0 0,1 0 0,1 2 0,-1-3 0,-1 0 0,1 1 0,0-1 0,-1 0 0,1 0 0,-1 0 0,1 0 0,0 0 0,-1 0 0,1 0 0,0 0 0,-1 0 0,1 0 0,-1 0 0,1 0 0,0-1 0,-1 1 0,1 0 0,-1 0 0,1-1 0,-1 1 0,1 0 0,-1-1 0,2 1 0,5-6 0,0 0 0,0-1 0,11-13 0,1 0 0,-13 16 0,0 1 0,0 0 0,0 0 0,1 1 0,-1 0 0,0 0 0,1 0 0,0 1 0,-1 0 0,1 1 0,10-1 0,10 1 0,38 5 0,-62-4 0,0-1 0,1 1 0,-1-1 0,0 1 0,0 0 0,0 0 0,0 1 0,0-1 0,0 1 0,0-1 0,0 1 0,0 0 0,-1 0 0,1 0 0,-1 1 0,1-1 0,-1 0 0,0 1 0,0 0 0,0-1 0,0 1 0,-1 0 0,1 0 0,-1 0 0,0 0 0,1 0 0,-1 4 0,17 27 0,-17-31 0,1-1 0,-1 0 0,1 1 0,0-1 0,0 0 0,0 0 0,0 0 0,0-1 0,0 1 0,1 0 0,-1-1 0,1 0 0,-1 1 0,1-1 0,-1 0 0,1 0 0,0 0 0,-1-1 0,1 1 0,0-1 0,0 1 0,-1-1 0,1 0 0,0 0 0,0 0 0,0 0 0,-1-1 0,5 0 0,-4 0 0,0 0 0,1-1 0,-1 1 0,0-1 0,0 1 0,0-1 0,0 0 0,-1 0 0,1 0 0,0-1 0,-1 1 0,0-1 0,1 1 0,-1-1 0,0 0 0,0 0 0,-1 0 0,1 0 0,-1 0 0,1 0 0,-1 0 0,2-7 0,-1 1 0,-1-1 0,1 1 0,-2 0 0,1 0 0,-1-1 0,-1 1 0,0 0 0,-3-19 0,4 28 0,0 0 0,0-1 0,0 1 0,-1-1 0,1 1 0,0 0 0,0-1 0,0 1 0,0 0 0,0-1 0,-1 1 0,1-1 0,0 1 0,0 0 0,0-1 0,-1 1 0,1 0 0,0 0 0,-1-1 0,1 1 0,0 0 0,-1 0 0,1-1 0,0 1 0,-1 0 0,1 0 0,0 0 0,-1-1 0,-6 11 0,-1 28 0,6-27 0,-1-1 0,2-9 0,0 0 0,1 1 0,-1-1 0,1 0 0,0 1 0,-1-1 0,1 1 0,0-1 0,0 0 0,0 1 0,0-1 0,0 1 0,0-1 0,0 1 0,0-1 0,1 1 0,-1-1 0,0 0 0,1 1 0,-1-1 0,1 0 0,0 1 0,0-1 0,-1 0 0,1 0 0,0 0 0,0 1 0,0-1 0,2 1 0,6 11 0,1 1 0,-2 0 0,0 0 0,0 0 0,10 32 0,-9-23 0,15 49 0,-19-52 0,1-1 0,1 0 0,11 22 0,-14-32 0,0 0 0,-1 1 0,1-1 0,-2 1 0,0 0 0,0 0 0,1 17 0,-2-2 0,-5 49 0,4-72 0,-1 1 0,0-1 0,1 1 0,-1-1 0,0 0 0,0 1 0,-1-1 0,1 0 0,0 0 0,-1 0 0,1 0 0,-1 0 0,0 0 0,0 0 0,0 0 0,0-1 0,0 1 0,0-1 0,0 1 0,0-1 0,0 0 0,-1 0 0,1 0 0,0 0 0,-1 0 0,1-1 0,-1 1 0,1-1 0,-1 0 0,1 1 0,-4-1 0,-9 1 0,-1-1 0,1-1 0,-28-3 0,41 4 0,-1-1 0,-1 0 0,0 1 0,1-1 0,-1 0 0,1-1 0,0 1 0,-1-1 0,1 1 0,0-1 0,0 0 0,0 0 0,0-1 0,0 1 0,0-1 0,-3-3 0,3 1 0,-1 0 0,1-1 0,0 1 0,0-1 0,0 1 0,1-1 0,-1 0 0,-1-8 0,1-3 0,1 0 0,0 0 0,1 0 0,0 0 0,4-30 0,-2 37 0,1 0 0,0 0 0,1 1 0,0-1 0,0 1 0,1-1 0,0 1 0,1 0 0,0 0 0,6-8 0,6-3 0,0 0 0,30-26 0,-22 22 0,-22 20-85,0 0 0,0 0-1,0 0 1,-1 0 0,0-1-1,0 1 1,0-1 0,0 1-1,-1-1 1,1 0 0,-1 0-1,0 1 1,-1-1 0,1 0-1,-1-8 1,0-5-6741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55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 24575,'4'-1'0,"0"0"0,0-1 0,0 1 0,0 0 0,-1-1 0,1 0 0,-1 0 0,6-4 0,8-4 0,-6 5 0,0 2 0,0-1 0,1 2 0,-1 0 0,0 0 0,23 0 0,0 2 0,36 4 0,-66-3-27,-1 0-1,1 0 0,-1 0 0,1 1 0,-1-1 1,0 1-1,0-1 0,0 1 0,0 0 1,0 0-1,0 1 0,0-1 0,-1 1 1,1-1-1,-1 1 0,0 0 0,0 0 1,0 0-1,0 0 0,0 0 0,-1 0 1,2 4-1,2 2-699,3 2-6099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55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24575,'19'2'0,"0"0"0,0 1 0,-1 1 0,1 1 0,-1 1 0,0 0 0,-1 2 0,19 9 0,3 0 0,143 53-1365,-169-65-5461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55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2 24575,'-26'0'0,"13"-1"0,-1 1 0,0 0 0,0 1 0,0 1 0,-24 6 0,35-7 0,-1 1 0,0-1 0,1 1 0,-1 0 0,1 0 0,0 1 0,0-1 0,0 0 0,0 1 0,0 0 0,0 0 0,1 0 0,-1 0 0,1 0 0,0 1 0,0-1 0,0 1 0,0-1 0,1 1 0,-1 0 0,1 0 0,0-1 0,0 1 0,0 8 0,-3 19 0,2 0 0,2 1 0,5 45 0,-5-72 0,0 0 0,1 0 0,0 0 0,0 0 0,1 0 0,0 0 0,-1-1 0,1 1 0,1-1 0,-1 1 0,1-1 0,-1 0 0,1 0 0,1 0 0,-1 0 0,7 6 0,-4-7 0,-1 1 0,1-1 0,-1 0 0,1-1 0,0 1 0,0-1 0,0 0 0,0-1 0,1 1 0,-1-1 0,0-1 0,12 1 0,-16-1 0,7 1 0,1-1 0,-1 0 0,0-1 0,1 0 0,15-3 0,-22 2 0,0 1 0,0 0 0,0-1 0,0 0 0,-1 1 0,1-1 0,0 0 0,-1-1 0,1 1 0,-1 0 0,0-1 0,0 1 0,0-1 0,0 0 0,0 0 0,0 1 0,-1-1 0,0 0 0,2-6 0,1-6 0,0 0 0,-1 0 0,-1-1 0,-1 1 0,0-1 0,-1 1 0,0-1 0,-2 1 0,-5-28 0,5 37-105,0 0 0,-1 0 0,0 0 0,0 1 0,0-1 0,-1 1 0,1 0 0,-1 0 0,-1 0 0,1 0 0,-1 1 0,-9-8 0,3 5-6721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56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24575,'0'4'0,"0"4"0,0 2-8191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56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24575,'4'0'0,"1"0"-8191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58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440 112 24575,'0'-3'0,"-1"0"0,1 0 0,0 1 0,-1-1 0,0 0 0,1 1 0,-1-1 0,0 1 0,0-1 0,-1 1 0,1-1 0,0 1 0,-1 0 0,0-1 0,1 1 0,-1 0 0,0 0 0,0 0 0,0 0 0,0 1 0,-1-1 0,1 1 0,0-1 0,-6-1 0,-4-3 0,-1 1 0,0 1 0,-27-5 0,4 1 0,14 2 0,-1 1 0,1 1 0,0 1 0,-1 1 0,0 1 0,-37 3 0,56-1 0,0 0 0,-1 0 0,1 0 0,0 0 0,0 1 0,0 0 0,1 0 0,-1 0 0,0 0 0,1 0 0,-1 1 0,1 0 0,0 0 0,0 0 0,0 0 0,0 0 0,0 0 0,1 1 0,-1 0 0,1-1 0,0 1 0,0 0 0,1 0 0,-1 0 0,1 0 0,0 0 0,-2 7 0,1 1 0,0-1 0,0 1 0,2 0 0,-1 0 0,1 0 0,1 0 0,0 0 0,5 23 0,-4-28 0,1-1 0,-1 1 0,1-1 0,0 0 0,1 0 0,-1 0 0,1 0 0,0 0 0,1-1 0,-1 0 0,1 0 0,0 0 0,1-1 0,-1 1 0,1-1 0,0 0 0,0-1 0,0 0 0,0 1 0,0-2 0,9 3 0,9 2 0,1-1 0,-1-2 0,1 0 0,0-2 0,45-1 0,-49-1-1365,-2 0-5461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59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24575,'-3'0'0,"1"0"0,-1 0 0,0 0 0,0 0 0,0 1 0,0-1 0,1 1 0,-1 0 0,0 0 0,0 0 0,1 0 0,-1 0 0,1 0 0,-1 1 0,1-1 0,-3 3 0,3-2 0,0 1 0,0 0 0,1-1 0,-1 1 0,1 0 0,-1 0 0,1 0 0,0 0 0,0 0 0,0 0 0,1 1 0,-1-1 0,1 0 0,-1 4 0,-3 78 0,4-75 0,0-1 0,1 1 0,0-1 0,1 1 0,0-1 0,6 17 0,-6-23 0,0-1 0,0 1 0,0 0 0,0-1 0,0 0 0,1 1 0,-1-1 0,1 0 0,-1 0 0,1-1 0,0 1 0,0 0 0,0-1 0,0 0 0,0 0 0,0 0 0,0 0 0,0 0 0,0 0 0,0-1 0,1 0 0,-1 0 0,0 1 0,0-2 0,6 0 0,-6 1 0,0 0 0,0 0 0,0 0 0,0-1 0,0 0 0,0 1 0,0-1 0,-1 0 0,1-1 0,0 1 0,0 0 0,-1-1 0,1 1 0,-1-1 0,1 0 0,-1 0 0,0 0 0,0 0 0,0 0 0,0-1 0,0 1 0,0-1 0,-1 1 0,1-1 0,-1 1 0,1-1 0,0-4 0,-1 0 0,0 1 0,0-1 0,0 0 0,-1 0 0,-1 0 0,1 0 0,-1 0 0,0 0 0,0 0 0,-1 1 0,0-1 0,0 0 0,-1 1 0,0 0 0,0-1 0,0 1 0,-1 0 0,0 1 0,0-1 0,0 1 0,-1-1 0,0 1 0,0 1 0,-6-6 0,1 0-1365,1 0-5461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59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24575,'3'0'0,"6"0"0,4 0 0,4 0 0,3 0 0,1 0 0,2 0 0,-1 0 0,1 0 0,-1 0 0,1 0 0,-5 0-8191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5:59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24575,'370'0'-1365,"-352"0"-5461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10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24575,'0'348'0,"1"-331"0,1-1 0,6 29 0,-4-27 0,-1-1 0,1 22 0,-4-16-74,-1-18-33,0 1-1,1-1 1,0 0-1,0 0 0,1 0 1,-1 1-1,1-1 0,0 0 1,1 0-1,-1 0 1,4 6-1,-1-6-6718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11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24575,'1'1'0,"0"-1"0,0 0 0,0 1 0,0-1 0,0 1 0,-1-1 0,1 1 0,0 0 0,0-1 0,0 1 0,-1 0 0,1-1 0,0 1 0,-1 0 0,1 0 0,0 0 0,-1 0 0,1 0 0,-1 0 0,0-1 0,1 1 0,-1 0 0,0 0 0,1 0 0,-1 0 0,0 1 0,0 0 0,4 34 0,-4-32 0,1 2 0,0 24 0,11 54 0,-8-59 0,-1 0 0,-1 0 0,-2 38 0,-1-37 0,1-1 0,1 1 0,7 33 0,3-10-82,-3-21-239,-2 1 0,-1 0 1,1 31-1,-6-41-6505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19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24575,'0'47'0,"1"57"0,0-102 0,-1 1 0,1-1 0,0 1 0,0-1 0,0 1 0,0-1 0,0 0 0,1 1 0,-1-1 0,1 0 0,-1 0 0,1 0 0,0 0 0,0 0 0,0-1 0,0 1 0,0 0 0,0-1 0,0 0 0,1 1 0,-1-1 0,0 0 0,1 0 0,-1 0 0,1 0 0,-1-1 0,1 1 0,4 0 0,-5-1 0,1 1 0,0-1 0,-1 0 0,1 0 0,0 0 0,0 0 0,-1 0 0,1 0 0,0-1 0,-1 0 0,1 1 0,0-1 0,-1 0 0,1 0 0,-1 0 0,1-1 0,-1 1 0,0 0 0,1-1 0,-1 0 0,0 1 0,0-1 0,0 0 0,0 0 0,-1 0 0,1 0 0,2-4 0,1-8 0,0 0 0,0-1 0,-1 0 0,-1 1 0,-1-1 0,1-18 0,0 53 0,9 36 0,-8-41 0,1-25 0,-1 0 0,0-1 0,3-12 0,-5 16 0,1-1 0,0 1 0,0 0 0,1 0 0,0 0 0,7-11 0,-10 17 0,0-1 0,1 0 0,-1 0 0,1 0 0,-1 1 0,1-1 0,0 1 0,0-1 0,0 1 0,-1 0 0,1 0 0,1-1 0,-1 1 0,0 1 0,0-1 0,0 0 0,0 0 0,0 1 0,1 0 0,-1-1 0,0 1 0,1 0 0,-1 0 0,0 0 0,0 0 0,5 1 0,-6 0 0,1 0 0,-1-1 0,1 1 0,-1 0 0,0 0 0,1 0 0,-1 0 0,0 0 0,1 1 0,-1-1 0,0 0 0,0 1 0,0-1 0,0 0 0,-1 1 0,2 1 0,11 32 0,-2-6 0,0-3-1365,-11-17-5461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20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24575,'0'0'-8191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20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5 24575,'-42'-2'0,"30"1"0,-1 0 0,0 1 0,1 0 0,-1 1 0,1 1 0,-1 0 0,-22 6 0,33-7 0,0 0 0,-1 1 0,1-1 0,0 1 0,0-1 0,0 1 0,0 0 0,0-1 0,0 1 0,1 0 0,-1 0 0,1 1 0,-1-1 0,1 0 0,0 0 0,0 1 0,0-1 0,0 1 0,0-1 0,0 1 0,1-1 0,-1 1 0,1-1 0,0 1 0,0 0 0,0-1 0,0 1 0,0-1 0,0 1 0,2 4 0,-1-3 0,0 0 0,0 0 0,0-1 0,0 1 0,1-1 0,-1 1 0,1-1 0,0 0 0,0 1 0,0-1 0,1 0 0,-1 0 0,1-1 0,0 1 0,-1-1 0,1 1 0,0-1 0,1 0 0,-1 0 0,6 3 0,3-2 20,-1 0 0,0-1 0,1 0 0,-1-1 0,21 0 0,-25-1-144,0-1 0,0 1 1,-1-1-1,1 0 0,-1-1 0,1 1 1,-1-1-1,1-1 0,-1 1 0,0-1 1,7-4-1,-3-2-6702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21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24575,'0'33'0,"-1"-5"0,0-1 0,2 1 0,2-1 0,0 0 0,2 0 0,15 52 0,-6-36 0,-10-30 0,0-1 0,0 1 0,10 17 0,-12-26 0,1-1 0,-1 1 0,1-1 0,-1 0 0,1 1 0,0-1 0,0-1 0,1 1 0,-1 0 0,1-1 0,-1 0 0,1 1 0,0-2 0,0 1 0,-1 0 0,9 1 0,-6-1 0,1-1 0,0 0 0,0-1 0,0 1 0,-1-1 0,1-1 0,0 1 0,0-1 0,13-4 0,-16 4 0,0-1 0,0 0 0,0 0 0,0-1 0,0 1 0,-1-1 0,1 0 0,-1 0 0,1 0 0,-1 0 0,0 0 0,0-1 0,-1 0 0,1 1 0,-1-1 0,0 0 0,0 0 0,0-1 0,2-6 0,-2 5 0,0 0 0,0 0 0,-1 0 0,0 0 0,0 0 0,0 0 0,-1-1 0,0 1 0,0 0 0,-1 0 0,0-1 0,0 1 0,-3-12 0,3 16 0,0 0 0,0 1 0,0-1 0,0 0 0,-1 0 0,1 1 0,0-1 0,-1 0 0,1 1 0,-1-1 0,0 1 0,1 0 0,-1 0 0,0-1 0,0 1 0,0 0 0,0 1 0,0-1 0,0 0 0,0 0 0,0 1 0,0-1 0,0 1 0,0 0 0,0 0 0,0 0 0,0 0 0,0 0 0,-1 0 0,-2 1 0,2-1 0,1 1 0,-1 0 0,1-1 0,-1 1 0,1 0 0,-1 0 0,1 1 0,0-1 0,0 0 0,0 1 0,-1-1 0,1 1 0,1 0 0,-1 0 0,0 0 0,0 0 0,1 0 0,-1 0 0,1 0 0,-1 0 0,1 1 0,0-1 0,0 0 0,-1 5 0,1-2 0,0 0 0,1 0 0,-1 0 0,1 0 0,0 0 0,0 0 0,1-1 0,0 1 0,0 0 0,0 0 0,0 0 0,1 0 0,-1-1 0,1 1 0,0-1 0,5 7 0,-6-9 0,1 0 0,0 0 0,0 0 0,0 0 0,0 0 0,0 0 0,0-1 0,0 1 0,1-1 0,-1 0 0,0 0 0,1 0 0,-1 0 0,1 0 0,0 0 0,-1 0 0,1-1 0,-1 0 0,1 1 0,0-1 0,-1 0 0,1 0 0,0 0 0,0-1 0,-1 1 0,1-1 0,-1 1 0,1-1 0,-1 0 0,1 0 0,-1 0 0,3-2 0,-3 2 0,1 0 0,-1 0 0,0 0 0,0-1 0,0 1 0,0-1 0,-1 1 0,1-1 0,0 0 0,-1 0 0,1 0 0,-1 0 0,1 0 0,-1 0 0,0 0 0,0 0 0,0 0 0,0-1 0,1-3 0,-1-3 0,0 0 0,0 0 0,0 0 0,-2-10 0,1 13 0,-1 1 0,1 0 0,0 0 0,0-1 0,1 1 0,0 0 0,-1 0 0,2 0 0,-1-1 0,1 1 0,-1 1 0,2-1 0,2-6 0,-4 10 0,-1 1 0,1 0 0,0-1 0,-1 1 0,1 0 0,0-1 0,0 1 0,-1 0 0,1 0 0,0-1 0,0 1 0,0 0 0,-1 0 0,1 0 0,0 0 0,0 0 0,0 0 0,-1 0 0,1 1 0,0-1 0,0 0 0,0 0 0,-1 1 0,1-1 0,0 0 0,0 1 0,-1-1 0,1 0 0,0 1 0,-1-1 0,1 1 0,-1 0 0,1-1 0,-1 1 0,1-1 0,-1 1 0,2 1 0,26 32 0,-20-24 0,12 14 0,-13-14 0,0-1 0,1 0 0,0-1 0,0 0 0,1 0 0,19 12 0,-13-10-110,-8-6-47,0 1 0,0-1 0,1 0 0,-1-1 0,1 1 1,-1-2-1,15 4 0,-12-6-6669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22.1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0 24575,'-7'1'0,"-1"0"0,1 1 0,0-1 0,-1 1 0,1 1 0,0 0 0,0-1 0,1 2 0,-13 7 0,-55 43 0,-1-1 0,48-35 0,-46 40 0,48-41-1365,12-11-5461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00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39 24575,'-46'-17'0,"30"14"0,0 1 0,0 0 0,0 1 0,0 1 0,-27 3 0,39-3 0,-1 1 0,1 0 0,-1 0 0,1 0 0,-1 0 0,1 1 0,0 0 0,0 0 0,0 0 0,0 0 0,0 1 0,0-1 0,0 1 0,1 0 0,0 0 0,-1 1 0,1-1 0,0 1 0,1-1 0,-1 1 0,1 0 0,-1 0 0,1 0 0,-1 5 0,-3 7 0,1 0 0,1 1 0,0 0 0,2 0 0,0 0 0,1 0 0,0 0 0,3 20 0,-2-33 0,1 0 0,0-1 0,0 1 0,0 0 0,0-1 0,1 1 0,0-1 0,-1 1 0,1-1 0,0 0 0,1 1 0,-1-1 0,1 0 0,-1-1 0,1 1 0,0 0 0,0-1 0,0 1 0,0-1 0,0 0 0,1 0 0,-1-1 0,1 1 0,-1-1 0,7 3 0,4-1 0,0 1 0,0-2 0,0 0 0,0-1 0,23 0 0,-30-1 0,-1-1 0,1 0 0,-1 0 0,0 0 0,1-1 0,-1 1 0,0-2 0,0 1 0,0-1 0,0 0 0,-1 0 0,1 0 0,-1-1 0,0 0 0,0 0 0,8-8 0,-4 2 0,-1 0 0,-1-1 0,0 1 0,-1-1 0,1 0 0,-2-1 0,7-19 0,15-50 0,-28 95 0,0-1 0,1 0 0,1 0 0,0 0 0,4 15 0,-5-27 0,0 0 0,0 0 0,0-1 0,0 1 0,0 0 0,1 0 0,-1 0 0,0-1 0,0 1 0,1 0 0,-1 0 0,1-1 0,-1 1 0,0 0 0,1-1 0,-1 1 0,1 0 0,0-1 0,-1 1 0,1-1 0,-1 1 0,1-1 0,0 1 0,-1-1 0,1 0 0,0 1 0,0-1 0,-1 0 0,1 1 0,0-1 0,0 0 0,0 0 0,1-1 0,0 0 0,-1 0 0,1 0 0,-1 0 0,0 0 0,1 0 0,-1 0 0,0-1 0,1 1 0,0-3 0,12-11 0,-13 15 0,-1 0 0,1 0 0,0 0 0,-1 0 0,1 0 0,0 0 0,-1 0 0,1 0 0,-1 0 0,1 0 0,0 1 0,-1-1 0,1 0 0,-1 0 0,1 1 0,0-1 0,-1 0 0,1 1 0,-1-1 0,1 0 0,-1 1 0,1-1 0,-1 1 0,1-1 0,-1 1 0,0-1 0,1 1 0,-1-1 0,0 1 0,1-1 0,-1 1 0,0-1 0,0 1 0,1 0 0,-1-1 0,0 2 0,9 22 0,-4 12 0,-6-31 0,2 0 0,-1 0 0,0 0 0,1 0 0,0-1 0,0 1 0,1 0 0,-1-1 0,1 1 0,3 6 0,-5-11 0,0 0 0,1 0 0,-1 0 0,0 0 0,0 0 0,0 0 0,1 0 0,-1 0 0,0 1 0,0-1 0,0 0 0,1 0 0,-1 0 0,0 0 0,0-1 0,1 1 0,-1 0 0,0 0 0,0 0 0,0 0 0,1 0 0,-1 0 0,0 0 0,0 0 0,0 0 0,0 0 0,1-1 0,-1 1 0,0 0 0,0 0 0,0 0 0,0 0 0,1 0 0,-1-1 0,0 1 0,0 0 0,0 0 0,0 0 0,0-1 0,0 1 0,0 0 0,0 0 0,0 0 0,1-1 0,-1 1 0,0 0 0,0 0 0,0 0 0,0-1 0,0 1 0,0 0 0,0 0 0,-1-1 0,1 1 0,0 0 0,3-15 0,-1-11 0,-4-42 0,1 49 0,0 0 0,1-1 0,1 1 0,6-29 0,-6 43 0,1 0 0,0 0 0,1 0 0,-1 1 0,1-1 0,0 1 0,0 0 0,0 0 0,1 0 0,-1 0 0,1 0 0,0 1 0,0-1 0,0 1 0,1 0 0,-1 1 0,1-1 0,0 1 0,-1 0 0,1 0 0,0 0 0,0 1 0,0-1 0,1 1 0,-1 1 0,0-1 0,0 1 0,1 0 0,-1 0 0,0 0 0,9 2 0,20 6-1365,-18-5-5461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01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18 24575,'0'-1'0,"-1"0"0,1 0 0,-1 0 0,1 0 0,-1 0 0,1 0 0,-1 0 0,1 1 0,-1-1 0,0 0 0,1 0 0,-1 1 0,0-1 0,0 0 0,1 1 0,-1-1 0,0 1 0,0-1 0,0 1 0,0-1 0,0 1 0,0 0 0,0-1 0,0 1 0,0 0 0,0 0 0,0 0 0,0 0 0,-2 0 0,-31-1 0,31 2 0,1 0 0,-1 0 0,0 0 0,0 0 0,1 0 0,-1 1 0,1-1 0,0 1 0,-1-1 0,1 1 0,0 0 0,0 0 0,0 0 0,0 0 0,0 1 0,0-1 0,1 0 0,-1 1 0,1-1 0,0 1 0,-1-1 0,1 1 0,0 0 0,1 0 0,-1-1 0,0 1 0,0 4 0,0 5 0,0 1 0,0 0 0,1-1 0,4 25 0,-4-36 0,0 1 0,0 0 0,0 0 0,1-1 0,-1 1 0,0 0 0,1 0 0,0-1 0,-1 1 0,1-1 0,0 1 0,0-1 0,0 1 0,0-1 0,0 1 0,0-1 0,0 0 0,0 1 0,1-1 0,-1 0 0,0 0 0,1 0 0,-1 0 0,1 0 0,-1 0 0,1-1 0,0 1 0,-1 0 0,1-1 0,0 1 0,-1-1 0,1 0 0,3 1 0,-3-2 0,1 1 0,-1 0 0,0-1 0,0 1 0,0-1 0,0 0 0,0 0 0,0 0 0,0 0 0,0 0 0,0 0 0,0 0 0,-1-1 0,1 1 0,0-1 0,-1 1 0,1-1 0,-1 0 0,0 1 0,1-1 0,-1 0 0,0 0 0,0 0 0,0 0 0,-1 0 0,1 0 0,0-2 0,2-7 0,-1 1 0,-1-1 0,0 0 0,-1 0 0,0-12 0,2 20 0,2 12 0,4 15 0,6 60 0,0-12 0,-4 2 0,1 91 0,-11-131 0,1-19 0,-1-1 0,0 1 0,-5 22 0,5-33 0,-2 0 0,1 1 0,0-1 0,-1 0 0,0 0 0,0 0 0,0 0 0,-1 0 0,1 0 0,-1 0 0,0-1 0,0 0 0,0 1 0,0-1 0,-7 4 0,2-1 0,-1-1 0,0 0 0,0 0 0,-1-1 0,1-1 0,-1 1 0,-13 1 0,19-3 0,-1-2 0,1 1 0,0 0 0,-1-1 0,1 0 0,0 0 0,-1 0 0,1-1 0,0 1 0,-1-1 0,1 0 0,0 0 0,0-1 0,0 1 0,0-1 0,0 0 0,0 0 0,0 0 0,-5-5 0,6 3 0,0 1 0,1-1 0,-1 0 0,1 0 0,0 0 0,0 0 0,1 0 0,-1 0 0,1 0 0,0-1 0,0 1 0,1-1 0,-1 1 0,1 0 0,0-1 0,0 1 0,1-7 0,0-1 0,0 0 0,1 0 0,1 0 0,0 1 0,5-15 0,-2 16 0,0 0 0,0 0 0,1 0 0,0 0 0,1 1 0,0 1 0,0-1 0,1 1 0,10-7 0,-4 3 0,-2 0 0,22-25 0,31-36 0,-29 34-1365,-27 29-5461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02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40 24575,'0'55'0,"-1"63"0,1-117 0,0 1 0,0-1 0,0 1 0,0-1 0,-1 1 0,1-1 0,0 0 0,-1 1 0,1-1 0,-1 0 0,0 1 0,1-1 0,-1 0 0,0 0 0,0 0 0,-1 2 0,-4-6 0,2-13 0,1-16 0,1-1 0,5-58 0,-3 88 0,1 0 0,-1 0 0,1 0 0,-1 1 0,1-1 0,0 0 0,0 1 0,0-1 0,0 1 0,1-1 0,-1 1 0,1-1 0,-1 1 0,1 0 0,0 0 0,0 0 0,0 0 0,0 0 0,0 0 0,1 1 0,-1-1 0,0 1 0,1-1 0,-1 1 0,1 0 0,0 0 0,-1 0 0,1 0 0,0 1 0,0-1 0,-1 1 0,1-1 0,0 1 0,0 0 0,0 0 0,-1 0 0,1 1 0,0-1 0,0 1 0,-1-1 0,1 1 0,0 0 0,-1 0 0,1 0 0,0 1 0,-1-1 0,0 0 0,1 1 0,2 2 0,5 7 0,-1-1 0,0 2 0,-1-1 0,0 1 0,-1 0 0,10 22 0,9 15 0,-11-9 0,-13-115 0,-2 69 0,0 0 0,1 0 0,0 0 0,0 0 0,0 0 0,1 1 0,0-1 0,0 0 0,0 1 0,1-1 0,0 1 0,0 0 0,0 0 0,7-7 0,-8 10 0,0-1 0,1 1 0,-1-1 0,1 1 0,-1 0 0,1 0 0,0 1 0,0-1 0,0 0 0,0 1 0,0 0 0,0 0 0,0 0 0,1 0 0,-1 0 0,0 1 0,1-1 0,-1 1 0,0 0 0,1 0 0,-1 0 0,0 0 0,1 1 0,-1 0 0,0-1 0,1 1 0,3 2 0,-3-1 0,-1 1 0,1-1 0,-1 1 0,0-1 0,0 1 0,0 0 0,-1 0 0,1 1 0,-1-1 0,1 0 0,-1 1 0,0-1 0,2 7 0,18 50 0,-20-52 0,0 0 0,0 0 0,1 0 0,-1-1 0,2 1 0,-1-1 0,1 0 0,0 0 0,1 0 0,-1-1 0,1 1 0,1-1 0,-1 0 0,12 9 0,-16-15 0,-1 1 0,1-1 0,0 1 0,0 0 0,0-1 0,0 1 0,0-1 0,0 0 0,0 1 0,0-1 0,0 0 0,0 0 0,0 0 0,0 0 0,1 1 0,-1-1 0,0-1 0,0 1 0,0 0 0,0 0 0,0 0 0,0-1 0,0 1 0,0 0 0,0-1 0,2 0 0,-2-1 0,1 1 0,-1-1 0,1 1 0,-1-1 0,0 0 0,0 0 0,0 1 0,0-1 0,0 0 0,0 0 0,-1 0 0,2-4 0,0-5 0,0-1 0,0 0 0,-1-18 0,-1 14 0,-1 11 0,1-1 0,0 1 0,0 0 0,0 0 0,0-1 0,1 1 0,0 0 0,0 0 0,1 0 0,-1 0 0,1 0 0,0 0 0,4-7 0,-6 12 0,1-1 0,-1 1 0,0 0 0,0-1 0,1 1 0,-1 0 0,0 0 0,1-1 0,-1 1 0,0 0 0,1 0 0,-1-1 0,0 1 0,1 0 0,-1 0 0,1 0 0,-1 0 0,0 0 0,1-1 0,-1 1 0,1 0 0,-1 0 0,1 0 0,-1 0 0,0 0 0,1 0 0,-1 0 0,1 1 0,-1-1 0,0 0 0,1 0 0,-1 0 0,1 0 0,-1 0 0,1 1 0,11 14 0,3 24 0,-7 3-12,-7-33-138,0-1-1,1 1 1,0-1 0,0 0-1,1 0 1,0 0 0,0 0-1,5 8 1,0-5-6676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02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24575,'0'0'-8191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03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24575,'1'6'0,"0"0"0,0 1 0,1-1 0,0 0 0,0 0 0,0-1 0,1 1 0,0 0 0,0-1 0,0 1 0,6 6 0,-4-5 0,-1 0 0,1 0 0,-1 1 0,-1-1 0,5 14 0,-4-5 0,9 34 0,-12-46 0,0 0 0,1-1 0,-1 1 0,1-1 0,0 1 0,0-1 0,0 0 0,0 0 0,6 6 0,-8-10 0,1 1 0,-1 0 0,1 0 0,-1 0 0,0-1 0,1 1 0,-1 0 0,1-1 0,-1 1 0,0 0 0,1-1 0,-1 1 0,1 0 0,-1-1 0,0 1 0,0-1 0,1 1 0,-1 0 0,0-1 0,0 1 0,0-1 0,1 1 0,-1-1 0,0 1 0,0-1 0,0 1 0,0-1 0,0 1 0,0-1 0,0 1 0,0-1 0,0 1 0,0-1 0,0 1 0,-1-2 0,3-22 0,-2-6 0,-1 21 0,1-1 0,0 1 0,1-1 0,0 1 0,4-18 0,-4 24 0,0 0 0,1 0 0,-1 0 0,1 0 0,-1 1 0,1-1 0,0 1 0,0-1 0,0 1 0,1 0 0,-1 0 0,0 0 0,1 0 0,0 0 0,-1 0 0,1 1 0,0-1 0,0 1 0,0 0 0,0 0 0,0 0 0,3-1 0,-3 1 0,0 0 0,0 1 0,0-1 0,0 1 0,-1-1 0,1 1 0,0 0 0,0 0 0,0 1 0,0-1 0,0 0 0,0 1 0,-1 0 0,1 0 0,0 0 0,0 0 0,-1 0 0,1 0 0,-1 1 0,1-1 0,-1 1 0,1-1 0,-1 1 0,0 0 0,0 0 0,0 0 0,0 1 0,2 3 0,3 5 0,0 1 0,-2 1 0,1-1 0,-2 1 0,4 15 0,-4-15 0,0-1 0,1 1 0,9 18 0,-13-30 0,0 1 0,0-1 0,0 1 0,0-1 0,0 0 0,1 1 0,-1-1 0,0 0 0,1 0 0,-1 0 0,1 0 0,-1 0 0,1 0 0,0 0 0,-1-1 0,1 1 0,0-1 0,0 1 0,-1-1 0,1 1 0,0-1 0,0 0 0,0 0 0,0 0 0,-1 0 0,1 0 0,0 0 0,0-1 0,0 1 0,-1-1 0,1 1 0,0-1 0,-1 0 0,4-1 0,6-4 0,0 0 0,-1-1 0,0-1 0,12-11 0,4-1 0,-11 9-87,34-25-1191,-39 25-5548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05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24575,'-1'78'0,"3"84"0,19-53 0,-1-25 40,-13-61-391,-2 0 0,0 1-1,2 38 1,-6-44-6475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05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24575,'16'45'0,"-5"4"0,-6-29 0,0 0 0,-2-1 0,1 23 0,-5 45 0,2 44 0,9-73 0,-6-42 0,-1 0 0,1 24 0,-3 2-1365,-1-23-5461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06.4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0 289 24575,'4'-2'0,"1"0"0,-1 0 0,0 0 0,0 0 0,-1-1 0,1 1 0,0-1 0,-1 0 0,0 0 0,1-1 0,4-6 0,1 0 0,-6 7 0,1-1 0,-1 0 0,-1-1 0,1 1 0,0-1 0,-1 1 0,0-1 0,0 0 0,-1 1 0,1-1 0,-1 0 0,0 0 0,1-9 0,-1-7 0,-1 0 0,-1-22 0,-1 8 0,-7-13 0,11 54 0,1-1 0,0 1 0,0 0 0,0-1 0,1 0 0,0 0 0,0 0 0,0 0 0,1-1 0,-1 1 0,1-1 0,0 0 0,0-1 0,9 5 0,-5-1 0,0-1 0,0 2 0,12 11 0,-9-3 0,-4-7 0,-1 0 0,1 0 0,1 0 0,0-1 0,13 9 0,7 7-97,-23-18 128,0-1 0,1 1 0,0-1 0,0 0 0,0-1 0,12 6 1,-18-10-53,0 0 1,1 1-1,-1-1 0,1 0 1,-1 1-1,1-1 1,-1 0-1,0 0 1,1 0-1,-1 0 1,1-1-1,-1 1 1,1 0-1,-1-1 1,1 1-1,-1-1 0,2 0 1,-1 0-60,0-1 0,0 0 1,0 1-1,0-1 0,-1 0 1,1 0-1,-1 0 0,1 0 1,-1 0-1,0 0 0,0 0 0,0 0 1,2-4-1,2-11-6746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06.9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23 24575,'0'-1'0,"-1"0"0,1 0 0,0 0 0,-1 0 0,1 0 0,-1 0 0,0 0 0,1 0 0,-1 1 0,0-1 0,1 0 0,-1 1 0,0-1 0,0 0 0,0 1 0,1-1 0,-1 1 0,0-1 0,0 1 0,0-1 0,0 1 0,0 0 0,0-1 0,0 1 0,0 0 0,0 0 0,-2 0 0,-33-4 0,32 3 0,2 1 0,-1 0 0,1 0 0,-1-1 0,0 1 0,1 1 0,-1-1 0,1 0 0,-1 1 0,0-1 0,1 1 0,-1 0 0,1 0 0,0 0 0,-1 0 0,1 0 0,0 1 0,-1-1 0,1 1 0,0-1 0,0 1 0,0 0 0,-2 2 0,2 0 0,0 0 0,0 1 0,0-1 0,1 1 0,-1-1 0,1 1 0,0-1 0,1 1 0,-1 0 0,1-1 0,0 10 0,-1-7 0,1 0 0,1 0 0,-1 0 0,1 0 0,0 0 0,1 0 0,0 0 0,0 0 0,6 12 0,-6-16 0,-1-1 0,1 1 0,0-1 0,0 0 0,1 0 0,-1 0 0,0 0 0,1 0 0,-1 0 0,1 0 0,0-1 0,-1 0 0,1 1 0,0-1 0,0 0 0,0 0 0,0-1 0,0 1 0,0 0 0,0-1 0,0 0 0,0 0 0,0 0 0,0 0 0,4-1 0,-5 1 3,1 0 0,-1-1 1,0 1-1,0-1 0,0 1 0,0-1 0,0 0 0,0 0 0,0 0 0,0 0 0,0 0 0,0 0 0,-1-1 1,1 1-1,0 0 0,-1-1 0,1 0 0,-1 1 0,0-1 0,1 0 0,-1 0 0,0 0 0,0 1 1,0-1-1,0 0 0,-1 0 0,1-1 0,0 1 0,0-4 0,1-6-166,-1 1-1,0-1 1,-1 0-1,-1-15 0,0 14-476,0-6-6186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07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1 110 24575,'0'-2'0,"0"0"0,0 1 0,1-1 0,-1 1 0,1-1 0,-1 1 0,1 0 0,0-1 0,-1 1 0,1-1 0,0 1 0,0 0 0,0 0 0,0 0 0,0-1 0,0 1 0,0 0 0,1 0 0,-1 0 0,0 1 0,1-1 0,-1 0 0,0 0 0,4 0 0,41-13 0,-33 11 0,59-19-17,-41 11-433,0 2 1,57-9 0,-71 17-6377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07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0 303 24575,'1'1'0,"-1"0"0,0 0 0,1 0 0,-1 0 0,1 0 0,-1 0 0,1-1 0,0 1 0,-1 0 0,1 0 0,0-1 0,-1 1 0,1 0 0,0-1 0,0 1 0,0 0 0,0-1 0,0 1 0,-1-1 0,1 0 0,0 1 0,0-1 0,0 0 0,0 1 0,0-1 0,0 0 0,2 0 0,33 4 0,-32-4 0,2 0 0,1 0 0,-1-1 0,0 0 0,1 0 0,-1 0 0,0-1 0,0 0 0,0 0 0,0-1 0,0 0 0,-1 0 0,1 0 0,-1 0 0,0-1 0,0 0 0,0 0 0,0-1 0,-1 1 0,0-1 0,0 0 0,4-6 0,3-4 0,-1-2 0,0 1 0,-2-1 0,0-1 0,11-35 0,-16 44 0,-1 0 0,-1-1 0,0 1 0,0 0 0,-1-1 0,-1-15 0,1 23 0,0 0 0,-1-1 0,1 1 0,-1 0 0,0 0 0,1 0 0,-1-1 0,0 1 0,0 0 0,0 0 0,-1 1 0,1-1 0,0 0 0,-3-2 0,3 3 0,0 0 0,-1 1 0,1-1 0,-1 0 0,1 1 0,-1-1 0,1 1 0,-1-1 0,1 1 0,-1 0 0,1 0 0,-1 0 0,1 0 0,-1 0 0,1 0 0,-1 0 0,0 0 0,1 0 0,-1 1 0,1-1 0,-1 1 0,1-1 0,-2 2 0,-4 1 0,1 1 0,0-1 0,0 1 0,0 1 0,1-1 0,-1 1 0,1 0 0,0 0 0,0 1 0,1-1 0,-7 11 0,3-2 0,0-1 0,1 1 0,0 1 0,-5 18 0,10-28 0,1 0 0,-1 0 0,1 0 0,1 1 0,-1-1 0,1 0 0,0 0 0,0 0 0,0 1 0,1-1 0,0 0 0,0 0 0,0 0 0,0 0 0,1 0 0,0 0 0,0 0 0,0-1 0,1 1 0,0-1 0,3 5 0,-2-4 0,1 0 0,0-1 0,0 0 0,0 1 0,1-2 0,-1 1 0,1-1 0,0 0 0,0 0 0,0 0 0,0-1 0,0 0 0,1 0 0,-1-1 0,1 0 0,9 1 0,-1-1-273,1 0 0,0-1 0,0 0 0,28-5 0,-25 0-6553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31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24575,'0'4'0,"0"4"0,0 6 0,0 3 0,0 2 0,0 3 0,0 0 0,0 1 0,0-1 0,0 1 0,0-1 0,0-3-8191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31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0 165 24575,'3'-1'0,"0"0"0,0 0 0,0 0 0,0-1 0,0 0 0,0 1 0,0-1 0,-1 0 0,1 0 0,-1-1 0,1 1 0,-1 0 0,3-5 0,13-10 0,94-49 0,-81 37 66,-18 15-1497,-3 5-5395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31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24575,'0'4'0,"4"0"0,4 1 0,2 3 0,2-1 0,3 3 0,3 0 0,2-3 0,0-1 0,2-3 0,0-1 0,1-1 0,-1-1 0,0 0 0,0-1 0,-4 1-8191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32.1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24575,'0'3'0,"0"6"0,0 4 0,0 4 0,0 3 0,0 1 0,0 2 0,0-4-8191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43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1 460 24575,'5'-1'0,"0"1"0,0-1 0,0-1 0,0 1 0,0-1 0,0 0 0,0 0 0,0 0 0,-1-1 0,1 0 0,4-3 0,47-41 0,-49 41 0,20-23 0,0-1 0,-2-1 0,35-58 0,-43 63 0,-14 20 0,0 1 0,0-1 0,0-1 0,0 1 0,-1 0 0,0 0 0,-1-1 0,1 1 0,-1-1 0,0 0 0,-1 1 0,0-1 0,0 0 0,0 1 0,-3-12 0,3 15 0,-1-1 0,0 1 0,0 0 0,0 0 0,-1 0 0,1 0 0,-1 0 0,0 0 0,1 0 0,-1 1 0,0-1 0,-1 1 0,1-1 0,0 1 0,-1 0 0,1 0 0,-1 0 0,0 0 0,0 0 0,0 0 0,0 1 0,0 0 0,0-1 0,0 1 0,0 0 0,0 1 0,-1-1 0,1 1 0,0-1 0,-1 1 0,1 0 0,-4 0 0,5 0 0,0 0 0,0 0 0,0 1 0,0-1 0,0 0 0,0 1 0,0-1 0,0 1 0,0 0 0,1-1 0,-1 1 0,0 0 0,1 0 0,-1 0 0,0 0 0,1 1 0,-1-1 0,1 0 0,0 1 0,-1-1 0,1 1 0,0-1 0,0 1 0,0 0 0,0-1 0,0 1 0,0 0 0,0 0 0,1-1 0,-1 1 0,1 0 0,-1 0 0,1 0 0,0 0 0,0 0 0,0 0 0,0 3 0,0 0 0,1 0 0,-1-1 0,1 1 0,0-1 0,0 1 0,0-1 0,1 1 0,0-1 0,0 0 0,0 1 0,0-1 0,1 0 0,-1-1 0,1 1 0,4 4 0,64 55 0,-39-32 0,-27-25 0,1 0 0,0-1 0,0 0 0,0 1 0,13 6 0,-8-6 11,1-1 0,-1-1 0,1 0 0,0-1 0,0 0 0,0-1-1,1 0 1,-1-1 0,1 0 0,23-2 0,-30 1-64,-1-1 0,0 1 0,1-1 0,-1 0 0,0-1 0,0 1 0,0-1 0,0 0 0,0 0 0,0-1 0,-1 0 0,1 1 0,-1-1-1,1-1 1,-1 1 0,0-1 0,-1 1 0,1-1 0,0 0 0,-1-1 0,0 1 0,0-1 0,-1 1 0,1-1 0,-1 0 0,0 0 0,3-8 0,-2-3-6773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43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72 24575,'0'1'0,"0"0"0,0 1 0,0-1 0,0 0 0,0 1 0,0-1 0,0 0 0,0 1 0,0-1 0,1 0 0,-1 0 0,0 1 0,1-1 0,0 0 0,-1 0 0,1 0 0,-1 1 0,1-1 0,0 0 0,0 0 0,0 0 0,0 0 0,0 0 0,0 0 0,0-1 0,0 1 0,0 0 0,0 0 0,0-1 0,0 1 0,1-1 0,-1 1 0,0-1 0,0 1 0,1-1 0,-1 0 0,0 0 0,1 1 0,-1-1 0,0 0 0,1 0 0,-1 0 0,0-1 0,1 1 0,-1 0 0,3-1 0,0 0 0,0-1 0,1 1 0,-1-1 0,0 0 0,0 0 0,0 0 0,0-1 0,0 1 0,-1-1 0,1 0 0,-1 0 0,6-6 0,2-7 0,-8 10 0,0 1 0,0 0 0,1 0 0,0 0 0,0 0 0,0 1 0,0-1 0,1 1 0,0 0 0,5-3 0,-10 7 0,1 0 0,0 0 0,-1 0 0,1 0 0,-1 0 0,1 0 0,-1 0 0,1 0 0,0 0 0,-1 0 0,1 0 0,-1 1 0,1-1 0,-1 0 0,1 0 0,-1 1 0,1-1 0,-1 0 0,1 1 0,-1-1 0,1 0 0,-1 1 0,0-1 0,1 1 0,-1-1 0,0 1 0,1-1 0,-1 1 0,0-1 0,0 1 0,1-1 0,-1 1 0,0-1 0,0 1 0,0-1 0,0 1 0,0 0 0,1-1 0,-1 2 0,3 25 0,-3-25 0,-2 178-1365,2-161-5461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44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24575,'1'-1'0,"-1"0"0,0 0 0,0 0 0,1 0 0,-1 1 0,1-1 0,-1 0 0,1 0 0,-1 1 0,1-1 0,-1 0 0,1 1 0,0-1 0,-1 0 0,1 1 0,0-1 0,0 1 0,-1-1 0,1 1 0,0-1 0,0 1 0,0 0 0,-1-1 0,1 1 0,0 0 0,0 0 0,1 0 0,32-5 0,-25 4 0,35-7 0,-19 2 0,-1 2 0,39-1 0,46 6-1365,-91-1-5461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6:44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24575,'3'0'0,"6"0"0,4 0 0,4 0 0,3 0 0,2 0 0,0 0 0,0 0 0,1 0 0,0 0 0,-1 0 0,0 0 0,0 0 0,0 0 0,-4 0-8191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7:10.1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23 541 24575,'1'-3'0,"0"1"0,1 0 0,-1 0 0,1 0 0,0 0 0,0 0 0,0 0 0,0 0 0,0 1 0,0-1 0,0 1 0,0-1 0,4-1 0,10-8 0,-5 0 0,-1-1 0,0 0 0,-1 0 0,0-1 0,-1 0 0,0-1 0,-1 0 0,-1 0 0,0 0 0,3-16 0,-3 8 0,-1 0 0,-2-1 0,0 0 0,-1 0 0,-2 0 0,0 0 0,-2 0 0,-5-33 0,5 51 0,1 0 0,-1 0 0,0 0 0,-1 0 0,1 0 0,-1 1 0,0-1 0,0 1 0,-1-1 0,1 1 0,-1 0 0,0 1 0,0-1 0,-5-3 0,3 3 0,0-1 0,0 2 0,0-1 0,-1 1 0,1 0 0,-1 0 0,0 1 0,0 0 0,0 0 0,-9-1 0,14 3 0,1 0 0,0 0 0,-1-1 0,1 1 0,-1 0 0,1 1 0,-1-1 0,1 0 0,0 0 0,-1 1 0,1-1 0,-1 0 0,1 1 0,0 0 0,0-1 0,-1 1 0,1 0 0,0-1 0,0 1 0,0 0 0,0 0 0,0 0 0,-2 2 0,2-1 0,0 0 0,0 0 0,0 0 0,0 0 0,1 1 0,-1-1 0,1 0 0,-1 0 0,1 1 0,0-1 0,0 0 0,0 0 0,1 5 0,-1-2 0,1 1 0,0-1 0,1 0 0,-1 1 0,1-1 0,0 0 0,1 0 0,-1 0 0,1 0 0,0 0 0,6 7 0,10 4 0,1-1 0,0-1 0,36 19 0,-19-12 0,59 27 0,-83-42 0,0 0 0,0-2 0,0 0 0,21 4 0,28 10 0,-38-11 0,1-1 0,0-1 0,43 2 0,-50-5 0,-15-2-47,-1 0 0,1 0 0,-1 0 0,1 0 0,-1 0 0,1-1 0,-1 0 0,1 1 0,-1-1-1,0 0 1,1 0 0,-1 0 0,0 0 0,0-1 0,0 1 0,0-1 0,0 1 0,0-1 0,0 0 0,0 1 0,0-1 0,-1 0-1,1 0 1,-1 0 0,0-1 0,1 1 0,-1 0 0,1-5 0,3-7-6779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7:10.6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89 54 24575,'-6'0'0,"0"0"0,0 0 0,0 1 0,0-1 0,0 1 0,1 1 0,-1-1 0,-8 4 0,12-4 0,0 0 0,0 1 0,0-1 0,0 1 0,1-1 0,-1 1 0,1 0 0,-1 0 0,1-1 0,-1 1 0,1 0 0,0 0 0,0 0 0,0 0 0,0 1 0,1-1 0,-1 0 0,0 0 0,1 1 0,-1-1 0,1 0 0,0 0 0,0 1 0,0 3 0,0-2 0,0 0 0,0-1 0,0 1 0,1 0 0,-1-1 0,1 1 0,0-1 0,0 1 0,0-1 0,0 1 0,1-1 0,-1 0 0,1 0 0,0 1 0,0-1 0,0 0 0,0-1 0,1 1 0,-1 0 0,1-1 0,0 1 0,-1-1 0,6 3 0,-3-2 0,1-1 0,0 1 0,0-1 0,1-1 0,-1 1 0,0-1 0,0 0 0,1-1 0,-1 1 0,0-1 0,1 0 0,9-2 0,-14 2 0,0-1 0,0 1 0,0-1 0,1 1 0,-1-1 0,0 0 0,0 0 0,0 0 0,0 0 0,0 0 0,0 0 0,-1 0 0,1-1 0,0 1 0,-1 0 0,1-1 0,-1 0 0,1 1 0,-1-1 0,2-2 0,-1 0 0,-1 0 0,1 0 0,-1 0 0,1 0 0,-1 0 0,-1 0 0,1-1 0,0 1 0,-1-8 0,-1-3 0,0 1 0,-1-1 0,-1 0 0,0 1 0,-5-15 0,0 11-1365,0 3-5461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7:51.4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23 24575,'4'0'0,"4"-3"0,5-2 0,5 0 0,1 1 0,3 1 0,0 2 0,1 0 0,-1 1 0,1 0 0,-1 0 0,0 0 0,0 0 0,0 0 0,0 0 0,-1 0 0,-3 1-8191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7:52.0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0 390 24575,'36'1'0,"-8"-1"0,0 0 0,40-6 0,-59 4 0,-1 0 0,0 0 0,1 0 0,-1-1 0,0-1 0,0 1 0,0-1 0,-1-1 0,1 1 0,-1-1 0,0 0 0,7-8 0,-1 1 0,2 0 0,23-15 0,-25 20 0,-1-2 0,0 0 0,0 0 0,18-21 0,-21 20 0,0-2 0,-1 1 0,0-1 0,11-22 0,-17 27 0,1-1 0,-1 1 0,0-1 0,0 1 0,-1-1 0,0 0 0,0 0 0,-1 0 0,0 0 0,-2-8 0,2 14 0,1 0 0,-1 1 0,-1-1 0,1 0 0,0 1 0,0-1 0,-1 0 0,1 1 0,-1-1 0,1 0 0,-1 1 0,0-1 0,1 1 0,-1-1 0,0 1 0,0-1 0,0 1 0,0 0 0,-1 0 0,1-1 0,0 1 0,0 0 0,-1 0 0,1 0 0,-1 0 0,1 0 0,-1 1 0,1-1 0,-1 0 0,1 1 0,-1-1 0,0 1 0,1-1 0,-1 1 0,0 0 0,1 0 0,-1 0 0,0 0 0,-2 0 0,0 1 0,0 0 0,-1 0 0,1 1 0,0-1 0,0 1 0,0 0 0,0 0 0,0 1 0,0-1 0,1 1 0,-1 0 0,1-1 0,-6 8 0,3-1 0,0 0 0,0 0 0,1 0 0,0 1 0,1 0 0,-4 10 0,-15 64 0,20-71 0,0 0 0,1 1 0,1-1 0,0 1 0,1-1 0,0 1 0,1-1 0,1 0 0,3 15 0,-4-23 0,1 0 0,-1 0 0,1-1 0,0 1 0,0-1 0,0 1 0,1-1 0,0 0 0,0 0 0,0 0 0,0 0 0,0-1 0,1 1 0,0-1 0,0 0 0,0 0 0,0 0 0,0 0 0,0-1 0,1 0 0,-1 0 0,1 0 0,0 0 0,-1-1 0,1 1 0,0-1 0,8 0 0,74 0-285,-67-1-795,-1-1-5746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7:52.4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360 26 24575,'-1'0'0,"-1"1"0,0-1 0,1 1 0,-1-1 0,0 1 0,1 0 0,-1 0 0,1-1 0,-1 1 0,1 0 0,-1 0 0,1 0 0,-1 1 0,1-1 0,0 0 0,0 0 0,0 1 0,0-1 0,0 1 0,0-1 0,0 1 0,0-1 0,0 1 0,1 0 0,-1-1 0,0 5 0,-2 2 0,1 1 0,1 0 0,-2 16 0,2-14 0,-1 7 0,1 1 0,0 0 0,2-1 0,0 1 0,6 32 0,-5-48 0,0 0 0,0 0 0,0 1 0,0-1 0,1 0 0,-1-1 0,1 1 0,0 0 0,0-1 0,0 1 0,0-1 0,0 0 0,0 0 0,0 0 0,1-1 0,-1 1 0,1-1 0,0 0 0,-1 0 0,1 0 0,0 0 0,-1-1 0,8 1 0,-5 0 0,-1-1 0,1 0 0,0 0 0,-1 0 0,1 0 0,-1-1 0,1 0 0,-1 0 0,1-1 0,-1 1 0,0-1 0,0 0 0,0-1 0,0 1 0,0-1 0,5-3 0,-8 3 0,0 0 0,1 0 0,-1 0 0,0-1 0,-1 1 0,1 0 0,0-1 0,-1 1 0,0-1 0,0 0 0,0 1 0,0-1 0,-1 0 0,1-6 0,-3-60 0,0 41 0,2 24 0,-1 0 0,1 0 0,-1 0 0,0 0 0,0 0 0,0 1 0,-1-1 0,0 0 0,0 1 0,0-1 0,0 1 0,-1 0 0,1 0 0,-1 0 0,0 0 0,-7-6 0,4 5 0,0 0 0,-1 1 0,1 0 0,-1 0 0,0 0 0,0 1 0,-1 0 0,1 0 0,-13-2 0,-6 0 0,1 2 0,-1 1 0,0 0 0,0 2 0,-35 5 0,43-1 0,0 0 0,1 2 0,0 0 0,0 1 0,0 1 0,-29 18 0,15-9 0,17-8-1365,2-1-5461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37.4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0 216 24575,'10'-1'0,"-1"-1"0,1 0 0,-1-1 0,0 0 0,0 0 0,0-1 0,0 0 0,16-11 0,15-6 0,-16 8 0,-1-1 0,-1-1 0,0 0 0,-2-2 0,1-1 0,19-23 0,-38 39 0,0 0 0,0 0 0,1 0 0,-1 0 0,0 0 0,1 0 0,0 1 0,-1-1 0,1 1 0,0 0 0,0 0 0,0 0 0,-1 0 0,1 0 0,0 1 0,0-1 0,0 1 0,0 0 0,1 0 0,-1 0 0,0 0 0,3 1 0,-2 0 0,0 1 0,-1-1 0,1 1 0,0 0 0,-1 0 0,1 0 0,-1 0 0,0 1 0,0-1 0,0 1 0,0 0 0,0 0 0,-1 0 0,1 0 0,-1 1 0,2 3 0,20 32 0,2-2 0,1-1 0,45 48 0,-21-24 0,-32-37-1365,-10-13-5461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45.5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176 1 24575,'-8'0'0,"0"0"0,1 0 0,-1 1 0,0 0 0,0 1 0,1 0 0,-1 0 0,1 1 0,-14 6 0,16-6 0,1 0 0,0 0 0,-1 0 0,2 1 0,-1 0 0,0-1 0,1 1 0,0 0 0,0 1 0,0-1 0,0 1 0,1-1 0,-1 1 0,1 0 0,0 0 0,-1 5 0,-4 15 0,0 1 0,2 0 0,1 0 0,1 0 0,0 33 0,2 39 0,4 87 0,-1-175-59,0 0 0,1 1-1,0-1 1,1-1-1,0 1 1,1 0 0,0-1-1,0 0 1,1 0 0,0-1-1,0 0 1,1 0 0,0 0-1,1-1 1,0 0-1,0 0 1,0-1 0,1 0-1,0 0 1,0-1 0,0 0-1,18 6 1,-13-7-6767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46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158 41 24575,'-3'-1'0,"-1"0"0,0 0 0,0 0 0,0-1 0,1 0 0,-1 0 0,1 0 0,-6-4 0,-8-4 0,12 8 0,1 0 0,-1 0 0,1 1 0,-1-1 0,0 1 0,1 0 0,-1 0 0,0 1 0,0 0 0,-7 0 0,10 0 0,1 0 0,-1 1 0,0-1 0,0 1 0,0-1 0,1 1 0,-1 0 0,0 0 0,1 0 0,-1 0 0,0 0 0,1 0 0,0 0 0,-1 1 0,1-1 0,0 0 0,-1 1 0,1-1 0,0 1 0,0-1 0,0 1 0,0 0 0,1-1 0,-1 1 0,0 0 0,1 0 0,-1 0 0,1-1 0,-1 3 0,-2 24 0,1 0 0,1 0 0,2 0 0,5 36 0,-5-59 0,-1-1 0,1 1 0,1-1 0,-1 0 0,1 1 0,-1-1 0,1 0 0,0 0 0,1 0 0,-1 0 0,1-1 0,0 1 0,0-1 0,0 1 0,0-1 0,0 0 0,1 0 0,-1-1 0,1 1 0,0-1 0,0 1 0,5 1 0,9 3 0,0 0 0,1-1 0,37 6 0,-26-5 0,-6-3-88,1-1 0,0-2 1,38-1-1,-35 0-926,-9-1-5812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46.4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134 33 24575,'-45'-17'0,"42"16"0,0 1 0,1-1 0,-1 1 0,0-1 0,0 1 0,1 0 0,-1 0 0,0 0 0,0 1 0,1-1 0,-1 1 0,0-1 0,1 1 0,-1 0 0,0 0 0,1 0 0,-1 0 0,1 0 0,0 1 0,-1-1 0,1 1 0,0 0 0,0-1 0,0 1 0,0 0 0,-3 5 0,2-2 0,0 1 0,1 0 0,0-1 0,0 1 0,0 1 0,1-1 0,0 0 0,0 0 0,1 0 0,0 13 0,0 8 0,-1-9 0,1 1 0,1 0 0,1-1 0,6 30 0,-7-43 0,1 0 0,0 0 0,0-1 0,0 1 0,0 0 0,1-1 0,0 1 0,0-1 0,0 0 0,0 0 0,1 0 0,0-1 0,-1 1 0,1-1 0,1 0 0,-1 0 0,0 0 0,1-1 0,-1 1 0,1-1 0,7 2 0,-8-2 0,1 0 0,0-1 0,0 0 0,0 0 0,-1 0 0,1-1 0,0 0 0,0 0 0,0 0 0,0 0 0,0-1 0,0 0 0,0 0 0,0 0 0,-1 0 0,1-1 0,0 0 0,-1 0 0,7-4 0,-7 3 0,0-1 0,0 1 0,0-1 0,0 0 0,-1 0 0,0 0 0,0 0 0,0-1 0,0 0 0,0 1 0,-1-1 0,0 0 0,0 0 0,-1 0 0,1 0 0,-1-1 0,0 1 0,0-6 0,2-29 9,-3 1 0,-4-48 1,0 17-1403,4 56-5433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46.7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153 1 24575,'-7'-1'0,"0"1"0,1 1 0,-1-1 0,0 1 0,1 0 0,-9 3 0,12-2 0,-1-1 0,1 1 0,0 0 0,0 0 0,0 0 0,0 1 0,0-1 0,1 1 0,-1 0 0,1-1 0,0 1 0,-4 6 0,-2 3 0,1 1 0,0-1 0,1 1 0,0 0 0,1 1 0,0 0 0,1-1 0,1 1 0,1 1 0,-1-1 0,2 0 0,0 21 0,1-33 3,0 1 0,1-1 0,-1 0 0,1 0 0,-1 0-1,1 0 1,-1 0 0,1 0 0,0 0 0,0 0 0,0 0-1,0 0 1,1-1 0,-1 1 0,0 0 0,1-1 0,-1 1 0,1-1-1,-1 1 1,1-1 0,0 0 0,0 0 0,0 0 0,0 0 0,-1 0-1,1 0 1,0 0 0,0 0 0,1-1 0,-1 1 0,0-1 0,0 0-1,0 0 1,0 0 0,0 0 0,0 0 0,1 0 0,-1 0-1,0 0 1,0-1 0,3 0 0,0 0-90,0 0-1,0-1 1,0 1 0,0-1-1,0 0 1,-1 0 0,1-1-1,-1 0 1,1 1-1,-1-1 1,0-1 0,0 1-1,0-1 1,0 1 0,-1-1-1,5-6 1,-1-5-6739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47.7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1 24575,'-1'16'0,"0"0"0,-8 29 0,5-27 0,1-1 0,-1 22 0,3 275 0,2-149 0,-1-161 0,0 1 0,0-1 0,1 0 0,-1 0 0,1 0 0,0 0 0,0 0 0,0 0 0,0 0 0,1 0 0,0-1 0,0 1 0,0 0 0,0-1 0,0 0 0,1 1 0,3 3 0,-3-5 0,0 0 0,0 0 0,0 0 0,0-1 0,0 1 0,0-1 0,0 0 0,1 0 0,-1 0 0,0 0 0,1-1 0,-1 1 0,1-1 0,-1 0 0,1 0 0,-1 0 0,1-1 0,-1 1 0,0-1 0,1 1 0,3-3 0,-1 1 0,1 0 0,-1-1 0,0 0 0,0 0 0,0 0 0,0-1 0,-1 0 0,1 0 0,-1-1 0,8-8 0,4-6 0,21-33 0,-10 14 0,-24 31 0,0 1 0,-1-1 0,0 0 0,0 0 0,0 0 0,-1 0 0,0 0 0,0-1 0,-1 1 0,1-14 0,-1 7 0,-1 1 0,0 0 0,-1-1 0,-1 1 0,-4-17 0,6 27 0,-1 0 0,-1 0 0,1 1 0,0-1 0,-1 0 0,1 1 0,-1-1 0,0 1 0,0 0 0,0-1 0,0 1 0,0 0 0,0 0 0,-1 1 0,1-1 0,-1 0 0,1 1 0,-1-1 0,0 1 0,1 0 0,-1 0 0,0 0 0,0 0 0,0 0 0,-6 0 0,-4 0 0,0 0 0,0 1 0,0 0 0,-21 4 0,30-3 0,-1 0 0,1 1 0,0-1 0,-1 1 0,1 0 0,0 0 0,0 1 0,1-1 0,-1 1 0,0 0 0,1 0 0,0 0 0,-1 0 0,1 1 0,1-1 0,-1 1 0,0 0 0,1 0 0,0 0 0,0 0 0,0 0 0,0 0 0,1 1 0,-3 8 0,2-6 0,1 0 0,-1 0 0,1 0 0,0 0 0,1 0 0,0 0 0,0 0 0,0 0 0,1 1 0,0-1 0,1 0 0,-1 0 0,1 0 0,1-1 0,3 10 0,-2-10 0,1 0 0,-1 0 0,1-1 0,0 0 0,0 0 0,1 0 0,0 0 0,-1-1 0,2 0 0,-1 0 0,0-1 0,1 0 0,-1 0 0,1 0 0,0-1 0,11 2 0,-1 0 0,0-2 0,1 0 0,-1-1 0,1-1 0,30-3 0,-44 2 0,-1 0 0,0 0 0,1-1 0,-1 1 0,0-1 0,0 1 0,0-1 0,0 0 0,-1 0 0,1 0 0,0-1 0,-1 1 0,1-1 0,-1 1 0,0-1 0,0 0 0,0 0 0,0 0 0,-1 0 0,1 0 0,1-5 0,4-9 0,-1-1 0,7-29 0,-11 36 0,2 10 0,2 9 0,5 14 0,-9-19 0,1 4 0,2 2 0,-1 0 0,1-1 0,0 1 0,1-1 0,9 10 0,-14-17 0,0 0 0,0 0 0,1 1 0,-1-1 0,1 0 0,-1 0 0,1-1 0,-1 1 0,1 0 0,-1 0 0,1-1 0,0 1 0,-1-1 0,1 1 0,0-1 0,0 0 0,-1 0 0,1 1 0,0-1 0,0-1 0,-1 1 0,1 0 0,0 0 0,0-1 0,-1 1 0,1-1 0,0 1 0,-1-1 0,1 0 0,-1 1 0,1-1 0,-1 0 0,1 0 0,-1 0 0,1 0 0,1-2 0,38-38 0,-41 41 0,0 0 0,1 0 0,-1 0 0,1 0 0,-1 0 0,1 0 0,-1 0 0,0 1 0,1-1 0,-1 0 0,1 0 0,-1 0 0,0 1 0,1-1 0,-1 0 0,0 0 0,1 1 0,-1-1 0,0 0 0,1 1 0,-1-1 0,0 0 0,0 1 0,1-1 0,-1 0 0,0 1 0,0-1 0,0 1 0,0-1 0,1 1 0,-1-1 0,0 0 0,0 1 0,7 21 0,-5-16 0,0-1 0,0 0 0,0-1 0,1 1 0,-1-1 0,1 1 0,0-1 0,0 0 0,0 0 0,1-1 0,-1 1 0,1 0 0,0-1 0,5 3 0,-7-5 0,0 0 0,1 0 0,-1 0 0,1 0 0,-1 0 0,1 0 0,0-1 0,-1 1 0,1-1 0,-1 0 0,1 0 0,0 0 0,-1 0 0,1 0 0,0-1 0,-1 1 0,1-1 0,-1 0 0,1 0 0,-1 0 0,1 0 0,-1 0 0,0 0 0,1-1 0,-1 1 0,0-1 0,2-1 0,4-4 0,0-1 0,-1 0 0,0 0 0,0 0 0,7-15 0,-6 12 0,0 0 0,15-17 0,27-28-1365,-37 43-5461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48.4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158 1 24575,'-11'0'0,"-3"0"0,0 0 0,1 1 0,-1 0 0,-19 5 0,30-5 0,0-1 0,0 1 0,0 0 0,1 1 0,-1-1 0,0 0 0,1 1 0,-1 0 0,1-1 0,-1 1 0,1 0 0,0 0 0,0 0 0,0 1 0,0-1 0,0 0 0,0 1 0,1-1 0,-1 1 0,1 0 0,0-1 0,0 1 0,0 0 0,0 0 0,-1 6 0,0 1 0,1 1 0,0 0 0,1 0 0,0 0 0,2 13 0,-2-21 0,0-1 0,1 1 0,-1-1 0,1 1 0,-1-1 0,1 0 0,0 1 0,0-1 0,1 0 0,-1 0 0,0 1 0,1-1 0,-1 0 0,1 0 0,0-1 0,-1 1 0,1 0 0,0 0 0,0-1 0,0 1 0,0-1 0,1 0 0,-1 0 0,0 0 0,0 0 0,1 0 0,4 1 0,21 1 0,1-1 0,-1-2 0,1-1 0,32-5 0,-58 6 0,1 0 0,0-1 0,0 0 0,-1 0 0,1 0 0,0 0 0,-1-1 0,1 1 0,-1-1 0,0 0 0,1 0 0,-1 0 0,0 0 0,0-1 0,0 1 0,0-1 0,-1 0 0,1 1 0,-1-1 0,0-1 0,0 1 0,4-6 0,-4 3 0,0 0 0,0 0 0,-1 0 0,0-1 0,0 1 0,0 0 0,-1 0 0,0-1 0,0 1 0,0 0 0,-1 0 0,-2-11 0,2 15 0,1 1 0,0 0 0,0 0 0,0-1 0,-1 1 0,1 0 0,0 0 0,0-1 0,1 1 0,-1 0 0,0 0 0,0 0 0,0-1 0,1 1 0,0-2 0,0 2 0,-1 1 0,0-1 0,1 1 0,-1-1 0,1 1 0,-1-1 0,1 1 0,-1 0 0,1-1 0,0 1 0,-1 0 0,1 0 0,-1-1 0,1 1 0,-1 0 0,1 0 0,0 0 0,-1 0 0,1-1 0,0 1 0,-1 0 0,2 0 0,0 1 0,0-1 0,0 1 0,0-1 0,0 1 0,0-1 0,0 1 0,0 0 0,0 0 0,-1 0 0,1 0 0,0 0 0,0 0 0,-1 1 0,1-1 0,-1 1 0,1-1 0,1 3 0,5 10 0,0 0 0,-1 1 0,9 28 0,-6-18 0,5 28 0,-14-149 0,-2 92-39,1 0 0,0-1 0,0 1 0,0 0 0,1-1 0,0 1 0,-1 0 0,1-1 0,1 1 0,-1 0 0,1 0 0,-1 0 0,1 0 0,0 1 0,1-1 0,-1 0 0,1 1 0,-1-1 0,1 1 0,0 0 0,0 0 0,1 0 0,-1 0 0,1 1 0,-1-1 0,1 1 0,0 0 0,0 0 0,0 1 0,0-1 0,0 1 0,0-1 0,0 1 0,7 0 0,6-2-6787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48.7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135 1 24575,'-7'0'0,"-1"0"0,1 0 0,-1 1 0,1 0 0,0 0 0,-1 1 0,1 0 0,0 0 0,-10 5 0,14-5 0,-1 1 0,1-1 0,0 1 0,0-1 0,0 1 0,0 0 0,1 0 0,-1 1 0,1-1 0,-1 0 0,1 1 0,0-1 0,1 1 0,-1 0 0,0 0 0,1-1 0,0 1 0,-1 8 0,0-1 0,0-1 0,0 1 0,2 0 0,-1 0 0,2 15 0,-1-24 0,1 1 0,-1-1 0,0 1 0,1-1 0,0 0 0,-1 1 0,1-1 0,0 0 0,0 1 0,0-1 0,1 0 0,-1 0 0,0 0 0,1 0 0,-1 0 0,1 0 0,0-1 0,0 1 0,0-1 0,0 1 0,0-1 0,0 1 0,0-1 0,0 0 0,0 0 0,1 0 0,-1 0 0,0 0 0,3 0 0,0 0 7,-1-1 0,1 1-1,-1-1 1,0 0 0,1 0-1,-1-1 1,1 1-1,-1-1 1,0 0 0,1 0-1,-1 0 1,0-1 0,0 1-1,0-1 1,0 0 0,0 0-1,4-4 1,1-1-255,-1 0 1,-1-1-1,1 0 1,-1 0-1,11-18 1,-10 14-6579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48.9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24575,'0'565'0,"1"-555"-136,-1-1-1,2 0 1,-1 0-1,1 0 1,0 0-1,1 0 1,0 0-1,1-1 0,6 13 1,-3-9-6690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0.0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374 122 24575,'0'-3'0,"-1"-1"0,0 1 0,0-1 0,0 1 0,-1 0 0,1-1 0,-1 1 0,0 0 0,0 0 0,0 0 0,0 0 0,-1 0 0,1 1 0,-1-1 0,1 1 0,-1 0 0,-5-4 0,-4-3 0,-1 1 0,-25-13 0,28 17 0,0 1 0,-1 0 0,1 0 0,-1 1 0,0 0 0,0 1 0,-15 0 0,-77 7 0,100-6 0,0 1 0,1-1 0,-1 1 0,0-1 0,1 1 0,-1 0 0,0 0 0,1 1 0,-1-1 0,1 0 0,0 1 0,-1 0 0,1-1 0,0 1 0,0 0 0,0 0 0,-3 4 0,2-2 0,1 1 0,-1-1 0,1 1 0,0 0 0,0 0 0,0 0 0,1 0 0,-2 10 0,1 4 0,1 1 0,1-1 0,5 39 0,-5-54 0,1 0 0,0 0 0,0-1 0,0 1 0,0 0 0,1 0 0,-1 0 0,1-1 0,0 1 0,0-1 0,0 0 0,1 1 0,-1-1 0,1 0 0,0 0 0,0-1 0,0 1 0,0-1 0,0 1 0,0-1 0,1 0 0,-1 0 0,1 0 0,0-1 0,-1 1 0,1-1 0,0 0 0,5 1 0,10 1 0,1 0 0,0-1 0,0-2 0,30-1 0,-16-1 0,-24 2 0,0-2 0,0 1 0,1-1 0,-1-1 0,-1 0 0,1 0 0,0-1 0,-1 0 0,0-1 0,0 0 0,0 0 0,0-1 0,8-7 0,-8 5 0,0 0 0,-1 0 0,0-1 0,0 0 0,-1 0 0,0-1 0,0 0 0,-1-1 0,-1 1 0,1-1 0,3-12 0,-6 11-159,-1-1 0,0 1-1,-1-1 1,-1-21 0,0 27-410,0-15-6257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0.3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71 0 24575,'0'1'0,"-1"-1"0,0 0 0,0 0 0,1 1 0,-1-1 0,0 1 0,0-1 0,1 0 0,-1 1 0,0-1 0,1 1 0,-1 0 0,0-1 0,1 1 0,-1 0 0,1-1 0,-1 1 0,1 0 0,0-1 0,-1 1 0,1 0 0,0 0 0,-1-1 0,1 1 0,0 1 0,-8 27 0,5-15 0,-2 5 0,0 0 0,1 0 0,1 0 0,-1 29 0,5 81 0,1-48 0,-2-43 0,8 53 0,-8-89 11,1 1 0,-1-1 0,0 0 0,0 0 0,0 0 0,-1 1-1,1-1 1,0 0 0,-1 0 0,-1 4 0,2-5-62,-1 0 0,1 0-1,-1-1 1,1 1 0,-1 0 0,1 0 0,-1-1-1,0 1 1,1 0 0,-1-1 0,0 1-1,1-1 1,-1 1 0,0-1 0,0 1 0,0-1-1,1 0 1,-1 1 0,0-1 0,0 0 0,0 0-1,0 1 1,0-1 0,1 0 0,-1 0 0,0 0-1,0 0 1,-1 0 0,-9-3-6775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0.6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26 24575,'46'-17'0,"-6"12"0,1 2 0,78 4 0,-38 1 0,-65-1 0,-1 0 0,0 2 0,1 0 0,-1 0 0,26 10 0,70 36 0,-89-39 0,-22-8 0,-11 0 0,-18 0 0,20-2 0,6 0 0,1 1 0,-1-1 0,1 1 0,0-1 0,-1 1 0,1 0 0,0 0 0,-1 0 0,1 0 0,0 0 0,0 0 0,0 1 0,0-1 0,0 1 0,0 0 0,0-1 0,1 1 0,-1 0 0,0 0 0,1 0 0,0 0 0,-1 0 0,1 1 0,0-1 0,0 0 0,0 0 0,0 1 0,1-1 0,-1 1 0,0 4 0,-1 7 0,1 1 0,1 0 0,0 0 0,2 17 0,0-4 0,-2-20 14,1 0-1,0 1 0,0-1 0,1 0 1,0 0-1,0 0 0,1 0 1,5 12-1,-6-17-84,0 0 1,0 0-1,0 0 0,1 0 0,-1 0 1,1 0-1,-1-1 0,1 1 1,0-1-1,0 0 0,0 1 0,0-1 1,1-1-1,-1 1 0,0 0 1,1-1-1,-1 0 0,1 0 0,0 0 1,6 1-1,7 0-6755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0.8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24575,'3'0'0,"6"0"0,4 0 0,4 0 0,-1 0-8191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1.7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304 435 24575,'-46'-17'0,"4"7"0,28 7 0,1-1 0,-1 2 0,0-1 0,1 2 0,-26 0 0,35 2 0,0-1 0,1 1 0,-1 0 0,0 0 0,0 0 0,0 1 0,1 0 0,-1-1 0,1 1 0,-1 0 0,1 1 0,0-1 0,0 0 0,0 1 0,0 0 0,0 0 0,1 0 0,-1 0 0,1 0 0,0 0 0,0 1 0,0-1 0,0 1 0,0 0 0,0 3 0,-3 9 0,0 0 0,-3 31 0,1-10 0,5-28 0,1 0 0,-1 0 0,2 1 0,-1-1 0,1 0 0,1 0 0,-1 1 0,2-1 0,2 14 0,-2-19 0,-1-1 0,0 1 0,1-1 0,0 0 0,0 0 0,0 1 0,0-1 0,0-1 0,1 1 0,-1 0 0,1-1 0,0 1 0,0-1 0,0 0 0,0 1 0,0-2 0,0 1 0,0 0 0,1-1 0,-1 1 0,1-1 0,-1 0 0,1 0 0,0 0 0,-1-1 0,7 1 0,13 1 0,0 0 0,0-2 0,1-1 0,-1-1 0,0 0 0,0-2 0,0-1 0,31-10 0,-35 5 0,0 0 0,0-1 0,-1-1 0,0-1 0,-2-1 0,1 0 0,-2-1 0,0 0 0,21-28 0,-18 20 0,0-2 0,15-29 0,-23 37 0,-1 0 0,-1-1 0,0-1 0,-2 1 0,0-1 0,-1 0 0,4-28 0,-6 23 0,0-1 0,-2 0 0,0 0 0,-2 0 0,-7-43 0,6 62 0,0 1 0,0-1 0,-1 1 0,0-1 0,0 1 0,0 0 0,-1 0 0,1 1 0,-1-1 0,0 1 0,-9-8 0,11 10 0,-1 0 0,0 0 0,0 0 0,1 0 0,-1 0 0,0 1 0,-1-1 0,1 1 0,0 0 0,0 0 0,-1 0 0,1 0 0,0 0 0,-1 1 0,1 0 0,-1 0 0,1 0 0,0 0 0,-1 0 0,1 0 0,-6 2 0,7-1 0,0 1 0,0-1 0,0 0 0,0 1 0,0-1 0,0 1 0,1-1 0,-1 1 0,1 0 0,-1-1 0,1 1 0,0 0 0,0 0 0,0 0 0,0 0 0,0 0 0,0 1 0,0-1 0,1 0 0,-1 0 0,1 1 0,-1-1 0,1 3 0,-1 8 0,0 1 0,2 23 0,0-22 0,0 73 0,2 44 0,0-113 0,1 0 0,0 0 0,2 0 0,0-1 0,2 1 0,0-1 0,18 30 0,-20-38 0,7 25 0,-11-29 0,0 1 0,1 0 0,0-1 0,0 0 0,0 0 0,7 10 0,-9-15 0,0 0 0,1 0 0,-1 0 0,0 0 0,1 0 0,-1 0 0,0 0 0,1-1 0,-1 1 0,1 0 0,-1-1 0,1 1 0,-1-1 0,1 0 0,0 0 0,-1 1 0,1-1 0,-1 0 0,1 0 0,0-1 0,-1 1 0,1 0 0,-1 0 0,1-1 0,-1 1 0,1-1 0,-1 1 0,1-1 0,-1 0 0,1 0 0,-1 1 0,0-1 0,1 0 0,0-2 0,2 0 0,1 0 0,-1 0 0,0-1 0,-1 0 0,6-6 0,-7 7 0,0 0 0,1 0 0,-1 1 0,1-1 0,-1 1 0,1-1 0,0 1 0,0 0 0,0 0 0,0 0 0,0 1 0,0-1 0,0 1 0,1 0 0,3-2 0,3 2 0,-1-1 0,1 1 0,-1 0 0,1 1 0,0 0 0,-1 1 0,16 2 0,-20-2 0,0 1 0,-1-1 0,1 1 0,-1-1 0,1 1 0,-1 1 0,0-1 0,0 1 0,0-1 0,0 1 0,0 0 0,-1 0 0,1 1 0,-1-1 0,0 1 0,0 0 0,3 4 0,-5-6-72,1 1 1,0 0-1,0-1 0,0 1 0,0-1 0,0 0 0,1 0 0,-1 0 1,1 0-1,0 0 0,-1-1 0,1 1 0,0-1 0,0 1 0,0-1 1,0 0-1,0 0 0,3 0 0,10 2-6754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2.4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71 69 24575,'-2'0'0,"-1"0"0,0 0 0,0 0 0,0 0 0,0 1 0,1-1 0,-1 1 0,0 0 0,0 0 0,1 0 0,-1 0 0,0 0 0,1 0 0,-1 1 0,1-1 0,-3 3 0,3-2 0,0 1 0,1 0 0,-1-1 0,0 1 0,1 0 0,-1 0 0,1 0 0,0 0 0,0 0 0,0 0 0,1 1 0,-1-1 0,1 0 0,-1 4 0,-4 69 0,5-67 0,0 1 0,1-1 0,0 0 0,0 0 0,1-1 0,4 13 0,-6-19 0,1-1 0,0 1 0,0-1 0,0 1 0,0 0 0,0-1 0,0 0 0,0 1 0,0-1 0,1 0 0,-1 1 0,0-1 0,1 0 0,-1 0 0,1 0 0,-1 0 0,1-1 0,0 1 0,-1 0 0,1-1 0,0 1 0,0-1 0,0 1 0,-1-1 0,1 0 0,0 0 0,0 0 0,0 0 0,-1 0 0,1 0 0,0 0 0,0-1 0,0 1 0,2-1 0,-1 0 0,-1 0 0,1 0 0,0 0 0,0-1 0,-1 1 0,1-1 0,0 0 0,-1 1 0,0-1 0,1 0 0,-1 0 0,0-1 0,0 1 0,0 0 0,0-1 0,-1 1 0,1-1 0,-1 1 0,1-1 0,0-3 0,0-4 0,0 0 0,-1 0 0,0 0 0,-1 0 0,0 0 0,-1 0 0,0 0 0,0 0 0,-1 0 0,0 0 0,-1 1 0,0-1 0,-1 1 0,0-1 0,-6-10 0,9 19 0,0-1 0,0 1 0,1-1 0,-1 1 0,1-1 0,-1 1 0,1-1 0,-1 1 0,1-1 0,0 1 0,0-1 0,0 0 0,0 1 0,0-1 0,0 1 0,0-1 0,0 1 0,1-1 0,-1 0 0,1-1 0,0 2 0,0 0 0,0 0 0,-1 0 0,1 1 0,0-1 0,0 0 0,0 0 0,1 0 0,-1 1 0,0-1 0,0 1 0,0-1 0,0 1 0,1-1 0,-1 1 0,0-1 0,0 1 0,1 0 0,0 0 0,4-1 0,0 1 0,0 1 0,0-1 0,0 1 0,0 0 0,-1 0 0,1 0 0,0 1 0,8 4 0,-6 0 0,1 0 0,-1 0 0,0 1 0,-1 1 0,1-1 0,-1 1 0,-1 0 0,0 1 0,0 0 0,8 15 0,10 13 0,-5-1 0,-18-35 0,0 1 0,-1-1 0,1 0 0,0 1 0,-1-1 0,0 1 0,1-1 0,-1 1 0,0-1 0,0 1 0,0-1 0,0 1 0,0-1 0,0 1 0,0-1 0,0 1 0,-1-1 0,1 1 0,0-1 0,-1 0 0,1 1 0,-1-1 0,-1 2 0,2-3 0,0 0 0,-1 0 0,1 0 0,0 0 0,-1 0 0,1 0 0,0 0 0,-1 0 0,1 0 0,0 0 0,0 0 0,-1-1 0,1 1 0,0 0 0,0 0 0,-1 0 0,1 0 0,0-1 0,0 1 0,-1 0 0,1 0 0,0-1 0,0 1 0,0 0 0,0 0 0,-1-1 0,1 1 0,0 0 0,0 0 0,0-1 0,0 1 0,0 0 0,0-1 0,0 1 0,0 0 0,0-1 0,0 1 0,0 0 0,0 0 0,0-1 0,-4-14 0,1-5 0,1 0 0,1 0 0,2-21 0,-1 32 0,1-1 0,1 1 0,0 0 0,0 0 0,1 0 0,0 0 0,0 0 0,8-13 0,-9 18 0,0 1 0,1-1 0,-1 1 0,1 0 0,-1 0 0,1 0 0,0 1 0,0-1 0,1 1 0,-1-1 0,0 1 0,1 0 0,-1 0 0,1 1 0,5-3 0,-1 2 0,-1 1 0,1 0 0,-1 0 0,1 0 0,0 1 0,-1 0 0,12 2 0,-14-1 0,0 0 0,0 1 0,0-1 0,0 1 0,-1 0 0,1 1 0,0-1 0,-1 1 0,0 0 0,1 0 0,-1 0 0,0 1 0,-1-1 0,1 1 0,-1 0 0,1 0 0,-1 0 0,4 8 0,1 2 0,-1-1 0,-1 1 0,0 0 0,-1 0 0,4 18 0,-6-21 24,-1 1 0,0-1 0,-1 1 0,0 22 0,-2-29-138,1 1 0,-1-1-1,0 0 1,0 0 0,0 0 0,-1 0-1,0 0 1,0 0 0,0 0 0,-1 0-1,0-1 1,-5 9 0,-6 2-6712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2.6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 24575,'0'-4'0,"0"-1"-8191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2.9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218 1 24575,'3'0'0,"1"0"0,-1 1 0,1-1 0,-1 1 0,0 0 0,1 0 0,-1 0 0,0 1 0,1-1 0,-1 1 0,0 0 0,0-1 0,0 2 0,-1-1 0,6 4 0,1 4 0,0 1 0,14 21 0,5 5 0,-5-9 0,-2 1 0,22 40 0,-16-26 0,-23-35 0,0 0 0,-1 1 0,0-1 0,0 1 0,-1 0 0,0-1 0,0 1 0,0 17 0,-1-13 0,-1 1 0,0 0 0,-1 0 0,-1 0 0,-3 14 0,3-23 0,0 1 0,0-1 0,-1-1 0,1 1 0,-1 0 0,0-1 0,0 1 0,-1-1 0,0 0 0,1 0 0,-1 0 0,0-1 0,-5 4 0,-11 6 0,-36 20 0,23-14 0,-1-1 27,-47 18-1,-18 9-626,18-11-765,59-24-4914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5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24575,'1'1'0,"0"-1"0,0 0 0,0 1 0,0 0 0,0-1 0,0 1 0,0-1 0,-1 1 0,1 0 0,0 0 0,0-1 0,-1 1 0,1 0 0,0 0 0,-1 0 0,1 0 0,-1 0 0,1 0 0,0 2 0,10 26 0,-8-21 0,2 9 0,-1 1 0,0-1 0,-1 1 0,1 28 0,3 24 0,7-14 0,-10-40 0,0 1 0,0-1 0,1 31 0,-4-31 0,2 0 0,0 1 0,0-1 0,10 25 0,6 26 0,-17-52 0,1 0 0,0 0 0,1-1 0,1 0 0,1 1 0,0-2 0,9 17 0,-8-23-1365,0-4-5461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6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24575,'522'0'0,"-506"1"0,1 1 0,28 6 0,-28-4 0,1-1 0,21 1 0,9-3 0,-30-2 0,0 1 0,0 0 0,0 2 0,0 0 0,-1 1 0,1 1 0,25 8 0,1 8-1365,-33-12-5461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7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21 24575,'-36'-9'0,"9"1"0,22 7 0,0 0 0,1 0 0,-1 1 0,0 0 0,0 0 0,0 0 0,0 0 0,0 1 0,0 0 0,1 0 0,-7 2 0,9-1 0,0-1 0,0 0 0,0 1 0,0 0 0,0-1 0,0 1 0,1 0 0,-1 0 0,1 0 0,-1 0 0,1 0 0,0 0 0,0 1 0,0-1 0,0 0 0,0 1 0,0-1 0,0 0 0,1 1 0,0-1 0,-1 1 0,1-1 0,0 5 0,0 3 0,0 1 0,1-1 0,0 0 0,1 1 0,0-1 0,0 0 0,1 0 0,0 0 0,1-1 0,0 1 0,1-1 0,0 0 0,0 0 0,1-1 0,0 1 0,14 14 0,-12-14 0,-1-2 0,-1 0 0,1 0 0,15 12 0,-18-17 0,0 1 0,0-1 0,1 0 0,-1-1 0,1 1 0,-1-1 0,1 0 0,0 0 0,-1 0 0,10 0 0,1 0 0,-5 0 0,1-1 0,0 0 0,0 0 0,16-3 0,-24 2 0,0 0 0,-1 1 0,1-1 0,-1 0 0,1 0 0,-1-1 0,0 1 0,0 0 0,1-1 0,-1 1 0,0-1 0,0 0 0,0 0 0,0 0 0,-1 0 0,1 0 0,-1 0 0,1 0 0,-1 0 0,1-1 0,-1 1 0,0 0 0,1-4 0,17-75 0,-19 82 0,0 0 0,-1 1 0,1-1 0,0 0 0,0 0 0,0 0 0,0 0 0,0 1 0,0-1 0,0 0 0,0 0 0,1 0 0,-1 0 0,0 0 0,1 0 0,-1 0 0,1 1 0,-1-1 0,1 0 0,-1 0 0,1-1 0,0 1 0,0 0 0,-1 0 0,1 0 0,0 0 0,0-1 0,0 1 0,0 0 0,0-1 0,0 1 0,0 0 0,0-1 0,0 0 0,0 1 0,0-1 0,0 0 0,1 1 0,-1-1 0,0 0 0,0 0 0,0 0 0,0 0 0,1 0 0,-1 0 0,0 0 0,0 0 0,0-1 0,0 1 0,0 0 0,0-1 0,1 1 0,-1-1 0,0 1 0,0-1 0,0 0 0,-1 1 0,1-1 0,0 0 0,0 1 0,0-1 0,0 0 0,1-2 0,9-7 0,-9 7 0,2 0 0,-1 0 0,0 0 0,1 0 0,-1 1 0,8-5 0,-11 7 0,1 0 0,-1 0 0,1 0 0,-1 0 0,1 0 0,-1 0 0,1-1 0,-1 1 0,1 0 0,-1 0 0,1 1 0,-1-1 0,1 0 0,-1 0 0,1 0 0,-1 0 0,0 0 0,1 0 0,-1 1 0,1-1 0,-1 0 0,1 0 0,-1 1 0,0-1 0,1 1 0,0 0 0,0 0 0,0 1 0,0-1 0,-1 1 0,1-1 0,0 1 0,-1-1 0,1 1 0,-1-1 0,0 1 0,1-1 0,-1 3 0,0 20 0,-1-20 0,1 0 0,0 0 0,0 0 0,0 0 0,1 0 0,1 8 0,25-34 0,-22 18 0,-1 0 0,0 1 0,1 0 0,0 0 0,0 0 0,0 0 0,0 1 0,0 0 0,1 0 0,-1 0 0,1 1 0,-1 0 0,1 0 0,-1 0 0,1 1 0,0 0 0,-1 0 0,1 0 0,-1 1 0,1-1 0,0 1 0,-1 1 0,1-1 0,-1 1 0,0 0 0,0 0 0,0 1 0,0-1 0,0 1 0,0 0 0,0 1 0,6 5 0,-4-3 0,1 0 0,1 0 0,-1-1 0,1 0 0,0 0 0,16 5 0,-23-9 0,-1-1 0,1 1 0,0 0 0,0-1 0,0 0 0,0 1 0,0-1 0,0 0 0,0 0 0,0 0 0,0 0 0,0-1 0,0 1 0,0 0 0,0-1 0,0 1 0,0-1 0,0 0 0,-1 0 0,1 0 0,0 0 0,0 0 0,-1 0 0,1 0 0,-1 0 0,1-1 0,-1 1 0,1-1 0,-1 1 0,0-1 0,0 1 0,0-1 0,0 0 0,0 0 0,0 1 0,0-1 0,0 0 0,-1 0 0,1 0 0,0-3 0,2-15 0,-1 0 0,0 0 0,-2 1 0,-3-41 0,0 11 0,4 64 0,-2 3 0,2 0 0,0 0 0,1-1 0,0 1 0,2 0 0,0-1 0,10 27 0,66 162 0,-65-178 0,23 35 0,12 23 0,-34-61 0,-13-20 0,0-1 0,0 1 0,0 0 0,0 0 0,-1 1 0,4 9 0,-6-14 0,0 0 0,1 0 0,-1 0 0,0 0 0,0 0 0,-1 0 0,1-1 0,0 1 0,0 0 0,0 0 0,0 0 0,-1 0 0,1 0 0,0-1 0,-1 1 0,1 0 0,-1 0 0,1-1 0,-2 2 0,1 0 0,-1-1 0,1 0 0,-1 0 0,0 0 0,0 0 0,1 0 0,-1-1 0,0 1 0,0 0 0,0-1 0,0 1 0,-3-1 0,-4 1 0,-1 0 0,0-1 0,0 0 0,1 0 0,-1-1 0,0-1 0,1 0 0,-1 0 0,1-1 0,0 0 0,0 0 0,0-1 0,0-1 0,0 1 0,-9-8 0,6 4 0,1-1 0,0 0 0,0-1 0,1 0 0,0-1 0,1 0 0,0 0 0,1-1 0,-13-24 0,18 27 0,-1 0 0,2 0 0,-1-1 0,1 1 0,0-1 0,1 1 0,0-1 0,1 0 0,0-10 0,1 12 0,-1 1 0,1 0 0,0-1 0,1 1 0,0 0 0,0 0 0,0 0 0,1 0 0,0 0 0,1 1 0,-1-1 0,7-8 0,11-12 0,-16 20 0,1 0 0,0 0 0,0 0 0,0 1 0,12-10 0,-12 11-91,1-1 0,-1 0 0,0 0 0,0 0 0,-1-1 0,0 1 0,0-2 0,0 1 0,-1 0 0,0-1 0,-1 0 0,1 0 0,-2 0 0,4-11 0,-3 1-6735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7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 24575,'46'-17'0,"-15"11"0,-6 0 0,0 1 0,0 2 0,0 1 0,42 1 0,-60 2 0,1 0 0,-1 0 0,1 1 0,-1 0 0,0 0 0,0 1 0,0 0 0,0 0 0,0 1 0,-1 0 0,1 0 0,-1 0 0,0 1 0,0 0 0,-1 0 0,0 0 0,1 1 0,-2 0 0,1 0 0,4 7 0,6 10-62,-9-16-124,-1 1 0,-1-1-1,1 1 1,-1 0 0,-1 0 0,4 9 0,-3 1-6640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7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24575,'20'0'0,"16"-1"0,0 1 0,0 2 0,-1 1 0,1 2 0,49 14 0,66 32-1365,-133-47-5461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8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1 311 24575,'3'-1'0,"1"1"0,-1-1 0,1 0 0,-1 0 0,0-1 0,0 1 0,1-1 0,-1 1 0,0-1 0,-1 0 0,1 0 0,0 0 0,0-1 0,-1 1 0,1-1 0,-1 1 0,0-1 0,0 0 0,0 0 0,0 0 0,0 0 0,-1 0 0,1 0 0,1-7 0,1-1 0,0-1 0,0 0 0,-1 0 0,-1 0 0,2-23 0,-3 13 0,1 5 0,-1 0 0,-1 0 0,-1 0 0,-1 0 0,-4-23 0,6 39 0,0 1 0,0 0 0,0-1 0,0 1 0,0-1 0,0 1 0,0 0 0,0-1 0,0 1 0,-1 0 0,1-1 0,0 1 0,0-1 0,0 1 0,-1 0 0,1-1 0,0 1 0,0 0 0,-1 0 0,1-1 0,0 1 0,0 0 0,-1-1 0,1 1 0,0 0 0,-1 0 0,1 0 0,0 0 0,-1-1 0,1 1 0,-1 0 0,-5 11 0,1 21 0,2 34 0,7 92 0,4-117-53,-5-34 83,-1 1 0,-1-1 1,1 1-1,-1 11 0,-1-16-107,0-1 0,0 1 0,-1-1 0,1 1 0,-1-1 0,1 0 0,-1 1 0,0-1 0,0 0 0,0 0 0,0 0 0,-1 1 0,1-1 0,0 0 0,-1-1 0,0 1 0,1 0 0,-4 2 0,-8 6-6749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8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24575,'653'0'-1365,"-635"0"-5461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8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24575,'4'0'0,"1"0"-8191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9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 24575,'0'-3'0,"4"-2"0,4 0 0,6 1 0,3 2 0,2 0 0,-1 1-8191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8:59.5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246 5 24575,'-55'-2'0,"32"0"0,1 2 0,0 0 0,0 1 0,-26 5 0,45-5 0,0 0 0,0 0 0,1 0 0,-1 1 0,0-1 0,1 1 0,-1-1 0,1 1 0,0 0 0,-1 0 0,1 0 0,0 0 0,0 0 0,0 1 0,1-1 0,-1 0 0,1 1 0,-1 0 0,1-1 0,0 1 0,0 0 0,0-1 0,0 1 0,0 0 0,1 0 0,-1 5 0,-1 8 0,1 1 0,1-1 0,3 30 0,-1-11 0,-2-28 0,0-1 0,0 0 0,1 1 0,0-1 0,0 0 0,0 1 0,1-1 0,-1 0 0,2 0 0,-1 0 0,1-1 0,0 1 0,0-1 0,0 1 0,1-1 0,-1 0 0,2 0 0,-1 0 0,0-1 0,1 0 0,0 1 0,0-2 0,7 6 0,4-2-341,1 0 0,1-1-1,20 5 1,-22-7-6485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0.1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24575,'32'-1'0,"47"-9"0,-47 5 0,44-1 0,140 6-1365,-197 0-5461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0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24575,'370'0'-1365,"-352"0"-5461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0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331 23 24575,'-21'-1'0,"0"0"0,0-1 0,-32-8 0,41 7 0,-1 1 0,1 0 0,-1 1 0,0 0 0,-24 2 0,32 0 0,1-1 0,-1 1 0,1 0 0,-1 0 0,1 1 0,0-1 0,-1 1 0,1 0 0,0 1 0,0-1 0,0 0 0,1 1 0,-1 0 0,1 0 0,-1 0 0,1 0 0,0 1 0,0-1 0,-4 7 0,1 2 0,1 1 0,1-1 0,0 1 0,0-1 0,1 1 0,1 0 0,0 0 0,1 0 0,0 1 0,1-1 0,0 0 0,4 21 0,-3-31 4,-1-1 0,1 1-1,-1-1 1,1 0 0,0 0 0,0 1-1,0-1 1,0 0 0,0 0 0,1 0-1,-1 0 1,1 0 0,-1 0 0,1-1-1,0 1 1,0 0 0,-1-1 0,1 1-1,0-1 1,0 0 0,1 0 0,-1 0-1,0 0 1,0 0 0,1 0 0,-1 0-1,0-1 1,1 1 0,-1-1 0,0 0-1,4 1 1,-1-1-103,0 0 0,0 0 0,0 0 0,0-1 0,1 1 0,-1-1 0,0 0 0,-1-1 0,1 1 0,0-1 0,0 0 0,0 0 0,-1 0 0,5-4 0,2-3-6727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1.1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24575,'0'6'0,"-1"20"0,7 48 0,-5-66 0,1 1 0,0-1 0,1 0 0,0 0 0,0 0 0,1-1 0,-1 1 0,2-1 0,8 12 0,-8-12 0,0 0 0,0 0 0,0 0 0,-1 1 0,0-1 0,-1 1 0,1 0 0,-1 0 0,2 12 0,15 59 0,-18-176 0,-4 51 0,1 15 0,2-39 0,0 62 0,0 0 0,1-1 0,-1 1 0,2 0 0,-1 0 0,1 0 0,0 0 0,1 1 0,6-12 0,-6 15-80,0-1 0,1 1-1,0 0 1,-1 0 0,2 1-1,-1-1 1,0 1 0,0 0-1,1 1 1,0-1 0,0 1 0,-1 0-1,1 0 1,0 1 0,1 0-1,10-1 1,0 1-6746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1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1 24575,'-5'1'0,"0"0"0,1 0 0,-1 0 0,0 1 0,1-1 0,-1 1 0,1 0 0,-1 1 0,1-1 0,0 1 0,0 0 0,0 0 0,1 0 0,-1 0 0,0 1 0,1-1 0,0 1 0,0 0 0,0 0 0,-3 8 0,3-7 0,0-1 0,0 1 0,1 1 0,-1-1 0,1 0 0,1 1 0,-1-1 0,1 1 0,0-1 0,0 1 0,0-1 0,1 1 0,0 0 0,0 0 0,1-1 0,-1 1 0,3 9 0,-2-13 0,0-1 0,-1 1 0,1 0 0,0-1 0,0 1 0,0-1 0,0 1 0,1-1 0,-1 1 0,0-1 0,1 0 0,-1 0 0,0 1 0,1-1 0,0 0 0,-1 0 0,1 0 0,-1-1 0,1 1 0,0 0 0,0-1 0,0 1 0,-1-1 0,1 0 0,0 1 0,0-1 0,0 0 0,0 0 0,0 0 0,-1 0 0,1 0 0,0-1 0,0 1 0,0-1 0,-1 1 0,1-1 0,0 0 0,2 0 0,1-2 0,0 1 0,0-1 0,0 1 0,0-2 0,-1 1 0,1 0 0,-1-1 0,0 0 0,0 0 0,0 0 0,5-7 0,-8 9 0,0 0 0,0 1 0,0-1 0,1 0 0,-1 1 0,0-1 0,1 1 0,-1-1 0,1 1 0,0 0 0,-1-1 0,1 1 0,0 0 0,0 0 0,0 0 0,0 1 0,0-1 0,0 0 0,0 1 0,4-1 0,-5 1 0,1 0 0,-1 0 0,1 1 0,-1-1 0,1 1 0,-1-1 0,0 1 0,1 0 0,-1 0 0,0-1 0,1 1 0,-1 0 0,0 0 0,0 0 0,0 0 0,0 1 0,0-1 0,0 0 0,0 0 0,0 1 0,-1-1 0,1 0 0,0 1 0,-1-1 0,1 0 0,-1 1 0,1-1 0,-1 1 0,0 2 0,21 83 0,10 41 0,-3-60 0,-20-52 0,-1 1 0,0 0 0,3 19 0,10 27 0,-12-42 0,8 43 0,-15-58 0,0 0 0,0 0 0,-1 0 0,0 1 0,0-1 0,-1 0 0,0 0 0,0 0 0,0 0 0,-1 0 0,-3 10 0,3-14 0,1 1 0,-1-1 0,0 1 0,0-1 0,0 1 0,0-1 0,-1 0 0,1 0 0,-1 0 0,1 0 0,-1-1 0,1 1 0,-6 1 0,-43 16 0,23-9 0,21-8 0,1 1 0,-1-1 0,0 0 0,1-1 0,-1 0 0,0 0 0,0 0 0,-9-1 0,14 0 0,0 0 0,0-1 0,0 1 0,0-1 0,0 1 0,0-1 0,0 1 0,0-1 0,0 0 0,0 0 0,0 0 0,0 0 0,1-1 0,-1 1 0,0 0 0,1-1 0,-1 1 0,1-1 0,0 1 0,-1-1 0,1 0 0,0 1 0,0-1 0,0 0 0,0 0 0,0 0 0,1 0 0,-1 0 0,0 0 0,0-3 0,0-5 0,-1 0 0,1 1 0,1-1 0,0 0 0,0 0 0,1 0 0,0 1 0,1-1 0,0 0 0,0 1 0,1-1 0,0 1 0,1 0 0,0 0 0,1 0 0,-1 1 0,2-1 0,-1 1 0,1 0 0,10-10 0,122-137 0,-120 138 16,2 1 0,29-19 0,-7 5-1429,-31 21-5413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2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 24575,'1'77'0,"-3"85"0,1-151 0,0 0 0,-1-1 0,-1 1 0,0-1 0,-1 1 0,-4 10 0,8-21 0,-1 1 0,1-1 0,0 0 0,0 1 0,0-1 0,0 0 0,0 1 0,-1-1 0,1 0 0,0 1 0,0-1 0,0 0 0,-1 1 0,1-1 0,0 0 0,-1 0 0,1 1 0,0-1 0,0 0 0,-1 0 0,1 0 0,0 1 0,-1-1 0,1 0 0,-1 0 0,1 0 0,0 0 0,-1 0 0,1 0 0,0 0 0,-1 0 0,1 0 0,-1 0 0,-5-11 0,1-21 0,4 16 0,1 0 0,0 1 0,1-1 0,1 0 0,0 1 0,1-1 0,7-20 0,-8 31 0,-1 1 0,2-1 0,-1 1 0,0 0 0,1-1 0,0 1 0,0 1 0,0-1 0,0 0 0,1 1 0,-1-1 0,1 1 0,0 0 0,0 0 0,0 0 0,0 1 0,0 0 0,1 0 0,-1 0 0,1 0 0,0 0 0,0 1 0,-1 0 0,1 0 0,0 1 0,0-1 0,8 1 0,-9 0 0,-1 0 0,1 0 0,-1 1 0,1 0 0,-1-1 0,1 1 0,-1 1 0,1-1 0,-1 0 0,0 1 0,1 0 0,-1-1 0,0 1 0,0 0 0,4 5 0,-2-2 0,0 0 0,0 1 0,-1 0 0,0 0 0,0 0 0,0 0 0,3 9 0,2 9 0,-1 0 0,-1 0 0,4 33 0,-11-56 0,0-8 0,-1 1 0,1 0 0,1-1 0,-1 1 0,1 0 0,0-1 0,0 1 0,1 0 0,3-10 0,0 4 0,0 0 0,0 1 0,1 0 0,15-19 0,-17 24 0,1 0 0,0 1 0,0 0 0,0 0 0,1 0 0,-1 1 0,1 0 0,1 0 0,-1 0 0,12-5 0,-14 8 0,1-1 0,-1 1 0,1 0 0,-1 1 0,1-1 0,-1 1 0,1-1 0,0 1 0,-1 1 0,1-1 0,-1 1 0,1 0 0,-1 0 0,1 0 0,-1 0 0,0 1 0,1 0 0,4 3 0,-5-3 0,0 1 0,0 0 0,-1-1 0,1 2 0,-1-1 0,0 0 0,0 1 0,0-1 0,0 1 0,-1 0 0,0 0 0,3 5 0,18 57 0,-7-14 0,-11-41 0,-4-6 0,1 0 0,0 0 0,0 0 0,0 0 0,1 0 0,-1-1 0,1 1 0,0-1 0,1 0 0,6 8 0,-9-12 0,-1 0 0,1 0 0,0 0 0,0 0 0,-1-1 0,1 1 0,0 0 0,0 0 0,0 0 0,-1 0 0,1-1 0,0 1 0,-1 0 0,1-1 0,0 1 0,-1-1 0,1 1 0,0-1 0,-1 1 0,1-1 0,-1 1 0,1-1 0,-1 0 0,1 1 0,-1-1 0,1 0 0,-1 1 0,1-2 0,13-25 0,-11 20 0,15-35 0,-18 42 0,0 0 0,0-1 0,0 1 0,0 0 0,0 0 0,1 0 0,-1-1 0,0 1 0,0 0 0,0 0 0,1 0 0,-1 0 0,0 0 0,0 0 0,1-1 0,-1 1 0,0 0 0,0 0 0,0 0 0,1 0 0,-1 0 0,0 0 0,0 0 0,1 0 0,-1 0 0,0 0 0,0 0 0,1 0 0,-1 0 0,0 0 0,0 0 0,1 0 0,-1 0 0,0 1 0,0-1 0,1 0 0,-1 0 0,0 0 0,0 0 0,0 0 0,1 0 0,-1 1 0,0-1 0,0 0 0,0 0 0,1 0 0,-1 1 0,0-1 0,0 0 0,0 0 0,0 1 0,0-1 0,0 0 0,0 0 0,0 1 0,0-1 0,1 0 0,-1 0 0,0 1 0,0-1 0,7 16 0,4 38-1365,-6-40-5461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3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3.5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24575,'1'5'0,"0"0"0,0 0 0,0 1 0,1-1 0,0 0 0,0 0 0,0 0 0,1-1 0,5 10 0,8 17 0,36 76 0,-24-53 0,-28-54 0,0 1 0,0-1 0,0 0 0,0 0 0,0 1 0,0-1 0,0 0 0,0 0 0,0 1 0,0-1 0,0 0 0,0 0 0,0 1 0,0-1 0,0 0 0,0 0 0,1 0 0,-1 1 0,0-1 0,0 0 0,0 0 0,0 0 0,1 1 0,-1-1 0,0 0 0,0 0 0,0 0 0,1 0 0,-1 0 0,0 0 0,0 1 0,1-1 0,-1 0 0,0 0 0,0 0 0,0 0 0,1 0 0,-1 0 0,0 0 0,0 0 0,1 0 0,-1 0 0,0 0 0,0 0 0,1 0 0,-1 0 0,0-1 0,4-13 0,-2-27 0,-2 40 0,-2-36 0,1 27 0,0-1 0,0 0 0,2 0 0,-1 0 0,1 1 0,5-22 0,-5 30 0,1 0 0,-1 0 0,0-1 0,1 1 0,0 0 0,0 1 0,-1-1 0,1 0 0,0 0 0,0 1 0,1-1 0,-1 1 0,0 0 0,0-1 0,1 1 0,-1 0 0,0 1 0,1-1 0,-1 0 0,1 1 0,0-1 0,-1 1 0,1 0 0,-1 0 0,1 0 0,-1 0 0,1 0 0,0 0 0,2 2 0,0-2 0,0 1 0,0 0 0,-1 0 0,1 0 0,0 1 0,-1-1 0,1 1 0,-1 0 0,1 1 0,-1-1 0,0 1 0,0 0 0,0 0 0,5 5 0,-4 0 0,-1-1 0,1 1 0,-2 0 0,1 1 0,-1-1 0,0 0 0,2 15 0,-2-12 0,-1-1 0,2 1 0,-1-1 0,8 12 0,-10-19-65,1-1 0,1 0 0,-1 0 0,0 0 0,0 0 0,1 0 0,-1 0 0,1-1 0,0 1 0,-1-1 0,1 0 0,0 0 0,0 0 0,0 0 0,0 0 0,0-1 0,0 1 0,0-1 0,0 0 0,4 0 0,11 1-6761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4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24575,'0'44'0,"2"1"0,9 62 0,-4-54 0,-2 1 0,-6 107 0,-1-60 0,2-36-1365,0-47-5461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4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24575,'17'46'0,"-14"-21"0,1 44 0,-3-46 0,0 0 0,8 40 0,-3-26 0,-2 1 0,-1 0 0,-2 0 0,-4 40 0,0 10 0,3-46-1365,0-23-5461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5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1 591 24575,'2'-4'0,"-1"0"0,1 0 0,1 0 0,-1 0 0,0 0 0,1 0 0,0 1 0,0-1 0,0 1 0,0 0 0,8-6 0,-2 0 0,46-42 0,-38 36 0,-1 0 0,0-2 0,0 1 0,-2-2 0,0 0 0,-1-1 0,11-21 0,-11 14 0,-7 16 0,-1-1 0,0 0 0,0-1 0,-1 1 0,0-1 0,-1 0 0,-1 0 0,2-15 0,-3 15 0,-1-1 0,-1 1 0,0 0 0,0 0 0,-1 0 0,-1 0 0,0 0 0,-7-18 0,8 27 0,1 0 0,-1 0 0,1 0 0,-1 0 0,0 0 0,0 0 0,0 1 0,-1-1 0,1 1 0,0-1 0,-1 1 0,0 0 0,0 0 0,1 0 0,-1 0 0,0 0 0,-1 1 0,1-1 0,0 1 0,0 0 0,-1 0 0,1 0 0,0 1 0,-1-1 0,1 1 0,-1 0 0,1-1 0,0 2 0,-1-1 0,1 0 0,-1 1 0,1-1 0,-1 1 0,-5 2 0,8-3 0,1 1 0,-1-1 0,0 0 0,0 0 0,0 1 0,1-1 0,-1 1 0,0-1 0,0 1 0,1-1 0,-1 1 0,0-1 0,1 1 0,-1-1 0,1 1 0,-1 0 0,0-1 0,1 1 0,0 0 0,-1 0 0,1-1 0,-1 1 0,1 0 0,0 0 0,0 0 0,-1-1 0,1 1 0,0 1 0,0 1 0,0-1 0,1 0 0,-1 0 0,1 1 0,-1-1 0,1 0 0,0 0 0,0 0 0,0 0 0,2 4 0,3 3 0,0 0 0,1-1 0,10 11 0,16 15 0,-5-5 0,1-1 0,45 34 0,-65-55 0,-1 0 0,0 0 0,11 15 0,-13-15 0,0 0 0,0 0 0,1-1 0,0 0 0,13 9 0,-17-13-32,-1-1-1,1 0 1,0 0-1,0-1 1,0 1-1,0-1 1,-1 1-1,1-1 1,0 0-1,0 0 1,0 0-1,0 0 1,0-1-1,0 1 1,0-1-1,-1 0 1,1 1-1,0-2 1,0 1-1,-1 0 1,1 0-1,-1-1 1,1 1-1,-1-1 1,1 0-1,-1 0 1,0 0-1,0 0 1,0 0-1,0 0 1,0 0-1,-1-1 1,1 1-1,-1-1 1,1 0-1,-1 1 1,0-1-1,0 0 0,0 1 1,0-1-1,0-4 1,2-11-6794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5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24575,'0'1'0,"0"0"0,0 0 0,0 0 0,0 0 0,0 0 0,0 0 0,0 0 0,0 0 0,0 0 0,1 0 0,-1 0 0,0 0 0,1 0 0,-1 0 0,0 0 0,1 0 0,-1-1 0,2 3 0,-2-3 0,1-1 0,-1 1 0,1 0 0,-1 0 0,1 0 0,-1 0 0,1 0 0,-1 0 0,1-1 0,-1 1 0,1 0 0,-1 0 0,1-1 0,-1 1 0,0 0 0,1-1 0,-1 1 0,0 0 0,1-1 0,-1 1 0,0 0 0,1-1 0,-1 1 0,1-2 0,22-39 0,-20 35 0,-1 2 0,0 1 0,0-1 0,0 1 0,0 0 0,0 0 0,1 0 0,-1 0 0,5-3 0,-7 6 0,0-1 0,1 1 0,-1 0 0,0 0 0,1 0 0,-1-1 0,1 1 0,-1 0 0,0 0 0,1 0 0,-1 0 0,1 0 0,-1 0 0,0 0 0,1 0 0,-1 0 0,1 0 0,-1 0 0,0 0 0,1 0 0,-1 0 0,1 0 0,-1 1 0,0-1 0,1 0 0,-1 0 0,0 0 0,1 1 0,9 19 0,11 48 0,-10-34 0,-1 0 0,-2 1 0,-1 0 0,2 46 0,-9-76 0,0 0 0,0 1 0,-1-1 0,0 1 0,0-1 0,0 0 0,-1 0 0,1 0 0,-1 0 0,-1 0 0,1 0 0,-1 0 0,1 0 0,-7 7 0,1-4 0,1-1 0,-1 1 0,-1-1 0,0-1 0,0 1 0,-11 5 0,19-12 0,1 0 0,0 0 0,-1 0 0,1 0 0,-1 1 0,1-1 0,0 0 0,-1 0 0,1 0 0,0 0 0,-1 1 0,1-1 0,0 0 0,-1 0 0,1 1 0,0-1 0,-1 0 0,1 0 0,0 1 0,0-1 0,0 0 0,-1 1 0,1-1 0,0 0 0,0 1 0,0-1 0,0 1 0,-1-1 0,1 0 0,0 1 0,0-1 0,0 0 0,0 1 0,0-1 0,0 1 0,15 2 0,23-6 0,83-38 0,-106 37 30,0-2-1,0 0 1,17-9-1,-19 8-399,0 1-1,1 0 0,23-6 0,-22 9-6455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8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0 166 24575,'4'-1'0,"0"0"0,0 0 0,-1 0 0,1-1 0,-1 1 0,1-1 0,2-2 0,8-4 0,17-6 0,-16 7 0,1 0 0,30-9 0,104-27 0,-126 38-273,-1-2 0,0 0 0,-1-1 0,32-16 0,-42 17-6553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8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0 311 24575,'1'1'0,"-1"0"0,1 0 0,-1 0 0,0 0 0,1 0 0,0-1 0,-1 1 0,1 0 0,-1 0 0,1 0 0,0-1 0,0 1 0,-1 0 0,1-1 0,0 1 0,0-1 0,0 1 0,0-1 0,0 1 0,0-1 0,0 1 0,0-1 0,0 0 0,0 0 0,0 1 0,0-1 0,1 0 0,34 4 0,-32-4 0,13 1 0,1 0 0,24-3 0,-37 1 0,0 0 0,0 0 0,-1 0 0,1 0 0,0 0 0,-1-1 0,0 0 0,1 0 0,-1 0 0,0-1 0,0 0 0,0 1 0,7-7 0,30-29 0,-33 32 0,-1 0 0,1 0 0,-1 0 0,-1-1 0,1 0 0,-1-1 0,-1 0 0,1 1 0,-1-2 0,4-8 0,12-54 0,-19 65 0,-1 0 0,0 1 0,0-1 0,-1 0 0,0 0 0,0 0 0,-1 0 0,1 1 0,-1-1 0,-2-8 0,1 11 0,1 1 0,0 0 0,-1 0 0,1 0 0,-1 0 0,0 1 0,1-1 0,-1 0 0,0 1 0,0-1 0,0 1 0,0-1 0,-1 1 0,1 0 0,0 0 0,0 0 0,-1 0 0,1 1 0,-1-1 0,1 1 0,-1-1 0,1 1 0,-4 0 0,-10-1 0,-1 1 0,-24 2 0,18 0 0,18-2 0,-1 1 0,0-1 0,1 1 0,-1 0 0,1 1 0,-1-1 0,1 1 0,0 0 0,-1 0 0,1 1 0,0 0 0,1 0 0,-1 0 0,0 0 0,1 1 0,-5 4 0,5-3 0,0 0 0,0 1 0,0-1 0,1 1 0,0 0 0,0 0 0,0 0 0,1 1 0,0-1 0,0 0 0,1 1 0,-1 0 0,1 9 0,0-5 0,-1 4 0,0 0 0,1 0 0,1 1 0,1-1 0,0 0 0,1 0 0,4 16 0,-4-27 0,0 1 0,1-1 0,-1 0 0,1 0 0,0 0 0,0 0 0,0 0 0,1-1 0,0 0 0,-1 1 0,1-1 0,0 0 0,0-1 0,1 1 0,-1-1 0,1 0 0,-1 0 0,1 0 0,-1-1 0,1 1 0,9 0 0,8 1 0,1-1 0,-1-1 0,37-3 0,-18 0 0,46 1-1365,-69 1-5461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8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24575,'-1'70'0,"3"77"0,8-88 0,-6-43 0,-1 0 0,1 24 0,-3-19-1365,-1-3-5461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9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24575,'0'-4'0,"4"0"0,4-1 0,2-3 0,2 1 0,0-3 0,0 0 0,3 2 0,2 3 0,3 2 0,-4-3 0,1 0 0,0 2 0,-2-3 0,-1-1 0,-2 3-8191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9.2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24575,'0'5'0,"1"0"0,0 0 0,0 0 0,0 0 0,1 0 0,-1 0 0,1 0 0,0-1 0,1 1 0,-1 0 0,1-1 0,0 0 0,0 0 0,1 0 0,-1 0 0,1 0 0,0-1 0,0 0 0,0 1 0,0-1 0,8 4 0,4 2 0,0-1 0,1-1 0,0 0 0,35 9 0,-42-13-151,1-1-1,0 0 0,0-1 0,0 0 1,0-1-1,0 0 0,0-1 1,19-3-1,-16-1-6674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9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24575,'0'0'-8191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09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24575,'0'7'0,"1"0"0,0-1 0,1 1 0,4 13 0,3 19 0,-5 32 0,-3-47 0,0 0 0,9 41 0,0-16-341,-2 0 0,-1 1-1,-1 75 1,-7-106-6485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10.0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24575,'0'7'0,"1"-1"0,0 1 0,1 0 0,4 13 0,3 19 0,-5 7 0,-2-20 0,8 42 0,-4-29 0,-2 0 0,-1 0 0,-5 74 0,-1-25 0,4-49-87,0-22-126,0-1 0,-2 0 0,0 1 0,0-1 0,-7 27 0,3-29-6613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11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0 475 24575,'6'-1'0,"-1"0"0,0 0 0,0-1 0,0 0 0,0 0 0,0 0 0,0 0 0,-1-1 0,1 0 0,-1 0 0,0 0 0,5-5 0,17-10 0,-11 7 0,0 1 0,-1-2 0,16-14 0,25-22 0,-40 37 0,-1-2 0,0 0 0,-1 0 0,-1-1 0,17-23 0,46-83 0,-74 117 0,3-4-151,-1 1-1,-1-1 0,1 0 0,-1 1 1,-1-1-1,1 0 0,-1 0 1,1-13-1,-2 2-6674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11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24575,'1'6'0,"0"1"0,0 0 0,1-1 0,-1 1 0,1-1 0,1 0 0,-1 0 0,1 1 0,0-1 0,0-1 0,1 1 0,0 0 0,6 6 0,9 9 0,39 35 0,-35-34 0,37 28 0,-34-29 0,27 28 0,17 30 0,-52-59 0,-11-10 0,1-1 0,0 0 0,1-1 0,13 11 0,-20-18 0,0 1 0,0-1 0,0 0 0,0 0 0,0 0 0,0 0 0,0 0 0,0-1 0,0 1 0,1 0 0,-1-1 0,0 0 0,1 1 0,-1-1 0,0 0 0,0 0 0,1-1 0,-1 1 0,0 0 0,1-1 0,-1 1 0,0-1 0,0 0 0,0 0 0,0 0 0,1 0 0,-1 0 0,2-2 0,7-5-120,-4 4-18,-1 0-1,1-1 1,-1 0 0,-1 0-1,1 0 1,-1-1 0,1 0-1,5-10 1,-5 3-6688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12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0 300 24575,'2'-6'0,"0"0"0,1 0 0,-1 0 0,1 0 0,0 1 0,0 0 0,6-7 0,-7 8 0,8-10 0,0-1 0,-2-1 0,1 0 0,8-26 0,-15 35 0,0 1 0,0-1 0,-1 0 0,0 1 0,0-1 0,-1 0 0,0 0 0,0 0 0,-1 1 0,1-1 0,-2 0 0,1 0 0,-1 1 0,0-1 0,-3-7 0,4 13-42,1-1-1,-1 1 0,0-1 1,0 1-1,0-1 0,0 1 1,0-1-1,0 1 0,0 0 1,-1 0-1,1 0 0,0 0 1,-1 0-1,1 0 0,-1 0 1,1 0-1,-1 0 0,1 1 1,-1-1-1,0 1 0,1-1 1,-1 1-1,0-1 0,1 1 1,-1 0-1,0 0 0,0 0 1,1 0-1,-1 0 0,0 0 1,-2 1-1,-8 2-6783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13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297 86 24575,'-70'1'0,"-78"-3"0,146 2 0,0 0 0,1 0 0,-1-1 0,0 1 0,0 0 0,0-1 0,1 1 0,-1-1 0,0 0 0,1 0 0,-1 1 0,0-1 0,1 0 0,-1 0 0,1 0 0,-1-1 0,1 1 0,0 0 0,0-1 0,-1 1 0,1-1 0,0 1 0,0-1 0,0 1 0,0-1 0,1 0 0,-1 1 0,0-1 0,1 0 0,-1 0 0,1 1 0,0-1 0,-1 0 0,1 0 0,0 0 0,0 1 0,0-1 0,1 0 0,-1 0 0,0 0 0,1 0 0,-1 1 0,1-1 0,-1 0 0,1 0 0,0 1 0,0-1 0,0 1 0,0-1 0,0 1 0,0-1 0,0 1 0,0-1 0,1 1 0,-1 0 0,0 0 0,1 0 0,-1-1 0,1 1 0,-1 1 0,1-1 0,0 0 0,-1 0 0,1 1 0,0-1 0,0 1 0,0-1 0,-1 1 0,3 0 0,1-1 0,-1 1 0,1 1 0,-1-1 0,0 1 0,1 0 0,-1 0 0,0 0 0,0 0 0,1 1 0,-1-1 0,0 1 0,-1 0 0,1 1 0,0-1 0,-1 1 0,1-1 0,-1 1 0,1 0 0,3 5 0,-4-5 0,0 0 0,-1 1 0,1-1 0,-1 1 0,0-1 0,0 1 0,0-1 0,-1 1 0,1 0 0,-1 0 0,0 0 0,0 0 0,0 0 0,0 0 0,-1 0 0,0 0 0,0 1 0,0-1 0,0 0 0,-1 0 0,0 6 0,0-8 0,0 1 0,-1-1 0,1 0 0,0 1 0,-1-1 0,1 0 0,-1 0 0,0 0 0,0 0 0,1 0 0,-1 0 0,-1 0 0,1-1 0,0 1 0,-3 1 0,-43 17 0,3 0 0,-16 13 0,64-31 0,12 0 0,17-1 0,301-2-1365,-314 1-5461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13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24575,'46'-17'0,"-3"12"4,0 1 0,85 6 0,-40 0-1381,-69-2-5449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13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24575,'456'0'-1365,"-437"0"-5461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15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0 480 24575,'9'0'0,"0"0"0,0 0 0,1-1 0,-1 0 0,0 0 0,0-1 0,0 0 0,-1-1 0,1 0 0,-1 0 0,1-1 0,-1 0 0,0-1 0,0 0 0,-1 0 0,8-7 0,8-7 0,-16 13 0,0 1 0,-1-1 0,0 0 0,0-1 0,0 1 0,-1-1 0,7-12 0,-4 6 0,-1-1 0,0 1 0,-1-2 0,-1 1 0,0 0 0,-1-1 0,0 0 0,-1 0 0,1-29 0,-3 23 0,0 8 0,-1-1 0,-1 1 0,-3-25 0,4 35 0,-1 0 0,1 1 0,-1-1 0,0 1 0,0-1 0,0 1 0,0-1 0,0 1 0,-1 0 0,1-1 0,-1 1 0,0 0 0,1 0 0,-1 0 0,0 0 0,0 0 0,0 1 0,0-1 0,-1 1 0,1-1 0,0 1 0,-1 0 0,1 0 0,-6-2 0,-16-4 0,-39-8 0,58 14 0,0 1 0,0-1 0,0 1 0,0 0 0,0 0 0,0 0 0,0 1 0,0 0 0,-8 2 0,11-3 0,1 1 0,-1 0 0,0-1 0,1 1 0,-1 0 0,1 0 0,0 0 0,-1 0 0,1 0 0,0 0 0,-1 0 0,1 1 0,0-1 0,0 0 0,0 1 0,0-1 0,0 0 0,0 1 0,0 0 0,1-1 0,-1 1 0,1-1 0,-1 1 0,1 0 0,-1-1 0,1 1 0,0 0 0,0 0 0,0-1 0,0 1 0,0 0 0,0-1 0,1 1 0,-1 0 0,0-1 0,1 1 0,-1 0 0,1-1 0,0 1 0,-1-1 0,2 3 0,1 1 0,0-1 0,-1 1 0,2 0 0,-1-1 0,0 0 0,1 0 0,0 0 0,0 0 0,0-1 0,0 1 0,10 4 0,82 51 0,-10-15 0,-70-36 0,-1 1 0,0 0 0,16 14 0,28 18 0,103 66 0,-160-106 4,1 0 0,-1 0 0,1-1 0,-1 1 0,1-1 0,-1 0 0,1 0 0,-1 1 0,1-2 0,0 1 0,-1 0 0,1 0 0,-1-1 0,1 0 0,-1 1 0,0-1 0,1 0 0,-1 0 0,0 0 0,1 0 0,-1-1 0,0 1 0,0-1 0,0 1 0,0-1 0,0 0 0,-1 0 0,1 1 0,2-5 0,1 0-169,1-1 0,-1 1 0,-1-1 0,1 0 0,-1-1 0,-1 1 0,1-1 0,2-10 0,-3 3-6661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16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69 24575,'0'5'0,"0"0"0,1 1 0,0-1 0,0 1 0,0-1 0,0 0 0,1 0 0,0 0 0,5 10 0,-6-14 0,0 0 0,-1 0 0,1 0 0,0 0 0,0 0 0,0 0 0,0 0 0,0 0 0,0 0 0,0 0 0,0-1 0,0 1 0,0 0 0,1-1 0,-1 1 0,0-1 0,0 0 0,2 1 0,-1-1 0,0 0 0,-1 0 0,1 0 0,0-1 0,0 1 0,-1-1 0,1 1 0,-1-1 0,1 0 0,0 1 0,-1-1 0,1 0 0,-1 0 0,0 0 0,1 0 0,-1 0 0,3-3 0,1-3 0,1 1 0,-1-1 0,0 0 0,-1-1 0,1 1 0,-1-1 0,-1 0 0,5-13 0,11-23 0,-19 44 0,0-1 0,0 1 0,0-1 0,0 1 0,0 0 0,0-1 0,0 1 0,1 0 0,-1-1 0,0 1 0,0 0 0,1-1 0,-1 1 0,0 0 0,0-1 0,1 1 0,-1 0 0,0 0 0,1-1 0,-1 1 0,0 0 0,1 0 0,-1 0 0,1-1 0,-1 1 0,0 0 0,1 0 0,-1 0 0,1 0 0,-1 0 0,0 0 0,1 0 0,-1 0 0,1 0 0,-1 0 0,0 0 0,1 0 0,-1 0 0,1 0 0,10 17 0,0 27 0,-11-44 0,5 51-45,2 17 184,-7-64-237,1-1 1,0 1 0,0-1 0,0 1-1,1 0 1,-1-1 0,1 0 0,0 1-1,0-1 1,0 0 0,0 0 0,1 0-1,-1 0 1,4 2 0,5 2-6729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16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88 24575,'13'-1'0,"-2"-1"0,1 0 0,0-1 0,0-1 0,-1 0 0,12-5 0,17-6 0,-18 9 0,0 0 0,0 1 0,1 1 0,-1 2 0,38-1 0,-41 2 45,1 0-1,28-7 1,18-2-1544,-49 9-5327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16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0 343 24575,'33'0'0,"-10"1"0,0-1 0,44-7 0,-59 5 0,0 0 0,0 0 0,0-1 0,0 0 0,-1 0 0,0-1 0,1 0 0,-1 0 0,-1-1 0,1 0 0,-1 0 0,6-6 0,43-37 0,-39 34 0,0 0 0,20-23 0,-31 31 0,0-1 0,0 0 0,-1 0 0,0 0 0,-1 0 0,1-1 0,-1 1 0,-1-1 0,4-16 0,-5 17 0,0-1 0,-1 1 0,0 0 0,0 0 0,-1-1 0,-1-8 0,2 15 0,0 0 0,0 0 0,0 0 0,0 0 0,-1 0 0,1 0 0,0 1 0,-1-1 0,1 0 0,0 0 0,-1 0 0,1 0 0,-1 0 0,1 0 0,-1 1 0,0-1 0,1 0 0,-1 0 0,0 1 0,0-1 0,1 0 0,-1 1 0,0-1 0,0 1 0,0-1 0,0 1 0,0 0 0,0-1 0,0 1 0,1 0 0,-1-1 0,0 1 0,0 0 0,0 0 0,0 0 0,0 0 0,0 0 0,0 0 0,0 0 0,0 1 0,0-1 0,0 0 0,0 0 0,0 1 0,0-1 0,0 0 0,0 1 0,0-1 0,0 1 0,1 0 0,-1-1 0,0 1 0,0-1 0,1 1 0,-2 1 0,-5 4 0,1 0 0,0 0 0,1 1 0,0-1 0,0 1 0,0 0 0,1 1 0,0-1 0,0 1 0,1 0 0,-1 0 0,2 0 0,-3 12 0,-2 14 0,-5 66 0,12-98 0,-1 2 0,1-1 0,0 1 0,0-1 0,0 1 0,0 0 0,0-1 0,1 1 0,-1-1 0,1 1 0,0-1 0,0 1 0,1-1 0,-1 0 0,1 1 0,0-1 0,-1 0 0,5 5 0,-3-6 0,0 1 0,1-1 0,-1 0 0,1 0 0,-1 0 0,1 0 0,-1-1 0,1 1 0,0-1 0,0 0 0,0 0 0,-1-1 0,1 1 0,0-1 0,8 0 0,76-2-1365,-68 2-5461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17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 24575,'1'1'0,"-1"0"0,0 0 0,1 0 0,-1 0 0,1 0 0,-1 0 0,1-1 0,0 1 0,-1 0 0,1 0 0,0 0 0,-1-1 0,1 1 0,0 0 0,0-1 0,0 1 0,0-1 0,0 1 0,0-1 0,0 1 0,0-1 0,0 0 0,0 1 0,0-1 0,0 0 0,0 0 0,0 0 0,2 0 0,1 1 0,-1-1 0,1 1 0,0-1 0,-1 0 0,1-1 0,0 1 0,3-1 0,-3-1 0,-1 0 0,1 0 0,-1 0 0,0 0 0,0 0 0,0-1 0,0 1 0,0-1 0,-1 0 0,1 0 0,-1 0 0,0 0 0,0 0 0,0 0 0,0-1 0,2-4 0,18-26 0,-22 33 0,1 1 0,-1-1 0,0 1 0,1 0 0,-1-1 0,1 1 0,-1 0 0,0-1 0,1 1 0,-1 0 0,1 0 0,-1-1 0,1 1 0,-1 0 0,1 0 0,-1 0 0,1 0 0,-1 0 0,1 0 0,-1 0 0,1 0 0,-1 0 0,1 0 0,-1 0 0,1 0 0,0 0 0,-1 0 0,1 0 0,-1 0 0,1 0 0,0 1 0,11 15 0,2 29 0,-13-41 0,10 35 0,2-1 0,17 37 0,-28-71 0,0 0 0,0 1 0,-1-1 0,1 0 0,-1 1 0,0-1 0,0 1 0,0-1 0,-1 1 0,0-1 0,0 1 0,0 0 0,0-1 0,-1 1 0,1-1 0,-1 1 0,-1-1 0,1 1 0,0-1 0,-1 0 0,0 0 0,0 0 0,0 0 0,-1 0 0,1 0 0,-1 0 0,0-1 0,0 1 0,0-1 0,-1 0 0,1 0 0,-6 4 0,-3 3 0,-1 0 0,0-1 0,0-1 0,-1 0 0,1 0 0,-2-1 0,-26 8 0,40-15 0,0 1 0,-1-1 0,1 0 0,0 0 0,0 0 0,0 1 0,0-2 0,0 1 0,-1 0 0,1 0 0,0 0 0,0 0 0,0-1 0,0 1 0,-2-1 0,3 1 0,0 0 0,-1-1 0,1 1 0,0 0 0,-1-1 0,1 1 0,0-1 0,0 1 0,-1 0 0,1-1 0,0 1 0,0-1 0,0 1 0,-1 0 0,1-1 0,0 1 0,0-1 0,0 1 0,0-1 0,0 1 0,0-1 0,0 1 0,0-1 0,0 1 0,0-1 0,1-1 0,-1 0 0,1 0 0,0 0 0,0 0 0,0 1 0,0-1 0,0 0 0,0 1 0,0-1 0,0 0 0,1 1 0,-1-1 0,1 1 0,-1 0 0,3-2 0,9-4 0,0 1 0,0 1 0,1 0 0,0 1 0,-1 1 0,1 0 0,1 0 0,-1 2 0,0 0 0,22 1 0,-10-1 0,49-8 0,-14-5-1365,-47 7-5461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17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1 209 24575,'0'-5'0,"1"0"0,-1-1 0,1 1 0,1 0 0,-1 0 0,1 0 0,0 0 0,0 0 0,0 0 0,1 1 0,-1-1 0,1 1 0,0 0 0,6-6 0,5-5 0,1 0 0,24-17 0,-3 2 0,-32 25 0,2 1 0,-1-1 0,0 1 0,1 0 0,0 0 0,0 1 0,10-5 0,-14 8 0,0-1 0,0 1 0,1-1 0,-1 1 0,0 0 0,1 0 0,-1 0 0,0 0 0,1 1 0,-1-1 0,0 1 0,1-1 0,-1 1 0,0 0 0,0-1 0,0 1 0,0 1 0,0-1 0,0 0 0,0 0 0,0 1 0,0-1 0,0 1 0,-1-1 0,1 1 0,1 2 0,54 74 0,-14-13 0,-30-48-682,21 36-1,-26-38-6143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34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 24575,'5'1'0,"0"-2"0,0 1 0,0-1 0,-1 1 0,1-1 0,0 0 0,0-1 0,-1 1 0,1-1 0,-1 0 0,7-4 0,-4 1 0,0-1 0,0 0 0,-1 0 0,0 0 0,8-12 0,-12 16 0,0 0 0,0-1 0,0 1 0,0 0 0,0 0 0,1 0 0,-1 1 0,4-3 0,6 5 0,-5 15 0,-5 6 0,-2-1 0,0 0 0,-1 0 0,-1 1 0,-1-1 0,0 0 0,-8 22 0,9-35 0,1-6-65,1 0 0,-1 0 0,1 0 0,-1 0 0,0 0 0,0 0 0,0 0 0,0 0 0,0 0 0,-1-1 0,1 1 0,0 0 0,-1-1 0,1 1 0,-1-1 0,0 1 0,1-1 0,-1 0 0,0 0 0,-2 1 0,-9 3-6761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34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24575,'39'0'0,"0"2"0,57 9 0,-56-3-113,-1 0-305,1-1 1,58 1 0,-79-8-6409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1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353 110 24575,'0'-3'0,"0"-1"0,0 1 0,0 0 0,-1-1 0,0 1 0,0 0 0,0 0 0,0-1 0,0 1 0,-1 0 0,1 0 0,-1 0 0,0 0 0,0 1 0,0-1 0,0 0 0,0 1 0,-1 0 0,1-1 0,-1 1 0,1 0 0,-1 0 0,0 0 0,0 1 0,-3-2 0,-8-3 0,0 1 0,1 1 0,-2 0 0,-21-3 0,14 3 0,11 2 0,0 0 0,0 0 0,0 1 0,0 1 0,0 0 0,0 0 0,-15 3 0,22-2 0,0 0 0,-1 1 0,1-1 0,0 1 0,0 0 0,0 0 0,1 0 0,-1 0 0,1 1 0,-1-1 0,1 1 0,0 0 0,-1 0 0,1 0 0,1 0 0,-1 1 0,1-1 0,-1 1 0,1 0 0,0 0 0,-3 6 0,2-1 0,0 0 0,1-1 0,0 1 0,0 0 0,1 0 0,0 0 0,1 0 0,-1 0 0,2 0 0,-1 1 0,1-1 0,1-1 0,0 1 0,0 0 0,5 11 0,-1-6 0,1 1 0,1-1 0,0 0 0,1 0 0,0-1 0,1-1 0,20 20 0,127 110 0,-102-95 0,-52-45 0,0 1 0,-1 0 0,1-1 0,0 1 0,-1 0 0,0 0 0,0 1 0,0-1 0,0 0 0,0 1 0,-1-1 0,1 1 0,0 6 0,-2-9 0,0 1 0,0-1 0,0 1 0,0 0 0,0-1 0,-1 1 0,1-1 0,0 1 0,-1-1 0,0 1 0,1-1 0,-1 1 0,0-1 0,0 0 0,0 1 0,1-1 0,-2 0 0,1 1 0,0-1 0,0 0 0,0 0 0,0 0 0,-1 0 0,1 0 0,0-1 0,-1 1 0,1 0 0,-1-1 0,1 1 0,-1 0 0,1-1 0,-1 0 0,0 1 0,-2-1 0,-5 2-136,0 0-1,-1-1 1,1 0-1,0 0 1,-1-1-1,1 0 1,0-1-1,-1 0 0,-9-3 1,4-1-6690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1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 24575,'1'77'0,"-3"85"0,-18-52 0,19-103 20,1 0 0,-1-1 0,0 1 0,-1 0 0,-3 10 0,4-15-94,0 0-1,0 0 1,0 0 0,0 0 0,-1 0-1,1 0 1,-1 0 0,1 0 0,-1-1-1,0 1 1,0 0 0,0-1 0,0 0-1,0 1 1,0-1 0,0 0 0,0 0-1,0 0 1,-3 1 0,-10 1-6752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1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24575,'46'-17'0,"-3"12"0,0 2 0,85 4 0,-39 2 0,-70-4-117,30 2 364,-47 0-318,0-1 0,0 1 0,0-1-1,0 1 1,0-1 0,0 1 0,0 0 0,-1 0-1,1 0 1,0 0 0,0 0 0,-1 1 0,1-1-1,-1 1 1,1-1 0,-1 1 0,0-1 0,1 1-1,-1-1 1,1 3 0,3 10-6755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2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 24575,'46'17'0,"-3"-12"0,0-1 0,85-6 0,-39 0 0,-76 3-114,1-1 1,0-1-1,-1 0 0,1-1 0,-1 0 1,0-1-1,0-1 0,0 0 0,0 0 1,0-2-1,22-12 0,-21 9-6712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2.6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91 24575,'1'21'0,"0"0"0,1 0 0,8 32 0,-1 5 0,-7-42 0,1 1 0,0-1 0,9 27 0,-3-23 0,-1-1 0,-2 1 0,0 1 0,-1-1 0,0 1 0,-2 0 0,1 27 0,-5-18 0,1-22 0,-1-22 0,1-445 0,0 454 0,0 1 0,0 0 0,1 0 0,-1 0 0,1 0 0,0 0 0,0-1 0,0 1 0,1 1 0,-1-1 0,1 0 0,0 0 0,0 1 0,0-1 0,1 1 0,-1-1 0,6-5 0,-3 6 0,0-1 0,0 1 0,1 0 0,-1 0 0,1 0 0,-1 1 0,1 0 0,0 0 0,0 0 0,0 1 0,11-1 0,-1-1 0,1 2 0,0 0 0,22 1 0,-35 1 0,1-1 0,0 1 0,-1 0 0,1 0 0,0 1 0,-1-1 0,1 1 0,-1 0 0,0 0 0,0 0 0,0 1 0,0 0 0,0-1 0,0 1 0,-1 1 0,5 3 0,67 68 0,-45-35 0,-13-16 0,-7-8 0,-1 0 0,0 1 0,-2 0 0,0 0 0,5 19 0,-9-30 0,-2 1 0,1 1 0,-1-1 0,0 0 0,0 0 0,-1 0 0,0 1 0,0-1 0,-1 0 0,0 0 0,-3 11 0,3-15 0,0 1 0,-1 0 0,0 0 0,1-1 0,-1 1 0,-1-1 0,1 0 0,-1 0 0,1 1 0,-1-1 0,0-1 0,0 1 0,0 0 0,0-1 0,-1 0 0,1 1 0,0-2 0,-1 1 0,0 0 0,0 0 0,-7 1 0,-45 18 86,37-14-812,-34 10 1,38-14-6101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2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 24575,'0'-4'0,"3"-1"0,6 0 0,4 2 0,4 0 0,-1 1-8191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3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 24575,'0'1'0,"0"0"0,1-1 0,-1 1 0,1 0 0,-1 0 0,1 0 0,-1 0 0,1 0 0,0 0 0,-1-1 0,1 1 0,0 0 0,0-1 0,-1 1 0,1 0 0,0-1 0,0 1 0,0-1 0,0 1 0,0-1 0,0 0 0,0 1 0,0-1 0,0 0 0,0 0 0,0 0 0,2 1 0,32 3 0,-31-4 0,247 2 0,-129-4 0,-109 1 20,-1 0-1,1-1 1,0-1-1,-1 0 1,22-9-1,24-5-1501,-42 14-5344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4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 24575,'414'0'0,"-406"0"-227,0-1-1,0 0 1,0 0-1,0 0 1,8-4-1,-2 1-6598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6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1 24575,'-13'0'0,"3"0"0,0 0 0,0 0 0,0 1 0,0 0 0,-16 5 0,23-5 0,1 0 0,-1 0 0,1 0 0,-1 0 0,1 1 0,0 0 0,-1-1 0,1 1 0,0 0 0,0 0 0,0 0 0,1 0 0,-1 0 0,0 0 0,1 1 0,0-1 0,-1 0 0,1 1 0,0-1 0,0 1 0,0 0 0,1-1 0,-1 1 0,0 0 0,1 4 0,-3 8 0,2 1 0,0-1 0,0 1 0,2-1 0,0 1 0,1-1 0,0 1 0,8 26 0,-8-39 6,0 1 0,0-1 0,0 0 0,1 0 0,-1 0 0,1 0 0,0-1 0,0 1 0,0-1 0,0 0 0,0 0 0,0 0 0,0 0 0,1 0 0,-1 0 0,1-1 0,-1 0 0,1 0 0,4 1 0,6 1-377,-1-1-1,1-1 1,24 0 0,-19-1-6455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6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0 104 24575,'3'0'0,"0"0"0,0 0 0,0-1 0,0 0 0,0 1 0,0-1 0,0 0 0,0-1 0,0 1 0,0 0 0,-1-1 0,1 0 0,-1 1 0,1-1 0,-1 0 0,1 0 0,1-3 0,4-5 0,-1 1 0,0-1 0,7-13 0,3-5 0,-3 83 0,-9-26 0,-1-7 0,1 0 0,0 0 0,16 36 0,-10-26-1365,-8-17-5461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7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24575,'3'0'0,"6"0"0,4 0 0,0 3 0,2 6 0,-2 4 0,-3 4 0,-3 3 0,-3 2 0,-6-4 0,-6-4 0,-2-1 0,1-2-8191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7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 24575,'-15'0'0,"7"0"0,-1 0 0,0 0 0,1 1 0,-16 3 0,21-3 0,0 0 0,0 0 0,0 0 0,1 1 0,-1-1 0,1 1 0,-1 0 0,1-1 0,0 1 0,-1 0 0,1 1 0,0-1 0,0 0 0,0 0 0,1 1 0,-1-1 0,1 1 0,-2 3 0,-5 11 0,2 1 0,0 0 0,1 0 0,0 0 0,2 1 0,0-1 0,1 1 0,1 0 0,1 0 0,4 37 0,-3-50 7,0-1-1,0 1 0,1-1 0,0 1 1,0-1-1,0 0 0,0 1 1,1-1-1,0 0 0,0-1 1,1 1-1,-1-1 0,1 1 0,0-1 1,0 0-1,0 0 0,1-1 1,7 6-1,-4-4-141,1 0 0,0-1 0,0 0 0,0-1 0,0 1 0,0-2 0,1 1 0,-1-1 0,1-1 0,10 1 0,-2-1-6691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7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24575,'16'-1'0,"0"-1"0,30-6 0,-29 4 0,0 1 0,23-1 0,-32 3 0,-1 1 0,1 1 0,0-1 0,0 2 0,0-1 0,0 1 0,-1 0 0,1 0 0,-1 1 0,1 0 0,7 5 0,-11-5 0,0-1 0,0 1 0,0 1 0,-1-1 0,0 0 0,1 1 0,-1 0 0,0-1 0,-1 1 0,1 0 0,-1 1 0,1-1 0,-1 0 0,-1 1 0,1-1 0,-1 1 0,1 0 0,-1-1 0,0 10 0,0-11 0,-1 0 0,0 1 0,0-1 0,0 1 0,0-1 0,-1 1 0,0-1 0,1 1 0,-1-1 0,0 0 0,-1 1 0,1-1 0,0 0 0,-1 0 0,0 0 0,0 0 0,0 0 0,0 0 0,0-1 0,-1 1 0,1-1 0,-1 1 0,-3 2 0,-6 2 0,0 0 0,-1-1 0,0 0 0,-23 7 0,24-9 0,0 0 0,1 1 0,-1 0 0,-17 12 0,28-17 0,1 0 0,0 0 0,-1 0 0,1 0 0,0 0 0,-1 1 0,1-1 0,0 0 0,0 0 0,-1 0 0,1 1 0,0-1 0,0 0 0,0 0 0,-1 1 0,1-1 0,0 0 0,0 0 0,0 1 0,-1-1 0,1 0 0,0 1 0,0-1 0,0 0 0,0 1 0,0-1 0,0 0 0,0 1 0,0-1 0,0 0 0,0 1 0,0-1 0,0 0 0,0 1 0,0-1 0,0 0 0,0 1 0,0-1 0,0 0 0,1 0 0,-1 1 0,0-1 0,0 0 0,0 1 0,1-1 0,18 7 0,25-3 0,-19-3 0,38 8 0,-38-5 0,42 3 0,194-8-1365,-243 1-5461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8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24575,'5'1'0,"-1"-1"0,0 1 0,1 0 0,-1 1 0,0-1 0,0 1 0,0 0 0,0 0 0,0 0 0,0 0 0,0 1 0,5 5 0,44 42 0,-39-34 0,6 6 0,-1 2 0,27 45 0,-39-58 0,0 0 0,-1 2 0,0-1 0,-1 0 0,0 1 0,-1 0 0,-1 0 0,0 1 0,2 21 0,-3-4 0,-1 0 0,-6 52 0,4-76 0,0 0 0,0 0 0,-1 0 0,0 0 0,-1 0 0,0 0 0,0 0 0,0-1 0,-6 9 0,-3 1 0,-28 30 0,-8 10 0,33-38-273,-1-1 0,-1 0 0,0-1 0,-36 26 0,39-33-6553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4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1 24575,'-5'0'0,"0"1"0,0-1 0,0 2 0,1-1 0,-1 0 0,0 1 0,1 0 0,-1 0 0,1 0 0,-1 1 0,1-1 0,0 1 0,0 0 0,0 0 0,1 1 0,-1-1 0,1 1 0,0 0 0,0 0 0,0 0 0,0 0 0,1 0 0,-4 8 0,0 0 0,1 1 0,0 0 0,1 0 0,0 0 0,1 1 0,1-1 0,-2 22 0,-12 117 0,10-88 0,5 118 0,3-80 0,-2-98 11,0 1 0,0 0 0,1 0 0,-1 0 0,1 0 0,0-1-1,0 1 1,1 0 0,0-1 0,3 8 0,-3-10-85,-1 0-1,1 0 1,0 1 0,0-1 0,0-1-1,0 1 1,0 0 0,1-1 0,-1 1-1,0-1 1,1 1 0,-1-1 0,1 0-1,0 0 1,-1 0 0,1-1 0,0 1-1,0-1 1,4 1 0,10 1-6752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5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21 24575,'0'-1'0,"-1"0"0,1 0 0,-1 0 0,1 0 0,-1 0 0,0 0 0,1 0 0,-1 0 0,0 0 0,0 0 0,0 0 0,0 1 0,1-1 0,-1 0 0,0 1 0,0-1 0,0 1 0,-1-1 0,1 1 0,0-1 0,0 1 0,0 0 0,0-1 0,0 1 0,0 0 0,-1 0 0,0 0 0,-34-3 0,33 3 0,-1 0 0,0 1 0,0-1 0,1 1 0,-1 0 0,0-1 0,1 2 0,-1-1 0,1 0 0,-1 1 0,1 0 0,0-1 0,0 1 0,0 1 0,0-1 0,0 0 0,0 1 0,0-1 0,1 1 0,-1 0 0,1 0 0,0 0 0,0 0 0,0 1 0,0-1 0,1 0 0,-1 1 0,1-1 0,0 1 0,-2 6 0,0 9 0,1 0 0,0 0 0,2 0 0,2 36 0,0-19 0,-2-27-98,0-2 137,0-1-1,0 0 0,1 1 1,0-1-1,3 12 1,-4-17-102,1 1 1,0 0-1,0 0 1,0-1 0,0 1-1,1 0 1,-1-1-1,0 1 1,1-1 0,-1 0-1,0 1 1,1-1-1,0 0 1,-1 0 0,1 0-1,0 0 1,0 0-1,-1 0 1,1-1 0,0 1-1,0-1 1,0 1-1,2-1 1,12 3-6764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5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42 24575,'-2'0'0,"-1"1"0,0 0 0,1-1 0,-1 1 0,1 0 0,-1 0 0,1 1 0,0-1 0,-1 0 0,1 1 0,0-1 0,0 1 0,0 0 0,0 0 0,0 0 0,0 0 0,1 0 0,-1 0 0,1 0 0,-1 1 0,1-1 0,0 0 0,0 1 0,0-1 0,0 1 0,-1 4 0,-1 5 0,0 1 0,0-1 0,1 1 0,-1 17 0,3-26 0,0-1 0,-1 1 0,2-1 0,-1 1 0,0-1 0,1 1 0,0 0 0,-1-1 0,1 0 0,1 1 0,-1-1 0,0 0 0,1 1 0,0-1 0,0 0 0,0 0 0,0 0 0,0 0 0,0-1 0,1 1 0,-1-1 0,1 1 0,4 2 0,-3-3 0,1 0 0,-1 0 0,1-1 0,0 1 0,0-1 0,0 0 0,0 0 0,-1-1 0,1 1 0,0-1 0,0 0 0,0 0 0,0-1 0,0 0 0,0 0 0,8-2 0,-10 2 0,0 1 0,-1-1 0,1 0 0,0 0 0,-1-1 0,1 1 0,0 0 0,-1-1 0,0 0 0,1 1 0,-1-1 0,0 0 0,0 0 0,0 0 0,0-1 0,0 1 0,-1 0 0,1-1 0,1-2 0,-2 1 0,0 0 0,0 1 0,0-1 0,0 0 0,-1 0 0,0 0 0,1 0 0,-1 0 0,-1 1 0,1-1 0,-1 0 0,-1-6 0,-2-2 0,0 1 0,0 0 0,-1 0 0,0 0 0,-1 1 0,-1 0 0,0 0 0,-10-12 0,13 18-94,-1-3-87,-1 1-1,1 0 0,-1 1 1,-1-1-1,1 1 1,-14-8-1,7 8-6644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25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1 24575,'0'3'0,"4"2"0,1 4 0,3-1 0,1 3 0,-2 3 0,-2 3 0,-1 2 0,-2 2 0,-5-3 0,-1-1 0,-1 1 0,-3-4 0,0 1 0,-3-3 0,-2-3 0,0 0 0,3-1-8191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38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198 1 24575,'-4'0'0,"0"0"0,0 0 0,0 0 0,0 1 0,0-1 0,0 1 0,0 0 0,0 1 0,0-1 0,1 0 0,-1 1 0,0 0 0,1 0 0,-1 0 0,1 1 0,-5 4 0,4-3 0,0 1 0,0 0 0,1 1 0,0-1 0,0 0 0,0 1 0,1 0 0,0 0 0,0 0 0,-2 8 0,-16 58 0,9-37 0,-8 47 0,-1 9 0,14-65 0,0 0 0,1 0 0,-1 44 0,4 12 0,5 119 0,1-173 0,1 0 0,1 0 0,2-1 0,1 0 0,0 0 0,22 40 0,-14-31 0,-7-13 0,20 34 0,20 23-1365,-43-69-5461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0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24575,'26'1'0,"0"1"0,38 8 0,11 10 0,-45-11 0,1-2 0,0 0 0,56 3 0,-67-9 0,-1 1 0,0 1 0,1 0 0,-1 2 0,-1 0 0,28 11 0,-44-15 0,-1-1 0,1 1 0,0 0 0,0 0 0,-1-1 0,1 1 0,0 0 0,-1 1 0,1-1 0,-1 0 0,1 0 0,-1 1 0,0-1 0,0 1 0,1-1 0,-1 1 0,0-1 0,0 1 0,-1 0 0,1 0 0,1 2 0,-2-2 0,0 0 0,0 0 0,0 0 0,-1 0 0,1 0 0,0 0 0,-1 0 0,0 0 0,1 0 0,-1-1 0,0 1 0,0 0 0,0 0 0,0-1 0,0 1 0,0-1 0,-3 3 0,-1 2 0,-2 0 0,1-1 0,-1 0 0,0 0 0,0 0 0,0-1 0,-1 0 0,-11 5 0,6-4 0,-1 2 0,-19 11 0,25-13 0,0 0 0,-1 0 0,0-1 0,0 0 0,0 0 0,-1-1 0,1 0 0,-11 1 0,7-3 0,-1 1 0,1 1 0,0 0 0,0 1 0,0 0 0,0 1 0,-15 8 0,27-13 0,1 0 0,0 0 0,0 0 0,0 0 0,0 0 0,0 0 0,0 0 0,-1 0 0,1 0 0,0 0 0,0 0 0,0 1 0,0-1 0,0 0 0,0 0 0,0 0 0,0 0 0,-1 0 0,1 0 0,0 0 0,0 0 0,0 0 0,0 1 0,0-1 0,0 0 0,0 0 0,0 0 0,0 0 0,0 0 0,0 0 0,0 0 0,0 1 0,0-1 0,0 0 0,0 0 0,0 0 0,0 0 0,0 0 0,0 0 0,0 1 0,0-1 0,0 0 0,0 0 0,0 0 0,0 0 0,0 0 0,0 0 0,0 0 0,0 1 0,0-1 0,1 0 0,-1 0 0,0 0 0,9 3 0,14-1 0,6-2 0,9 1 0,-1 1 0,39 7 0,-36-4 0,-1-2 0,66-2 0,-102-1 0,-3 0-20,-1 0 1,1-1-1,0 1 0,0 0 0,0 0 1,0 0-1,0 0 0,0 0 0,0 0 0,0-1 1,0 1-1,0 0 0,0 0 0,0 0 0,0 0 1,0 0-1,0 0 0,0-1 0,0 1 1,0 0-1,0 0 0,0 0 0,0 0 0,0 0 1,0 0-1,0-1 0,0 1 0,0 0 0,0 0 1,0 0-1,1 0 0,-1 0 0,0 0 1,0 0-1,0-1 0,0 1 0,0 0 0,0 0 1,0 0-1,0 0 0,1 0 0,-1 0 0,0 0 1,0 0-1,0 0 0,0 0 0,0 0 0,0 0 1,1 0-1,-1 0 0,0 0 0,0 0 1,0 0-1,0 0 0,0 0 0,1 0 0,-1 0 1,0 0-1,0 0 0,0 0 0,0 0 0,0 0 1,0 0-1,1 0 0,-1 0 0,0 0 1,0 0-1,0 1 0,-3-6-6806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0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 24575,'106'2'0,"115"-4"0,-186-6-1365,-22 3-5461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2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1 296 24575,'-1'-10'0,"1"1"0,1 0 0,0 0 0,0 0 0,0 0 0,2 0 0,-1 0 0,1 0 0,0 1 0,0-1 0,1 1 0,1 0 0,-1 0 0,1 0 0,1 1 0,-1 0 0,8-8 0,-5 6 0,0-1 0,0-1 0,10-19 0,-13 20 0,1 0 0,0 0 0,0 1 0,1 0 0,11-10 0,-17 18 0,0 0 0,0 0 0,0 1 0,0-1 0,0 0 0,0 1 0,0-1 0,0 1 0,1-1 0,-1 1 0,0-1 0,0 1 0,0 0 0,1 0 0,-1 0 0,0-1 0,0 1 0,1 1 0,-1-1 0,0 0 0,1 0 0,0 1 0,1 0 0,0 0 0,0 0 0,-1 0 0,1 1 0,0 0 0,-1-1 0,1 1 0,-1 0 0,3 3 0,5 6 0,-1 0 0,0 1 0,8 13 0,-13-19 0,21 29-371,53 56 0,-67-79-252,-1 0-6203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2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24575,'17'0'0,"13"-1"0,0 2 0,1 1 0,44 9 0,-58-8 29,-1-1 1,0-1-1,26-1 0,-26 0-326,-1 0 1,0 0 0,0 2-1,16 3 1,-17-1-6530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2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24575,'0'1'0,"0"-1"0,0 1 0,1 0 0,-1 0 0,0 0 0,1 0 0,-1-1 0,1 1 0,-1 0 0,1-1 0,0 1 0,-1 0 0,1-1 0,0 1 0,-1 0 0,1-1 0,0 1 0,-1-1 0,1 0 0,0 1 0,0-1 0,0 1 0,0-1 0,-1 0 0,1 0 0,0 0 0,2 1 0,30 4 0,-23-4 0,34 7 0,-20-3 0,1-1 0,37 1 0,199-6-1365,-243 1-5461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3.2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1 331 24575,'25'-1'0,"0"-1"0,1-1 0,-1-1 0,-1-2 0,1 0 0,41-18 0,-54 18 0,0-1 0,-1 0 0,0-1 0,-1-1 0,0 1 0,0-2 0,-1 1 0,0-1 0,12-17 0,-18 21 0,0 0 0,0 1 0,-1-1 0,1 0 0,-1 0 0,-1-1 0,1 1 0,-1 0 0,0-1 0,0 1 0,-1 0 0,0-1 0,0 1 0,-1-1 0,-1-6 0,2 9 0,-1 1 0,1-1 0,-1 1 0,0-1 0,0 1 0,-1-1 0,1 1 0,-1 0 0,0 0 0,0-1 0,0 1 0,0 1 0,0-1 0,-1 0 0,1 0 0,-1 1 0,0-1 0,1 1 0,-1 0 0,0 0 0,-1 0 0,1 0 0,0 1 0,0-1 0,-1 1 0,1 0 0,-4-1 0,0 1 0,0 0 0,0 0 0,0 1 0,0 0 0,0 0 0,0 1 0,0-1 0,0 2 0,1-1 0,-9 3 0,12-3 0,0 1 0,0-1 0,0 1 0,0 0 0,0 0 0,1 0 0,-1 0 0,1 0 0,-1 1 0,1-1 0,0 1 0,0-1 0,0 1 0,0 0 0,0 0 0,1 0 0,-1 0 0,1 0 0,0 0 0,0 0 0,0 1 0,0-1 0,0 4 0,-1 7 0,0 0 0,1 0 0,1 0 0,0 0 0,3 17 0,-3-26 0,1 0 0,0 0 0,0 0 0,1 0 0,0 0 0,-1 0 0,2-1 0,-1 1 0,1-1 0,-1 1 0,1-1 0,0 0 0,1 0 0,-1 0 0,1 0 0,-1-1 0,6 4 0,22 15 0,-24-16 0,0 0 0,0-1 0,1 1 0,0-2 0,0 1 0,0-1 0,1-1 0,-1 1 0,1-1 0,0-1 0,0 0 0,14 2 0,140-4 112,-66-2-1589,-78 2-5349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3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 24575,'4'0'0,"-1"0"0,1 0 0,-1-1 0,1 1 0,-1-1 0,1 0 0,-1 0 0,1 0 0,-1 0 0,0-1 0,0 0 0,1 1 0,-1-1 0,0 0 0,-1 0 0,1-1 0,0 1 0,3-4 0,12-10 0,-18 15 0,1 1 0,-1 0 0,1-1 0,-1 1 0,0 0 0,1-1 0,-1 1 0,1 0 0,-1-1 0,1 1 0,-1 0 0,1 0 0,0 0 0,-1 0 0,1-1 0,-1 1 0,1 0 0,-1 0 0,1 0 0,-1 0 0,1 0 0,0 0 0,-1 0 0,1 0 0,-1 1 0,1-1 0,-1 0 0,1 0 0,0 1 0,7 15 0,-4 28 0,-4-40 0,-2 51 0,0-36 0,2 0 0,0 0 0,1 0 0,1 0 0,5 24 0,-6-41 0,-1 0 0,1-1 0,-1 1 0,1 0 0,-1 0 0,0-1 0,0 1 0,0 0 0,0 0 0,0-1 0,0 1 0,0 0 0,0 0 0,-1-1 0,1 1 0,-1 0 0,1-1 0,-1 1 0,0 0 0,-1 2 0,0-2 0,0-1 0,0 1 0,0-1 0,0 0 0,0 0 0,0 0 0,0 0 0,0 0 0,-1 0 0,1 0 0,0-1 0,0 1 0,-1-1 0,-4 1 0,62-5 0,66 6 0,61-4 0,-164-1-1365,-4-2-5461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4.3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0 123 24575,'5'0'0,"0"-1"0,0 0 0,0 0 0,-1 0 0,1-1 0,-1 0 0,1 1 0,-1-2 0,1 1 0,4-4 0,43-33 0,-39 28 0,-3 3 0,0 0 0,1 1 0,0 0 0,21-10 0,-30 16 0,1 0 0,-1 0 0,1 1 0,-1-1 0,1 0 0,0 1 0,-1 0 0,1-1 0,-1 1 0,1 0 0,0 0 0,-1 1 0,1-1 0,0 0 0,-1 1 0,1 0 0,-1 0 0,1-1 0,-1 1 0,0 1 0,1-1 0,-1 0 0,0 1 0,0-1 0,0 1 0,0-1 0,0 1 0,0 0 0,0 0 0,2 3 0,31 45 0,-21-29 0,0-2 0,31 33 0,73 51 0,-95-77-1365,-13-16-5461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4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24575,'348'0'-1365,"-329"0"-5461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4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24575,'1'9'0,"0"0"0,1 0 0,0 0 0,4 12 0,2 8 0,-4-16 0,0-1 0,1 1 0,0-1 0,11 18 0,-9-17 0,0-1 0,-2 1 0,9 24 0,-10-25-227,0 0-1,2-1 1,-1 1-1,1-1 1,10 14-1,-7-13-6598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5.3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0 435 24575,'7'-1'0,"-1"1"0,0-2 0,0 1 0,0-1 0,0 0 0,0 0 0,0-1 0,0 1 0,-1-1 0,1-1 0,-1 1 0,6-6 0,8-6 0,29-32 0,-40 38 0,0 0 0,-1-1 0,0 1 0,-1-2 0,0 1 0,-1-1 0,0 0 0,-1 0 0,0 0 0,-1-1 0,0 1 0,0-1 0,-1 0 0,-1 0 0,0 0 0,-1 0 0,0 0 0,-4-21 0,3 26 0,-1 1 0,0-1 0,0 1 0,0 0 0,-1 0 0,0 0 0,0 0 0,-1 0 0,1 1 0,-1 0 0,-1 0 0,-8-9 0,11 12 0,0 0 0,0 0 0,0 0 0,0 0 0,0 1 0,0-1 0,0 1 0,-1-1 0,1 1 0,0 0 0,-1 0 0,1 0 0,-1 0 0,1 1 0,-1-1 0,0 1 0,1-1 0,-1 1 0,0 0 0,1 0 0,-1 0 0,0 0 0,1 1 0,-1-1 0,1 1 0,-1-1 0,0 1 0,1 0 0,-1 0 0,1 0 0,0 1 0,-1-1 0,1 0 0,-3 3 0,2-1 0,1 0 0,0 0 0,0 0 0,0 0 0,0 1 0,0-1 0,0 0 0,1 1 0,0 0 0,0-1 0,0 1 0,0 0 0,0-1 0,1 1 0,0 4 0,1 65 0,1-45 0,-2-21 0,0 0 0,0 0 0,1 0 0,0 1 0,0-1 0,1 0 0,0 0 0,0 0 0,0-1 0,1 1 0,0-1 0,1 1 0,-1-1 0,1 0 0,0 0 0,1 0 0,-1-1 0,1 0 0,9 9 0,-9-10 0,1 0 0,-1 0 0,1-1 0,-1 0 0,1 0 0,0 0 0,0 0 0,0-1 0,1 0 0,-1 0 0,1-1 0,-1 0 0,1 0 0,-1 0 0,8-1 0,-4 1 0,47 8 75,-38-5-795,37 2 0,-38-5-6106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5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24575,'0'-3'0,"0"0"0,0 0 0,0 1 0,0-1 0,1 0 0,-1 0 0,1 0 0,0 1 0,0-1 0,0 0 0,0 0 0,0 1 0,0-1 0,1 1 0,3-5 0,-3 5 0,1 0 0,0 0 0,-1 0 0,1 1 0,0-1 0,0 1 0,0 0 0,0 0 0,0 0 0,0 0 0,1 0 0,-1 1 0,0-1 0,4 1 0,15-3 0,1 2 0,-1 0 0,28 4 0,-44-3 0,-1 1 0,0 0 0,1 0 0,-1 0 0,0 1 0,0-1 0,0 1 0,0 1 0,0-1 0,0 1 0,-1-1 0,1 1 0,-1 1 0,0-1 0,1 1 0,-2-1 0,1 1 0,0 0 0,3 6 0,-4-5 0,0 1 0,0 0 0,0 0 0,-1 0 0,0 0 0,0 0 0,-1 1 0,0-1 0,0 0 0,1 11 0,-2-14 0,-1 0 0,1 0 0,0 0 0,-1 0 0,0 0 0,0 0 0,0 0 0,0 0 0,0 0 0,0 0 0,-1-1 0,1 1 0,-1-1 0,0 1 0,0-1 0,0 1 0,0-1 0,0 0 0,-1 0 0,1 0 0,-1 0 0,1-1 0,-1 1 0,-3 1 0,-74 31 0,59-27 0,0 1 0,0 1 0,2 1 0,-25 16 0,43-25 0,1-1 0,0 0 0,-1 0 0,1 0 0,-1 1 0,1-1 0,-1 0 0,1 1 0,0-1 0,-1 0 0,1 1 0,0-1 0,-1 0 0,1 1 0,0-1 0,0 1 0,-1-1 0,1 1 0,0-1 0,0 0 0,0 1 0,-1-1 0,1 1 0,0-1 0,0 1 0,0-1 0,0 1 0,0-1 0,0 2 0,13 3 0,28-3 0,-36-2 0,74 0 0,87-3 0,-153 2 30,0-1 0,-1-1 0,18-5 0,-26 7-136,0-1 0,0 1 0,0-1 0,0 0 0,0 0 0,0 0-1,-1-1 1,1 1 0,-1-1 0,0 0 0,0 0 0,0 0 0,4-5 0,-1-4-6720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6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2 298 24575,'-1'-7'0,"1"-1"0,0 0 0,0 1 0,1-1 0,0 0 0,0 1 0,1-1 0,0 1 0,0-1 0,1 1 0,-1 0 0,2 0 0,-1 0 0,8-10 0,97-137 0,-107 153 0,0-1 0,-1 1 0,1-1 0,1 1 0,-1 0 0,0-1 0,0 1 0,0 0 0,1 0 0,-1 0 0,0-1 0,1 2 0,-1-1 0,1 0 0,0 0 0,-1 0 0,1 1 0,-1-1 0,1 1 0,0-1 0,0 1 0,-1 0 0,1-1 0,0 1 0,0 0 0,-1 0 0,1 1 0,0-1 0,0 0 0,-1 0 0,1 1 0,0-1 0,-1 1 0,1-1 0,0 1 0,-1 0 0,1 0 0,-1 0 0,1 0 0,-1 0 0,1 0 0,0 2 0,8 6 0,-1 0 0,0 1 0,-1 1 0,13 19 0,-4-6 0,-3-6-195,1 0 0,0-2 0,1 1 0,1-2 0,1 0 0,35 22 0,-40-30-6631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6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24575,'4'0'0,"4"-4"0,6-1 0,3 0 0,3 2 0,1 0 0,1 1 0,1 1 0,-4-3 0,-2-1 0,1 1 0,0 0 0,2 2 0,0 0 0,1 1 0,0 1 0,1 0 0,-4 0-8191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6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24575,'-2'114'0,"5"120"0,-3-232-105,0 1 0,0-1 0,1 0 0,-1 1 0,1-1 0,0 0 0,0 0 0,0 0 0,0 0 0,0 1 0,0-1 0,2 2 0,7 5-6721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7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0 437 24575,'9'-9'0,"-6"6"0,1-1 0,-1 1 0,1 0 0,-1 0 0,1 0 0,0 1 0,8-5 0,-3 2 0,0-1 0,-1 0 0,1 0 0,-1-1 0,9-11 0,9-6 0,-5 7 0,-1-2 0,0 0 0,-2-1 0,20-27 0,-22 25 0,-11 17 0,-1-1 0,0 1 0,0-1 0,-1 1 0,1-1 0,-2 0 0,1 0 0,0-1 0,-1 1 0,0 0 0,-1-1 0,1 1 0,0-11 0,-2 10 0,0 1 0,0-1 0,0 0 0,-1 0 0,0 1 0,-1-1 0,-2-9 0,3 14 0,0 1 0,1-1 0,-1 1 0,0-1 0,1 1 0,-1 0 0,0-1 0,0 1 0,0 0 0,0 0 0,-1-1 0,1 1 0,0 0 0,0 0 0,-1 0 0,1 1 0,0-1 0,-1 0 0,1 0 0,-1 1 0,1-1 0,-1 1 0,1-1 0,-1 1 0,0 0 0,1 0 0,-1 0 0,1-1 0,-1 1 0,0 1 0,1-1 0,-1 0 0,1 0 0,-1 1 0,0-1 0,1 1 0,-3 0 0,0 1 0,0 0 0,0 0 0,1 1 0,-1-1 0,0 1 0,1 0 0,-1 0 0,1 0 0,0 0 0,0 1 0,0-1 0,1 1 0,-1 0 0,1 0 0,0 0 0,0 0 0,0 0 0,1 0 0,-3 9 0,0 2 0,1 0 0,0 0 0,1 0 0,1 24 0,0-30 0,1 1 0,1-1 0,0 1 0,1-1 0,-1 1 0,2-1 0,3 11 0,-4-15 0,0-1 0,1 1 0,-1-1 0,1 0 0,0 0 0,0 0 0,1 0 0,-1-1 0,1 1 0,0-1 0,0 0 0,0 0 0,0 0 0,0 0 0,7 2 0,7 3-151,0 0-1,1-1 0,-1 0 0,2-2 1,-1 0-1,1-2 0,-1 0 1,40 1-1,-40-5-6674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7.8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47 24575,'0'-1'0,"0"0"0,1 0 0,-1 0 0,1 0 0,0 0 0,-1 0 0,1 1 0,0-1 0,-1 0 0,1 0 0,0 0 0,0 1 0,0-1 0,0 1 0,0-1 0,-1 0 0,1 1 0,0-1 0,0 1 0,2-1 0,26-10 0,-21 8 0,5-1 0,1 1 0,0 0 0,0 0 0,0 2 0,0-1 0,0 2 0,1 0 0,14 2 0,-27-2 0,0 1 0,0-1 0,0 0 0,0 1 0,0-1 0,0 1 0,0 0 0,0 0 0,0 0 0,0 0 0,3 2 0,-5-3 0,1 1 0,0-1 0,-1 1 0,1-1 0,-1 1 0,1 0 0,-1 0 0,1-1 0,-1 1 0,0 0 0,1 0 0,-1-1 0,0 1 0,0 0 0,1 0 0,-1 0 0,0-1 0,0 1 0,0 0 0,0 2 0,-1-1 0,0 1 0,0-1 0,0 1 0,0-1 0,0 0 0,0 1 0,-1-1 0,1 0 0,-1 0 0,1 0 0,-1 0 0,0 0 0,0 0 0,0 0 0,0-1 0,-4 3 0,-1 0 0,-1 0 0,0 0 0,-1-1 0,1 0 0,-1 0 0,-17 2 0,15-2 0,0-1 0,0 1 0,-17 8 0,8-1 0,1-2 0,-1 1 0,-30 7 0,47-16 0,0 1 0,-1-1 0,1 1 0,0 0 0,0 0 0,0 1 0,1-1 0,-1 1 0,0-1 0,0 1 0,1 0 0,-1 0 0,1 0 0,-5 5 0,7-6 0,-1-1 0,1 1 0,0 0 0,-1 0 0,1 0 0,0 0 0,-1 0 0,1 0 0,0 0 0,0 0 0,0 0 0,0 0 0,0 0 0,0 0 0,0 0 0,0 0 0,1 0 0,-1 2 0,1-1 0,1 1 0,-1-1 0,0 0 0,1 1 0,-1-1 0,1 0 0,0 0 0,-1 0 0,5 3 0,6 4 0,0-1 0,1 0 0,0-1 0,19 8 0,-22-11 0,0 0 0,0 1 0,0 0 0,-1 1 0,1 0 0,-1 1 0,-1-1 0,1 2 0,13 14 0,-22-21 0,0-1 0,1 1 0,-1-1 0,0 1 0,0-1 0,1 1 0,-1-1 0,0 1 0,0-1 0,0 1 0,0-1 0,0 1 0,1 0 0,-1-1 0,0 1 0,0-1 0,-1 1 0,1 0 0,0-1 0,0 1 0,0-1 0,0 1 0,0-1 0,-1 1 0,1 0 0,0-1 0,0 1 0,-1-1 0,1 1 0,0-1 0,-1 1 0,-21 13 0,-27 0 0,39-13 0,-1 1 0,0-1 0,0-1 0,1 0 0,-1-1 0,0 0 0,-13-3 0,18 2 0,0 0 0,-1 0 0,1-1 0,1 0 0,-1 0 0,0 0 0,1-1 0,0 1 0,0-2 0,0 1 0,0 0 0,1-1 0,-6-7 0,-1-2-1365,1 1-5461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48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0 272 24575,'1'-4'0,"-1"0"0,1-1 0,0 1 0,0 0 0,0 0 0,1 0 0,-1 0 0,1 0 0,0 1 0,0-1 0,1 0 0,-1 1 0,4-4 0,43-43 0,-30 32 0,9-6 0,12-14 0,-25 18 0,-10 12 0,1 1 0,0-1 0,0 1 0,1 0 0,14-12 0,-19 18 0,-1 0 0,1 0 0,0 1 0,-1-1 0,1 0 0,0 1 0,-1-1 0,1 1 0,0-1 0,0 1 0,-1 0 0,1 0 0,0 0 0,0 0 0,0 0 0,-1 0 0,1 1 0,0-1 0,0 0 0,-1 1 0,1-1 0,0 1 0,-1 0 0,1 0 0,-1 0 0,1-1 0,-1 1 0,1 1 0,-1-1 0,1 0 0,-1 0 0,0 0 0,0 1 0,0-1 0,0 1 0,0-1 0,0 1 0,1 1 0,17 26 0,-1 1 0,-2 1 0,23 61 0,-15-41-1365,-19-36-5461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51.3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26 308 24575,'0'1'0,"1"0"0,-1 0 0,1 0 0,-1 0 0,1 0 0,-1 0 0,1-1 0,0 1 0,0 0 0,-1 0 0,1-1 0,0 1 0,0 0 0,0-1 0,0 1 0,0 0 0,0-1 0,0 0 0,2 2 0,26 9 0,-21-8 0,3 0 0,-1 0 0,1 0 0,0-1 0,0 0 0,1-1 0,-1-1 0,0 1 0,0-2 0,0 0 0,1 0 0,15-4 0,-20 3 0,-1 1 0,1-1 0,0-1 0,-1 1 0,0-1 0,1 0 0,-1-1 0,0 0 0,-1 0 0,1 0 0,-1 0 0,0-1 0,0 0 0,0 0 0,-1 0 0,1-1 0,-1 1 0,0-1 0,5-11 0,-7 11 0,1 0 0,-1-1 0,-1 1 0,1-1 0,-1 1 0,0-1 0,0 0 0,-1 1 0,0-1 0,0 0 0,-1 0 0,1 1 0,-2-1 0,1 0 0,-1 1 0,0 0 0,0-1 0,0 1 0,-1 0 0,0 0 0,0 0 0,-1 0 0,0 1 0,0-1 0,0 1 0,-1 0 0,1 0 0,-1 1 0,0-1 0,-1 1 0,1 0 0,-1 1 0,0-1 0,-11-4 0,-16-5 0,17 6 0,-1 0 0,0 1 0,0 1 0,-29-4 0,43 8 0,0 1 0,0-1 0,0 1 0,-1 0 0,1 0 0,0 1 0,0-1 0,0 1 0,0-1 0,0 1 0,0 0 0,0 0 0,0 0 0,0 1 0,0-1 0,0 1 0,1 0 0,-1-1 0,0 1 0,1 0 0,0 0 0,-1 1 0,1-1 0,0 0 0,0 1 0,0 0 0,1-1 0,-1 1 0,1 0 0,-1 0 0,1 0 0,-1 3 0,-6 19 0,2 1 0,0 0 0,2 0 0,1 0 0,1 1 0,1-1 0,4 47 0,-1-66 0,-1 0 0,1 0 0,0 0 0,0-1 0,1 1 0,0-1 0,0 1 0,1-1 0,0 0 0,0 0 0,0-1 0,0 1 0,1-1 0,0 0 0,0 0 0,1-1 0,-1 1 0,12 6 0,-3-3 0,1 0 0,0-1 0,0 0 0,0-2 0,1 1 0,0-2 0,19 3 0,-19-4 17,0-2 0,-1 0 1,1 0-1,0-2 0,0 0 0,17-3 0,-28 3-88,1 0 1,0 0-1,-1-1 0,0 0 0,1 0 1,-1 0-1,0-1 0,0 1 1,0-1-1,0 0 0,0-1 0,-1 1 1,0-1-1,1 0 0,-1 0 1,-1 0-1,1-1 0,-1 0 0,1 1 1,2-7-1,-1-2-6755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51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1 167 24575,'7'-1'0,"0"-1"0,0 0 0,-1-1 0,1 0 0,0 0 0,-1 0 0,0-1 0,10-7 0,0 1 0,-4 2 0,0-1 0,-1 0 0,18-20 0,-23 22 0,0 0 0,1 0 0,0 1 0,0 0 0,1 0 0,0 0 0,0 1 0,0 1 0,0-1 0,16-5 0,-22 10 0,1 0 0,-1 0 0,0 0 0,0 0 0,0 0 0,1 1 0,-1-1 0,0 1 0,0 0 0,0-1 0,0 1 0,0 0 0,0 0 0,0 0 0,0 0 0,-1 1 0,1-1 0,0 0 0,-1 1 0,1-1 0,-1 1 0,1 0 0,-1 0 0,0-1 0,2 4 0,5 7 0,-1 0 0,10 24 0,-10-22 0,0 2-151,2-1-1,0 0 0,1 0 0,0-1 1,1 0-1,1-1 0,0 0 1,15 11-1,-13-15-6674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52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24575,'1'11'0,"0"-1"0,1 0 0,0 0 0,0 0 0,2-1 0,5 16 0,-4-14 0,-1 1 0,0 0 0,4 23 0,-4-11 0,1 1 0,1-1 0,15 39 0,-18-51 0,-5-12 0,-6-20 0,-1-56 0,7 51 0,-7-36 0,7 51 0,0-1 0,1 0 0,0 0 0,1 1 0,1-20 0,-1 29 0,0-1 0,0 0 0,0 1 0,0-1 0,1 0 0,-1 1 0,0-1 0,1 1 0,-1-1 0,1 1 0,0-1 0,0 1 0,-1-1 0,1 1 0,0-1 0,0 1 0,0 0 0,0-1 0,1 1 0,-1 0 0,0 0 0,0 0 0,1 0 0,-1 0 0,1 0 0,-1 1 0,1-1 0,-1 0 0,1 1 0,-1-1 0,1 1 0,0-1 0,-1 1 0,1 0 0,-1 0 0,1 0 0,0 0 0,-1 0 0,1 0 0,0 0 0,-1 0 0,1 1 0,0-1 0,-1 1 0,1-1 0,1 1 0,-1 0 0,1 0 0,-1 1 0,0-1 0,1 0 0,-1 0 0,0 1 0,0 0 0,0-1 0,0 1 0,0 0 0,0 0 0,-1 0 0,1 0 0,-1 0 0,3 4 0,13 39 0,0-1 0,-16-41 0,0-1 0,1 0 0,-1 0 0,1 0 0,-1 0 0,1 0 0,0 0 0,0 0 0,0-1 0,0 1 0,0-1 0,0 1 0,1-1 0,-1 0 0,3 1 0,-1-1 4,1 1 0,-1-2 0,1 1 0,-1 0 0,1-1 0,-1 0 0,1 0 0,-1 0 0,1-1 0,-1 0 1,1 1-1,-1-2 0,0 1 0,1 0 0,-1-1 0,0 0 0,0 0 0,0 0 0,0 0 0,0-1 0,5-4 0,7-7-190,0 0 0,-2-1 0,19-25 0,-18 22-524,-6 7-6116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53.1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 24575,'4'0'0,"4"0"0,2-4 0,2-1 0,3 0 0,3 2 0,1 0 0,2 1 0,1 1 0,0 1 0,1 0 0,-1 0 0,0 0 0,0 0 0,-4 1-8191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53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24575,'4'0'0,"5"0"0,4 0 0,4 0 0,3 0 0,1 0 0,1 0 0,1 0 0,0 0 0,-1 0 0,0 0 0,0 0 0,0 0 0,0 0 0,0 0 0,0 0 0,-1 0 0,-3 0-8191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55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263 2 24575,'-36'-1'0,"13"1"0,0 0 0,-28 3 0,44-2 0,1 1 0,-1-1 0,0 1 0,1 0 0,-1 1 0,1 0 0,0 0 0,0 0 0,0 0 0,0 1 0,-9 8 0,10-7 0,1 0 0,0 0 0,1 0 0,-1 1 0,1 0 0,0-1 0,0 1 0,1 0 0,0 0 0,0 1 0,0-1 0,0 9 0,-1 0 0,2-1 0,0 1 0,1 0 0,1 19 0,0-30 0,-1 0 0,1 0 0,0 0 0,0 0 0,0-1 0,1 1 0,-1 0 0,1 0 0,0-1 0,0 1 0,0-1 0,1 1 0,-1-1 0,1 0 0,0 0 0,0 0 0,0-1 0,0 1 0,0-1 0,1 1 0,-1-1 0,1 0 0,-1 0 0,1-1 0,0 1 0,0-1 0,0 0 0,0 0 0,4 1 0,14 1 0,-1-1 0,1 0 0,-1-2 0,32-3 0,-10 1 0,-22 2 0,1-1 0,0-2 0,30-6 0,-12 2-19,-30 6-173,-1-1-1,1 0 1,-1 0 0,0-1 0,1 0-1,14-7 1,-13 2-6634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56.2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19 24575,'-1'-1'0,"1"0"0,0 0 0,-1 0 0,1 0 0,-1 0 0,1 0 0,-1 0 0,0 1 0,1-1 0,-1 0 0,0 0 0,0 1 0,1-1 0,-1 0 0,0 1 0,0-1 0,0 1 0,0-1 0,0 1 0,0-1 0,0 1 0,0 0 0,0-1 0,0 1 0,0 0 0,0 0 0,0 0 0,0 0 0,-1 0 0,-2-1 0,1 1 0,-1-1 0,0 1 0,0 0 0,1 0 0,-1 1 0,-3 0 0,3 0 0,1 1 0,0 0 0,0-1 0,0 1 0,1 0 0,-1 0 0,0 0 0,1 1 0,-1-1 0,1 1 0,0-1 0,0 1 0,0 0 0,0 0 0,0 0 0,1 0 0,-1 0 0,1 0 0,0 0 0,0 1 0,0-1 0,-1 4 0,0 4 0,1 0 0,0 1 0,0-1 0,1 0 0,3 17 0,-3-25 0,1 0 0,-1 0 0,1 0 0,0 0 0,0 0 0,0 0 0,1 0 0,-1 0 0,1 0 0,0-1 0,0 1 0,0 0 0,0-1 0,0 0 0,0 1 0,0-1 0,1 0 0,-1 0 0,1-1 0,0 1 0,0 0 0,-1-1 0,1 0 0,0 1 0,0-1 0,0 0 0,4 0 0,3 1 0,1 0 0,0 0 0,0-1 0,0-1 0,-1 0 0,19-2 0,-27 1 0,1 1 0,-1-1 0,0 1 0,1-1 0,-1 0 0,0 0 0,0 0 0,0 0 0,0 0 0,0 0 0,0-1 0,0 1 0,0-1 0,0 1 0,0-1 0,-1 0 0,1 0 0,-1 0 0,1 1 0,-1-2 0,0 1 0,0 0 0,0 0 0,0 0 0,0 0 0,0-1 0,-1 1 0,1 0 0,-1-1 0,1 1 0,-1-1 0,0-4 0,0-5 0,-1-1 0,0 1 0,0-1 0,-6-22 0,4 21-1365,4 3-5461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56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0 24575,'-3'0'0,"-6"0"0,-1 4 0,2 5 0,2 4 0,1 4 0,3 3 0,0 1 0,6-2 0,4-5 0,6-5 0,4-3 0,-2-8 0,1-2 0,-3-1-8191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57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24575,'0'370'0,"0"-363"0,1 0 0,0-1 0,0 1 0,0-1 0,1 1 0,0-1 0,0 0 0,1 0 0,0 0 0,0 0 0,4 6 0,2 1 0,1 0 0,0 0 0,17 14 0,-23-23 0,1-1 0,0 0 0,0 0 0,0 0 0,0-1 0,0 1 0,0-1 0,1-1 0,-1 1 0,1-1 0,-1 0 0,1 0 0,-1 0 0,9-1 0,-3 0 0,1 0 0,-1-1 0,1 0 0,-1-1 0,0-1 0,13-3 0,-18 3 0,-1 0 0,1 0 0,-1-1 0,0 1 0,0-1 0,-1 0 0,1 0 0,-1-1 0,0 1 0,0-1 0,0 0 0,-1 0 0,1 0 0,-1-1 0,-1 1 0,1-1 0,2-9 0,-2 9 0,-2 1 0,1-1 0,0 1 0,-1-1 0,0 0 0,-1 0 0,1 0 0,-1 0 0,0 1 0,-1-1 0,1 0 0,-1 0 0,0 0 0,-1 1 0,1-1 0,-1 0 0,0 1 0,-5-8 0,6 10 0,-1 1 0,0 0 0,0-1 0,0 1 0,-1 0 0,1 1 0,0-1 0,-1 0 0,1 0 0,-1 1 0,0 0 0,0-1 0,1 1 0,-1 0 0,0 1 0,0-1 0,0 0 0,0 1 0,0-1 0,0 1 0,0 0 0,-5 1 0,6-1 0,-1 0 0,1 1 0,0-1 0,-1 1 0,1-1 0,0 1 0,-1 0 0,1 0 0,0 0 0,0 1 0,0-1 0,0 0 0,0 1 0,0-1 0,0 1 0,1 0 0,-1-1 0,1 1 0,-1 0 0,1 0 0,-1 0 0,1 0 0,0 0 0,0 1 0,0-1 0,0 0 0,0 5 0,0-3 0,0-1 0,0 1 0,0 0 0,1 0 0,0 0 0,0-1 0,0 1 0,0 0 0,1 0 0,0 0 0,-1-1 0,1 1 0,0 0 0,1-1 0,-1 1 0,1-1 0,-1 1 0,1-1 0,0 0 0,1 0 0,-1 0 0,0 0 0,1 0 0,0 0 0,-1 0 0,1-1 0,0 0 0,0 1 0,1-1 0,-1 0 0,0-1 0,1 1 0,-1-1 0,1 1 0,0-1 0,-1 0 0,1 0 0,0 0 0,0-1 0,-1 0 0,6 1 0,-7-1 0,12 1 0,0 0 0,-1-1 0,1-1 0,16-2 0,-27 3 0,0-1 0,0 0 0,1 0 0,-1 0 0,0 0 0,0 0 0,0 0 0,-1-1 0,1 0 0,0 1 0,0-1 0,-1 0 0,1-1 0,-1 1 0,0 0 0,0-1 0,0 1 0,0-1 0,0 1 0,0-1 0,-1 0 0,1 0 0,1-5 0,-1 1 0,-1 3 0,0 0 0,1 1 0,-1-1 0,1 0 0,0 1 0,3-6 0,-5 8 0,1 1 0,-1 0 0,0-1 0,1 1 0,-1 0 0,1-1 0,-1 1 0,0 0 0,1-1 0,-1 1 0,1 0 0,-1 0 0,1 0 0,-1-1 0,1 1 0,-1 0 0,1 0 0,-1 0 0,1 0 0,-1 0 0,1 0 0,0 0 0,0 1 0,1-1 0,-1 1 0,0-1 0,0 1 0,0-1 0,0 1 0,0 0 0,0 0 0,0-1 0,0 1 0,0 0 0,0 0 0,1 2 0,20 28 0,-15-22 0,0 1 0,0-1 0,10 10 0,-14-16 0,0-1 0,0 1 0,1-1 0,-1 0 0,1 0 0,0 0 0,-1 0 0,1 0 0,0-1 0,0 0 0,0 0 0,8 2 0,-2-2 0,0 0 0,-1-1 0,1 0 0,0 0 0,0-1 0,0 0 0,0-1 0,9-3 0,-14 4 0,-1-1 0,0 0 0,0 0 0,0 0 0,0-1 0,0 1 0,-1-1 0,1 0 0,-1 0 0,1 0 0,-1 0 0,0-1 0,-1 0 0,1 1 0,0-1 0,-1 0 0,0 0 0,0 0 0,2-8 0,-2 8 0,11-25 0,-13 29 0,0-1 0,0 1 0,0 0 0,0 0 0,1 0 0,-1 0 0,0-1 0,0 1 0,0 0 0,0 0 0,0 0 0,1 0 0,-1 0 0,0 0 0,0 0 0,0 0 0,0-1 0,1 1 0,-1 0 0,0 0 0,0 0 0,0 0 0,1 0 0,-1 0 0,0 0 0,0 0 0,0 0 0,0 0 0,1 0 0,-1 0 0,0 0 0,0 0 0,0 0 0,1 1 0,-1-1 0,0 0 0,0 0 0,0 0 0,0 0 0,1 0 0,-1 0 0,0 0 0,0 1 0,7 17 0,14 91 0,-21-107 0,0 0 0,1 0 0,-1 1 0,1-1 0,-1 0 0,1 0 0,0 0 0,-1 0 0,1 0 0,0 0 0,1 0 0,-1-1 0,0 1 0,0 0 0,1 0 0,-1-1 0,1 1 0,-1-1 0,1 0 0,0 1 0,0-1 0,-1 0 0,1 0 0,0 0 0,0 0 0,0 0 0,0 0 0,0-1 0,1 1 0,-1-1 0,0 1 0,0-1 0,0 0 0,0 0 0,1 0 0,-1 0 0,3-1 0,0 0 0,1 0 0,-1-1 0,0 1 0,1-1 0,-1 0 0,0-1 0,0 0 0,0 1 0,-1-2 0,1 1 0,-1 0 0,1-1 0,5-6 0,2-6 0,-1 0 0,0 0 0,9-20 0,-9 16 0,0 1 0,15-19 0,-1-1-1365,-16 29-5461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58.5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6 24575,'-6'0'0,"-1"0"0,0 0 0,0 1 0,1 0 0,-1 0 0,1 0 0,-1 1 0,1 0 0,-1 0 0,-7 5 0,10-5 0,1 1 0,-1 0 0,1 0 0,0 0 0,0 0 0,0 1 0,0-1 0,1 1 0,-1 0 0,1 0 0,0 0 0,0 0 0,0 0 0,1 0 0,0 0 0,-2 8 0,1-4 0,0 1 0,1-1 0,-1 0 0,2 1 0,-1-1 0,2 1 0,-1-1 0,1 1 0,3 13 0,-4-20 0,1 0 0,0 0 0,0 1 0,0-1 0,0 0 0,0 0 0,1 0 0,-1 0 0,0-1 0,1 1 0,0 0 0,-1-1 0,1 1 0,0-1 0,3 3 0,-2-3 0,0 1 0,0-2 0,0 1 0,0 0 0,0 0 0,0-1 0,0 0 0,0 0 0,0 1 0,0-2 0,0 1 0,1 0 0,-1-1 0,0 1 0,3-2 0,-3 1 0,1 0 0,-1 0 0,1-1 0,-1 1 0,0-1 0,0 0 0,0 0 0,0 0 0,0 0 0,0 0 0,-1 0 0,1-1 0,-1 0 0,1 1 0,-1-1 0,0 0 0,0 0 0,0 0 0,1-4 0,2-5 0,-1-1 0,0 1 0,-1-1 0,2-13 0,-3 15 0,0-1 0,1 1 0,0-1 0,6-12 0,-9 23 0,1 0 0,-1 1 0,0-1 0,0 1 0,0-1 0,0 1 0,1-1 0,-1 1 0,0-1 0,1 1 0,-1-1 0,0 1 0,1-1 0,-1 1 0,1-1 0,-1 1 0,0 0 0,1-1 0,-1 1 0,1 0 0,-1-1 0,1 1 0,-1 0 0,1 0 0,0-1 0,-1 1 0,1 0 0,-1 0 0,1 0 0,-1 0 0,1 0 0,0 0 0,-1 0 0,1 0 0,-1 0 0,1 0 0,-1 0 0,1 0 0,0 0 0,-1 1 0,1-1 0,-1 0 0,1 0 0,-1 1 0,1-1 0,-1 0 0,1 1 0,-1-1 0,1 0 0,-1 1 0,1-1 0,-1 1 0,0-1 0,1 0 0,-1 1 0,0-1 0,1 1 0,-1-1 0,0 2 0,21 39 0,-17-31 0,8 12 0,0-1 0,2-1 0,24 30 0,-27-41 0,-6-10 0,-5 0 0,0 0 0,-1-1 0,1 1 0,0 0 0,0 0 0,-1 0 0,1 0 0,0-1 0,-1 1 0,1 0 0,-1 0 0,1 0 0,-1 0 0,0 0 0,-1-1 0,-2-5 0,0 0 0,0 0 0,1 0 0,0-1 0,0 1 0,0-1 0,1 0 0,0 1 0,1-1 0,0 0 0,0 0 0,1 0 0,0 0 0,0 0 0,1 0 0,0 0 0,2-10 0,-2 15 0,1 1 0,-1 0 0,1 0 0,-1 0 0,1 0 0,0 0 0,0 1 0,0-1 0,0 0 0,0 1 0,0-1 0,0 1 0,0 0 0,0 0 0,1 0 0,-1 0 0,1 0 0,-1 0 0,1 1 0,-1-1 0,1 1 0,-1 0 0,3-1 0,11 0 0,0 1 0,26 3 0,-19-2 0,-6 1 0,1 1 0,24 6 0,4 1 0,-48-9 0,0 0 0,0 0 0,0 0 0,0 0 0,0 0 0,0 1 0,0-1 0,0 1 0,1 0 0,-1-1 0,0 1 0,1 0 0,0 0 0,-1 0 0,1 0 0,0 0 0,0 0 0,-1 4 0,-3 3 0,1 0 0,0 1 0,-5 17 0,8-20 0,0-1 0,1 0 0,0 0 0,0 1 0,0-1 0,1 0 0,0 1 0,0-1 0,1 0 0,0 0 0,0 0 0,0 0 0,4 6 0,-5-10 0,1 0 0,-1 1 0,0-1 0,1 0 0,-1 0 0,1 0 0,0 0 0,0 0 0,-1-1 0,1 1 0,1-1 0,-1 1 0,0-1 0,0 0 0,0 1 0,1-1 0,-1 0 0,0-1 0,1 1 0,-1 0 0,1-1 0,-1 1 0,1-1 0,0 0 0,-1 0 0,1 0 0,-1 0 0,1 0 0,-1 0 0,1-1 0,-1 1 0,1-1 0,-1 0 0,5-2 0,-4 2 0,-1-1 0,1 0 0,0 0 0,-1 0 0,0 0 0,1 0 0,-1-1 0,0 1 0,0-1 0,0 1 0,0-1 0,-1 0 0,1 0 0,-1 0 0,2-4 0,16-55 0,-10 29 0,-4 17-1365,-1 1-5461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58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24575,'0'34'0,"-1"-7"0,1 1 0,1-1 0,1 0 0,1 1 0,2-1 0,15 51 0,-15-63 0,-1 1 0,0 0 0,2 26 0,3 15 0,2 4 0,11 39 0,-20-95-48,0 1-1,0-1 0,0 0 0,1 0 0,0 0 1,0-1-1,0 1 0,0-1 0,1 1 1,0-1-1,0 0 0,0 0 0,0-1 1,1 0-1,-1 1 0,1-1 0,0-1 1,0 1-1,0-1 0,0 0 0,0 0 1,1 0-1,-1-1 0,1 1 0,-1-1 0,1-1 1,9 1-1,3-1-6777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59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20 24575,'-2'-2'0,"-1"0"0,1 0 0,-1 1 0,1-1 0,-1 0 0,1 1 0,-1 0 0,0-1 0,0 1 0,0 0 0,0 1 0,0-1 0,0 0 0,0 1 0,0-1 0,0 1 0,0 0 0,0 0 0,0 1 0,0-1 0,0 0 0,0 1 0,0 0 0,0 0 0,1 0 0,-1 0 0,0 0 0,0 0 0,1 1 0,-1-1 0,0 1 0,1 0 0,0 0 0,-1 0 0,1 0 0,0 0 0,0 0 0,0 1 0,0-1 0,1 1 0,-3 5 0,-2 6 0,2 1 0,0 0 0,1 1 0,1-1 0,0 0 0,1 1 0,0-1 0,1 1 0,4 22 0,-4-36 0,0 0 0,0 0 0,1 1 0,-1-1 0,1 0 0,-1 0 0,1 0 0,0 0 0,0-1 0,0 1 0,0 0 0,0 0 0,0 0 0,0-1 0,0 1 0,1-1 0,-1 1 0,1-1 0,-1 1 0,1-1 0,0 0 0,3 2 0,-2-2 0,0 0 0,1 0 0,-1 0 0,0-1 0,1 1 0,-1-1 0,1 0 0,-1 0 0,0 0 0,1 0 0,-1-1 0,6-1 0,1-1 0,0 0 0,0-1 0,-1 0 0,1 0 0,-1-1 0,0 0 0,-1-1 0,12-9 0,2-6-1365,-11 12-5461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59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24575,'0'457'0,"0"-445"32,2 0 1,-1 0-1,6 17 0,2 16-1526,-7-28-5332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59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24575,'478'0'0,"-468"0"0,0 1 0,-1 0 0,1 0 0,-1 1 0,1 0 0,-1 1 0,0 0 0,0 1 0,0 0 0,-1 0 0,1 1 0,10 8 0,-18-13 0,-1 0 0,0 1 0,1-1 0,-1 1 0,0-1 0,1 0 0,-1 1 0,0-1 0,0 1 0,0-1 0,1 1 0,-1-1 0,0 1 0,0-1 0,0 1 0,0-1 0,0 1 0,0-1 0,0 1 0,0-1 0,0 1 0,0-1 0,0 1 0,0-1 0,-1 1 0,1-1 0,0 1 0,0-1 0,0 1 0,-1-1 0,1 0 0,0 1 0,0-1 0,-1 1 0,1-1 0,0 0 0,-1 1 0,1-1 0,-1 0 0,1 1 0,0-1 0,-1 0 0,1 0 0,-1 1 0,1-1 0,-1 0 0,1 0 0,-1 0 0,1 0 0,-1 1 0,-36 14 0,24-10 0,9-3 0,1 0 0,-1 1 0,0-1 0,1 1 0,0 0 0,-1-1 0,1 2 0,0-1 0,0 0 0,1 0 0,-1 1 0,1 0 0,0-1 0,0 1 0,0 0 0,0 0 0,1 0 0,-1 0 0,1 0 0,-1 6 0,0 7 0,1 0 0,0 0 0,4 34 0,0-6 0,-4-41-57,1 1 0,0-1 1,1 1-1,-1 0 0,1-1 0,0 1 0,0-1 0,0 1 0,0-1 0,1 0 0,0 1 1,0-1-1,0 0 0,0 0 0,1 0 0,0-1 0,-1 1 0,2 0 0,-1-1 1,0 0-1,0 0 0,1 0 0,7 5 0,2-3-6769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6:59:59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24575,'4'0'0,"4"0"0,6 0 0,3 0 0,2 0 0,3 0 0,0 0 0,1 0 0,-1 0 0,-3 0-8191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0:01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114 325 24575,'-6'0'0,"-1"0"0,0 0 0,1 1 0,-1 0 0,1 0 0,-1 0 0,1 1 0,-10 4 0,14-5 0,-1 1 0,0 0 0,1 0 0,-1 0 0,1 0 0,-1 0 0,1 0 0,0 1 0,0-1 0,0 1 0,0-1 0,1 1 0,-1 0 0,1 0 0,0 0 0,-1 0 0,1 0 0,0 0 0,0 6 0,-2 3 0,1 0 0,1 0 0,0 0 0,0 0 0,1 0 0,1 0 0,0 0 0,1 0 0,0 0 0,1 0 0,0 0 0,1-1 0,0 1 0,7 12 0,-9-21 0,0 0 0,0 1 0,1-1 0,-1 0 0,1 0 0,-1-1 0,1 1 0,0-1 0,0 1 0,0-1 0,0 0 0,1 0 0,-1 0 0,1-1 0,-1 1 0,6 1 0,1-1 0,1 0 0,0-1 0,0 0 0,18-2 0,2 1 0,-13 1 0,0-1 0,0-1 0,0 0 0,-1-2 0,1 0 0,-1 0 0,1-2 0,20-8 0,18-10 0,-33 14 0,37-20 0,-31 12 0,0-1 0,42-35 0,-71 52 0,18-14 0,-2 0 0,16-20 0,-27 29 0,0-1 0,-1 0 0,1 0 0,-2 0 0,1-1 0,-1 1 0,0-1 0,-1 0 0,3-11 0,-1-13 0,-1 0 0,-2 0 0,-1 0 0,-6-37 0,6 62 0,-2 1 0,1-1 0,-1 0 0,0 1 0,0 0 0,-1-1 0,0 1 0,0 0 0,0 0 0,-6-7 0,7 11 0,1 0 0,-1-1 0,0 1 0,0 0 0,0 0 0,-1 0 0,1 1 0,0-1 0,-1 0 0,1 1 0,-1-1 0,0 1 0,1 0 0,-1 0 0,0 0 0,0 1 0,1-1 0,-1 0 0,0 1 0,0 0 0,0 0 0,0 0 0,0 0 0,0 0 0,-5 2 0,6-2 0,0 1 0,0 0 0,0 0 0,1 0 0,-1 1 0,0-1 0,0 0 0,1 1 0,-1-1 0,1 1 0,0-1 0,-1 1 0,1 0 0,0 0 0,0-1 0,0 1 0,0 0 0,0 0 0,0 0 0,1 0 0,-1 0 0,1 0 0,-1 0 0,1 0 0,0 4 0,-2 7 0,2 1 0,1 24 0,0-23 0,0 52 0,0-18 0,1-1 0,10 51 0,-5-49 0,-6-36 0,1 1 0,0-1 0,2 1 0,7 21 0,-11-36 0,0 1 0,0-1 0,0 1 0,0-1 0,1 0 0,-1 1 0,0-1 0,0 1 0,1-1 0,-1 0 0,0 1 0,1-1 0,-1 1 0,0-1 0,1 0 0,-1 0 0,0 1 0,1-1 0,-1 0 0,1 0 0,-1 1 0,0-1 0,1 0 0,-1 0 0,1 0 0,-1 0 0,1 0 0,-1 1 0,1-1 0,-1 0 0,1 0 0,13-10 0,11-28 0,-20 31 0,-3 2 0,1 1 0,0 0 0,0 0 0,0 1 0,1-1 0,-1 1 0,1 0 0,0-1 0,0 2 0,0-1 0,1 0 0,-1 1 0,0 0 0,7-3 0,0 3 0,0 0 0,-1 0 0,1 1 0,0 0 0,17 2 0,-23-1 0,0 0 0,0 0 0,0 1 0,0-1 0,-1 1 0,1 0 0,0 1 0,0-1 0,0 1 0,-1 0 0,1 0 0,-1 0 0,0 1 0,1-1 0,-1 1 0,0 0 0,-1 1 0,1-1 0,0 1 0,-1-1 0,0 1 0,4 6 0,-2-4 0,0 1 0,0-1 0,1-1 0,0 1 0,0-1 0,0 0 0,0 0 0,1-1 0,0 0 0,0 0 0,0 0 0,0-1 0,1 0 0,-1-1 0,1 0 0,-1 0 0,14 1 0,4 1 0,0-2 0,0-1 0,0-1 0,32-4 0,-53 4 0,-1 0 0,0-1 0,0 1 0,0-1 0,0 0 0,0 0 0,0 0 0,0 0 0,0-1 0,0 1 0,0-1 0,-1 0 0,1 0 0,-1 0 0,1 0 0,-1 0 0,0 0 0,0-1 0,0 1 0,0-1 0,0 0 0,-1 1 0,1-1 0,-1 0 0,1 0 0,-1 0 0,0 0 0,0 0 0,-1 0 0,1 0 0,0 0 0,-1-1 0,0 1 0,0 0 0,0 0 0,0 0 0,-1 0 0,1-1 0,-1 1 0,1 0 0,-1 0 0,-2-3 0,1 2 0,0 1 0,-1-1 0,0 1 0,1 0 0,-1 0 0,0 0 0,-1 0 0,1 1 0,0-1 0,-1 1 0,0 0 0,1 0 0,-1 0 0,0 0 0,0 1 0,0 0 0,-6-2 0,4 1 0,0 1 0,0 0 0,0 0 0,0 0 0,0 0 0,0 1 0,0 0 0,0 1 0,0-1 0,0 1 0,-9 2 0,13-1 0,-1 0 0,1-1 0,0 1 0,-1 0 0,1 0 0,0 0 0,1 0 0,-1 1 0,0-1 0,0 1 0,1-1 0,0 1 0,-1-1 0,1 1 0,0 0 0,0-1 0,0 1 0,1 0 0,-1 0 0,1 0 0,0 0 0,-1 0 0,1 0 0,0-1 0,1 7 0,-1-5 0,1 0 0,-1 0 0,1-1 0,-1 1 0,1 0 0,0 0 0,0-1 0,1 1 0,-1 0 0,1-1 0,0 1 0,0-1 0,0 0 0,0 0 0,0 1 0,1-2 0,-1 1 0,1 0 0,3 3 0,-3-5 0,0 0 0,0 0 0,0 0 0,1-1 0,-1 1 0,0-1 0,0 1 0,0-1 0,0 0 0,1 0 0,-1 0 0,0-1 0,0 1 0,0-1 0,0 0 0,0 0 0,0 0 0,0 0 0,0 0 0,0-1 0,0 1 0,-1-1 0,1 0 0,0 0 0,-1 0 0,0 0 0,1 0 0,-1-1 0,0 1 0,0-1 0,0 1 0,-1-1 0,1 0 0,-1 1 0,1-1 0,-1 0 0,0 0 0,0 0 0,0 0 0,0-5 0,0 4 0,0 0 0,-1-1 0,2 1 0,-1 0 0,0 0 0,1 0 0,-1 0 0,1 0 0,0 1 0,1-1 0,-1 1 0,3-4 0,-3 5 0,0 1 0,0-1 0,0 1 0,0-1 0,1 1 0,-1 0 0,0 0 0,0 0 0,1 1 0,-1-1 0,1 0 0,-1 1 0,1-1 0,-1 1 0,0 0 0,1 0 0,-1 0 0,1 0 0,-1 1 0,1-1 0,-1 1 0,5 0 0,0 2 0,0 1 0,1-1 0,-1 1 0,0 1 0,-1-1 0,1 1 0,-1 0 0,0 1 0,0-1 0,0 1 0,7 11 0,0-3 0,-13-13 0,1-1 0,-1 0 0,1 1 0,0-1 0,-1 0 0,1 1 0,-1-1 0,1 0 0,0 0 0,-1 1 0,1-1 0,-1 0 0,1 0 0,0 0 0,-1 0 0,1 0 0,0 0 0,-1 0 0,1 0 0,0 0 0,-1 0 0,1-1 0,0 1 0,-1 0 0,1 0 0,-1-1 0,1 1 0,0 0 0,-1-1 0,1 1 0,-1 0 0,1-1 0,-1 1 0,1-1 0,-1 1 0,0-1 0,1 1 0,-1-1 0,1 1 0,-1-1 0,1 0 0,20-33 0,-15 23 0,-2 4 0,1 0 0,-1 0 0,1 1 0,0 0 0,1 0 0,-1 0 0,1 0 0,0 1 0,1 0 0,-1 0 0,1 1 0,0 0 0,0 0 0,1 1 0,-1-1 0,1 2 0,-1-1 0,1 1 0,0 0 0,0 1 0,0-1 0,10 1 0,4 0 0,-1 1 0,40 6 0,-53-5 0,-1 1 0,0 0 0,0 1 0,1 0 0,-1 0 0,-1 0 0,1 1 0,0 0 0,-1 0 0,0 0 0,9 9 0,-7-5 0,1 1 0,-1 0 0,-1 0 0,0 1 0,0 0 0,-1 0 0,0 0 0,6 16 0,9 16 0,-15-31 0,0 0 0,-1 0 0,0 0 0,-1 1 0,4 15 0,-7-23 0,-1 0 0,0-1 0,0 1 0,0-1 0,0 1 0,0-1 0,-1 1 0,1 0 0,-1-1 0,0 0 0,0 1 0,-1-1 0,1 1 0,-1-1 0,1 0 0,-1 0 0,0 0 0,0 0 0,-1 0 0,1-1 0,0 1 0,-1 0 0,-2 1 0,-84 64-355,70-55-655,6-3-5816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0:01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9 24575,'-4'0'0,"-1"-4"0,0-1-8191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4:55.6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1 809 24575,'4'-2'0,"1"0"0,-1 0 0,1 0 0,-1 0 0,0-1 0,0 0 0,0 0 0,0 0 0,3-4 0,6-3 0,5-3 0,0 0 0,-1-1 0,-1 0 0,0-2 0,-1 0 0,13-19 0,-21 27 0,-1 0 0,1 0 0,11-9 0,19-22 0,-11-1 0,39-76 0,-54 90 0,0 0 0,-2-2 0,-1 1 0,-1-1 0,-2 0 0,0 0 0,-2-1 0,-1-51 0,-2 61 0,1 11 0,-1 0 0,0 1 0,-1-1 0,0 0 0,-2-9 0,2 15 0,1 0 0,-1 0 0,0 0 0,0 0 0,0 0 0,0 1 0,0-1 0,-1 0 0,1 1 0,0-1 0,-1 1 0,1-1 0,-1 1 0,1 0 0,-1 0 0,0 0 0,0 0 0,1 0 0,-1 0 0,0 0 0,0 0 0,0 1 0,0-1 0,-4 0 0,0 0 0,1 0 0,-1 0 0,0 1 0,1 0 0,-1 0 0,0 0 0,0 1 0,1 0 0,-1 0 0,0 0 0,1 1 0,-11 4 0,14-5 0,0 0 0,0 1 0,0-1 0,0 1 0,0 0 0,0 0 0,1 0 0,-1 0 0,0 0 0,1 0 0,0 0 0,-1 0 0,1 1 0,0-1 0,0 0 0,0 1 0,1-1 0,-1 1 0,1-1 0,-1 1 0,1 0 0,0-1 0,0 1 0,0-1 0,0 1 0,0-1 0,1 1 0,-1-1 0,1 1 0,1 4 0,2 3 0,0 1 0,0-1 0,1 0 0,1 0 0,0 0 0,0-1 0,1 0 0,0 0 0,11 10 0,25 34 0,-7 2 0,53 106 0,-84-150 0,1 0 0,0-1 0,0 0 0,1 0 0,0 0 0,1-1 0,0 0 0,0 0 0,14 10 0,-18-16 0,0 0 0,1 0 0,-1 0 0,1-1 0,0 0 0,0 0 0,0 0 0,0 0 0,0-1 0,0 0 0,0 0 0,1 0 0,-1-1 0,0 0 0,0 0 0,1 0 0,-1 0 0,0-1 0,0 0 0,1 0 0,-1 0 0,0-1 0,9-4 0,-9 3 0,0-1 0,0 0 0,0 0 0,0-1 0,0 1 0,-1-1 0,0 0 0,0 0 0,0 0 0,4-9 0,-4 7 0,1 0 0,0 0 0,0 0 0,13-11 0,-18 18 0,1-1 0,-1 1 0,0-1 0,1 1 0,-1 0 0,1-1 0,-1 1 0,1 0 0,-1-1 0,1 1 0,-1 0 0,1 0 0,0 0 0,-1-1 0,1 1 0,-1 0 0,1 0 0,-1 0 0,1 0 0,0 0 0,-1 0 0,1 0 0,-1 0 0,1 0 0,-1 0 0,1 1 0,0-1 0,-1 0 0,2 1 0,6 16 0,-4 29 0,-4-43 0,-2 178 0,3-191 0,1-1 0,0 1 0,1 0 0,0 0 0,0 0 0,1 0 0,0 1 0,10-16 0,-11 21 0,0 0 0,0 0 0,0 0 0,1 0 0,-1 1 0,1 0 0,0 0 0,0 0 0,0 0 0,1 0 0,-1 1 0,1 0 0,-1 0 0,1 0 0,0 1 0,0-1 0,-1 1 0,1 0 0,0 1 0,6-1 0,-6 0 0,0 1 0,1 0 0,-1 0 0,0 0 0,0 1 0,0 0 0,0 0 0,0 0 0,0 1 0,8 3 0,-11-4 0,0 1 0,1 0 0,-1 0 0,-1 0 0,1 0 0,0 0 0,0 0 0,-1 0 0,1 1 0,-1-1 0,0 1 0,0-1 0,0 1 0,0-1 0,0 1 0,0 0 0,-1-1 0,1 1 0,-1 0 0,0-1 0,0 6 0,0 35-1365,0-24-5461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4:56.1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1 24575,'-2'0'0,"0"0"0,-1 0 0,1 0 0,-1 1 0,1-1 0,0 1 0,-1 0 0,1-1 0,0 1 0,0 0 0,-1 0 0,1 1 0,0-1 0,0 0 0,0 1 0,0-1 0,1 1 0,-4 3 0,2-2 0,1 1 0,-1 0 0,1 0 0,0 0 0,0 0 0,1 0 0,-1 0 0,1 1 0,-1 6 0,-1 5 0,2 0 0,0 0 0,1 1 0,3 25 0,0-28 0,0-1 0,0 1 0,2-1 0,-1 1 0,2-1 0,0-1 0,0 1 0,1-1 0,1 0 0,10 12 0,7 13 0,-11 0 0,-13-35 0,-1-1 0,1 1 0,-1-1 0,0 1 0,0 0 0,0 0 0,0-1 0,0 1 0,0 0 0,0-1 0,0 1 0,-1 0 0,1-1 0,0 1 0,-1 0 0,0-1 0,1 1 0,-1-1 0,0 1 0,-1 1 0,2-3 0,0 0 0,0 0 0,0 0 0,0 0 0,0 0 0,0 0 0,0 0 0,0 1 0,-1-1 0,1 0 0,0 0 0,0 0 0,0 0 0,0 0 0,0 0 0,0 0 0,0 0 0,0 0 0,-1 0 0,1 0 0,0 0 0,0 0 0,0 0 0,0 0 0,0 0 0,0 0 0,0 0 0,-1 0 0,1 0 0,0 0 0,0 0 0,0 0 0,0 0 0,0 0 0,0 0 0,0 0 0,-1 0 0,1 0 0,0 0 0,0 0 0,0 0 0,0-1 0,0 1 0,0 0 0,0 0 0,0 0 0,0 0 0,0 0 0,-1 0 0,1 0 0,0 0 0,0 0 0,0-1 0,0 1 0,-1-10 0,2-11 0,5 9-61,0 0-1,0 0 1,1 1 0,12-16-1,-8 13-996,-1-1-5768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4:56.9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198 1 24575,'0'1'0,"1"22"0,-1 0 0,-1 0 0,-1-1 0,-1 1 0,-1-1 0,-1 0 0,-9 28 0,-31 82 0,-1-18 0,-16 33 0,59-141 0,0 1 0,0-1 0,1 1 0,0 0 0,-1 12 0,3-18 0,0 0 0,-1-1 0,1 1 0,0 0 0,0-1 0,0 1 0,0 0 0,1-1 0,-1 1 0,0 0 0,0-1 0,0 1 0,1 0 0,-1-1 0,0 1 0,0 0 0,1-1 0,-1 1 0,1-1 0,-1 1 0,0 0 0,1-1 0,-1 1 0,1-1 0,0 1 0,1-1 0,-1 0 0,0 0 0,1 0 0,-1 0 0,1 0 0,-1 0 0,1 0 0,-1 0 0,0-1 0,1 1 0,-1 0 0,0-1 0,1 0 0,-1 1 0,0-1 0,0 0 0,1 1 0,0-2 0,28-14 0,0 2 0,0 1 0,53-15 0,-66 24 0,0 1 0,1 1 0,-1 0 0,1 1 0,-1 1 0,1 0 0,-1 2 0,27 4 0,-40-4 0,1-1 0,-1 1 0,0 0 0,0 0 0,0 0 0,-1 0 0,1 1 0,0 0 0,-1-1 0,0 1 0,0 1 0,1-1 0,-2 0 0,1 1 0,2 4 0,7 6 0,-9-11 0,0 0 0,0-1 0,0 1 0,1-1 0,-1 0 0,1 0 0,-1 0 0,1-1 0,0 1 0,-1-1 0,1 0 0,0 0 0,0 0 0,0 0 0,6 0 0,10 0 0,38-3 0,-28 0 0,-25 2 0,-1 0 0,0 0 0,0-1 0,1 1 0,-1-1 0,0 0 0,0 0 0,0 0 0,1-1 0,-1 1 0,-1-1 0,1 0 0,0 0 0,5-5 0,-6 4 0,-1 0 0,0 0 0,0 0 0,0 0 0,0 0 0,0-1 0,0 1 0,-1-1 0,0 1 0,0-1 0,0 0 0,0 1 0,0-1 0,-1 0 0,0 0 0,0-6 0,0 2 0,0 1 0,-1-1 0,0 1 0,0 0 0,-1-1 0,0 1 0,0 0 0,-7-13 0,8 18 0,0-1 0,0 1 0,0 0 0,0 1 0,0-1 0,-1 0 0,1 0 0,-1 0 0,1 1 0,-1-1 0,0 1 0,0-1 0,0 1 0,1 0 0,-1 0 0,0 0 0,0 0 0,-1 0 0,1 0 0,0 0 0,0 1 0,0-1 0,-1 1 0,1 0 0,0-1 0,0 1 0,-1 0 0,1 0 0,0 0 0,0 1 0,-1-1 0,1 1 0,-3 0 0,2 1 0,-1 0 0,1 0 0,0 0 0,-1 0 0,1 1 0,0-1 0,1 1 0,-1 0 0,0 0 0,1 0 0,-1 0 0,1 0 0,0 0 0,0 1 0,0-1 0,1 1 0,-1 0 0,1-1 0,0 1 0,0 0 0,0 0 0,0 0 0,1 4 0,-1-5 0,1-1 0,-1 1 0,1 0 0,0-1 0,0 1 0,0 0 0,0-1 0,1 1 0,-1 0 0,1-1 0,0 1 0,-1 0 0,1-1 0,0 1 0,1-1 0,-1 0 0,0 1 0,1-1 0,-1 0 0,1 0 0,0 0 0,0 0 0,-1 0 0,1 0 0,1 0 0,-1-1 0,0 1 0,0-1 0,1 1 0,-1-1 0,0 0 0,1 0 0,4 1 0,43 1 0,-46-3 0,1-1 0,0 1 0,-1 0 0,1 0 0,0 1 0,-1-1 0,1 1 0,-1 0 0,1 0 0,-1 1 0,1-1 0,-1 1 0,0 0 0,0 0 0,0 0 0,0 1 0,0-1 0,0 1 0,5 5 0,-8-6 5,0-1-1,0 0 0,0 1 0,0-1 1,0 0-1,0 0 0,0 0 1,0 0-1,1 0 0,-1 0 1,0 0-1,1 0 0,-1-1 1,1 1-1,-1-1 0,1 1 0,-1-1 1,1 1-1,-1-1 0,1 0 1,-1 0-1,1 1 0,0-1 1,-1 0-1,3-1 0,0-1-141,-1 0 0,1 0 0,-1 0 0,0 0 0,0-1-1,0 0 1,0 0 0,5-5 0,-6 6-106,7-8-6583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4:57.8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0 112 24575,'2'0'0,"-1"1"0,1-1 0,-1 1 0,0 0 0,1-1 0,-1 1 0,1 0 0,-1 0 0,0 0 0,0 0 0,0 0 0,1 0 0,-1 0 0,0 0 0,0 1 0,-1-1 0,1 0 0,0 1 0,0-1 0,-1 0 0,1 1 0,0 1 0,11 34 0,7 106 0,3-13 0,-16-94 0,-2 0 0,-2 0 0,-4 70 0,0-24 0,2-77 0,0-2 0,1-1 0,-1 1 0,0 0 0,0 0 0,-1-1 0,1 1 0,-1 0 0,1 0 0,-1-1 0,0 1 0,0-1 0,0 1 0,0-1 0,-2 3 0,3-5 0,0 0 0,0 0 0,-1 0 0,1 0 0,0 0 0,0 0 0,-1 0 0,1 0 0,0 0 0,-1 0 0,1 0 0,0 0 0,0 0 0,-1 0 0,1 0 0,0 0 0,0 0 0,-1 0 0,1-1 0,0 1 0,0 0 0,0 0 0,-1 0 0,1 0 0,0-1 0,0 1 0,0 0 0,-1 0 0,1 0 0,0-1 0,0 1 0,0 0 0,0 0 0,0-1 0,0 1 0,0 0 0,-1 0 0,1-1 0,0 1 0,0 0 0,0 0 0,0-1 0,0 1 0,0 0 0,0-1 0,0 1 0,1 0 0,-5-16 0,0-48 0,4-99 0,2 59 0,-2 80 0,1-1 0,1 1 0,6-29 0,-6 44 0,1 0 0,0 0 0,0 0 0,0 1 0,1-1 0,1 1 0,0 0 0,0 0 0,0 1 0,1-1 0,9-9 0,7-4 0,28-20 0,-42 35 0,0 1 0,1-1 0,-1 2 0,1-1 0,0 1 0,1 0 0,12-3 0,-21 7 0,0-1 0,0 1 0,0 0 0,0 0 0,0-1 0,0 1 0,0 0 0,0 0 0,1 0 0,-1 0 0,0 0 0,0 1 0,0-1 0,0 0 0,0 0 0,0 1 0,0-1 0,-1 0 0,1 1 0,0-1 0,2 2 0,-3-1 0,0-1 0,1 1 0,-1 0 0,0 0 0,1-1 0,-1 1 0,0 0 0,0 0 0,0 0 0,1-1 0,-1 1 0,0 0 0,0 0 0,0 0 0,-1-1 0,1 1 0,0 0 0,0 0 0,0 0 0,-1 1 0,-1 2 0,0 1 0,0 0 0,0-1 0,-1 1 0,0-1 0,1 1 0,-5 3 0,-14 11 0,-17 20 0,37-38 0,0 1 0,-1 0 0,1 0 0,0 0 0,0-1 0,0 1 0,0 0 0,0 1 0,1-1 0,-1 0 0,1 0 0,-1 0 0,1 0 0,0 0 0,0 1 0,-1-1 0,2 0 0,-1 0 0,1 4 0,-1-5 0,1 1 0,0 0 0,0-1 0,0 1 0,0-1 0,0 1 0,1-1 0,-1 0 0,0 1 0,1-1 0,-1 0 0,1 0 0,-1 0 0,1 0 0,0 0 0,-1 0 0,1 0 0,0-1 0,-1 1 0,1-1 0,0 1 0,0-1 0,3 1 0,49 1 0,-44-3 0,13 1 0,1-2 0,-1 0 0,1-2 0,-1 0 0,0-2 0,-1 0 0,1-2 0,28-13 0,-24 9 0,-16 8 0,-1-1 0,0 0 0,0 0 0,-1-1 0,1 0 0,-1 0 0,11-11 0,-1-2 0,-12 14 0,-1-1 0,0 0 0,-1 0 0,1-1 0,-1 0 0,0 0 0,3-7 0,-6 11 0,0-1 0,-1 1 0,1 0 0,-1-1 0,0 1 0,0-1 0,0 1 0,-1-1 0,1 1 0,-1-1 0,0 0 0,0 1 0,0-1 0,0 0 0,-2-6 0,1 8 0,0 0 0,0 0 0,0 0 0,0 1 0,-1-1 0,1 0 0,0 1 0,-1-1 0,0 1 0,1 0 0,-1-1 0,0 1 0,1 0 0,-1 0 0,0 0 0,0 0 0,0 0 0,0 1 0,0-1 0,0 1 0,0-1 0,0 1 0,0 0 0,-1-1 0,1 1 0,0 0 0,0 1 0,-3-1 0,-1 1 0,1 0 0,-1 0 0,1 1 0,-1 0 0,1 0 0,-1 0 0,1 0 0,0 1 0,0 0 0,0 0 0,1 1 0,-1-1 0,1 1 0,0 0 0,-1 0 0,2 0 0,-1 1 0,1-1 0,-1 1 0,1 0 0,0 0 0,1 0 0,-1 0 0,1 1 0,0-1 0,1 0 0,-1 1 0,1 0 0,0-1 0,0 1 0,1 0 0,0 0 0,0-1 0,0 1 0,1 0 0,-1 0 0,1-1 0,3 8 0,-2-9 0,1 1 0,0-1 0,1 0 0,-1 0 0,1 0 0,0 0 0,-1 0 0,2-1 0,-1 0 0,0 0 0,1 0 0,-1 0 0,1-1 0,0 1 0,0-1 0,0-1 0,0 1 0,0-1 0,0 0 0,7 1 0,13 2 0,0-1 0,45-1 0,-49-2-1365,-2 0-5461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4:58.0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24575,'435'0'-1365,"-416"0"-5461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4:58.2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24575,'574'0'-1365,"-551"0"-5461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06.2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459 49 24575,'-1'-2'0,"1"1"0,-1 0 0,0-1 0,1 1 0,-1 0 0,0-1 0,0 1 0,0 0 0,0 0 0,0 0 0,0 0 0,-1 0 0,1 0 0,0 0 0,0 0 0,-1 1 0,-2-2 0,-25-12 0,15 11 0,-1-1 0,0 2 0,1 0 0,-1 1 0,0 0 0,0 1 0,0 1 0,0 0 0,0 1 0,0 1 0,0 0 0,1 1 0,0 0 0,-27 13 0,27-9 0,0 1 0,0 1 0,1 0 0,0 1 0,1 0 0,-20 25 0,26-28 0,0 0 0,1 0 0,0 0 0,1 1 0,0 0 0,0 0 0,0 0 0,2 0 0,-1 1 0,1-1 0,0 1 0,0 19 0,1-17 0,2-1 0,-1 0 0,2 1 0,3 15 0,-4-24 0,0 1 0,0-1 0,0 1 0,0-1 0,1 0 0,0 0 0,0 0 0,0 0 0,0 0 0,0 0 0,0 0 0,1-1 0,-1 1 0,1-1 0,0 0 0,0 1 0,6 2 0,14 7 0,-13-7 0,-1 0 0,1 0 0,-1-1 0,1-1 0,1 1 0,-1-1 0,0-1 0,15 2 0,38-2 0,70-6 0,-90-4-1365,-24 3-5461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06.8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24575,'1'21'0,"0"0"0,1 0 0,7 32 0,-4-22 0,-1 0 0,-2 1 0,-3 53 0,0-40 0,1-66 0,0 5 0,0 0 0,1 0 0,0 0 0,6-19 0,-6 29 0,1 1 0,0-1 0,0 1 0,1 0 0,-1 0 0,1 0 0,0 0 0,1 0 0,-1 1 0,1-1 0,0 1 0,0 0 0,0 0 0,1 0 0,-1 1 0,10-6 0,-6 4 0,0 1 0,0 0 0,1 1 0,0 0 0,0 0 0,0 0 0,0 2 0,0-1 0,0 1 0,0 0 0,0 1 0,1 0 0,-1 0 0,0 1 0,0 0 0,0 1 0,1 0 0,8 3 0,-16-3 0,1-1 0,-1 1 0,1 0 0,-1 0 0,0 0 0,0 0 0,0 0 0,0 1 0,0-1 0,-1 0 0,1 1 0,-1-1 0,1 1 0,-1 0 0,0 0 0,0-1 0,0 1 0,0 0 0,-1 0 0,1 0 0,-1 5 0,2 9 0,-2 0 0,-3 29 0,2-19 0,-1-4 0,0 30 0,2-50 0,0 0 0,1 0 0,-1 0 0,0-1 0,1 1 0,0 0 0,0-1 0,0 1 0,0 0 0,0-1 0,0 1 0,0-1 0,1 1 0,2 1 0,-3-3 0,1 0 0,-1 0 0,1 0 0,-1 0 0,1-1 0,0 1 0,-1-1 0,1 1 0,0-1 0,-1 0 0,1 0 0,0 1 0,0-1 0,-1 0 0,1-1 0,0 1 0,0 0 0,-1 0 0,1-1 0,0 1 0,-1-1 0,1 0 0,0 1 0,-1-1 0,1 0 0,-1 0 0,3-2 0,4-2 0,0 0 0,0-1 0,10-10 0,0 2 21,0 1-1,0 1 0,1 0 0,1 2 1,21-10-1,48-27-1507,-78 40-5339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07.0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 24575,'113'-2'0,"122"5"0,-172 9 0,-37-5 0,-24-6-68,0-1 0,0 1-1,1-1 1,-1 1 0,0 0 0,-1 0-1,1 0 1,0 0 0,0 0 0,0 1-1,0-1 1,-1 0 0,1 1 0,-1 0-1,1-1 1,-1 1 0,0 0 0,1-1-1,1 5 1,2 8-6758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07.2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24575,'34'0'0,"18"-1"0,1 2 0,70 12 0,-90-8-455,0-2 0,52-2 0,-66-1-6371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08.6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353 182 24575,'2'-3'0,"0"1"0,0 0 0,0-1 0,-1 1 0,1-1 0,-1 0 0,1 1 0,-1-1 0,0 0 0,0 0 0,-1 0 0,1 0 0,0 0 0,-1 0 0,0 0 0,0 0 0,0 0 0,0 0 0,0 0 0,0 0 0,-1 0 0,0 0 0,1 0 0,-1 0 0,0 0 0,0 1 0,-1-1 0,1 0 0,-1 0 0,1 1 0,-1-1 0,0 1 0,-2-3 0,-2-2 0,0 0 0,0 0 0,-1 1 0,1-1 0,-2 1 0,1 1 0,0 0 0,-1 0 0,-15-7 0,8 8 0,0 0 0,0 1 0,-1 0 0,0 1 0,1 1 0,-1 1 0,0 0 0,1 1 0,-1 1 0,-25 5 0,37-6 0,1 1 0,-1-1 0,0 1 0,1-1 0,-1 1 0,1 0 0,-1 0 0,1 1 0,0-1 0,0 1 0,0 0 0,0 0 0,0 0 0,1 0 0,0 0 0,-1 0 0,1 1 0,0-1 0,0 1 0,1-1 0,-1 1 0,1 0 0,0 0 0,-2 7 0,1 7 0,0 1 0,1-1 0,1 0 0,3 25 0,-1 2 0,-1-39 0,-1 0 0,1 0 0,0 0 0,0 0 0,0 0 0,1 0 0,0 0 0,0-1 0,1 1 0,0-1 0,0 1 0,0-1 0,0 0 0,1 0 0,0 0 0,0-1 0,6 6 0,5 3 0,2-1 0,-1 0 0,35 16 0,-16-8 0,-27-15 13,1-1-1,-1-1 1,1 0-1,0 0 1,-1 0-1,1-1 0,16 2 1,64-3-959,-75-1 427,5 0-6307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09.0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1 24575,'-8'0'0,"0"0"0,1 0 0,-1 1 0,0 0 0,1 0 0,-1 1 0,-7 2 0,12-3 0,1 1 0,-1-1 0,1 1 0,-1 0 0,1-1 0,0 1 0,0 0 0,0 0 0,0 0 0,0 1 0,0-1 0,0 0 0,1 1 0,-1-1 0,1 1 0,0 0 0,0-1 0,0 1 0,0 0 0,0 0 0,0 4 0,-3 21 0,2 0 0,1 0 0,2 0 0,5 38 0,-6-62 0,1 0 0,-1 0 0,1-1 0,0 1 0,1 0 0,-1 0 0,1-1 0,-1 1 0,1-1 0,0 0 0,0 1 0,1-1 0,-1 0 0,1 0 0,-1 0 0,1-1 0,0 1 0,0-1 0,0 1 0,1-1 0,-1 0 0,0 0 0,1 0 0,0-1 0,-1 1 0,1-1 0,0 0 0,6 1 0,10 2 0,1-2 0,-1 0 0,0-2 0,29-2 0,-16 1 0,-28 1 0,0 0 0,1-1 0,-1 0 0,0 0 0,0 0 0,0 0 0,0-1 0,0 0 0,0 0 0,0 0 0,-1-1 0,1 1 0,-1-1 0,0 0 0,0-1 0,0 1 0,0-1 0,0 1 0,-1-1 0,1 0 0,-1-1 0,0 1 0,-1 0 0,1-1 0,-1 0 0,0 1 0,3-8 0,-1-2 0,0 0 0,-1-1 0,-1 1 0,0-1 0,0 0 0,-2 0 0,0 1 0,-3-24 0,2 32 0,-1 1 0,0 0 0,0-1 0,0 1 0,0 0 0,-1 0 0,0 1 0,-3-6 0,4 8 0,1 0 0,0 0 0,-1 0 0,1 0 0,-1 1 0,1-1 0,-1 0 0,0 1 0,0-1 0,0 1 0,0 0 0,0-1 0,0 1 0,0 0 0,0 0 0,0 0 0,-1 1 0,1-1 0,0 0 0,-4 1 0,5 0 0,0 0 0,0 0 0,0 0 0,1 1 0,-1-1 0,0 0 0,0 1 0,0-1 0,0 1 0,0-1 0,1 1 0,-1 0 0,0-1 0,1 1 0,-1 0 0,0-1 0,1 1 0,-1 0 0,1 0 0,-1-1 0,1 1 0,-1 0 0,1 0 0,0 0 0,-1 0 0,1 0 0,0 0 0,0-1 0,-1 1 0,1 0 0,0 0 0,0 0 0,0 0 0,0 0 0,0 0 0,1 0 0,-1 0 0,0 0 0,0 0 0,1 0 0,-1 0 0,0-1 0,1 2 0,0 2 0,1 0 0,-1 0 0,1 0 0,0-1 0,0 1 0,0-1 0,1 1 0,4 5 0,40 26-1365,-33-26-5461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09.3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4 24575,'-49'-1'0,"30"-1"0,0 1 0,0 2 0,1 0 0,-1 0 0,-34 9 0,50-9 0,1 0 0,-1 1 0,0-1 0,0 0 0,1 1 0,-1 0 0,1 0 0,0 0 0,-1 0 0,1 0 0,0 0 0,0 1 0,0-1 0,0 1 0,1-1 0,-1 1 0,1 0 0,-1-1 0,1 1 0,-1 4 0,1-1 0,-1-1 0,1 0 0,1 1 0,-1-1 0,1 1 0,0 0 0,0-1 0,1 1 0,-1-1 0,1 1 0,2 5 0,-2-7 0,1 0 0,-1 0 0,1 0 0,0 0 0,0 0 0,0 0 0,0-1 0,0 1 0,1-1 0,0 0 0,0 1 0,0-1 0,0-1 0,4 4 0,-4-4 0,-1-1 0,1 0 0,-1 0 0,1 0 0,0 0 0,-1 0 0,1-1 0,0 1 0,0-1 0,-1 1 0,1-1 0,0 0 0,0 0 0,0-1 0,0 1 0,-1 0 0,1-1 0,0 0 0,-1 0 0,1 0 0,0 0 0,-1 0 0,4-2 0,1-1-80,0-1 0,0 0-1,-1 0 1,0-1 0,0 0-1,0 0 1,-1 0 0,0-1-1,0 0 1,0 0 0,-1 0 0,0-1-1,0 1 1,-1-1 0,0 0-1,2-8 1,-1-3-6746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09.8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24575,'-1'92'0,"3"99"0,0-179 0,0 0 0,1-1 0,1 1 0,8 19 0,7 23 0,-16-45 0,0 0 0,1-1 0,0 1 0,1-1 0,0 0 0,0 0 0,0 0 0,1-1 0,11 12 0,-7-9 0,1-1 0,0 1 0,0-2 0,0 0 0,24 13 0,32 4 0,-61-23 0,0 0 0,0-1 0,0 0 0,0 0 0,0-1 0,0 1 0,0-1 0,0-1 0,10-1 0,-12 1 0,-1-1 0,1 0 0,-1 0 0,1 0 0,-1 0 0,0-1 0,0 1 0,0-1 0,0 0 0,-1 0 0,1 0 0,-1 0 0,1 0 0,-1-1 0,0 1 0,0-1 0,-1 1 0,1-1 0,-1 0 0,0 1 0,0-1 0,1-5 0,1-8 0,0 0 0,-1 0 0,0-30 0,-2 38 0,0 0 0,-1 0 0,0 0 0,-1 0 0,0 0 0,-5-16 0,6 24 0,1-1 0,-1 0 0,0 0 0,0 1 0,0-1 0,0 1 0,0-1 0,0 1 0,-1-1 0,1 1 0,-1-1 0,1 1 0,0 0 0,-1 0 0,0 0 0,1 0 0,-1 0 0,0 0 0,1 0 0,-1 1 0,0-1 0,0 1 0,0-1 0,0 1 0,0 0 0,1-1 0,-1 1 0,0 0 0,0 0 0,0 1 0,0-1 0,0 0 0,0 1 0,0-1 0,1 1 0,-1-1 0,0 1 0,0 0 0,-2 1 0,2 0 0,-1 0 0,0 0 0,0 0 0,1 1 0,-1-1 0,1 1 0,0-1 0,0 1 0,0 0 0,0 0 0,0 0 0,1 0 0,-1 0 0,1 1 0,0-1 0,0 0 0,0 1 0,0-1 0,1 1 0,-1-1 0,1 1 0,0 4 0,-1 1 0,1-1 0,1 1 0,-1-1 0,1 0 0,0 1 0,1-1 0,0 0 0,4 12 0,-3-14 0,1 0 0,-1 0 0,1 0 0,0-1 0,0 1 0,1-1 0,-1 0 0,1 0 0,0-1 0,1 1 0,-1-1 0,1 0 0,0 0 0,0-1 0,11 5 0,-6-4 0,0-1 0,0 0 0,0-1 0,0 0 0,0-1 0,0 0 0,1-1 0,21-2 0,-31 2 2,0 0 0,0-1 0,0 1 0,0 0 0,0-1 0,0 0 0,0 1 0,-1-1 0,1 0 1,0 0-1,0 0 0,-1 0 0,1 0 0,-1-1 0,1 1 0,-1 0 0,1-1 0,-1 1 0,0-1 0,1 0 0,-1 1 0,1-3 0,1-3-44,-1 1 0,0-1-1,0 1 1,-1-1 0,2-8 0,1-10-1117,0 11-5667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11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24575,'-1'62'0,"3"71"0,0-116 0,2 1 0,0-1 0,9 24 0,6 20 0,-12-31 0,-1 1 0,-1 0 0,0 49 0,-5-69 0,0-9 0,-1 0 0,1 0 0,0 0 0,0 0 0,0 0 0,1 0 0,-1 0 0,0 0 0,1-1 0,-1 1 0,2 2 0,-1-3 0,-1-1 0,1 1 0,0-1 0,0 1 0,0-1 0,0 0 0,0 1 0,0-1 0,0 0 0,0 0 0,0 0 0,0 0 0,0 0 0,0 0 0,0 0 0,0 0 0,0 0 0,0 0 0,0 0 0,-1-1 0,1 1 0,0 0 0,0-1 0,0 1 0,0-1 0,1 0 0,14-4 0,0 1 0,0 1 0,0 0 0,0 1 0,19 0 0,81 7 0,-109-4 0,-1 0 0,0 0 0,0 1 0,0 0 0,0 0 0,0 0 0,0 1 0,-1 0 0,1 0 0,-1 1 0,0-1 0,0 1 0,0 0 0,0 1 0,-1-1 0,5 6 0,-9-10 0,0 1 0,1-1 0,-1 1 0,0 0 0,0-1 0,1 1 0,-1 0 0,0-1 0,0 1 0,0 0 0,0 0 0,0-1 0,0 1 0,0 0 0,0-1 0,0 1 0,0 0 0,0 0 0,0-1 0,0 1 0,-1 0 0,1-1 0,0 1 0,0 0 0,-1-1 0,1 1 0,-1 0 0,0 0 0,-1 0 0,1 0 0,0 0 0,-1 0 0,1 0 0,-1 0 0,1 0 0,-1-1 0,1 1 0,-1-1 0,-2 1 0,-44 4 0,45-5 0,-178-2 0,232-8 0,-32 6 0,0 0 0,25 0 0,-22 2 0,45-9 0,-25 2 0,37-9 0,-71 16 0,0-1 0,0 0 0,-1-1 0,0 1 0,1-1 0,-2 0 0,12-9 0,-18 13 0,1 0 0,-1-1 0,1 1 0,-1-1 0,1 1 0,-1 0 0,1-1 0,-1 1 0,0-1 0,1 1 0,-1-1 0,0 1 0,1-1 0,-1 1 0,0-1 0,1 1 0,-1-1 0,0 0 0,0 1 0,0-1 0,0 1 0,0-1 0,1 0 0,-1 1 0,0-1 0,0 0 0,0 1 0,-1-1 0,1 1 0,0-1 0,0 0 0,0 1 0,0-1 0,-1 1 0,1-2 0,-2 1 0,1 0 0,-1 0 0,0 0 0,1 0 0,-1 0 0,0 0 0,0 0 0,1 1 0,-1-1 0,0 1 0,-3-1 0,-56-3 0,60 4 0,-6-1 0,0 1 0,-1 1 0,1-1 0,0 1 0,0 1 0,0-1 0,-9 4 0,14-4 0,0 0 0,0 0 0,0 1 0,0-1 0,1 0 0,-1 1 0,0-1 0,1 1 0,-1 0 0,1 0 0,0-1 0,-1 1 0,1 0 0,0 0 0,0 0 0,0 0 0,0 0 0,1 1 0,-1-1 0,1 0 0,-1 0 0,1 0 0,0 1 0,-1-1 0,1 0 0,0 0 0,1 4 0,-1-2 0,1 0 0,-1-1 0,1 1 0,0 0 0,0 0 0,0-1 0,0 1 0,1-1 0,0 1 0,-1-1 0,1 1 0,0-1 0,1 0 0,-1 0 0,0 0 0,1 0 0,0-1 0,0 1 0,0-1 0,0 1 0,0-1 0,0 0 0,0 0 0,1-1 0,-1 1 0,1-1 0,0 1 0,-1-1 0,1 0 0,6 1 0,12 1 0,-1 0 0,1-2 0,0 0 0,27-3 0,-20 1 0,-26 2 0,1-1 0,-1 0 0,0-1 0,0 1 0,0-1 0,1 1 0,-1-1 0,0 0 0,0 0 0,0 0 0,0-1 0,0 1 0,0-1 0,3-2 0,-4 2 0,0 0 0,0-1 0,-1 1 0,1-1 0,-1 1 0,1-1 0,-1 1 0,0-1 0,0 0 0,0 1 0,-1-1 0,1 0 0,0 0 0,-1 0 0,0 0 0,0-4 0,0-6 0,0 4 0,0 1 0,1 0 0,0-1 0,2-7 0,-3 15 0,0 0 0,0 0 0,0-1 0,1 1 0,-1 0 0,0 0 0,1 0 0,-1 0 0,1 0 0,0 0 0,-1 0 0,1 1 0,0-1 0,-1 0 0,1 0 0,0 0 0,0 1 0,0-1 0,-1 0 0,1 1 0,0-1 0,0 1 0,0-1 0,0 1 0,0-1 0,0 1 0,0 0 0,1-1 0,-1 1 0,0 0 0,0 0 0,0 0 0,0 0 0,0 0 0,0 0 0,0 0 0,2 0 0,-2 1 0,1 0 0,-1-1 0,0 1 0,1 0 0,-1 0 0,0 0 0,1 0 0,-1 0 0,0 0 0,0 0 0,0 0 0,0 0 0,0 1 0,0-1 0,0 0 0,0 1 0,0-1 0,-1 1 0,1-1 0,-1 1 0,1-1 0,-1 1 0,1-1 0,-1 1 0,0 1 0,4 49 0,-3-35 0,0-9 0,0 0 0,0-1 0,1 1 0,0 0 0,1-1 0,0 1 0,0-1 0,1 0 0,-1 0 0,1 0 0,1 0 0,6 7 0,-9-11 0,1 0 0,0 0 0,0-1 0,0 1 0,0-1 0,0 1 0,0-1 0,1 0 0,-1 0 0,1 0 0,0-1 0,-1 1 0,1-1 0,0 0 0,0 0 0,0-1 0,0 1 0,0-1 0,0 1 0,0-1 0,0 0 0,0-1 0,0 1 0,0-1 0,7-2 0,-10 3 0,0 0 0,0-1 0,0 1 0,0-1 0,-1 1 0,1-1 0,0 1 0,0-1 0,0 0 0,0 1 0,-1-1 0,1 0 0,0 0 0,-1 1 0,1-1 0,-1 0 0,1 0 0,-1 0 0,1 0 0,-1 0 0,1 0 0,-1 0 0,0 0 0,0 0 0,1 0 0,-1 0 0,0 0 0,0 0 0,0 0 0,0 0 0,0 0 0,0 0 0,-1 0 0,1 0 0,0 0 0,0 0 0,-1 0 0,1 0 0,-1 0 0,1 0 0,-1 0 0,1 0 0,-1 1 0,-1-3 0,0-1 0,-1-1 0,0 0 0,-1 1 0,1 0 0,-1 0 0,0 0 0,-4-3 0,0 1 12,1 0 0,0-1 0,1 1 0,0-1 0,0 0 0,0-1 0,1 0 0,0 0 0,-5-9 0,8 12-111,-1-1 0,1 0 0,-1 0 0,2 0 0,-1 0 0,1-1 0,0 1 0,0 0 0,0 0 0,1-1 0,0 1 0,1-1 0,-1 1 0,2-7 0,3-1-6727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11.6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24575,'1'1'0,"1"-1"0,-1 1 0,1 0 0,-1 0 0,0-1 0,0 1 0,1 0 0,-1 0 0,0 0 0,0 1 0,0-1 0,0 0 0,0 0 0,0 0 0,-1 1 0,1-1 0,1 3 0,11 25 0,26 108 0,-34-120 0,-1 0 0,0 0 0,2 24 0,3 15 0,-3-31 0,-2-14 0,-2-1 0,0 0 0,2 16 0,-14-90 0,10 59 0,0 0 0,0 0 0,0 1 0,1-1 0,0 0 0,0 0 0,0 0 0,1 1 0,-1-1 0,1 0 0,0 1 0,1 0 0,-1-1 0,1 1 0,-1 0 0,6-5 0,-3 4 0,1 0 0,-1 0 0,1 1 0,0 0 0,0 0 0,1 1 0,-1-1 0,1 1 0,0 1 0,12-4 0,9-4 0,0 0 0,32-19 0,26-9 0,-86 38 0,0 0 0,1 0 0,-1 0 0,0 0 0,1 0 0,-1 0 0,0 0 0,1 0 0,-1 0 0,0 0 0,1 0 0,-1 0 0,0 0 0,1 0 0,-1 0 0,0-1 0,0 1 0,1 0 0,-1 0 0,0 0 0,0-1 0,1 1 0,-1 0 0,0 0 0,0-1 0,1 1 0,-1 0 0,0 0 0,0-1 0,0 1 0,0 0 0,0-1 0,1 1 0,-1 0 0,0-1 0,0 1 0,-14-2 0,-25 6 0,31-1 0,0 1 0,0 0 0,1 0 0,-1 1 0,1 0 0,0 1 0,1-1 0,-1 1 0,-6 8 0,-34 27 0,41-36 0,-1 0 0,1 0 0,1 1 0,-1 0 0,1 0 0,0 0 0,0 1 0,1 0 0,-1 0 0,2 0 0,-1 0 0,1 0 0,0 1 0,0-1 0,-1 11 0,3-15 0,0 1 0,1 0 0,-1-1 0,1 1 0,0 0 0,0-1 0,1 1 0,-1 0 0,0-1 0,1 1 0,0 0 0,0-1 0,0 1 0,1-1 0,-1 1 0,1-1 0,0 0 0,0 1 0,0-1 0,0 0 0,0 0 0,1-1 0,-1 1 0,1 0 0,0-1 0,0 0 0,0 1 0,0-1 0,0 0 0,0-1 0,1 1 0,-1-1 0,1 1 0,4 0 0,40 13 0,-7-2 0,39 17 0,-71-26 5,1-1 0,-1 0 0,1-1 0,0 0 0,0 0 1,15 0-1,64-4-170,-38 0-1071,-32 2-5590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16.1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155 66 24575,'0'-2'0,"0"-1"0,1 1 0,-1-1 0,0 1 0,-1 0 0,1-1 0,0 1 0,-1-1 0,1 1 0,-1 0 0,0-1 0,0 1 0,0 0 0,0 0 0,0-1 0,0 1 0,-1 0 0,1 0 0,-1 0 0,1 1 0,-1-1 0,0 0 0,0 0 0,0 1 0,0-1 0,0 1 0,0 0 0,0 0 0,0 0 0,0 0 0,-1 0 0,1 0 0,0 0 0,-1 1 0,1-1 0,-1 1 0,1 0 0,0-1 0,-1 1 0,-3 1 0,3-1 0,0 0 0,1 0 0,-1 1 0,0-1 0,0 1 0,1-1 0,-1 1 0,1 0 0,-1 0 0,1 0 0,-1 1 0,1-1 0,-1 0 0,1 1 0,0 0 0,-4 3 0,2-1 0,1 0 0,0 1 0,0-1 0,0 1 0,0 0 0,1 0 0,-1 0 0,-1 5 0,0 5 0,0-1 0,1 1 0,1 0 0,0 0 0,0 19 0,2-24 0,0 0 0,0 0 0,0 0 0,1 0 0,0 1 0,5 15 0,-5-24 0,0 1 0,0 0 0,0-1 0,1 1 0,-1-1 0,1 1 0,-1-1 0,1 0 0,0 0 0,0 0 0,0 0 0,0 0 0,1 0 0,-1 0 0,0-1 0,1 1 0,-1-1 0,1 0 0,0 0 0,-1 0 0,1 0 0,0 0 0,0 0 0,5 0 0,0 0 0,1 0 0,0 0 0,0 0 0,0-1 0,0-1 0,0 1 0,0-2 0,12-2 0,-16 2 0,0 1 0,0-1 0,-1-1 0,1 1 0,-1-1 0,0 0 0,1 0 0,-1 0 0,0 0 0,-1-1 0,1 1 0,-1-1 0,1 0 0,-1 0 0,0 0 0,2-6 0,8-13 0,1 0 0,1 1 0,22-25 0,-35 45 0,-1 1 0,0 0 0,0-1 0,1 1 0,-1 0 0,0 0 0,1 0 0,-1 0 0,1 0 0,-1 0 0,1 0 0,0 0 0,-1 1 0,1-1 0,0 1 0,0-1 0,0 1 0,-1 0 0,1 0 0,0-1 0,0 1 0,0 0 0,-1 1 0,1-1 0,0 0 0,0 0 0,0 1 0,-1-1 0,1 1 0,0 0 0,-1-1 0,3 3 0,-1-2 0,-1 2 0,1-1 0,-1 0 0,0 0 0,0 1 0,0-1 0,0 1 0,0 0 0,0-1 0,-1 1 0,1 0 0,-1 0 0,0 0 0,0 0 0,0 1 0,0-1 0,0 5 0,2 26 0,-4 66 0,-1-44 0,2-63 0,0-8 0,0 0 0,6-25 0,-5 35 0,0 0 0,0 0 0,1 0 0,0 0 0,0 0 0,0 0 0,0 1 0,1-1 0,0 1 0,0 0 0,0 0 0,1 0 0,4-5 0,-5 7 0,9-8 0,0 0 0,0 1 0,1 1 0,19-10 0,-30 17 0,0 0 0,1-1 0,-1 1 0,0 0 0,0 1 0,1-1 0,-1 0 0,1 1 0,-1-1 0,0 1 0,1 0 0,-1 0 0,1 0 0,-1 0 0,1 0 0,-1 1 0,1-1 0,-1 1 0,0-1 0,1 1 0,-1 0 0,0 0 0,1 0 0,-1 0 0,0 0 0,0 1 0,0-1 0,0 1 0,0-1 0,0 1 0,-1 0 0,1 0 0,-1 0 0,1 0 0,-1 0 0,2 2 0,0 4 0,0 0 0,-1-1 0,0 1 0,0 0 0,-1 0 0,0 0 0,0 10 0,0-10 0,-1-1 0,1 1 0,0-1 0,1 0 0,-1 1 0,1-1 0,5 10 0,-6-15 0,1 0 0,0 0 0,-1 0 0,1 0 0,0 0 0,0 0 0,0 0 0,0-1 0,1 1 0,-1-1 0,0 1 0,1-1 0,-1 0 0,1 0 0,-1 0 0,1 0 0,0-1 0,-1 1 0,1-1 0,0 1 0,-1-1 0,1 0 0,0 0 0,-1 0 0,5-1 0,7-1 0,0-1 0,-1 0 0,1-1 0,-1 0 0,0-2 0,0 1 0,0-1 0,-1-1 0,0 0 0,13-11 0,17-7 0,-17 7-1365,-16 9-5461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16.3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24575,'4'0'0,"5"0"0,4 0 0,4 0 0,3 0 0,1 0 0,1 0 0,1 0 0,0 0 0,-1 0 0,1 0 0,-1 0 0,0 0 0,-1 0 0,1 0 0,-4 3 0,-5 6 0,-4 0-8191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16.5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49 24575,'0'-2'0,"0"1"0,1-1 0,0 1 0,-1-1 0,1 1 0,0 0 0,0-1 0,0 1 0,0 0 0,0 0 0,0 0 0,0-1 0,0 1 0,0 0 0,0 0 0,1 1 0,-1-1 0,0 0 0,1 0 0,-1 1 0,1-1 0,1 0 0,34-11 0,-2 7 0,0 1 0,-1 2 0,65 5 0,-16-1 0,307-2-1365,-371 0-5461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17.3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24575,'16'45'0,"-13"-27"0,-2-1 0,0 19 0,-2-24 0,1 0 0,1-1 0,0 1 0,1 0 0,0-1 0,6 21 0,-3-20 0,0 0 0,1-1 0,0 1 0,1-1 0,0 0 0,1-1 0,11 13 0,-16-20 0,0 0 0,0-1 0,0 1 0,1-1 0,-1 0 0,0 1 0,1-2 0,0 1 0,0 0 0,-1-1 0,1 1 0,0-1 0,0 0 0,0 0 0,0-1 0,0 1 0,1-1 0,-1 0 0,0 0 0,0-1 0,0 1 0,0-1 0,0 0 0,0 0 0,0 0 0,0 0 0,4-3 0,-3 1 0,-1 0 0,1 0 0,-1-1 0,1 1 0,-1-1 0,-1 0 0,1-1 0,0 1 0,-1-1 0,5-8 0,26-52 0,-34 65 0,16-37 0,-12 25 0,0 0 0,1 1 0,1 0 0,0 0 0,0 0 0,1 1 0,14-17 0,-21 27 0,1-1 0,-1 1 0,0 0 0,0-1 0,1 1 0,-1 0 0,1-1 0,-1 1 0,0 0 0,1 0 0,-1-1 0,1 1 0,-1 0 0,0 0 0,1 0 0,-1 0 0,1 0 0,-1-1 0,1 1 0,-1 0 0,1 0 0,-1 0 0,0 0 0,1 0 0,-1 1 0,1-1 0,-1 0 0,1 0 0,-1 0 0,1 0 0,-1 0 0,0 0 0,1 1 0,-1-1 0,1 0 0,-1 1 0,8 18 0,-4 27 0,-4-45 0,1 27 0,0-13 0,-1-1 0,0 1 0,-1-1 0,0 1 0,-4 16 0,5-31 0,0 1 0,0-1 0,0 1 0,0-1 0,0 0 0,-1 1 0,1-1 0,0 1 0,0-1 0,0 0 0,0 1 0,0-1 0,-1 1 0,1-1 0,0 0 0,0 1 0,-1-1 0,1 0 0,0 1 0,0-1 0,-1 0 0,1 0 0,0 1 0,-1-1 0,1 0 0,0 0 0,-1 0 0,1 1 0,-1-1 0,0 0 0,-4-11 0,0-21 0,5 26 0,-1-1 0,2 1 0,-1-1 0,1 1 0,0-1 0,0 1 0,1 0 0,-1-1 0,2 1 0,-1 0 0,1 0 0,-1 0 0,2 1 0,-1-1 0,1 1 0,-1-1 0,2 1 0,-1 0 0,0 1 0,1-1 0,0 1 0,0 0 0,0 0 0,1 0 0,-1 1 0,1 0 0,0 0 0,0 0 0,0 1 0,7-2 0,1-1 0,-1 0 0,2 2 0,-1-1 0,0 2 0,1 0 0,-1 1 0,1 0 0,-1 1 0,1 0 0,0 2 0,-1-1 0,1 2 0,-1 0 0,0 1 0,0 0 0,0 1 0,-1 0 0,20 12 0,-16-7 0,0 0 0,0 2 0,-1 0 0,-1 0 0,0 2 0,0 0 0,21 27 0,-34-37 0,0 0 0,1 0 0,-2-1 0,1 1 0,0 0 0,-1 1 0,0-1 0,0 0 0,0 0 0,0 0 0,-1 1 0,0-1 0,1 0 0,-2 6 0,1-8 0,-1 1 0,1-1 0,0 0 0,-1 0 0,0 0 0,0 0 0,1 0 0,-1 0 0,-1 0 0,1 0 0,0 0 0,0 0 0,-1 0 0,1-1 0,-1 1 0,1 0 0,-1-1 0,0 0 0,1 1 0,-1-1 0,0 0 0,0 0 0,0 0 0,0 0 0,0 0 0,0 0 0,-1-1 0,-2 2 0,-5-1-136,-1 1-1,0-1 1,1-1-1,-1 0 1,0-1-1,1 0 1,-1 0-1,1-1 0,-18-5 1,14 1-6690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17.5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24575,'30'0'0,"16"-1"0,1 3 0,70 10 0,-91-7-273,1 1 0,-1 1 0,-1 1 0,40 18 0,-52-18-6553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17.8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350 2 24575,'-84'-1'0,"-93"3"0,173-1 0,0-1 0,0 1 0,0 1 0,0-1 0,0 1 0,1-1 0,-1 1 0,0 0 0,1 0 0,0 1 0,-1-1 0,1 1 0,0 0 0,0-1 0,1 1 0,-1 0 0,1 1 0,-1-1 0,1 0 0,0 1 0,0 0 0,0-1 0,-2 8 0,2-4 0,-1 0 0,1 1 0,0-1 0,1 1 0,0 0 0,0-1 0,1 1 0,0 0 0,0 0 0,1-1 0,2 14 0,-1-14 0,2 1 0,-1 0 0,1-1 0,0 0 0,0 1 0,1-2 0,0 1 0,0 0 0,1-1 0,-1 0 0,2 0 0,-1-1 0,0 0 0,1 0 0,0 0 0,0-1 0,1 0 0,8 3 0,-11-4 0,1-1 0,-1 0 0,1 0 0,0 0 0,0-1 0,0 0 0,0 0 0,0 0 0,0-1 0,0 0 0,0 0 0,0 0 0,0-1 0,0 0 0,-1 0 0,1-1 0,0 1 0,0-1 0,-1-1 0,1 1 0,-1-1 0,1 0 0,-1 0 0,0 0 0,7-7 0,12-12 0,-16 16 0,-1-1 0,0 0 0,0 0 0,-1-1 0,0 0 0,0 0 0,6-10 0,8-28-1365,-13 34-5461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18.6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24575,'-1'69'0,"3"79"0,2-122 0,1-1 0,1 1 0,11 26 0,-8-23 0,11 52 0,-19-74 0,0 0 0,0 1 0,1-1 0,0 0 0,0 0 0,1 0 0,0-1 0,0 1 0,1-1 0,0 1 0,0-1 0,0 0 0,1 0 0,0-1 0,0 0 0,0 1 0,1-2 0,0 1 0,0-1 0,0 0 0,0 0 0,1 0 0,-1-1 0,1 0 0,0 0 0,0-1 0,0 0 0,0 0 0,0-1 0,9 1 0,-1-1 0,0 0 0,0-1 0,1-1 0,-1-1 0,0 0 0,-1-1 0,1 0 0,0-1 0,-1-1 0,0 0 0,0-1 0,24-14 0,-32 15 0,0 0 0,0 0 0,-1 0 0,0-1 0,0 0 0,0 0 0,-1 0 0,0-1 0,0 1 0,0-1 0,-1 0 0,0 0 0,-1 0 0,1 0 0,-1-1 0,-1 1 0,1-1 0,-1 1 0,-1-1 0,1 0 0,-1 1 0,-1-1 0,1 1 0,-1-1 0,-1 0 0,1 1 0,-6-15 0,6 20 0,-1 0 0,1-1 0,-1 1 0,0 0 0,0 0 0,0 0 0,0 0 0,0 0 0,0 0 0,0 0 0,0 1 0,-1-1 0,1 1 0,-1 0 0,1 0 0,-1 0 0,1 0 0,-1 0 0,0 0 0,0 1 0,1-1 0,-1 1 0,0 0 0,0 0 0,1 0 0,-5 0 0,4 0 0,1 1 0,-1-1 0,1 1 0,-1-1 0,0 1 0,1 0 0,-1 0 0,1 0 0,0 0 0,-1 0 0,1 0 0,0 1 0,0-1 0,-1 1 0,1 0 0,1 0 0,-1-1 0,0 1 0,0 0 0,1 1 0,-1-1 0,1 0 0,-1 0 0,1 1 0,0-1 0,0 1 0,-1 3 0,0 3 0,0 0 0,1 0 0,0 1 0,1-1 0,0 0 0,0 1 0,1-1 0,0 0 0,1 0 0,2 9 0,-2-12 0,1 0 0,-1-1 0,1 1 0,0-1 0,0 0 0,1 0 0,0 0 0,-1-1 0,2 1 0,-1-1 0,0 0 0,1 0 0,0 0 0,0-1 0,0 1 0,6 2 0,-1-1 0,0 0 0,-1-1 0,2-1 0,-1 1 0,0-1 0,14 1 0,-22-3 0,0-1 0,0 1 0,0-1 0,1 0 0,-1 0 0,0 0 0,0-1 0,0 1 0,0 0 0,1-1 0,-1 1 0,0-1 0,0 0 0,0 0 0,0 0 0,0 0 0,0 0 0,0 0 0,-1 0 0,1-1 0,0 1 0,-1 0 0,1-1 0,-1 0 0,1 1 0,-1-1 0,0 0 0,1 0 0,-1 0 0,0 0 0,0 0 0,-1 0 0,1 0 0,0 0 0,-1 0 0,1-3 0,21-128 0,-22 132 0,0 0 0,0 0 0,0 0 0,0 0 0,0 0 0,0 0 0,0 0 0,0 0 0,1 0 0,-1 0 0,0 0 0,1 1 0,-1-1 0,0 0 0,1 0 0,-1 0 0,1 0 0,0 0 0,-1 0 0,1 1 0,0-1 0,-1 0 0,1 1 0,0-1 0,0 0 0,0 1 0,-1-1 0,1 1 0,0-1 0,0 1 0,2-1 0,-2 2 0,0-1 0,1 1 0,-1 0 0,0-1 0,0 1 0,1 0 0,-1 0 0,0 0 0,0 0 0,0 0 0,0 0 0,0 0 0,0 1 0,0-1 0,-1 0 0,1 0 0,0 1 0,-1-1 0,1 0 0,-1 1 0,1 1 0,18 38 0,-12-27 0,-1-1 0,0 1 0,4 16 0,-1 4 0,1-1 0,22 45 0,-31-77-76,0 1 1,0-1-1,-1 1 0,1 0 0,0-1 0,-1 1 0,0 0 0,1 0 1,-1 0-1,0-1 0,0 1 0,0 0 0,0 0 0,0 0 1,0 0-1,0-1 0,-1 4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18.9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277 1 24575,'-13'1'0,"-1"1"0,0 1 0,1 0 0,-1 0 0,1 2 0,0-1 0,1 2 0,-1 0 0,1 0 0,0 1 0,0 1 0,1 0 0,-20 17 0,22-16 0,5-4 0,0-1 0,-1 0 0,0 0 0,0-1 0,-10 7 0,-10 8-1365,17-8-5461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19.9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177 3 24575,'-34'-1'0,"23"0"0,1 0 0,-1 1 0,1 0 0,-1 1 0,1 0 0,-18 5 0,25-4 0,1-1 0,-1 1 0,0 0 0,1 1 0,-1-1 0,1 0 0,-1 1 0,1 0 0,0-1 0,0 1 0,1 0 0,-1 0 0,0 0 0,1 0 0,0 0 0,0 1 0,0-1 0,-1 6 0,-2 6 0,1 0 0,-1 26 0,3-31 0,0 2 0,0 1 0,1 0 0,1-1 0,0 1 0,3 14 0,-4-24 0,1 0 0,0 0 0,0-1 0,0 1 0,0-1 0,0 1 0,1-1 0,-1 1 0,1-1 0,0 0 0,0 1 0,0-1 0,0 0 0,0 0 0,0-1 0,0 1 0,1 0 0,-1-1 0,1 1 0,-1-1 0,1 0 0,-1 0 0,1 0 0,0 0 0,0 0 0,-1-1 0,1 1 0,4 0 0,2 0 0,1-1 0,-1 0 0,0 0 0,1 0 0,-1-1 0,0-1 0,0 0 0,0 0 0,0 0 0,0-1 0,0-1 0,14-7 0,-13 4 0,0 0 0,-1 0 0,0-1 0,0 0 0,-1 0 0,0-1 0,0 0 0,-1-1 0,9-16 0,-9 14 0,-1 0 0,-1 0 0,0-1 0,6-23 0,-12 43 0,1 0 0,0 0 0,1 0 0,-1 0 0,1 0 0,1 0 0,-1 0 0,1 0 0,1 0 0,2 6 0,-2-4 0,1-1 0,-1 0 0,2 0 0,-1-1 0,1 1 0,0-1 0,1 0 0,12 13 0,-5-10 0,0 0 0,1 0 0,30 14 0,-41-22 0,0-1 0,0 1 0,0-1 0,1 0 0,-1 1 0,1-2 0,-1 1 0,1 0 0,-1-1 0,1 0 0,-1 1 0,1-1 0,0-1 0,-1 1 0,1 0 0,-1-1 0,1 0 0,-1 0 0,1 0 0,-1 0 0,0-1 0,0 1 0,1-1 0,-1 0 0,4-3 0,-5 3 0,-1 0 0,1 0 0,-1 0 0,0 0 0,1 0 0,-1-1 0,0 1 0,0 0 0,0-1 0,-1 1 0,1-1 0,-1 1 0,1 0 0,-1-5 0,0 5 0,0-1 0,1 1 0,-1 0 0,1-1 0,-1 1 0,1 0 0,0 0 0,0-1 0,0 1 0,0 0 0,2-3 0,-2 5 0,-1 0 0,1-1 0,0 1 0,0 0 0,-1 0 0,1 0 0,0 0 0,0 0 0,-1 0 0,1 0 0,0 0 0,0 0 0,-1 0 0,1 0 0,0 1 0,0-1 0,-1 0 0,1 0 0,0 1 0,-1-1 0,1 0 0,0 1 0,0 0 0,17 11 0,-7-3 0,0 0 0,1-1 0,0 0 0,0-1 0,1-1 0,0 0 0,23 8 0,-30-12 0,-1-1 0,0 0 0,1-1 0,-1 1 0,1-1 0,-1 0 0,1 0 0,-1 0 0,1-1 0,-1 0 0,0 0 0,1 0 0,-1-1 0,0 0 0,0 0 0,0 0 0,0-1 0,0 0 0,-1 1 0,1-2 0,-1 1 0,0 0 0,5-6 0,-4 4 0,-1-1 0,0 1 0,0-1 0,0 0 0,-1-1 0,0 1 0,0 0 0,-1-1 0,3-10 0,-4 14 0,0 0 0,0 0 0,0-1 0,-1 1 0,1 0 0,-1-1 0,0 1 0,0-1 0,-1 1 0,1 0 0,0-1 0,-1 1 0,0 0 0,0 0 0,0-1 0,0 1 0,-1 0 0,1 0 0,-1 0 0,0 0 0,-2-3 0,3 5 0,1 1 0,0 0 0,0-1 0,-1 1 0,1-1 0,-1 1 0,1 0 0,0-1 0,-1 1 0,1 0 0,-1 0 0,1-1 0,-1 1 0,1 0 0,0 0 0,-1 0 0,1-1 0,-1 1 0,1 0 0,-1 0 0,1 0 0,-1 0 0,1 0 0,-1 0 0,1 0 0,-1 0 0,1 0 0,-1 0 0,1 1 0,-1-1 0,1 0 0,-1 0 0,1 0 0,-1 0 0,1 1 0,-1-1 0,0 1 0,-9 20 0,4 28 0,5-41-110,2 37 354,-1-43-307,1-1 1,-1 1-1,0-1 1,0 1-1,1-1 1,-1 1 0,1-1-1,0 1 1,-1-1-1,1 0 1,0 1-1,0-1 1,0 0-1,0 1 1,0-1 0,0 0-1,0 0 1,0 0-1,0 0 1,0 0-1,1 0 1,-1 0-1,3 1 1,5-1-6764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20.1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24575,'4'0'0,"4"0"0,6 0 0,-1 4 0,2 1 0,2 0 0,-3 2 0,1 1 0,-2 2 0,0-1 0,2-1 0,-6-3 0,-4-5 0,-7-3 0,-6-1 0,-3-3 0,-2-1 0,1 1-8191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20.3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24575,'99'-2'0,"107"5"0,-201-3 0,-1 1 0,1-1 0,0 1 0,-1 0 0,1 1 0,-1-1 0,1 1 0,-1 0 0,0 0 0,0 0 0,0 1 0,0-1 0,0 1 0,0 0 0,5 6 0,-7-7 0,-1 1 0,1-1 0,-1 0 0,0 1 0,0-1 0,0 1 0,0-1 0,0 1 0,-1-1 0,1 1 0,-1 0 0,1-1 0,-1 1 0,0 0 0,0-1 0,-1 1 0,1 0 0,0-1 0,-1 1 0,0-1 0,1 1 0,-1-1 0,0 1 0,0-1 0,-1 1 0,1-1 0,0 0 0,-4 5 0,-19 28-99,-55 93-1167,73-116-5560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21.4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13 24575,'-21'-7'0,"20"7"0,0-1 0,0 0 0,1 1 0,-1-1 0,0 1 0,0-1 0,0 1 0,0 0 0,0-1 0,0 1 0,1 0 0,-1 0 0,0-1 0,0 1 0,0 0 0,0 0 0,0 0 0,0 0 0,0 0 0,0 0 0,0 1 0,0-1 0,0 0 0,0 0 0,0 1 0,0-1 0,0 0 0,1 1 0,-1-1 0,0 1 0,0-1 0,0 1 0,1 0 0,-1-1 0,0 1 0,0 0 0,1-1 0,-1 1 0,1 0 0,-1 0 0,1 0 0,-1 0 0,1-1 0,-1 1 0,1 0 0,-1 2 0,-2 10 0,0 1 0,0-1 0,2 1 0,-1 0 0,2-1 0,0 1 0,0 0 0,2 0 0,-1-1 0,5 16 0,-4-23 0,0 0 0,0 0 0,1 0 0,0-1 0,0 1 0,0-1 0,1 0 0,0 0 0,0 0 0,0 0 0,0-1 0,1 0 0,0 0 0,0 0 0,0 0 0,0-1 0,0 0 0,1 0 0,-1 0 0,1-1 0,0 0 0,0 0 0,0 0 0,8 1 0,14 2 0,1-2 0,1 0 0,55-4 0,-50 0 0,-19 2 0,-1-2 0,1 0 0,0 0 0,0-2 0,29-8 0,-41 10 0,0-1 0,0 0 0,0 0 0,0 0 0,0-1 0,0 1 0,0-1 0,-1 0 0,0 0 0,1 0 0,-1-1 0,0 1 0,0-1 0,-1 0 0,1 1 0,-1-1 0,0 0 0,0-1 0,0 1 0,-1 0 0,1 0 0,-1-1 0,0 1 0,0-1 0,0-5 0,1-4 0,-1 1 0,-1 0 0,0-1 0,-2-16 0,1 26 0,0 1 0,1-1 0,-1 1 0,0-1 0,-1 1 0,1-1 0,-1 1 0,1 0 0,-1 0 0,0-1 0,0 1 0,-1 1 0,1-1 0,0 0 0,-1 1 0,0-1 0,0 1 0,0 0 0,0-1 0,-3-1 0,-4 0 0,0-1 0,1 2 0,-1-1 0,-1 1 0,1 1 0,-19-3 0,27 4 0,-1 1 0,1 0 0,-1 0 0,1 0 0,0 0 0,-1 0 0,1 0 0,0 1 0,-1-1 0,1 1 0,0-1 0,-1 1 0,1 0 0,0 0 0,0 0 0,0 0 0,0 1 0,0-1 0,0 0 0,0 1 0,0-1 0,0 1 0,1 0 0,-1 0 0,1 0 0,-1-1 0,1 1 0,0 1 0,0-1 0,0 0 0,0 0 0,0 0 0,0 1 0,0 3 0,-2 14 0,2 0 0,0 0 0,1 0 0,5 31 0,-4-46 0,0-1 0,0 0 0,1 0 0,0 1 0,-1-1 0,2 0 0,-1 0 0,0-1 0,1 1 0,-1 0 0,1-1 0,0 0 0,0 1 0,1-1 0,-1 0 0,1-1 0,-1 1 0,1-1 0,0 1 0,0-1 0,0 0 0,0-1 0,0 1 0,7 1 0,-3 0 0,0-1 0,1 0 0,0-1 0,-1 0 0,1 0 0,0-1 0,0 0 0,-1 0 0,1-1 0,0 0 0,13-4 0,-19 4 0,0 0 0,-1 0 0,1 0 0,0 0 0,-1-1 0,1 0 0,-1 1 0,1-1 0,-1 0 0,0 0 0,0 0 0,0 0 0,0-1 0,0 1 0,-1-1 0,3-3 0,0-2 0,-1-1 0,0 1 0,4-18 0,-6 19 0,0 1 0,0 0 0,1 0 0,0 0 0,1 0 0,-1 0 0,1 1 0,0-1 0,6-8 0,-6 12 0,0-1 0,0 1 0,0 0 0,0 0 0,1 1 0,-1-1 0,0 0 0,1 1 0,-1 0 0,1 0 0,0 0 0,-1 0 0,1 1 0,6-1 0,60 3 0,-42-1 0,-11 1 0,25-1 0,-39-1 0,-1 0 0,0 0 0,0 0 0,0 0 0,1-1 0,-1 1 0,0-1 0,0 0 0,0 1 0,0-1 0,0 0 0,0 0 0,3-3 0,-5 4 0,0 0 0,0 0 0,0-1 0,0 1 0,0 0 0,0 0 0,0-1 0,0 1 0,0 0 0,0-1 0,0 1 0,0 0 0,0 0 0,0-1 0,0 1 0,0 0 0,0 0 0,0-1 0,-1 1 0,1 0 0,0 0 0,0 0 0,0-1 0,0 1 0,-1 0 0,1 0 0,0 0 0,0-1 0,0 1 0,-1 0 0,1 0 0,0 0 0,0 0 0,-1 0 0,1 0 0,0 0 0,0-1 0,-1 1 0,1 0 0,0 0 0,-1 0 0,1 0 0,0 0 0,0 0 0,-1 0 0,1 0 0,0 1 0,-16-5 0,10 4 0,-6-2 0,-1 0 0,1 2 0,-1-1 0,-14 3 0,24-2 0,1 0 0,-1 1 0,1-1 0,0 1 0,-1-1 0,1 1 0,0 0 0,-1 0 0,1 0 0,0 0 0,0 0 0,0 1 0,0-1 0,0 1 0,0-1 0,0 1 0,1 0 0,-1-1 0,1 1 0,-1 0 0,1 0 0,-1 0 0,1 1 0,0-1 0,0 0 0,0 0 0,1 1 0,-2 2 0,0 4 0,1 0 0,0 0 0,0 0 0,1 0 0,0 0 0,1 0 0,0 0 0,0 0 0,1 0 0,4 13 0,-4-19 0,-1 1 0,1 0 0,0 0 0,0-1 0,0 1 0,0-1 0,1 0 0,-1 0 0,1 0 0,0 0 0,0 0 0,0 0 0,0-1 0,1 1 0,-1-1 0,0 0 0,1 0 0,0 0 0,0-1 0,-1 1 0,1-1 0,0 0 0,0 0 0,0 0 0,5 0 0,-2-1 0,-1 1 0,1-1 0,0 0 0,0-1 0,0 1 0,0-1 0,8-3 0,-12 3 0,0 0 0,0 0 0,-1-1 0,1 1 0,0-1 0,-1 1 0,1-1 0,-1 0 0,0 0 0,0 0 0,1 0 0,-1-1 0,-1 1 0,1 0 0,0-1 0,-1 0 0,1 1 0,1-6 0,33-65-1365,-31 60-5461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22.0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24575,'2'19'0,"0"-1"0,1 1 0,1-1 0,1 0 0,12 29 0,-9-26 0,-2 1 0,0-1 0,6 37 0,-8-27 0,2 0 0,14 46 0,-14-55 0,-2-2 0,-1 0 0,0 1 0,-2-1 0,0 1 0,-2-1 0,-2 22 0,-1-24 0,4-18 0,0 1 0,0-1 0,0 0 0,0 1 0,0-1 0,0 0 0,0 1 0,0-1 0,0 1 0,0-1 0,-1 0 0,1 1 0,0-1 0,0 0 0,0 1 0,0-1 0,-1 0 0,1 0 0,0 1 0,0-1 0,0 0 0,-1 1 0,1-1 0,0 0 0,-1 0 0,1 0 0,0 1 0,0-1 0,-1 0 0,1 0 0,0 0 0,-1 0 0,1 1 0,-1-1 0,1 0 0,0 0 0,-1 0 0,1 0 0,-1-1 0,1 0 0,0 1 0,0-1 0,0 0 0,0 0 0,0 1 0,1-1 0,-1 0 0,0 0 0,0 1 0,0-1 0,1 0 0,-1 0 0,0 1 0,1-1 0,-1 0 0,1 1 0,-1-1 0,1 1 0,-1-1 0,1 1 0,-1-1 0,1 1 0,-1-1 0,1 1 0,1-1 0,19-18 0,-18 17 0,12-9 0,2 0 0,-1 1 0,19-8 0,-19 10 0,0 0 0,0-2 0,24-18 0,-38 26 0,0 0 0,1 0 0,-1-1 0,0 1 0,-1-1 0,1 1 0,0-1 0,-1 1 0,0-1 0,1 0 0,-1 0 0,0 0 0,0 0 0,-1 0 0,1 0 0,-1 0 0,1 0 0,-1 0 0,0-4 0,-1 4 0,1 1 0,0 0 0,-1 0 0,1 0 0,-1 0 0,0 0 0,0 0 0,0 1 0,0-1 0,0 0 0,0 0 0,0 1 0,0-1 0,-1 0 0,1 1 0,-1-1 0,1 1 0,-1 0 0,0-1 0,1 1 0,-1 0 0,0 0 0,0 0 0,0 0 0,0 1 0,0-1 0,0 0 0,-3 0 0,1 0 0,0 0 0,0 1 0,0-1 0,1 1 0,-1 0 0,0 0 0,0 0 0,0 0 0,0 1 0,0 0 0,1 0 0,-1 0 0,0 0 0,-6 3 0,8-2 0,-1 0 0,1 0 0,0 0 0,0 0 0,0 0 0,0 0 0,1 0 0,-1 1 0,0-1 0,1 1 0,0-1 0,0 1 0,-1 0 0,2 0 0,-1-1 0,0 1 0,0 0 0,1 0 0,0 0 0,-1 4 0,1 2 0,-1-1 0,1 1 0,0-1 0,1 1 0,0-1 0,1 1 0,-1-1 0,2 0 0,-1 0 0,1 1 0,6 11 0,-6-15 0,0-1 0,1 1 0,-1-1 0,1 0 0,0 0 0,0 0 0,0 0 0,0-1 0,1 0 0,-1 0 0,1 0 0,0 0 0,0-1 0,0 0 0,0 0 0,1 0 0,-1 0 0,0-1 0,7 1 0,18 3 0,15 3 0,0-2 0,50 0 0,-89-6 0,1 0 0,0 0 0,0 0 0,0-1 0,-1 0 0,1 0 0,-1-1 0,1 0 0,-1 0 0,1 0 0,-1-1 0,0 0 0,0 0 0,0-1 0,-1 0 0,1 0 0,-1 0 0,0 0 0,0-1 0,0 0 0,-1 0 0,1 0 0,-1-1 0,0 1 0,4-11 0,-5 11-195,0-1 0,0 0 0,-1 0 0,0 0 0,0 0 0,1-8 0,-1-1-6631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22.8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24575,'-2'99'0,"4"107"0,2-182 0,0-1 0,10 31 0,-14-53 0,1 0 0,0 0 0,0 0 0,0 0 0,-1 0 0,1 0 0,0-1 0,0 1 0,0 0 0,0-1 0,0 1 0,1 0 0,-1-1 0,0 1 0,0-1 0,0 1 0,0-1 0,1 0 0,-1 0 0,0 0 0,0 1 0,1-1 0,-1 0 0,2-1 0,40-1 0,-30 0 0,5 1 0,92-1 0,-97 3 0,-1 1 0,1 0 0,-1 0 0,0 1 0,0 0 0,20 10 0,2 2 0,38 20 0,-65-31 0,0 0 0,-1 1 0,1 0 0,-1 0 0,0 0 0,-1 0 0,9 12 0,-13-17 0,0 1 0,-1 0 0,1 0 0,-1 0 0,1-1 0,-1 1 0,1 0 0,-1 0 0,1 0 0,-1 0 0,0 0 0,1 0 0,-1 0 0,0 0 0,0 0 0,0 0 0,0 0 0,0 0 0,0 0 0,0 0 0,0 0 0,0 0 0,-1 0 0,1 0 0,0 0 0,-1 0 0,1 0 0,-1 1 0,-1-1 0,1 1 0,-1-1 0,1 1 0,-1-1 0,0 0 0,0 0 0,1 0 0,-1 0 0,0 0 0,0 0 0,0 0 0,-4 0 0,-6 2 0,0-1 0,0-1 0,-17 0 0,-281-3 0,337 2 0,-1-1 0,0-1 0,36-8 0,14-9 0,80-15 0,-101 21 0,-53 13 0,0-1 0,1 0 0,-1 0 0,0 0 0,1 0 0,-1 0 0,0 0 0,0 0 0,0-1 0,0 1 0,0-1 0,0 0 0,-1 1 0,1-1 0,-1 0 0,1 0 0,-1 0 0,1 0 0,-1 0 0,1-3 0,-2 5 0,0 0 0,0 1 0,0-1 0,-1 0 0,1 0 0,0 0 0,0 0 0,0 0 0,-1 0 0,1 0 0,0 1 0,0-1 0,-1 0 0,1 0 0,0 0 0,0 0 0,-1 0 0,1 0 0,0 0 0,0 0 0,0 0 0,-1 0 0,1 0 0,0 0 0,0-1 0,-1 1 0,1 0 0,0 0 0,0 0 0,0 0 0,-1 0 0,1 0 0,0 0 0,0-1 0,0 1 0,-1 0 0,1 0 0,0 0 0,0 0 0,0-1 0,0 1 0,0 0 0,-1 0 0,1 0 0,0-1 0,0 1 0,0 0 0,0 0 0,0 0 0,0-1 0,0 1 0,0 0 0,0 0 0,0-1 0,0 1 0,0 0 0,0 0 0,0-1 0,0 1 0,0 0 0,0 0 0,0-1 0,0 1 0,0 0 0,0 0 0,1 0 0,-1-1 0,0 1 0,0 0 0,-13 14 0,12-12 0,-1 0 0,1 0 0,0 1 0,1-1 0,-1 0 0,0 1 0,1-1 0,-1 0 0,1 1 0,-1-1 0,1 1 0,0-1 0,0 1 0,1-1 0,-1 1 0,0-1 0,1 0 0,-1 1 0,1-1 0,0 0 0,0 1 0,0-1 0,0 0 0,0 0 0,0 0 0,1 0 0,-1 0 0,1 0 0,-1 0 0,1 0 0,0 0 0,0-1 0,0 1 0,0-1 0,0 0 0,0 1 0,0-1 0,0 0 0,0 0 0,1 0 0,-1 0 0,0-1 0,1 1 0,-1-1 0,0 1 0,1-1 0,-1 0 0,4 0 0,4 1 0,0 0 0,-1-1 0,1 0 0,0 0 0,10-3 0,-18 3 0,1-1 0,-1 1 0,0-1 0,0 0 0,1 0 0,-1 0 0,0 0 0,0 0 0,0 0 0,0-1 0,0 1 0,-1 0 0,1-1 0,0 0 0,-1 1 0,1-1 0,-1 0 0,0 0 0,1 0 0,-1 0 0,0 0 0,0 0 0,0 0 0,0-1 0,-1 1 0,2-4 0,-1-2-151,0 1-1,0-1 0,-1 1 0,1-1 1,-2 0-1,1 1 0,-1-1 1,-4-13-1,0 6-6674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23.2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24575,'0'11'0,"0"-1"0,0 1 0,1 0 0,1-1 0,-1 1 0,2-1 0,-1 0 0,2 1 0,-1-1 0,1-1 0,1 1 0,0 0 0,7 10 0,-3-7 0,0-1 0,1-1 0,0 1 0,0-2 0,1 1 0,1-1 0,0-1 0,14 9 0,-21-15 0,1 1 0,0-1 0,0 0 0,0-1 0,1 1 0,-1-1 0,0-1 0,1 1 0,-1-1 0,1 0 0,0 0 0,-1-1 0,1 0 0,0 0 0,-1-1 0,1 0 0,0 0 0,-1 0 0,1-1 0,9-4 0,-13 5 0,0-1 0,-1 0 0,1 0 0,-1-1 0,1 1 0,-1 0 0,0-1 0,0 0 0,0 1 0,0-1 0,0 0 0,-1 0 0,1 0 0,-1 0 0,0 0 0,0 0 0,0-1 0,0 1 0,-1 0 0,1-1 0,-1 1 0,0 0 0,0-1 0,0 1 0,-1-5 0,1 3 0,-1-1 0,1 1 0,-1 0 0,0 0 0,-1-1 0,1 1 0,-1 0 0,0 0 0,0 0 0,-1 0 0,1 1 0,-1-1 0,0 1 0,0-1 0,-5-4 0,0 2 0,0 0 0,-1 0 0,1 1 0,-1 0 0,0 1 0,-1 0 0,1 0 0,-1 1 0,0 0 0,0 0 0,-1 1 0,1 1 0,-1 0 0,1 0 0,-14 0 0,-33 3 0,81-3-1365,-11-3-5461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23.5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24575,'0'536'-1365,"0"-527"-5461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23.8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23 105 24575,'1'-2'0,"-1"0"0,1-1 0,0 1 0,0 0 0,0 0 0,0 0 0,0 0 0,0 0 0,1 0 0,-1 0 0,1 0 0,-1 0 0,1 1 0,2-3 0,27-19 0,17 4 0,23-12 0,-106 35 0,28-2 0,0 1 0,0-1 0,0 2 0,0-1 0,1 1 0,-1 0 0,1 0 0,0 1 0,-10 9 0,-1 3 0,-26 37 0,41-51 0,-1 0 0,1 1 0,0 0 0,0-1 0,0 1 0,0 0 0,1 0 0,0 0 0,-1 0 0,1 0 0,1 0 0,-1 0 0,1 1 0,-1-1 0,1 0 0,0 0 0,1 1 0,-1-1 0,1 0 0,0 0 0,0 0 0,0 0 0,0 0 0,1 0 0,4 7 0,-3-5 0,1-1 0,0 0 0,0 0 0,0-1 0,1 1 0,0-1 0,0 0 0,0 0 0,0 0 0,0-1 0,1 1 0,0-2 0,0 1 0,0 0 0,0-1 0,9 2 0,53 15 0,-46-12 0,1 0 0,-1-2 0,40 5 0,-32-7 0,-1 1 0,43 13 0,16 2 0,-42-10 0,-23-4 0,0-2 0,27 2 0,-4-5-90,-23-1-165,0 1 0,0 2 0,0 0 0,31 7 0,-40-5-6571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00.7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24575,'0'458'0,"1"-442"0,1 0 0,6 29 0,-4-27 0,-1-1 0,1 22 0,-4-29 0,2 45 0,9 58 0,-3-39 0,-4 1 0,-6 88 0,0-45 0,2 13 0,0-169-1365,0 19-5461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01.1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24575,'458'0'-1365,"-440"0"-5461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01.7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24575,'30'2'0,"1"1"0,-1 1 0,31 9 0,-31-6 0,0-1 0,62 4 0,-63-10-120,-1 1-129,0-2 0,0 0 0,0-2 0,35-8 0,-48 7-6577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02.4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1 24575,'500'0'0,"-497"0"0,-1-1 0,1 1 0,-1 0 0,1 0 0,-1 0 0,1 1 0,-1-1 0,0 0 0,1 1 0,-1 0 0,1-1 0,-1 1 0,0 0 0,1 0 0,-1 0 0,0 1 0,0-1 0,0 0 0,0 1 0,0 0 0,0-1 0,0 1 0,-1 0 0,1 0 0,-1 0 0,1 0 0,-1 0 0,0 0 0,0 0 0,0 1 0,0-1 0,0 0 0,0 1 0,0-1 0,-1 1 0,1-1 0,-1 0 0,0 1 0,0-1 0,0 6 0,0 14 0,-1 0 0,-1 0 0,-8 34 0,5-29 0,-3 45 0,6-53 0,-7 36 0,5-36 0,1 0 0,-1 21 0,4 55 0,1-41 0,-3 0 0,-10 66 0,0-50 0,3 0 0,0 96 0,9 334 0,1-476 0,0-20 0,0 1 0,-1 0 0,0-1 0,0 1 0,-1 0 0,1-1 0,-3 9 0,3-11 0,-1-1 0,0 0 0,0 0 0,0 1 0,0-1 0,0 0 0,0 0 0,0 0 0,0 0 0,0 0 0,-1 0 0,1 0 0,0 0 0,-1-1 0,1 1 0,0 0 0,-1-1 0,1 1 0,-1-1 0,1 0 0,-1 1 0,1-1 0,-1 0 0,1 0 0,-1 0 0,1 0 0,-1 0 0,0 0 0,-1-1 0,-6 0 0,0-1 0,0 1 0,0-2 0,0 0 0,0 0 0,-14-7 0,14 6 0,0 0 0,0 0 0,-1 1 0,1 0 0,-1 1 0,-12-2 0,-165 3 88,88 3-1541,76-2-5373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34.5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 1 24575,'1'16'0,"0"0"0,8 29 0,-5-27 0,-1-1 0,1 22 0,-4 106 0,0-145 0,0 0 0,0 0 0,0 0 0,0 0 0,0-1 0,-1 1 0,1 0 0,0 0 0,0 0 0,0 0 0,0 0 0,0 0 0,0 0 0,0 0 0,0 0 0,0 0 0,0 0 0,0 0 0,0 0 0,0 0 0,0 0 0,-1 0 0,1 0 0,0 0 0,0 0 0,0 0 0,0 0 0,0 0 0,0 0 0,0 0 0,0 0 0,0 0 0,0 0 0,-1 0 0,1 0 0,0 0 0,0 0 0,0 0 0,0 0 0,0 0 0,0 0 0,0 0 0,0 0 0,0 0 0,0 0 0,0 0 0,0 0 0,0 0 0,-1 0 0,1 0 0,0 1 0,0-1 0,0 0 0,0 0 0,0 0 0,0 0 0,0 0 0,0 0 0,0 0 0,0 0 0,0 0 0,0 0 0,0 0 0,0 0 0,0 1 0,0-1 0,-8-10 0,-6-15 0,7 9 0,0 0 0,1-1 0,1 0 0,1 0 0,0 0 0,1 0 0,1-1 0,0-23 0,2 39 0,0 0 0,1 0 0,-1-1 0,1 1 0,0 0 0,0 0 0,-1 0 0,1 0 0,1 0 0,-1 0 0,0 1 0,0-1 0,1 0 0,-1 0 0,1 1 0,-1-1 0,1 1 0,0-1 0,0 1 0,-1 0 0,1 0 0,0 0 0,0 0 0,0 0 0,0 0 0,0 0 0,1 1 0,-1-1 0,0 1 0,4-1 0,7 0 0,1 0 0,0 0 0,26 4 0,-17-2 0,23 0 0,-25-2 0,1 2 0,27 4 0,-42-4 0,-1 1 0,1 0 0,0 0 0,0 0 0,-1 1 0,1 0 0,-1 1 0,0-1 0,0 1 0,10 9 0,-10-8 0,-1 1 0,0 0 0,-1 0 0,1 0 0,-1 0 0,-1 1 0,1-1 0,-1 1 0,0 0 0,0 0 0,-1 1 0,2 8 0,-2-10 0,5 16 0,1-1 0,1-1 0,1 1 0,18 28 0,-26-46 8,0-1-1,0 0 0,0 0 1,1 0-1,-1 0 1,0 0-1,1 0 1,-1 0-1,1-1 0,-1 0 1,1 1-1,0-1 1,0 0-1,0 0 0,5 1 1,45 2-1453,-52-4 1406,17-1-6787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35.0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222 48 24575,'-6'-6'0,"0"1"0,-1 1 0,1-1 0,-1 1 0,-1 1 0,1-1 0,0 1 0,-1 0 0,1 1 0,-1 0 0,0 0 0,0 0 0,0 1 0,-13 0 0,17 1 0,1-1 0,-1 1 0,0 1 0,0-1 0,1 0 0,-1 1 0,0 0 0,1 0 0,-1 0 0,1 0 0,-1 0 0,1 1 0,0 0 0,-1-1 0,1 1 0,0 0 0,0 1 0,0-1 0,0 1 0,1-1 0,-1 1 0,1 0 0,0 0 0,-1 0 0,1 0 0,0 0 0,1 0 0,-1 1 0,1-1 0,-1 1 0,1-1 0,-1 7 0,-1 16 0,1 0 0,2 1 0,4 45 0,-3-66 0,0-1 0,1 0 0,-1 1 0,1-1 0,0 0 0,1 1 0,-1-1 0,1-1 0,0 1 0,0 0 0,0-1 0,1 1 0,0-1 0,0 0 0,0 0 0,0-1 0,0 1 0,1-1 0,0 0 0,-1 0 0,1 0 0,0-1 0,1 1 0,-1-1 0,0-1 0,1 1 0,7 1 0,25 4 0,0-1 0,0-2 0,44-1 0,-61-3-1365,-2 0-5461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35.4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116 2 24575,'-17'0'0,"9"-1"0,0 1 0,1 0 0,-1 1 0,1-1 0,-11 4 0,16-4 0,0 1 0,0 0 0,0 0 0,0 0 0,0 0 0,0 0 0,0 0 0,1 1 0,-1-1 0,0 0 0,1 1 0,-1-1 0,1 1 0,0 0 0,0 0 0,-1-1 0,1 1 0,0 0 0,0 0 0,1 0 0,-1 0 0,0 0 0,0 4 0,-2 12 0,1 1 0,0-1 0,2 1 0,0-1 0,1 0 0,1 1 0,1-1 0,6 24 0,-8-38 0,0 0 0,1 0 0,-1 0 0,1 0 0,0 0 0,0-1 0,1 1 0,-1-1 0,1 1 0,-1-1 0,1 0 0,0 0 0,0 0 0,1 0 0,-1 0 0,0-1 0,1 1 0,7 3 0,-7-5 0,-1 0 0,1-1 0,-1 1 0,1-1 0,-1 1 0,1-1 0,-1 0 0,1 0 0,-1 0 0,1-1 0,-1 0 0,1 1 0,-1-1 0,0 0 0,1 0 0,-1-1 0,0 1 0,0-1 0,1 0 0,-1 0 0,-1 0 0,1 0 0,4-3 0,-2-1 0,1 0 0,-1-1 0,0 1 0,-1-1 0,0 0 0,0 0 0,0 0 0,-1-1 0,0 1 0,0-1 0,-1 0 0,0 0 0,0 0 0,-1 0 0,0 0 0,-1 0 0,1 0 0,-2 0 0,1-1 0,-1 1 0,0 0 0,-1 0 0,0 0 0,0 0 0,-5-9 0,4 11-30,0 0 0,-1 1 0,0-1 0,0 1-1,-7-7 1,2 2-1154,1 0-5642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35.6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0 152 24575,'3'-1'0,"-1"0"0,1 1 0,-1-1 0,1 0 0,-1-1 0,0 1 0,1 0 0,-1-1 0,0 1 0,0-1 0,3-3 0,16-10 0,63-27 0,-55 26 0,44-17 0,-2 8-1365,-55 22-5461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36.1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201 0 24575,'-3'0'0,"-6"0"0,-4 0 0,-4 0 0,-3 0 0,-1 0 0,-2 0 0,1 0 0,-1 0 0,4 4 0,2 1 0,3-1-8191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37.3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1 136 24575,'0'1'0,"1"0"0,-1 0 0,0 0 0,1 0 0,-1-1 0,1 1 0,0 0 0,-1 0 0,1 0 0,0 0 0,-1-1 0,1 1 0,0 0 0,0-1 0,0 1 0,-1-1 0,1 1 0,0-1 0,0 1 0,0-1 0,0 1 0,0-1 0,0 0 0,0 0 0,0 1 0,0-1 0,2 0 0,33 4 0,-32-4 0,0 0 0,12 2 0,1-1 0,-1-1 0,0 0 0,0-2 0,23-4 0,-35 5 0,0 0 0,0-1 0,0 1 0,0-1 0,-1 0 0,1 0 0,-1 0 0,1 0 0,-1-1 0,0 0 0,0 1 0,0-1 0,0 0 0,0-1 0,-1 1 0,0 0 0,1-1 0,-1 1 0,0-1 0,-1 0 0,1 1 0,-1-1 0,1 0 0,-1 0 0,0 0 0,0-7 0,0 9 0,-1 0 0,0-1 0,0 1 0,1 0 0,-1 0 0,0 0 0,-1-1 0,1 1 0,0 0 0,-1 0 0,1 0 0,-1 0 0,0 0 0,1 0 0,-1 0 0,0 0 0,0 0 0,0 0 0,-1 0 0,1 0 0,0 0 0,-1 1 0,1-1 0,-1 1 0,0-1 0,1 1 0,-1 0 0,0-1 0,0 1 0,0 0 0,0 0 0,0 0 0,0 1 0,0-1 0,-4 0 0,-4-1 0,0 0 0,0 1 0,0 1 0,0-1 0,0 2 0,-17 1 0,25-1 0,-1 0 0,1-1 0,-1 1 0,1 0 0,-1 0 0,1 0 0,-1 1 0,1-1 0,0 1 0,0-1 0,0 1 0,0 0 0,0-1 0,0 1 0,0 0 0,0 0 0,1 1 0,-1-1 0,1 0 0,0 0 0,-1 1 0,1-1 0,0 1 0,0-1 0,1 1 0,-1 0 0,1-1 0,-1 1 0,1-1 0,0 5 0,-1 9 0,0-1 0,2 1 0,3 28 0,-4-44 0,2 7 0,0 0 0,0 0 0,0 0 0,1 0 0,0-1 0,1 1 0,-1-1 0,1 0 0,0 0 0,1 0 0,-1-1 0,1 1 0,0-1 0,1 0 0,-1-1 0,1 1 0,0-1 0,0 0 0,0-1 0,1 1 0,-1-1 0,1-1 0,0 1 0,0-1 0,0 0 0,0-1 0,0 1 0,8-1 0,136-1 0,-61-1 0,-84 1 0,1 0 0,0 0 0,-1 0 0,1-1 0,-1 0 0,1 0 0,-1 0 0,0-1 0,0 0 0,1 0 0,-1-1 0,0 0 0,-1 0 0,1 0 0,-1-1 0,1 0 0,-1 0 0,0 0 0,0-1 0,-1 1 0,1-1 0,5-8 0,-4 2 0,-1 0 0,0 0 0,-1-1 0,0 1 0,-1-1 0,0 0 0,-1 0 0,0 0 0,-1 0 0,0-1 0,-1 1 0,-1-12 0,-1 224 0,2-222 0,-1 5 0,0 0 0,2-1 0,0 1 0,1 0 0,5-21 0,-6 35 0,0-1 0,0 1 0,0 0 0,0 0 0,1 0 0,-1 0 0,1 0 0,0 0 0,0 0 0,0 0 0,0 1 0,0-1 0,0 1 0,1 0 0,-1 0 0,1-1 0,0 2 0,0-1 0,0 0 0,0 0 0,0 1 0,0 0 0,0 0 0,0 0 0,1 0 0,-1 0 0,0 0 0,1 1 0,-1 0 0,0-1 0,1 1 0,-1 1 0,0-1 0,7 1 0,-5 1 0,0-1 0,0 1 0,0 0 0,0 0 0,0 0 0,-1 0 0,1 1 0,0 0 0,-1 0 0,0 0 0,0 1 0,0-1 0,4 6 0,7 9 0,23 35 0,-21-28 0,12 24 0,-34-59 0,0 0 0,1 0 0,0 0 0,1 0 0,0-1 0,0 0 0,1 1 0,1-1 0,0 0 0,0-15 0,1 22 0,0 1 0,0-1 0,1 1 0,-1 0 0,1-1 0,0 1 0,0 0 0,0-1 0,0 1 0,0 0 0,1 0 0,0 0 0,-1 0 0,1 0 0,0 1 0,0-1 0,1 1 0,-1-1 0,1 1 0,-1 0 0,1-1 0,0 1 0,-1 1 0,1-1 0,0 0 0,0 1 0,1-1 0,-1 1 0,0 0 0,0 0 0,1 0 0,-1 1 0,0-1 0,1 1 0,-1 0 0,6 0 0,-5 0 0,-1 0 0,1 0 0,0 1 0,-1 0 0,1-1 0,-1 1 0,0 0 0,1 1 0,-1-1 0,0 1 0,1-1 0,-1 1 0,0 0 0,0 0 0,-1 1 0,1-1 0,0 0 0,2 4 0,3 4 0,0 1 0,-1 0 0,11 20 0,8 13 0,-12-20 0,-12-19 0,0-1 0,0 0 0,1 0 0,0 0 0,-1 0 0,1 0 0,5 4 0,-8-8-25,0 0 1,0 0-1,0-1 0,0 1 0,0 0 0,0 0 0,0 0 1,0 0-1,0 0 0,0 0 0,0 0 0,0 0 1,0-1-1,0 1 0,0 0 0,0 0 0,0 0 0,0 0 1,0 0-1,0 0 0,0 0 0,0 0 0,0 0 0,1 0 1,-1-1-1,0 1 0,0 0 0,0 0 0,0 0 1,0 0-1,0 0 0,0 0 0,0 0 0,0 0 0,0 0 1,0 0-1,1 0 0,-1 0 0,0 0 0,0 0 0,0 0 1,0 0-1,0 0 0,0 0 0,0 0 0,0 0 1,1 0-1,-1 0 0,0 0 0,0 0 0,0 0 0,0 0 1,0 0-1,0 0 0,-3-5-6801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38.5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24575,'2'1'0,"-1"-1"0,0 1 0,1 0 0,-1 0 0,0-1 0,1 1 0,-1 0 0,0 0 0,0 0 0,0 0 0,0 1 0,0-1 0,0 0 0,0 0 0,0 1 0,-1-1 0,2 3 0,12 25 0,15 84 0,-14-49 0,-10-35 0,-1 1 0,-1 0 0,-2 0 0,-4 49 0,1-3 0,3-35 0,1-27 0,-2 1 0,0-1 0,0 0 0,-1 0 0,-5 21 0,2-27 0,2-11 0,2 1 0,0 1 0,0 0 0,0-1 0,0 1 0,0 0 0,1-1 0,-1 1 0,1 0 0,-1 0 0,1-1 0,-1 1 0,1 0 0,0 0 0,0-2 0,3 0 0,0 0 0,-1 1 0,1-1 0,0 0 0,1 1 0,-1 0 0,0 0 0,1 0 0,-1 1 0,1 0 0,-1-1 0,1 2 0,0-1 0,0 0 0,-1 1 0,1 0 0,9 1 0,-5-1 0,1 1 0,0 1 0,0 0 0,-1 0 0,1 1 0,-1 0 0,16 7 0,-22-8 0,0 0 0,0 0 0,-1 0 0,1 0 0,0 1 0,-1-1 0,1 1 0,-1 0 0,0-1 0,0 1 0,0 0 0,0 0 0,-1 1 0,1-1 0,-1 0 0,0 0 0,0 1 0,0-1 0,1 4 0,-2-5 0,0 0 0,0 0 0,0 0 0,0 0 0,0 0 0,0 0 0,-1 0 0,1 0 0,-1 0 0,1 0 0,-1-1 0,0 1 0,0 0 0,0 0 0,0-1 0,0 1 0,0 0 0,0-1 0,0 1 0,-1-1 0,1 0 0,-1 1 0,1-1 0,-1 0 0,1 0 0,-1 0 0,0 0 0,1 0 0,-1 0 0,0 0 0,0-1 0,0 1 0,0-1 0,0 1 0,-2-1 0,-116 15 0,117-15 0,1 1 0,-1-1 0,0 0 0,0 1 0,0-1 0,0 0 0,0-1 0,0 1 0,0-1 0,-3 0 0,6 1 0,-1 0 0,1-1 0,0 1 0,-1 0 0,1 0 0,0-1 0,-1 1 0,1 0 0,-1 0 0,1-1 0,0 1 0,0 0 0,-1-1 0,1 1 0,0 0 0,0-1 0,-1 1 0,1-1 0,0 1 0,0-1 0,0 1 0,0 0 0,-1-1 0,1 1 0,0-1 0,0-1 0,1 1 0,-1 0 0,0-1 0,1 1 0,-1 0 0,1-1 0,-1 1 0,1 0 0,0 0 0,-1 0 0,1 0 0,0 0 0,1-2 0,5-3 0,0 1 0,0 0 0,1 0 0,-1 0 0,1 1 0,0 0 0,1 0 0,-1 1 0,12-3 0,13-6 0,-7 2 0,-17 7 0,-1 0 0,1-1 0,-1 0 0,0 0 0,0-1 0,-1 0 0,11-8 0,11-9 0,-23 18 0,-1 1 0,0 0 0,-1-1 0,1 0 0,-1 0 0,1-1 0,3-4 0,-8 9 0,0-1 0,0 1 0,0 0 0,0 0 0,0 0 0,0-1 0,0 1 0,0 0 0,0 0 0,0 0 0,0-1 0,1 1 0,-1 0 0,0 0 0,0 0 0,0 0 0,0 0 0,0-1 0,1 1 0,-1 0 0,0 0 0,0 0 0,0 0 0,0 0 0,1 0 0,-1 0 0,0 0 0,0 0 0,0 0 0,1 0 0,-1 0 0,0 0 0,0 0 0,0 0 0,1 0 0,-1 0 0,0 0 0,0 0 0,0 0 0,1 0 0,-1 0 0,0 0 0,0 0 0,0 0 0,1 0 0,2 13 0,-2 30 0,-1-27 0,0-11 0,0 0 0,1 0 0,0 0 0,0 0 0,1 0 0,-1 0 0,1-1 0,0 1 0,0 0 0,0-1 0,1 0 0,0 0 0,0 1 0,0-2 0,4 5 0,-1-2 0,0-2 0,0 1 0,0-1 0,1 0 0,0 0 0,-1 0 0,1-1 0,1 0 0,6 1 0,12 2 0,0-1 0,1-1 0,-1-1 0,44-2 0,-56-1 0,-6 1 0,0-1 0,0 1 0,0-2 0,0 1 0,0-1 0,0 0 0,0-1 0,0 0 0,0 0 0,0-1 0,-1 0 0,1 0 0,-1-1 0,12-8 0,-15 9 0,0 0 0,0 0 0,0-1 0,0 0 0,-1 0 0,1 0 0,-1 0 0,0 0 0,-1-1 0,1 1 0,-1-1 0,0 0 0,2-5 0,-1-1 0,-1-1 0,-1 1 0,0 0 0,0-1 0,-2-11 0,2 19 0,-1 0 0,-1-1 0,1 1 0,0 0 0,-1 0 0,0 0 0,0-1 0,-1 1 0,1 0 0,-1 0 0,1 0 0,-1 1 0,-1-1 0,-4-6 0,5 7 0,-1 1 0,-1-1 0,1 1 0,0 0 0,0 0 0,-1 1 0,1-1 0,-1 1 0,0-1 0,1 1 0,-1 0 0,0 0 0,0 1 0,0-1 0,0 1 0,-6 0 0,4 0 0,-1 1 0,1-1 0,-1 1 0,1 0 0,-1 1 0,1 0 0,0 0 0,0 0 0,0 1 0,0 0 0,0 0 0,1 0 0,-1 1 0,1-1 0,0 1 0,0 1 0,0-1 0,0 1 0,1 0 0,0 0 0,0 0 0,0 0 0,1 1 0,0 0 0,0-1 0,0 1 0,1 0 0,0 1 0,0-1 0,0 0 0,1 1 0,-1 7 0,2-11 0,-1-1 0,1 0 0,0 1 0,1-1 0,-1 0 0,0 0 0,1 1 0,-1-1 0,1 0 0,0 0 0,-1 1 0,1-1 0,0 0 0,1 0 0,-1 0 0,0 0 0,0-1 0,1 1 0,-1 0 0,4 2 0,-2-1 0,1-1 0,-1 0 0,1 0 0,-1 0 0,1 0 0,0-1 0,0 0 0,0 0 0,0 0 0,0 0 0,5 0 0,-2 0 0,1-1 0,0 1 0,0-2 0,0 1 0,0-1 0,-1 0 0,1-1 0,0 0 0,-1 0 0,1-1 0,-1 0 0,8-4 0,-10 4-85,0 0 0,-1-1-1,0 1 1,1-1 0,-1 0-1,-1 0 1,1 0 0,-1 0-1,1-1 1,-1 0 0,0 1-1,-1-1 1,1 0 0,-1 0-1,2-7 1,-1-4-6741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38.9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24575,'0'631'0,"0"-618"24,1-1 0,0 1 0,2 0 0,3 14 0,-5-22-123,0-1 0,1 1 0,-1-1 0,1 1 0,0-1 0,1 0 0,-1 0 0,1 0 0,-1 0 0,1 0 0,0 0 0,1-1 0,-1 0 0,5 5 0,5-2-6727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39.2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178 60 24575,'0'-3'0,"0"1"0,0-1 0,0 1 0,-1-1 0,1 1 0,-1-1 0,0 1 0,0-1 0,0 1 0,0 0 0,0 0 0,0-1 0,-1 1 0,1 0 0,-1 0 0,1 0 0,-1 1 0,0-1 0,0 0 0,0 1 0,0-1 0,0 1 0,0-1 0,0 1 0,0 0 0,-1 0 0,1 0 0,0 0 0,-1 0 0,1 1 0,-1-1 0,1 1 0,-6-1 0,5 1 0,-1 0 0,1 0 0,-1 0 0,1 0 0,-1 0 0,0 1 0,1 0 0,-1-1 0,1 1 0,0 1 0,-1-1 0,1 0 0,0 1 0,0 0 0,0 0 0,0 0 0,0 0 0,0 0 0,0 0 0,1 1 0,-1-1 0,1 1 0,-4 5 0,0 5 0,1 0 0,1 0 0,0 0 0,-3 28 0,2-17 0,-5 47 0,10-64 0,-1 0 0,1 1 0,1-1 0,0 0 0,0 1 0,0-1 0,4 10 0,-5-15 0,0-1 0,0 0 0,0 0 0,1 0 0,-1 0 0,1 0 0,-1 0 0,0 0 0,1 0 0,0 0 0,-1 0 0,1 0 0,0 0 0,-1 0 0,1 0 0,0-1 0,0 1 0,0 0 0,0 0 0,0-1 0,0 1 0,0-1 0,0 1 0,0-1 0,0 1 0,0-1 0,0 0 0,0 1 0,0-1 0,0 0 0,0 0 0,1 0 0,-1 0 0,0 0 0,0 0 0,0 0 0,0 0 0,0 0 0,0-1 0,1 1 0,-1 0 0,0-1 0,0 1 0,0-1 0,0 1 0,0-1 0,0 0 0,0 1 0,-1-1 0,1 0 0,0 1 0,1-2 0,3-4 0,1 0 0,-1 0 0,0 0 0,0 0 0,7-14 0,-5 6 42,-2 0 0,8-23 1,9-23-1535,-14 46-5334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39.5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24575,'-1'124'0,"3"131"0,2-226 0,0 0 0,12 35 0,4 23 0,-17-73 0,0 0 0,9 23 0,-11-33 0,1 1 0,-1-1 0,1 0 0,1 0 0,-1 0 0,1 0 0,-1 0 0,1-1 0,0 1 0,0-1 0,8 6 0,-11-8 3,1 0 1,0-1-1,0 1 0,1-1 0,-1 1 1,0-1-1,0 0 0,0 1 0,0-1 1,0 0-1,0 0 0,0 0 0,1 0 1,-1 0-1,0 0 0,0 0 0,0 0 1,0 0-1,0-1 0,1 1 0,-1 0 0,0-1 1,0 1-1,0-1 0,0 1 0,0-1 1,0 1-1,0-1 0,0 0 0,0 1 1,-1-1-1,1 0 0,0 0 0,0 0 1,-1 0-1,2-1 0,0-2-189,1 0 1,-1 0-1,-1 0 0,1 0 1,-1-1-1,1 1 1,0-9-1,0-5-6640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0.0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24575,'1'9'0,"1"0"0,0 0 0,0 0 0,1-1 0,0 1 0,1-1 0,0 0 0,0 0 0,7 10 0,9 18 0,-20-34 0,0-1 0,1 1 0,0 0 0,-1-1 0,1 0 0,0 1 0,-1-1 0,1 1 0,0-1 0,0 0 0,0 1 0,0-1 0,0 0 0,1 0 0,-1 0 0,0 0 0,0 0 0,1 0 0,-1 0 0,1-1 0,-1 1 0,1 0 0,-1-1 0,1 1 0,-1-1 0,1 0 0,2 1 0,-1-2 0,0 0 0,-1 0 0,1-1 0,0 1 0,-1-1 0,1 1 0,-1-1 0,0 0 0,1 0 0,-1 0 0,0 0 0,0 0 0,0-1 0,2-2 0,-2 1 0,1 1 0,0-1 0,0 1 0,0 0 0,0 0 0,1 1 0,-1-1 0,1 1 0,4-3 0,-6 4 0,-1 1 0,0 0 0,1-1 0,-1 1 0,0 0 0,1 0 0,-1 0 0,0 0 0,1 0 0,-1 0 0,1 0 0,-1 1 0,0-1 0,0 1 0,1-1 0,-1 1 0,0-1 0,0 1 0,1-1 0,-1 1 0,0 0 0,0 0 0,0 0 0,0 0 0,0 0 0,0 0 0,0 0 0,0 0 0,-1 0 0,1 0 0,0 0 0,0 0 0,-1 1 0,1 0 0,2 3 0,-1 0 0,0 0 0,0 0 0,-1 0 0,2 9 0,-2-9 0,-1-10 0,0 0 0,0 0 0,0 0 0,1 0 0,-1 1 0,1-1 0,1 0 0,-1 0 0,1 0 0,-1 1 0,1-1 0,0 1 0,1-1 0,-1 1 0,1 0 0,0 0 0,0 0 0,0 0 0,1 1 0,-1-1 0,1 1 0,0 0 0,0 0 0,0 0 0,8-3 0,3-1 0,1 1 0,0 1 0,0 1 0,1 0 0,-1 1 0,1 1 0,0 0 0,0 1 0,0 1 0,-1 1 0,22 3 0,-31-3 8,-1 1 0,1 0 0,-1 0-1,0 1 1,0 0 0,0 0 0,0 0-1,0 1 1,-1 0 0,0 0 0,0 0-1,0 1 1,0-1 0,0 1 0,-1 0-1,4 7 1,-3-6-133,-1-1 0,1 1 1,0-1-1,0 0 0,1 0 0,0 0 1,0-1-1,0 0 0,0 0 0,1 0 1,12 4-1,-4-4-6701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0.5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156 0 24575,'-1'1'0,"0"-1"0,0 1 0,0-1 0,0 1 0,0 0 0,0-1 0,0 1 0,0 0 0,0 0 0,0-1 0,1 1 0,-1 0 0,0 0 0,1 0 0,-1 0 0,0 0 0,1 0 0,-1 0 0,1 0 0,0 0 0,-1 1 0,1-1 0,0 0 0,0 0 0,-1 0 0,1 0 0,0 2 0,-3 32 0,5-25 0,-1 0 0,2 0 0,-1-1 0,1 1 0,0-1 0,1 0 0,0 0 0,1 0 0,10 15 0,17 36 0,-27-47 0,65 182 0,-62-168 0,9 32 0,-17-55 0,1 1 0,0-1 0,-1 1 0,0 0 0,0-1 0,-1 1 0,1 0 0,-1-1 0,0 1 0,-2 6 0,1-8 0,0-1 0,0 1 0,0-1 0,0 0 0,0 0 0,0 0 0,-1 0 0,1 0 0,-1 0 0,1-1 0,-1 1 0,0-1 0,0 0 0,0 0 0,1 0 0,-1 0 0,0 0 0,0 0 0,0-1 0,-1 0 0,1 1 0,0-1 0,-3-1 0,-13 2 0,0-2 0,-24-3 0,42 4 0,-5-1 0,-1-1 0,1 1 0,0-1 0,0 0 0,0 0 0,0-1 0,0 0 0,0 0 0,0 0 0,1-1 0,-9-7 0,4 1 0,0 0 0,1 0 0,0-1 0,-10-17 0,16 23 0,0-1 0,1 0 0,0 1 0,0-1 0,0 0 0,0 0 0,1 0 0,0-1 0,0-7 0,2-62 0,0 41 0,0 28-76,0 1 1,0 0-1,0 0 0,1 0 0,0 0 0,0 0 0,0 1 0,1-1 1,-1 1-1,1-1 0,1 1 0,-1 0 0,1 0 0,0 0 1,0 1-1,1-1 0,6-4 0,1-2-6750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0.8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46 24575,'0'-3'0,"0"-6"0,4-1 0,5 2 0,4 1 0,4 3 0,3 1 0,1 2 0,1 1 0,-3 0-8191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1.1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24575,'0'21'0,"1"0"0,1 0 0,8 32 0,-6-29 0,-1 0 0,1 26 0,-3-26 0,1 1 0,6 26 0,0 13 0,-8-52 0,1-1 0,0 0 0,1 0 0,0 0 0,1 0 0,0-1 0,6 15 0,-5-17-227,0-1-1,-1 2 1,0-1-1,-1 0 1,3 17-1,-3-8-6598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1.3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1 170 24575,'0'-2'0,"1"1"0,0-1 0,0 0 0,0 0 0,0 1 0,0-1 0,0 0 0,0 1 0,1-1 0,-1 1 0,1 0 0,-1-1 0,1 1 0,-1 0 0,3-1 0,27-19 0,-29 21 0,23-16 0,66-33 0,-48 23 102,6-1-1569,-32 21-5359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1.5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24575,'0'12'0,"0"-1"0,1 1 0,0-1 0,0 1 0,2-1 0,6 22 0,-7-28 0,1 0 0,-1-1 0,1 1 0,0-1 0,0 1 0,1-1 0,-1 0 0,1 0 0,0-1 0,0 1 0,0-1 0,0 0 0,1 0 0,-1 0 0,1-1 0,0 1 0,8 2 0,19 6 0,0 0 0,1-2 0,62 8 0,-25-1-1365,-54-14-5461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4.0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24575,'0'587'0,"0"-583"0,0 0 0,0 0 0,0 0 0,0 0 0,1 0 0,0 0 0,0 0 0,0 0 0,0 0 0,1 0 0,-1 0 0,1-1 0,0 1 0,0-1 0,4 5 0,-3-5 0,0-1 0,0 1 0,0-1 0,0 0 0,1-1 0,-1 1 0,1 0 0,-1-1 0,1 0 0,-1 0 0,1 0 0,0 0 0,0-1 0,0 1 0,-1-1 0,7 0 0,33-1-1365,-24 1-5461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4.5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222 44 24575,'0'-1'0,"0"-1"0,-1 0 0,1 1 0,-1-1 0,1 0 0,-1 1 0,0-1 0,0 0 0,0 1 0,0-1 0,0 1 0,0 0 0,0-1 0,0 1 0,0 0 0,-1 0 0,1 0 0,-1 0 0,1 0 0,-1 0 0,1 0 0,-1 0 0,1 0 0,-1 1 0,0-1 0,-3 0 0,-4-2 0,1 1 0,-1 0 0,-16 0 0,19 1 0,0 2 0,0-1 0,1 1 0,-1 0 0,0 0 0,1 0 0,-1 1 0,1 0 0,-1 0 0,1 0 0,0 1 0,0 0 0,0 0 0,0 0 0,1 0 0,-1 1 0,1 0 0,0 0 0,-7 7 0,8-7 0,0 0 0,0 1 0,1-1 0,-1 0 0,1 1 0,0-1 0,0 1 0,0 0 0,0 0 0,1 0 0,0 0 0,0 0 0,1 0 0,-1 0 0,1 0 0,0 0 0,0 0 0,1 0 0,0 0 0,-1 0 0,2 0 0,2 8 0,-4-11 0,1 0 0,0-1 0,-1 1 0,1 0 0,0-1 0,0 1 0,0-1 0,0 0 0,0 1 0,0-1 0,1 0 0,-1 0 0,0 1 0,1-1 0,-1 0 0,0 0 0,1-1 0,0 1 0,-1 0 0,1 0 0,-1-1 0,3 1 0,-2-1 0,1 1 0,-1-1 0,1-1 0,-1 1 0,1 0 0,-1-1 0,1 1 0,-1-1 0,1 0 0,-1 0 0,0 1 0,1-2 0,2-1 0,3-2 0,0 0 0,-1-1 0,0 0 0,0-1 0,0 1 0,11-16 0,-17 21 0,-1-1 0,1 1 0,0 0 0,0-1 0,0 1 0,0 0 0,0 0 0,0-1 0,1 1 0,-1 0 0,0 0 0,0 0 0,1 1 0,-1-1 0,1 0 0,-1 0 0,1 1 0,-1-1 0,1 1 0,-1-1 0,3 1 0,-2 0 0,0 1 0,-1 0 0,1 0 0,0 0 0,-1 0 0,1 0 0,-1 0 0,1 0 0,-1 0 0,1 1 0,-1-1 0,0 1 0,0-1 0,1 1 0,-1-1 0,0 1 0,0 0 0,0 2 0,11 14 0,1 0 0,0-1 0,1-1 0,0 0 0,2-1 0,0 0 0,0-1 0,23 13 0,-33-22 0,1-1 0,0 0 0,0-1 0,0 1 0,0-1 0,0-1 0,1 1 0,0-1 0,-1-1 0,1 0 0,9 1 0,-14-2 0,0 0 0,0 0 0,-1 0 0,1-1 0,0 1 0,-1-1 0,1 0 0,-1 0 0,1 0 0,-1 0 0,1 0 0,-1 0 0,1-1 0,-1 1 0,0-1 0,0 1 0,0-1 0,0 0 0,0 0 0,0 0 0,0 0 0,-1-1 0,1 1 0,-1 0 0,0-1 0,1 1 0,-1 0 0,0-1 0,0 0 0,-1 1 0,1-1 0,-1 0 0,1 1 0,-1-1 0,0-3 0,1 0-151,-1 1-1,0-1 0,-1 1 0,1-1 1,-1 1-1,0-1 0,0 1 1,-3-7-1,-1-3-6674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4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23 24575,'0'-1'0,"0"0"0,1 0 0,-1 0 0,1 0 0,-1 0 0,1 0 0,-1 0 0,1 1 0,0-1 0,-1 0 0,1 0 0,0 1 0,0-1 0,0 0 0,-1 1 0,1-1 0,0 1 0,0-1 0,0 1 0,0-1 0,0 1 0,0 0 0,0-1 0,0 1 0,0 0 0,0 0 0,2 0 0,32-4 0,-31 3 0,15 0 0,0 1 0,-1 1 0,1 0 0,-1 1 0,0 2 0,1-1 0,-1 2 0,26 10 0,-15-6 0,2-1 0,-1-1 0,1-2 0,48 3 0,-77-8 0,20 3 38,-1 1-1,32 10 1,-34-8-408,1-1 1,0-1-1,21 2 1,-23-5-6457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6.7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329 333 24575,'-1'1'0,"1"0"0,0 0 0,-1 0 0,1 0 0,-1 0 0,1-1 0,-1 1 0,0 0 0,1 0 0,-1 0 0,0-1 0,1 1 0,-1 0 0,0-1 0,0 1 0,0-1 0,0 1 0,0-1 0,1 1 0,-1-1 0,0 1 0,0-1 0,0 0 0,0 0 0,0 1 0,0-1 0,-2 0 0,-33 4 0,32-4 0,-4 1 0,-1 0 0,1-1 0,-1 0 0,1-1 0,0 0 0,-1 0 0,1-1 0,0 0 0,0 0 0,0-1 0,0 0 0,0 0 0,0-1 0,1 0 0,0 0 0,0-1 0,0 0 0,0 0 0,1-1 0,0 1 0,-6-9 0,-4-5 0,3 3 0,0 0 0,-11-20 0,20 29 0,0 0 0,1 0 0,0-1 0,1 1 0,0-1 0,0 1 0,0-1 0,1 0 0,0-8 0,0 4 0,1 4 0,-1-1 0,1 1 0,1-1 0,-1 1 0,3-11 0,-2 17 0,0 0 0,-1 0 0,1 0 0,0 0 0,0 0 0,0 0 0,0 1 0,0-1 0,1 0 0,-1 0 0,0 1 0,1-1 0,0 1 0,-1-1 0,1 1 0,0 0 0,-1 0 0,1 0 0,0 0 0,0 0 0,0 0 0,0 0 0,0 0 0,0 1 0,4-1 0,17-2 0,1 1 0,-1 2 0,39 3 0,3 0 0,-58-3 0,-1 0 0,0 1 0,1 0 0,-1 0 0,0 0 0,1 0 0,-1 1 0,0 0 0,0 1 0,0-1 0,-1 1 0,1 0 0,-1 1 0,1-1 0,-1 1 0,0 0 0,-1 0 0,1 1 0,-1 0 0,1-1 0,-1 1 0,-1 1 0,1-1 0,-1 1 0,0-1 0,0 1 0,-1 0 0,4 9 0,1 7 0,-1 0 0,-1 1 0,-1 0 0,-1 0 0,-1 0 0,-1 0 0,-3 29 0,2-71 0,0 8 0,0-1 0,1 1 0,0 0 0,1-1 0,3-12 0,-4 20 0,0 0 0,1 1 0,0-1 0,0 1 0,0-1 0,0 1 0,0 0 0,0 0 0,1 0 0,0 0 0,-1 0 0,1 0 0,0 1 0,0 0 0,1-1 0,-1 1 0,0 0 0,1 0 0,-1 1 0,8-3 0,-5 2 0,-1 1 0,1-1 0,-1 1 0,1 1 0,-1-1 0,1 1 0,0 0 0,-1 0 0,1 0 0,-1 1 0,1 0 0,-1 0 0,1 1 0,-1-1 0,8 5 0,-9-5 0,-1 1 0,1 1 0,-1-1 0,0 0 0,1 1 0,-1 0 0,-1 0 0,1 0 0,0 0 0,-1 0 0,0 0 0,1 1 0,-1-1 0,0 1 0,-1-1 0,1 1 0,-1 0 0,0 0 0,0 0 0,0 0 0,0 0 0,0 4 0,-1-3 0,3 42 0,-3-45 0,0 1 0,0-1 0,0 1 0,-1 0 0,1-1 0,-1 1 0,1-1 0,-1 1 0,0-1 0,0 1 0,0-1 0,0 0 0,-1 1 0,-1 1 0,3-4 0,0 0 0,0 1 0,0-1 0,0 0 0,0 0 0,-1 0 0,1 0 0,0 0 0,0 0 0,0 0 0,0 0 0,0 0 0,-1 0 0,1 0 0,0 0 0,0 0 0,0 0 0,0 0 0,0 0 0,-1 0 0,1 0 0,0 0 0,0 0 0,0 0 0,0 0 0,-1 0 0,1 0 0,0 0 0,0 0 0,0 0 0,0 0 0,0 0 0,0-1 0,-1 1 0,1 0 0,0 0 0,0 0 0,0 0 0,0 0 0,0 0 0,0-1 0,0 1 0,0 0 0,0 0 0,0 0 0,-1 0 0,1 0 0,0-1 0,-4-12 0,0-13 0,4 18 0,-1 1 0,1-1 0,0 0 0,1 1 0,0-1 0,0 0 0,4-11 0,-4 16 0,0 0 0,1 1 0,-1-1 0,1 1 0,-1-1 0,1 1 0,0 0 0,0-1 0,0 1 0,0 0 0,0 0 0,1 1 0,-1-1 0,0 0 0,1 1 0,-1-1 0,1 1 0,0 0 0,0 0 0,-1 0 0,1 0 0,0 0 0,3 0 0,1 0 0,-1 0 0,1 0 0,-1 1 0,1 0 0,0 0 0,-1 0 0,1 1 0,10 2 0,-13-2 0,0 1 0,-1-1 0,1 1 0,-1 0 0,1 0 0,-1 0 0,0 0 0,0 1 0,0-1 0,0 1 0,-1 0 0,1 0 0,0 0 0,-1 0 0,3 6 0,18 39 0,-18-37 0,0 1 0,1-1 0,11 18 0,-14-27 7,0 1-1,0-1 0,0 0 0,0 0 1,0 0-1,0 0 0,0 0 1,0-1-1,1 1 0,-1-1 1,1 0-1,-1 0 0,1 0 0,0 0 1,-1-1-1,1 0 0,0 0 1,3 0-1,3 0-254,0 0 1,0-1-1,0-1 1,0 0-1,14-4 1,-9 0-6579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6.9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24575,'4'0'0,"4"0"0,6 0 0,3 0 0,3 0 0,1 0 0,1 0 0,1 0 0,0 0 0,-1 0 0,0 0 0,0 0 0,-3 3 0,-6 2-8191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7.1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24575,'0'1'0,"1"0"0,-1-1 0,0 1 0,1 0 0,-1 0 0,1 0 0,0 0 0,-1 0 0,1 0 0,0-1 0,-1 1 0,1 0 0,0-1 0,0 1 0,0 0 0,-1-1 0,1 1 0,0-1 0,0 1 0,0-1 0,0 0 0,0 1 0,0-1 0,0 0 0,0 0 0,0 0 0,2 1 0,33 3 0,-32-4 0,276 2 0,-144-4 0,-124 2-341,0-1 0,0-1-1,16-3 1,-9 0-6485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7.5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155 21 24575,'-46'-16'0,"38"14"0,0 1 0,0 0 0,-1 1 0,1 0 0,0 0 0,-16 3 0,22-3 0,0 1 0,1-1 0,-1 0 0,0 1 0,1-1 0,-1 1 0,1 0 0,-1 0 0,1-1 0,-1 1 0,1 0 0,0 0 0,-1 0 0,1 0 0,0 1 0,0-1 0,0 0 0,0 0 0,0 1 0,0-1 0,0 1 0,0-1 0,0 1 0,1-1 0,-1 1 0,1 0 0,-1-1 0,1 1 0,-1-1 0,1 1 0,0 0 0,0-1 0,0 1 0,0 0 0,0 0 0,0-1 0,1 1 0,-1 0 0,0-1 0,1 1 0,0 1 0,4 8 0,0 0 0,1-1 0,0 0 0,0 0 0,1-1 0,1 1 0,-1-1 0,2-1 0,14 13 0,26 31 0,-29-29 0,33 30 0,-34-35 0,-1 1 0,29 36 0,-46-54 0,0 0 0,0 1 0,0 0 0,0-1 0,0 1 0,0-1 0,0 1 0,0 0 0,-1 0 0,1 0 0,-1-1 0,1 1 0,-1 0 0,0 0 0,1 0 0,-1 0 0,0 0 0,0 0 0,-1-1 0,1 1 0,0 0 0,-1 0 0,1 0 0,-2 2 0,1-2 0,-1 0 0,1 0 0,-1 0 0,0 0 0,0-1 0,0 1 0,0-1 0,0 1 0,0-1 0,0 0 0,-1 0 0,1 0 0,0 0 0,-1 0 0,1-1 0,-3 1 0,-3 1 0,-1 0 0,1-1 0,-1-1 0,1 1 0,-1-1 0,1-1 0,-1 0 0,1 0 0,0-1 0,-11-2 0,5-5-1365,4-1-5461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7.9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112 66 24575,'-8'0'0,"0"0"0,0 0 0,0 1 0,0 0 0,0 0 0,-15 5 0,21-5 0,-1 1 0,1-1 0,0 0 0,-1 1 0,1 0 0,0-1 0,0 1 0,0 0 0,0 0 0,0 0 0,1 0 0,-1 1 0,0-1 0,1 0 0,0 1 0,-1-1 0,1 1 0,0-1 0,1 1 0,-1 0 0,0-1 0,1 1 0,-1 4 0,0 0 0,0-1 0,0 0 0,1 1 0,0-1 0,0 1 0,1-1 0,0 0 0,0 1 0,0-1 0,1 0 0,0 0 0,0 0 0,1 0 0,0 0 0,0 0 0,0-1 0,0 1 0,1-1 0,0 0 0,0 0 0,0 0 0,1-1 0,0 1 0,0-1 0,0 0 0,0-1 0,1 1 0,-1-1 0,1 0 0,0 0 0,0-1 0,0 0 0,9 2 0,-10-2 0,1-2 0,-1 1 0,1-1 0,-1 0 0,1 0 0,-1 0 0,1-1 0,-1 1 0,7-3 0,-9 2 0,0 0 0,0 0 0,-1-1 0,1 1 0,-1-1 0,1 1 0,-1-1 0,0 0 0,1 0 0,-1 0 0,0 0 0,0 0 0,-1-1 0,1 1 0,0-1 0,-1 1 0,1-1 0,1-4 0,2-5 12,-1-1 0,0 0 0,-1 0 0,0 0 0,-1-1 0,-1 1 0,0 0 0,-1-1 0,-1-17 0,1 26-65,-1 0 0,0 0 0,0 0 0,0 0 0,-1 0 0,1 0 0,-1 0 0,0 1 0,0-1 0,-1 1 0,1-1 0,-1 1 0,0 0-1,-1 0 1,1 0 0,0 1 0,-1-1 0,0 1 0,0 0 0,0 0 0,0 0 0,-1 0 0,1 1 0,-1 0 0,1 0 0,-1 0 0,-8-2 0,-2 1-6773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8.1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24575,'413'0'0,"-410"0"-52,-1-1-1,1 1 1,0 0-1,-1 0 1,1 0-1,-1 0 1,1 1-1,-1-1 1,1 1-1,-1-1 1,1 1-1,-1 0 1,0 0-1,1 0 1,-1 0-1,0 1 1,0-1-1,1 0 1,-1 1-1,0 0 1,-1-1-1,1 1 0,0 0 1,0 0-1,1 3 1,2 8-6774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8.3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1 153 24575,'4'-6'0,"0"1"0,1-1 0,0 1 0,0 0 0,10-8 0,-12 10 0,5-3 0,0 0 0,0 1 0,15-7 0,-14 7 0,0 0 0,0-1 0,12-9 0,-14 10 14,-1 1-1,1 0 0,-1 0 0,1 0 1,1 1-1,-1 0 0,0 0 1,8-1-1,5-1-756,38-4 1,-41 8-6084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8.6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24575,'1'4'0,"0"0"0,0-1 0,1 1 0,-1 0 0,1-1 0,0 1 0,0-1 0,4 6 0,4 9 0,-3 0 0,0 1 0,7 38 0,-9-36 0,1 0 0,9 26 0,47 136 0,-59-172 0,6 22 0,2-1 0,22 48 0,-29-73 0,-1 1 0,0 0 0,-1 0 0,0 0 0,0 0 0,0 0 0,-1 0 0,0 1 0,-1-1 0,0 0 0,0 1 0,-1-1 0,0 0 0,-3 13 0,3-19-57,-1 0 0,0 1 1,1-1-1,-1 0 0,0 0 0,0-1 0,0 1 0,0 0 0,-1-1 0,1 1 0,0-1 1,-1 0-1,1 1 0,-1-1 0,1-1 0,-1 1 0,1 0 0,-1 0 0,0-1 1,1 0-1,-1 1 0,0-1 0,-4-1 0,-11 2-6769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9.5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69 24575,'-1'-3'0,"1"0"0,0 0 0,0 0 0,1 1 0,-1-1 0,1 0 0,-1 0 0,1 0 0,0 1 0,0-1 0,0 0 0,0 1 0,1-1 0,-1 1 0,4-5 0,-2 5 0,-1 0 0,1 0 0,0 0 0,0 1 0,0-1 0,0 1 0,0 0 0,0 0 0,0 0 0,0 0 0,0 0 0,0 1 0,1-1 0,2 1 0,40-3 0,54 5 0,-25 0 0,-56-1 0,0 1 0,26 6 0,24 2 0,2 1 0,-52-7 0,1 0 0,22 0 0,-32-4 0,-6 1 0,0-1 0,-1 1 0,1-1 0,-1 0 0,1 0 0,0 0 0,-1-1 0,1 0 0,0 1 0,-1-1 0,1 0 0,-1-1 0,0 1 0,6-3 0,-8 3 0,-1 1 0,0 0 0,1-1 0,-1 1 0,0 0 0,1-1 0,-1 1 0,0 0 0,0-1 0,1 1 0,-1-1 0,0 1 0,0-1 0,0 1 0,0 0 0,0-1 0,1 1 0,-1-1 0,0 1 0,0-1 0,0 1 0,0-1 0,0 1 0,0-1 0,0 1 0,-1 0 0,1-1 0,0 1 0,0-1 0,0 1 0,-1-1 0,-12-9 0,-21 0 0,22 9 0,0-1 0,0 1 0,0 1 0,0 0 0,1 1 0,-1 0 0,-19 5 0,27-5 0,1 0 0,-1 1 0,1-1 0,-1 1 0,1 0 0,0 0 0,-1 0 0,1 0 0,0 0 0,0 1 0,1-1 0,-1 1 0,0 0 0,1 0 0,0 0 0,0 0 0,0 0 0,0 1 0,0-1 0,0 1 0,1-1 0,0 1 0,0-1 0,0 1 0,0 0 0,0 0 0,0 5 0,0-1 0,1 0 0,0 0 0,0 0 0,0 1 0,1-1 0,0 0 0,1 0 0,2 8 0,-3-13 0,1 0 0,-1 0 0,1 0 0,-1 0 0,1 0 0,0-1 0,0 1 0,0-1 0,0 0 0,1 1 0,-1-1 0,1 0 0,-1 0 0,1-1 0,0 1 0,0 0 0,0-1 0,0 0 0,0 0 0,0 0 0,0 0 0,0 0 0,5 0 0,3 1 0,0-1 0,0 0 0,0 0 0,0-2 0,0 1 0,16-4 0,-23 4 0,0-1 0,1 0 0,-1-1 0,0 1 0,0-1 0,0 0 0,0 0 0,0 0 0,0-1 0,-1 1 0,1-1 0,-1 0 0,0 0 0,1 0 0,-1 0 0,-1 0 0,1-1 0,3-5 0,-6 8 0,1 0 0,-1 1 0,0-1 0,1 1 0,-1-1 0,0 0 0,1 1 0,-1-1 0,1 1 0,-1-1 0,1 1 0,-1-1 0,1 1 0,0-1 0,-1 1 0,1 0 0,0-1 0,-1 1 0,1 0 0,0-1 0,-1 1 0,1 0 0,0 0 0,-1 0 0,1 0 0,0 0 0,0 0 0,-1 0 0,1 0 0,0 0 0,-1 0 0,2 0 0,24 15 0,-24-13 0,0-1 0,0 1 0,0 0 0,0-1 0,1 0 0,-1 1 0,1-1 0,-1 0 0,1 0 0,-1 0 0,1-1 0,-1 1 0,1 0 0,0-1 0,4 0 0,-4-1 0,0 0 0,0-1 0,0 1 0,0-1 0,-1 0 0,1 1 0,-1-1 0,1-1 0,-1 1 0,0 0 0,0 0 0,0-1 0,0 0 0,3-4 0,-4 4 0,1 1 0,-1 0 0,1-1 0,0 1 0,-1 0 0,1 0 0,0 0 0,0 0 0,0 1 0,0-1 0,1 0 0,-1 1 0,0 0 0,1-1 0,3 0 0,-5 2 0,0 0 0,0 0 0,-1 0 0,1 1 0,0-1 0,0 0 0,-1 1 0,1-1 0,0 1 0,0-1 0,-1 0 0,1 1 0,-1 0 0,1-1 0,0 1 0,-1-1 0,1 1 0,-1 0 0,0-1 0,1 1 0,-1 0 0,1-1 0,-1 2 0,1-1 0,0 1 0,-1-1 0,1 0 0,0 0 0,0 0 0,0 0 0,0 0 0,0 0 0,0 0 0,0 0 0,0 0 0,0-1 0,0 1 0,2 1 0,36 3 0,-33-5 0,0 0 0,0 1 0,1 0 0,-1 0 0,0 1 0,0-1 0,0 1 0,7 4 0,67 48 0,-18-11 0,-59-41 9,2 0-1,-1 0 1,0 0-1,0 0 1,1-1 0,-1 0-1,0 1 1,1-2-1,-1 1 1,1 0-1,0-1 1,-1 0-1,6 0 1,-8-1-60,0 1 0,1 0-1,-1-1 1,0 0 0,0 1 0,0-1 0,0 0-1,0 0 1,0 0 0,0 0 0,0 0 0,0-1-1,-1 1 1,1-1 0,0 1 0,-1-1-1,1 1 1,-1-1 0,0 0 0,1 0 0,-1 0-1,0 0 1,0 0 0,0 0 0,-1 0 0,1 0-1,0 0 1,0-2 0,2-13-6775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49.9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155 1 24575,'-1'0'0,"-1"0"0,0 0 0,1 0 0,-1 0 0,1 1 0,-1-1 0,0 1 0,1-1 0,-1 1 0,1-1 0,-1 1 0,1 0 0,-1 0 0,1 0 0,0 0 0,0 0 0,-1 0 0,1 0 0,0 0 0,0 0 0,0 0 0,-2 3 0,2-1 0,-1 1 0,1-1 0,-1 1 0,1-1 0,0 1 0,1 0 0,-1-1 0,0 1 0,1 6 0,0 0 0,0-1 0,1 0 0,0 0 0,1 0 0,0 0 0,0 0 0,7 14 0,22 59 0,-5-13 0,-8-22 0,-11-29 0,0 0 0,13 22 0,-4-10 0,16 45 0,-21-48 0,0 0 0,27 43 0,-36-68 0,-1-1 0,1 1 0,-1 0 0,0 0 0,1 0 0,-1 0 0,0 0 0,0 0 0,-1 1 0,1-1 0,0 0 0,-1 0 0,0 1 0,1-1 0,-1 0 0,0 1 0,0-1 0,0 0 0,0 1 0,-1 3 0,-1-4 0,1-1 0,-1 1 0,1 0 0,-1-1 0,0 0 0,1 1 0,-1-1 0,0 0 0,0 0 0,0 0 0,0 0 0,0 0 0,0 0 0,0-1 0,-1 1 0,1-1 0,0 1 0,0-1 0,0 0 0,-1 0 0,1 0 0,-2 0 0,-5 0 0,0-1 0,0 0 0,0 0 0,1-1 0,-1 0 0,1 0 0,-1-1 0,1 0 0,0-1 0,0 0 0,0 0 0,-12-9 0,-3-4 0,0-2 0,-31-31 0,43 39 0,0-1 0,1 0 0,1 0 0,-14-23 0,19 27 0,0 0 0,1-1 0,0 1 0,0-1 0,1 0 0,0 0 0,0 0 0,1 0 0,0-12 0,0 10 0,1 0 0,1 0 0,0-1 0,1 1 0,0 0 0,0 0 0,1 0 0,1 1 0,0-1 0,0 1 0,1 0 0,0 0 0,1 0 0,0 1 0,1 0 0,9-10 0,13-13-82,-24 28 1,1-1 1,-1-1 0,0 1 0,0-1 0,-1 0 0,0 0-1,0 0 1,0 0 0,-1-1 0,0 1 0,0-1 0,0 0-1,-1 0 1,0 0 0,1-9 0,-2-1-6746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50.1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24575,'77'-1'0,"86"3"0,-150-1 0,0 1 0,-1 0 0,1 1 0,-1 1 0,0 0 0,0 0 0,0 1 0,0 1 0,-1 0 0,0 0 0,0 1 0,-1 1 0,0 0 0,0 0 0,-1 1 0,10 11 0,1 2-1365,-12-12-5461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05:50.3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24575,'8'0'0,"20"-1"0,0 1 0,1 2 0,-1 1 0,0 1 0,44 12 0,-53-11-227,1 0-1,0-1 1,1-1-1,-1-1 1,29 0-1,-31-2-6598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24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0 24575,'0'21'0,"-1"15"0,1 0 0,3-1 0,0 1 0,16 62 0,-13-72 0,0 0 0,-2 0 0,2 41 0,-7 81 0,-1-59 0,2-452 0,3 343 0,0-1 0,0 0 0,2 1 0,1 0 0,0 0 0,15-29 0,-20 45 0,1 0 0,0 0 0,0 0 0,0 0 0,1 1 0,0-1 0,-1 1 0,1-1 0,0 1 0,1 0 0,-1 0 0,1 0 0,-1 1 0,1-1 0,0 1 0,0 0 0,0 0 0,0 0 0,8-2 0,-8 3 0,-1 1 0,1 0 0,0 0 0,0 0 0,0 0 0,0 0 0,0 1 0,-1-1 0,1 1 0,0 0 0,0 0 0,-1 1 0,1-1 0,-1 1 0,1 0 0,-1 0 0,0 0 0,0 0 0,0 0 0,0 1 0,0-1 0,0 1 0,3 4 0,16 18 0,-1 2 0,-1 0 0,26 47 0,-38-59 0,-2 0 0,0 1 0,-1 0 0,5 28 0,-8-36 0,-1 0 0,0 1 0,0-1 0,-1 1 0,0-1 0,-1 0 0,0 1 0,0-1 0,-1 0 0,0 1 0,-4 8 0,4-13 0,0 0 0,-1-1 0,1 1 0,-1 0 0,0-1 0,0 0 0,-1 0 0,1 0 0,-1 0 0,1 0 0,-1-1 0,0 1 0,-8 3 0,-6 2 0,-38 10 0,25-9 0,9-3 0,-1-2 0,1-1 0,-1-1 0,0 0 0,1-2 0,-30-3 0,-9 1 0,45 1-176,1 0 0,-29-8 0,33 7-661,-8-2-5989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24.5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24575,'46'-17'0,"-3"12"0,0 1 0,85 6 0,-39 0 0,40-2-1365,-110 0-5461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25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13 24575,'-34'-1'0,"24"0"0,-1 0 0,1 1 0,-1 0 0,1 1 0,-1 0 0,-17 5 0,26-5 0,0 0 0,0 1 0,0-1 0,0 1 0,0-1 0,0 1 0,0 0 0,1-1 0,-1 1 0,0 0 0,1 0 0,0 1 0,-1-1 0,1 0 0,0 0 0,0 1 0,0-1 0,0 0 0,1 1 0,-1-1 0,1 1 0,-1-1 0,1 4 0,-1 10 0,1-1 0,2 28 0,0-21 0,-2-17 0,0 0 0,0 0 0,1 1 0,0-1 0,0 0 0,0 0 0,1 0 0,0 0 0,0 0 0,0 0 0,0-1 0,1 1 0,0-1 0,6 8 0,-6-8 0,1-1 0,0-1 0,0 1 0,0 0 0,0-1 0,1 0 0,-1 0 0,1 0 0,-1 0 0,1-1 0,-1 0 0,1 0 0,0 0 0,0 0 0,0-1 0,5 0 0,10 1 0,-1-1 0,36-5 0,-48 4 0,-1-1 0,1 0 0,0 0 0,-1 0 0,0-1 0,1 0 0,-1 0 0,0 0 0,-1-1 0,1 0 0,8-8 0,-11 8 0,0 1 0,-1-1 0,1 0 0,-1 0 0,0 0 0,0-1 0,0 1 0,-1-1 0,1 1 0,-1-1 0,0 1 0,0-1 0,-1 1 0,0-1 0,1 0 0,-1 1 0,-2-8 0,2 5 0,-1 0 0,0 0 0,0 0 0,-1 0 0,0 1 0,0-1 0,-1 1 0,0-1 0,0 1 0,0 0 0,-6-7 0,6 11 0,1-1 0,-1 1 0,0-1 0,0 1 0,-1 0 0,1 0 0,0 0 0,-1 1 0,1-1 0,-1 1 0,-6-2 0,-46-7 0,22 5 0,-15-1 0,95 7 0,-31-1 0,1 0 0,-1 1 0,0 1 0,0 0 0,16 5 0,-15-2 0,-1 1 0,0 0 0,-1 1 0,0 0 0,0 2 0,21 15 0,-29-19 0,-1 0 0,1 0 0,-1 1 0,0-1 0,-1 1 0,0 1 0,1-1 0,-2 1 0,1-1 0,-1 1 0,0 0 0,-1 0 0,1 0 0,-1 1 0,-1-1 0,2 11 0,-3-9 0,3 14 0,1-21 0,4-14 0,-6 7 0,1 0 0,0 0 0,0 0 0,1 1 0,-1-1 0,1 1 0,0 0 0,1 0 0,6-5 0,-9 7 0,-1 1 0,1 0 0,0 0 0,0-1 0,0 1 0,0 0 0,0 0 0,0 1 0,0-1 0,1 0 0,-1 1 0,0-1 0,0 1 0,0 0 0,1 0 0,-1 0 0,0 0 0,0 0 0,1 0 0,-1 1 0,0-1 0,0 1 0,0-1 0,1 1 0,-1 0 0,3 2 0,0 0 0,-1 0 0,1 0 0,-1 0 0,1-1 0,0 0 0,0 0 0,8 2 0,-11-3 0,-1-1 0,0 0 0,0 0 0,1-1 0,-1 1 0,0 0 0,0 0 0,1-1 0,-1 1 0,0 0 0,0-1 0,0 1 0,0-1 0,0 0 0,1 1 0,-1-1 0,0 0 0,-1 0 0,1 1 0,0-1 0,0 0 0,0 0 0,0 0 0,-1 0 0,1 0 0,0 0 0,-1-1 0,1 1 0,-1 0 0,1 0 0,-1 0 0,0 0 0,1-1 0,-1 1 0,0 0 0,0 0 0,0-1 0,0-1 0,4-20 0,3-11 0,-1 0 0,0-42 0,-6 109 0,-1 9 0,1 0 0,13 79 0,-8-97 0,1-1 0,2 0 0,0-1 0,16 31 0,27 69 0,-35-83 0,-10-23 0,1 0 0,17 28 0,31 41 0,-51-78 0,1 0 0,-1 1 0,-1 0 0,1 0 0,-1 0 0,2 11 0,-5-18 0,1 1 0,-1-1 0,0 1 0,1-1 0,-1 1 0,0-1 0,0 1 0,0 0 0,0-1 0,-1 1 0,1-1 0,0 1 0,-1-1 0,1 1 0,-1-1 0,1 1 0,-1-1 0,0 1 0,0-1 0,1 0 0,-1 1 0,0-1 0,0 0 0,0 0 0,-1 0 0,1 0 0,0 0 0,0 0 0,-1 0 0,1 0 0,0 0 0,-1-1 0,1 1 0,-1 0 0,1-1 0,-1 1 0,1-1 0,-1 0 0,1 1 0,-2-1 0,-18 3 0,0-1 0,1-1 0,-1-1 0,0 0 0,1-2 0,-1 0 0,1-2 0,-1 0 0,-31-11 0,42 11 0,0-1 0,0 0 0,1-1 0,0 0 0,0 0 0,0 0 0,1-2 0,-14-13 0,18 15 0,-1 0 0,1 0 0,0-1 0,1 1 0,0-1 0,0 0 0,0 0 0,1 0 0,0 0 0,0-1 0,1 1 0,0 0 0,0-13 0,0-5 0,1-1 0,1 1 0,7-36 0,-6 51 0,0 0 0,1 1 0,1-1 0,-1 1 0,1 0 0,1 0 0,0 0 0,0 1 0,1 0 0,0 0 0,12-13 0,0 3-170,-1-1-1,0 0 0,-2-1 1,0-1-1,-1-1 0,-1 0 1,18-44-1,-26 52-6655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25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0 197 24575,'1'-1'0,"-1"-1"0,0 1 0,1-1 0,-1 1 0,1-1 0,0 1 0,-1-1 0,1 1 0,0 0 0,0-1 0,0 1 0,0 0 0,0 0 0,0-1 0,0 1 0,2-1 0,25-19 0,-15 12 0,6-4 0,0 1 0,1 1 0,0 0 0,1 2 0,25-9 0,-15 7 0,42-24 0,-65 32-151,-1-1-1,1 1 0,0 0 0,0 1 1,0 0-1,0 0 0,0 1 1,15-1-1,-5 1-6674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26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1 24575,'-6'-1'0,"-1"1"0,0 0 0,1 1 0,-1-1 0,0 1 0,1 1 0,-1-1 0,1 1 0,-1 0 0,1 1 0,0-1 0,0 1 0,0 0 0,0 1 0,1-1 0,-1 1 0,1 1 0,0-1 0,0 1 0,0-1 0,1 1 0,0 1 0,-6 8 0,5-6 0,1 0 0,0 1 0,0 0 0,1 0 0,0 0 0,1 0 0,0 0 0,0 1 0,1-1 0,0 1 0,0-1 0,2 16 0,0-18 0,0 0 0,0 0 0,1 0 0,0 0 0,0 0 0,1 0 0,0-1 0,0 1 0,1-1 0,-1 0 0,1 0 0,0 0 0,1 0 0,0-1 0,0 1 0,10 8 0,-7-9 0,0 1 0,0-1 0,1 0 0,0 0 0,0-1 0,0-1 0,0 1 0,0-2 0,1 1 0,-1-1 0,16 1 0,-18-2 0,-1-1 0,1 0 0,0-1 0,-1 0 0,1 0 0,0 0 0,-1-1 0,1 0 0,-1 0 0,0-1 0,0 1 0,0-1 0,0-1 0,0 1 0,-1-1 0,1 0 0,6-7 0,-6 6 0,0-1 0,0 1 0,0-2 0,-1 1 0,0 0 0,0-1 0,-1 0 0,1 0 0,-2 0 0,1-1 0,-1 0 0,0 1 0,0-1 0,-1 0 0,-1 0 0,1 0 0,-1-1 0,0 1 0,-1-11 0,-2-37 0,2 108 0,-1-33 0,0 1 0,2-1 0,0 0 0,6 31 0,47 185 0,-37-157 0,-6-3 0,-10-68 0,-1 0 0,0 1 0,0-1 0,0 1 0,-1-1 0,0 0 0,-5 15 0,5-20 0,-1 0 0,0 0 0,1 0 0,-1 0 0,0 0 0,0 0 0,0 0 0,0 0 0,0-1 0,0 1 0,-1-1 0,1 0 0,-1 0 0,1 0 0,-1 0 0,1 0 0,-1 0 0,1 0 0,-1-1 0,0 0 0,1 1 0,-6-1 0,-6 0 0,0 0 0,-26-3 0,35 2 0,0-1 0,1 1 0,0-1 0,-1 0 0,1 0 0,0 0 0,0-1 0,0 0 0,0 1 0,1-1 0,-1 0 0,1-1 0,0 1 0,-1-1 0,2 1 0,-1-1 0,0 0 0,1 0 0,-1 0 0,1-1 0,1 1 0,-1 0 0,0-1 0,1 1 0,-1-5 0,-1-2 0,1 0 0,0-1 0,0 1 0,1 0 0,1 0 0,0-1 0,1 1 0,0 0 0,3-17 0,-2 22 0,1 0 0,-1 0 0,1 0 0,0 0 0,1 1 0,-1-1 0,1 1 0,0 0 0,8-8 0,50-40 0,-15 15 0,0-8 0,96-83 0,-128 119-1365,-1 3-5461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27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135 112 24575,'-12'0'0,"2"0"0,0 0 0,0 0 0,0 1 0,0 0 0,-16 5 0,23-5 0,1 0 0,-1 0 0,1 0 0,-1 0 0,1 1 0,0-1 0,-1 1 0,1 0 0,0 0 0,0 0 0,0 0 0,1 0 0,-1 0 0,0 0 0,1 0 0,0 1 0,-1-1 0,1 1 0,0-1 0,0 1 0,0-1 0,1 1 0,-1 0 0,0-1 0,1 5 0,-2 2 0,2-1 0,-1 1 0,1-1 0,0 1 0,1 0 0,0-1 0,0 0 0,3 9 0,-3-14 0,0 0 0,0 0 0,0-1 0,1 1 0,-1-1 0,1 1 0,0-1 0,-1 1 0,1-1 0,0 0 0,1 0 0,-1 0 0,0 0 0,0 0 0,1 0 0,-1-1 0,1 1 0,0-1 0,-1 0 0,1 0 0,0 0 0,0 0 0,-1 0 0,1-1 0,0 1 0,4 0 0,1 0 0,-1-1 0,1 1 0,0-1 0,0-1 0,0 1 0,0-1 0,0-1 0,9-2 0,-13 3 0,-1-1 0,-1 1 0,1-1 0,0 1 0,0-1 0,0 0 0,-1 0 0,1 0 0,-1 0 0,0-1 0,1 1 0,-1-1 0,0 0 0,-1 1 0,1-1 0,0 0 0,-1 0 0,1 0 0,-1 0 0,0 0 0,0 0 0,0-5 0,1 3 0,-2 1 0,1-1 0,-1 0 0,1 0 0,-1 0 0,-1 1 0,1-1 0,-1 0 0,1 0 0,-1 1 0,-1-1 0,1 1 0,-1-1 0,0 1 0,0-1 0,-3-5 0,4 9 0,1 0 0,0 0 0,0 1 0,0-1 0,0 0 0,1 0 0,-1 1 0,0-1 0,0 0 0,0 1 0,0-1 0,1 0 0,-1 0 0,0 1 0,1-1 0,-1 0 0,1 1 0,-1-1 0,0 1 0,1-1 0,0 1 0,-1-1 0,1 1 0,-1-1 0,1 1 0,-1-1 0,1 1 0,0 0 0,-1-1 0,1 1 0,0 0 0,1-1 0,28-12 0,-26 11 0,-2 2 0,-1-1 0,1 0 0,-1 1 0,1-1 0,0 1 0,-1 0 0,1 0 0,-1-1 0,1 1 0,0 0 0,-1 0 0,1 1 0,0-1 0,-1 0 0,1 0 0,-1 1 0,1-1 0,0 1 0,-1 0 0,1-1 0,-1 1 0,1 0 0,-1 0 0,0 0 0,1 0 0,-1 0 0,0 0 0,0 0 0,0 0 0,0 0 0,0 1 0,0-1 0,1 2 0,3 6 0,-1 0 0,0 0 0,0 0 0,3 17 0,3 6 0,-5-16 0,0 1 0,-2 0 0,0 0 0,1 30 0,4 21 0,-5-39 0,1 56 0,-4-58 0,1-1 0,7 46 0,-3-44 0,0 0 0,-1 37 0,-24-161 0,16-23 0,4 81 0,-1-1 0,-9-53 0,1 51 0,2 6 0,0 1 0,3-1 0,-1-36 0,5 56 0,1-1 0,1 1 0,0 0 0,1 0 0,0 0 0,8-20 0,-9 31 0,-1 1 0,1 0 0,0-1 0,0 1 0,0 0 0,0 0 0,1 0 0,-1 0 0,1 0 0,0 1 0,0-1 0,0 1 0,4-3 0,-4 3 0,-1 1 0,1 0 0,0 1 0,0-1 0,0 0 0,0 1 0,0 0 0,0-1 0,0 1 0,0 1 0,0-1 0,-1 0 0,1 1 0,0-1 0,0 1 0,0 0 0,0 0 0,-1 0 0,6 2 0,-2 0 0,-1 1 0,1-1 0,-1 1 0,0 0 0,0 0 0,0 0 0,-1 1 0,1-1 0,-1 1 0,0 1 0,5 7 0,-7-10 0,0 1 0,0 0 0,0-1 0,-1 1 0,0 0 0,1 0 0,-1 0 0,0 0 0,-1 0 0,1 0 0,-1 0 0,0 0 0,0 1 0,0-1 0,0 0 0,-1 0 0,0 0 0,-2 7 0,2-8 0,-1 1 0,-1-1 0,1 0 0,0-1 0,0 1 0,-1 0 0,0-1 0,0 1 0,1-1 0,-1 0 0,0 0 0,-1 0 0,1 0 0,0-1 0,-1 1 0,1-1 0,0 0 0,-1 0 0,0 0 0,-5 0 0,-8 2 0,0-1 0,-32 0 0,-15-2 0,-90-3 0,148 2-124,1 0 0,0 0 0,-1 0 0,1-1 0,0 0 0,0 0-1,0 0 1,0-1 0,0 0 0,-5-4 0,-1 0-6702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27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0 24575,'-4'0'0,"-5"0"0,-4 0 0,0 4 0,-2 1 0,2 3 0,3 5 0,0 2 0,1 4 0,2 2 0,3 1 0,1 0 0,2 0 0,1 1 0,0-1 0,1 0 0,-1 0 0,1-4-8191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29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288 367 24575,'-3'-1'0,"-1"0"0,0 0 0,0-1 0,0 1 0,1-1 0,-1 0 0,1 0 0,-6-4 0,-8-4 0,7 6 0,0 0 0,-1 1 0,1 1 0,-1 0 0,1 0 0,-19 0 0,2 2 0,-39 3 0,64-2 0,0-1 0,0 1 0,0-1 0,-1 1 0,1 0 0,0-1 0,0 1 0,0 0 0,0 1 0,0-1 0,0 0 0,1 0 0,-1 1 0,0-1 0,1 1 0,-1 0 0,1-1 0,-1 1 0,1 0 0,0 0 0,-1 0 0,1 0 0,0 0 0,1 0 0,-1 0 0,0 0 0,0 0 0,1 1 0,-1 3 0,-1 7 0,2 0 0,-1 0 0,1 0 0,3 15 0,-2-4 0,-1-18 0,1-1 0,-1 1 0,1 0 0,0-1 0,0 1 0,1-1 0,-1 1 0,1-1 0,1 0 0,-1 0 0,1 0 0,-1 0 0,2 0 0,-1 0 0,0-1 0,1 1 0,0-1 0,0 0 0,0 0 0,1-1 0,-1 1 0,1-1 0,0 0 0,-1 0 0,2-1 0,-1 1 0,0-1 0,0 0 0,1 0 0,-1-1 0,1 0 0,-1 0 0,1 0 0,9 0 0,5 0 0,-1-1 0,1-1 0,-1 0 0,1-1 0,27-8 0,-39 8 0,0-1 0,0-1 0,0 1 0,0-1 0,0-1 0,-1 1 0,0-1 0,0-1 0,0 1 0,-1-1 0,0 0 0,0-1 0,0 1 0,7-13 0,-4 5 0,3-1 0,-1-1 0,-1-1 0,-1 1 0,-1-2 0,0 1 0,-1-1 0,0 0 0,3-20 0,-2-12 0,-1-1 0,-1-66 0,-6 105 0,1 0 0,-1 1 0,-1 0 0,-2-18 0,3 28 0,0-1 0,0 1 0,0 0 0,-1 0 0,1-1 0,0 1 0,-1 0 0,1 0 0,-1-1 0,1 1 0,-1 0 0,0 0 0,1 0 0,-1 0 0,0 0 0,0 0 0,0 0 0,0 0 0,0 0 0,0 0 0,0 1 0,0-1 0,0 0 0,0 1 0,0-1 0,0 0 0,0 1 0,-1 0 0,1-1 0,0 1 0,0 0 0,-1-1 0,1 1 0,0 0 0,-1 0 0,1 0 0,0 0 0,-3 1 0,2 0 0,1-1 0,-1 1 0,0 0 0,1 0 0,-1 0 0,1 0 0,-1 1 0,1-1 0,0 0 0,0 1 0,-1-1 0,1 1 0,0-1 0,0 1 0,0-1 0,1 1 0,-1 0 0,0-1 0,1 1 0,-1 0 0,1 0 0,-1 0 0,1-1 0,0 4 0,-3 51 0,3-48 0,0 14 0,1 0 0,0 0 0,2 0 0,1 0 0,1-1 0,13 40 0,-5-16 0,-10-34 0,0 1 0,10 22 0,-8-22 0,0 1 0,-1-1 0,0 1 0,-1 0 0,2 15 0,-5-28 0,0 0 0,0 0 0,0 0 0,0 0 0,0 0 0,0-1 0,0 1 0,0 0 0,0 0 0,0 0 0,0 0 0,0 0 0,0-1 0,1 1 0,-1 0 0,0 0 0,0 0 0,0 0 0,0 0 0,0 0 0,0 0 0,0-1 0,1 1 0,-1 0 0,0 0 0,0 0 0,0 0 0,0 0 0,0 0 0,1 0 0,-1 0 0,0 0 0,0 0 0,0 0 0,0 0 0,0 0 0,1 0 0,-1 0 0,0 0 0,0 0 0,0 0 0,0 0 0,0 0 0,1 0 0,-1 0 0,0 0 0,0 0 0,0 0 0,0 1 0,0-1 0,1 0 0,-1 0 0,0 0 0,0 0 0,0 0 0,0 0 0,0 0 0,0 0 0,0 1 0,0-1 0,0 0 0,1 0 0,9-18 0,-6 9 0,-1 6 0,-1 1 0,1-1 0,0 0 0,0 1 0,0-1 0,0 1 0,1 0 0,-1 0 0,0 1 0,1-1 0,0 0 0,-1 1 0,1 0 0,0 0 0,-1 0 0,1 1 0,0-1 0,0 1 0,0 0 0,0 0 0,0 0 0,-1 0 0,1 1 0,0-1 0,0 1 0,0 0 0,3 2 0,-1-1 0,-1 0 0,1 0 0,-1 0 0,1 1 0,-1-1 0,0 2 0,0-1 0,0 0 0,-1 1 0,1 0 0,-1 0 0,0 0 0,0 1 0,-1-1 0,1 1 0,-1 0 0,4 7 0,-5-6 0,16 30 0,-17-36 0,-1 1 0,0-1 0,1 1 0,-1-1 0,1 1 0,-1-1 0,1 1 0,-1-1 0,1 0 0,-1 1 0,1-1 0,-1 0 0,1 0 0,-1 1 0,1-1 0,0 0 0,-1 0 0,1 0 0,-1 0 0,1 0 0,0 0 0,0 0 0,0 0 0,0-1 0,0 1 0,0 0 0,0-1 0,-1 0 0,1 1 0,0-1 0,0 1 0,-1-1 0,1 0 0,0 1 0,-1-1 0,1 0 0,-1 0 0,1 0 0,-1 1 0,1-3 0,1 1 0,-1 0 0,0 0 0,1 0 0,0 0 0,-1 0 0,1 0 0,0 0 0,0 0 0,0 1 0,0-1 0,1 1 0,-1 0 0,0-1 0,0 1 0,1 0 0,3-1 0,21-12 0,-15 4 0,-10 8 0,0 0 0,-1 1 0,1-1 0,0 1 0,0 0 0,0 0 0,0-1 0,0 1 0,3-1 0,-4 2 0,0 0 0,0 0 0,0 0 0,0 0 0,0 1 0,0-1 0,0 0 0,0 0 0,0 1 0,0-1 0,0 1 0,0-1 0,0 1 0,0-1 0,0 1 0,-1 0 0,1-1 0,0 1 0,-1 0 0,1 0 0,0-1 0,-1 1 0,1 0 0,-1 0 0,1 0 0,-1 0 0,1 2 0,16 28 0,19 30 0,-34-64 0,-1 0 0,0 1 0,-1-1 0,1 0 0,0 0 0,-1 0 0,0 0 0,0 0 0,1 0 0,-2-3 0,1 3 0,0 0 0,0 0 0,0 0 0,0 0 0,1 0 0,-1 1 0,1-1 0,-1 0 0,1 0 0,0 0 0,0 0 0,1 1 0,-1-1 0,0 0 0,1 1 0,0-1 0,0 1 0,-1 0 0,4-3 0,-1 3 0,-1 0 0,1 0 0,0 0 0,0 0 0,0 1 0,0-1 0,0 1 0,0 0 0,0 1 0,1-1 0,-1 1 0,0-1 0,5 2 0,-2-1 0,0 1 0,-1 0 0,1 0 0,-1 0 0,1 1 0,-1 0 0,0 0 0,0 1 0,0 0 0,0 0 0,0 0 0,-1 1 0,1 0 0,-1 0 0,0 0 0,9 10 0,3 1 0,-12-11 0,0-1 0,1 0 0,-1 0 0,1 0 0,0-1 0,0 0 0,-1 0 0,2 0 0,-1-1 0,0 0 0,11 1 0,-13-2 0,-1 1 0,1-1 0,-1 0 0,1 0 0,-1-1 0,0 1 0,1-1 0,-1 0 0,1 1 0,-1-1 0,0-1 0,0 1 0,0 0 0,0-1 0,0 0 0,0 0 0,0 0 0,0 0 0,0 0 0,-1 0 0,1-1 0,1-2 0,1-4 0,-1-1 0,0 1 0,0-1 0,-1 0 0,0 0 0,-1 0 0,0 0 0,0-1 0,-1-15 0,-1-13 0,-5-44 0,3 71 0,-1 0 0,0 1 0,0-1 0,-1 1 0,-7-14 0,-2-5 0,11 24 0,-1 1 0,-1-1 0,1 1 0,-1 0 0,0 0 0,0 0 0,0 1 0,-1 0 0,1-1 0,-1 2 0,-7-5 0,9 5 0,0 1 0,0 0 0,-1 0 0,1 0 0,-1 1 0,1-1 0,-1 1 0,0 0 0,0 0 0,0 0 0,1 0 0,-1 1 0,0-1 0,0 1 0,0 0 0,0 0 0,0 1 0,-6 0 0,8 0 0,0 1 0,0-1 0,0 0 0,0 0 0,1 1 0,-1-1 0,0 1 0,1 0 0,-1-1 0,1 1 0,-1 0 0,1 0 0,0 0 0,0 0 0,-1 0 0,2 0 0,-1 0 0,0 0 0,0 0 0,1 1 0,-1-1 0,1 0 0,0 0 0,-1 1 0,1-1 0,0 0 0,0 1 0,1 2 0,0 8 0,1 1 0,0-1 0,7 19 0,-8-26 0,6 12 0,1 0 0,0 0 0,2 0 0,0-1 0,1 0 0,0-1 0,16 16 0,9 15 0,-7-6 0,58 62 0,-76-90 0,-1-1 0,0 1 0,13 25 0,-23-38 0,1 1 0,-1-1 0,0 1 0,1-1 0,-1 1 0,0 0 0,1-1 0,-1 1 0,0-1 0,0 1 0,0 0 0,0-1 0,1 1 0,-1 0 0,0-1 0,0 1 0,0 0 0,0-1 0,-1 1 0,1 0 0,0-1 0,0 1 0,0-1 0,0 1 0,-1 0 0,1-1 0,0 1 0,-1-1 0,0 2 0,0-1 0,0 0 0,0-1 0,-1 1 0,1-1 0,0 1 0,0 0 0,-1-1 0,1 0 0,0 1 0,-1-1 0,1 0 0,-1 0 0,-1 0 0,-3 0 0,-1 0 0,0 0 0,1-1 0,-13-3 0,0-4-1365,4-1-5461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29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0 131 24575,'46'-18'0,"10"-3"0,-38 13 0,-1 2 0,22-6 0,-28 9 22,-1-1 0,0 0 0,0 0-1,0-1 1,11-7 0,-11 6-396,1 0 0,-1 0 0,20-5 0,-14 7-6452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0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1 236 24575,'7'0'0,"1"0"0,0-1 0,0 0 0,-1 0 0,1-1 0,-1 0 0,1 0 0,-1-1 0,0 0 0,0 0 0,0-1 0,0 0 0,-1 0 0,1 0 0,-1-1 0,0 0 0,0 0 0,-1-1 0,0 0 0,0 0 0,0 0 0,-1 0 0,1-1 0,5-13 0,-5 9 0,0 0 0,0 0 0,-2 0 0,1-1 0,-2 1 0,1-1 0,0-20 0,1 14 0,-4 18 0,0 0 0,0 0 0,0-1 0,0 1 0,1 0 0,-1 0 0,0 0 0,0 0 0,0 0 0,0 0 0,1 0 0,-1 0 0,0 0 0,0 0 0,0 0 0,0 0 0,1 0 0,-1 0 0,0 1 0,0-1 0,0 0 0,0 0 0,1 0 0,-1 0 0,0 0 0,0 0 0,0 0 0,0 0 0,0 0 0,0 1 0,1-1 0,-1 0 0,0 0 0,0 0 0,0 0 0,0 0 0,0 1 0,0-1 0,0 0 0,0 0 0,0 0 0,0 0 0,0 1 0,0-1 0,0 0 0,10 32 0,-7 28 0,-2-35 0,1 0 0,7 32 0,-4-31 0,-2 0 0,-1 0 0,0 1 0,-2-1 0,-4 29 0,1-37-1365,-2-4-5461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1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24575,'3'0'0,"6"0"0,4 0 0,4 0 0,3 0 0,1 0 0,2 0 0,-1 0 0,1 0 0,0 0 0,-1 0 0,0 0 0,0 0 0,0 0 0,-1 0 0,1 0 0,0 0 0,-4 0-8191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1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1 24575,'3'0'0,"2"3"0,0 6 0,-1 4 0,-2 4 0,0 3 0,-1 1 0,-4-2 0,-6-1 0,-1 0 0,-2 0 0,0 2 0,-1-3 0,2-1 0,2-3-8191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2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1 202 24575,'3'1'0,"-1"1"0,1 0 0,-1 0 0,1 0 0,-1 0 0,0 1 0,0-1 0,0 0 0,0 1 0,0 0 0,-1-1 0,3 5 0,4 5 0,-3-5 0,-1 0 0,0 1 0,0-1 0,-1 1 0,0-1 0,0 1 0,2 15 0,13 31 0,-13-43 0,-1 0 0,-1 0 0,0 0 0,0 1 0,-1-1 0,-1 0 0,0 1 0,0 19 0,-1-79 0,-2-135 0,-9 124 0,8 43 0,0 0 0,-2-23 0,5 29 0,0-1 0,0 1 0,1 0 0,0 0 0,6-20 0,-6 27 0,0 0 0,0 0 0,0 1 0,0-1 0,1 0 0,-1 1 0,1-1 0,0 1 0,0 0 0,0-1 0,0 1 0,0 0 0,0 0 0,0 0 0,1 1 0,-1-1 0,1 1 0,-1-1 0,1 1 0,0 0 0,0 0 0,-1 0 0,1 0 0,6-1 0,9 0 0,0 0 0,1 2 0,-1 0 0,1 1 0,-1 0 0,28 7 0,-39-6 0,0-1 0,-1 1 0,1 0 0,0 1 0,-1 0 0,0 0 0,1 0 0,-1 1 0,-1 0 0,1 0 0,-1 0 0,1 1 0,-1 0 0,0 0 0,-1 0 0,1 0 0,-1 1 0,0 0 0,-1 0 0,5 8 0,-7-11 0,1 0 0,-1 1 0,0-1 0,0 1 0,0-1 0,-1 1 0,1 0 0,-1-1 0,0 1 0,0 0 0,0-1 0,0 1 0,-1 0 0,1-1 0,-1 1 0,-2 5 0,1-5 0,0 0 0,-1-1 0,1 1 0,-1-1 0,0 0 0,0 0 0,0 0 0,-1 0 0,1 0 0,0-1 0,-1 1 0,0-1 0,-6 3 0,-17 9 0,-1-2 0,0 0 0,-32 8 0,55-19 0,1 0 0,0 1 0,0 0 0,-1-1 0,1 1 0,0 1 0,1-1 0,-1 1 0,0-1 0,-3 4 0,7-5 0,-1 0 0,0 0 0,1-1 0,-1 1 0,1 0 0,-1 0 0,1 0 0,-1-1 0,1 1 0,0 0 0,-1 0 0,1 0 0,0 0 0,0 0 0,0 0 0,0 0 0,0 0 0,0 0 0,0 0 0,0 1 0,1 0 0,-1-1 0,1 1 0,0-1 0,0 1 0,0-1 0,0 1 0,0-1 0,0 0 0,0 0 0,0 1 0,1-1 0,-1 0 0,0 0 0,1 0 0,2 1 0,53 23 0,-45-21 0,1 1 0,-1 0 0,14 9 0,-10-6 0,0 0 0,1-1 0,0 0 0,29 6 0,-2 0 0,-19-7-23,0-1 0,0-2-1,0 0 1,0-2 0,50-3-1,-16 0-1201,-41 2-5601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2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21 24575,'0'-1'0,"0"0"0,-1 0 0,1 0 0,-1 0 0,0 0 0,1 0 0,-1 0 0,0 0 0,0 0 0,0 0 0,1 0 0,-1 1 0,0-1 0,0 0 0,0 1 0,0-1 0,0 1 0,0-1 0,0 1 0,-1-1 0,1 1 0,0 0 0,0 0 0,0-1 0,0 1 0,0 0 0,-2 0 0,-33-3 0,33 3 0,0 0 0,0 1 0,0-1 0,0 1 0,1-1 0,-1 1 0,0 0 0,0 0 0,0 0 0,0 0 0,1 1 0,-1-1 0,1 1 0,-1 0 0,1 0 0,-1 0 0,1 0 0,0 0 0,0 0 0,0 0 0,0 1 0,0-1 0,1 1 0,-1-1 0,1 1 0,0 0 0,0 0 0,0-1 0,0 1 0,0 0 0,-1 6 0,0 8 0,1 0 0,0 1 0,1-1 0,3 28 0,0-4 0,-3-29 0,0 0 0,1-1 0,0 1 0,1 0 0,1-1 0,4 15 0,-6-22 0,1-1 0,0 1 0,0-1 0,0 0 0,0 0 0,0 0 0,0 0 0,1 0 0,0-1 0,-1 1 0,1-1 0,0 1 0,0-1 0,0 0 0,1 0 0,-1 0 0,0-1 0,1 1 0,-1-1 0,1 0 0,0 0 0,-1 0 0,8 0 0,3 1 0,0 0 0,0-2 0,0 0 0,0 0 0,21-4 0,-32 3 0,0 1 0,1-1 0,-1 0 0,1 0 0,-1 0 0,0-1 0,0 1 0,0-1 0,0 1 0,0-1 0,0 0 0,0 0 0,0-1 0,-1 1 0,1 0 0,-1-1 0,0 0 0,0 1 0,0-1 0,0 0 0,0 0 0,0 0 0,-1 0 0,0-1 0,1 1 0,-1 0 0,0-4 0,1 1 0,-1 1 0,-1-1 0,1 0 0,-1 1 0,0-1 0,0 0 0,-1 0 0,0 1 0,0-1 0,0 1 0,-1-1 0,-2-7 0,2 9 0,-1 1 0,1 0 0,0 0 0,-1 0 0,0 0 0,1 0 0,-1 0 0,0 1 0,-1-1 0,1 1 0,0 0 0,-1 0 0,1 0 0,-1 1 0,0-1 0,1 1 0,-1 0 0,-7-2 0,-7 0-1365,1 1-5461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2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24575,'4'1'0,"-1"0"0,0 1 0,0-1 0,1 1 0,-1 0 0,0-1 0,0 2 0,-1-1 0,6 5 0,7 4 0,141 81 0,-139-81 0,1-1 0,0-1 0,1-1 0,0-1 0,31 9 0,103 11 0,-118-24-682,38-1-1,-55-2-6143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2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24575,'478'0'-1365,"-459"0"-5461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3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24575,'6'0'0,"1"1"0,-1-1 0,0 1 0,0 1 0,0-1 0,0 1 0,0 0 0,0 0 0,0 1 0,-1 0 0,1 0 0,-1 0 0,0 1 0,0-1 0,0 1 0,6 7 0,5 6 0,-2 1 0,0 0 0,14 26 0,-15-24 0,1 0 0,18 21 0,-23-30 0,-1-1 0,12 22 0,-14-22 0,0-1 0,0 1 0,1-1 0,13 14 0,-8-11 0,-7-6 0,0-1 0,1 0 0,-1 0 0,1-1 0,8 6 0,-13-9 0,0-1 0,0 1 0,0-1 0,0 1 0,0-1 0,0 0 0,0 1 0,1-1 0,-1 0 0,0 0 0,0 0 0,0 0 0,0 0 0,0 0 0,0 0 0,0-1 0,0 1 0,0 0 0,0 0 0,0-1 0,0 1 0,0-1 0,0 1 0,0-1 0,0 1 0,0-1 0,0 0 0,0 1 0,0-1 0,-1 0 0,1 0 0,0 1 0,0-1 0,-1 0 0,1 0 0,-1 0 0,1 0 0,-1 0 0,1 0 0,-1 0 0,0 0 0,1-2 0,6-17 0,-1 1 0,5-35 0,1-4 0,-3-3-59,-8 48 91,0 0 0,1 0 0,0 1 0,6-16 0,-7 24-102,0 1 1,1 0-1,-1 0 0,1 0 0,0 0 0,0 0 0,0 0 1,0 1-1,1-1 0,-1 1 0,1-1 0,-1 1 1,1 0-1,0 0 0,0 0 0,0 0 0,0 1 0,0-1 1,0 1-1,5-2 0,9-1-6756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3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24575,'1'5'0,"0"1"0,0-1 0,0 0 0,1 1 0,0-1 0,0 0 0,6 10 0,6 17 0,-4 3-227,-2 0-1,-2 0 1,-1 1-1,-2 0 1,-2 42-1,-1-68-6598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4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24575,'14'-5'0,"-13"5"0,-1-1 0,1 1 0,0-1 0,-1 1 0,1 0 0,0-1 0,-1 1 0,1 0 0,0 0 0,0 0 0,-1 0 0,1-1 0,0 1 0,0 0 0,-1 0 0,1 0 0,0 0 0,0 1 0,-1-1 0,1 0 0,0 0 0,-1 0 0,1 1 0,0-1 0,0 0 0,-1 1 0,1-1 0,0 0 0,-1 1 0,1 0 0,5 3 0,-1 1 0,0 0 0,-1 0 0,1 1 0,-1 0 0,0-1 0,5 11 0,-5-9 0,-1-1 0,2 0 0,-1 0 0,0 0 0,1 0 0,10 9 0,-8-9 0,-1 0 0,0 1 0,0 0 0,-1 0 0,0 0 0,5 11 0,15 19 0,18 22 0,9 13 0,-51-72-28,0 1 1,0-1-1,-1 1 0,1 0 0,0-1 0,-1 1 0,1 0 0,-1-1 0,1 1 1,0 0-1,-1 0 0,0 0 0,1 0 0,-1-1 0,0 1 0,1 0 1,-1 0-1,0 0 0,0 0 0,0 0 0,0 0 0,0 0 0,0 0 1,0 0-1,0 0 0,0 0 0,0 0 0,0 0 0,-1-1 0,1 1 1,0 0-1,-1 0 0,1 0 0,0 0 0,-1 0 0,1-1 0,-1 1 0,0 0 1,1 0-1,-1-1 0,0 1 0,1 0 0,-1-1 0,0 1 0,0-1 1,1 1-1,-1-1 0,-2 1 0,-9 4-6798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4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24575,'0'-4'0,"0"-4"0,4-2 0,4 2 0,2-2 0,2 0 0,3 3 0,3 2 0,1 2 0,-1 1-8191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4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24575,'3'0'0,"0"0"0,0 1 0,0-1 0,-1 1 0,1 0 0,0-1 0,0 1 0,-1 0 0,1 1 0,-1-1 0,1 0 0,-1 1 0,0 0 0,1-1 0,-1 1 0,0 0 0,0 0 0,0 0 0,0 0 0,2 4 0,3 4 0,-1 1 0,0 1 0,7 16 0,8 16 0,-12-29-170,1 2-1,-2-1 0,0 1 1,-1 1-1,-1 0 0,-1-1 1,6 33-1,-9-31-6655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4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24575,'0'-3'0,"0"-6"0,4-1 0,5 2 0,4 2 0,0-2 0,2 0 0,2 2 0,-2-2 0,0 1 0,1 1 0,-2-2 0,0 0 0,-2 2-8191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5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24575,'2'2'0,"-1"1"0,1 0 0,0-1 0,0 0 0,1 1 0,-1-1 0,0 0 0,1 0 0,-1 0 0,1 0 0,0-1 0,3 3 0,7 4 0,-8-4 0,1 0 0,0-1 0,0 0 0,1 0 0,-1 0 0,0-1 0,1 0 0,0 0 0,-1 0 0,1-1 0,11 0 0,11 1 0,43-5 0,-23 1 0,-6 2-1365,-24 0-5461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5.2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24575,'4'0'0,"4"0"0,6 0 0,3 0 0,2 0 0,3 0 0,0 0 0,1 0 0,-1 0 0,1 0 0,-1 0 0,0 0 0,0 0 0,0 0 0,-4 0-8191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6.3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92 24575,'-22'1'0,"-1"-1"0,0-1 0,1-1 0,-1-1 0,1-1 0,-1-1 0,2-1 0,-26-10 0,46 16 0,0-1 0,-1 1 0,1-1 0,0 1 0,-1-1 0,1 0 0,0 0 0,0 1 0,0-1 0,0 0 0,0 0 0,0 0 0,0 0 0,0 0 0,0 0 0,0 0 0,1 0 0,-1-1 0,0 1 0,1 0 0,-1 0 0,1-1 0,-1 1 0,1 0 0,0-1 0,-1-1 0,2 2 0,-1-1 0,1 1 0,-1 0 0,1 0 0,-1 0 0,1 0 0,0 0 0,0 0 0,0 0 0,0 0 0,0 0 0,0 0 0,0 0 0,0 0 0,0 0 0,0 1 0,0-1 0,0 0 0,1 1 0,-1-1 0,0 1 0,0 0 0,1-1 0,-1 1 0,0 0 0,1 0 0,1 0 0,19-3 0,0 1 0,0 1 0,0 1 0,0 1 0,0 0 0,0 2 0,0 1 0,28 9 0,-45-11 0,0 0 0,0 0 0,0 1 0,-1-1 0,1 1 0,-1 1 0,1-1 0,-1 1 0,0-1 0,-1 1 0,1 0 0,-1 0 0,1 1 0,-1-1 0,0 1 0,-1 0 0,1-1 0,-1 1 0,0 0 0,0 1 0,-1-1 0,1 0 0,-1 0 0,0 1 0,0 6 0,0 10 0,0 0 0,-2 0 0,-3 23 0,3-38 0,0-1 0,0 1 0,-1-1 0,0 0 0,-1 1 0,1-1 0,-1 0 0,0 0 0,-1-1 0,1 1 0,-1-1 0,0 1 0,0-1 0,-9 7 0,-46 43 0,58-55 0,0 1 0,0-1 0,1 1 0,-1 0 0,0-1 0,0 1 0,1 0 0,-1 0 0,1 0 0,-1 0 0,1 0 0,-1-1 0,1 1 0,-1 0 0,1 0 0,0 0 0,0 0 0,-1 0 0,1 0 0,0 0 0,0 0 0,0 0 0,0 0 0,0 1 0,0-1 0,0 0 0,1 1 0,0-1 0,0 1 0,0-1 0,0 0 0,0 0 0,1 0 0,-1 0 0,0-1 0,1 1 0,-1 0 0,0 0 0,1-1 0,-1 1 0,1-1 0,-1 1 0,4 0 0,8 1 0,1-1 0,-1 0 0,15 0 0,-26-1 0,242-3-1365,-226 3-5461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36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1 24575,'4'0'0,"0"1"0,0 0 0,0 1 0,0-1 0,0 1 0,0-1 0,0 1 0,-1 0 0,1 1 0,0-1 0,-1 1 0,0-1 0,0 1 0,5 6 0,-2-3 0,-1 0 0,0 0 0,0 0 0,0 1 0,-1 0 0,0 0 0,3 8 0,-6-13 0,0 0 0,-1 1 0,1-1 0,-1 0 0,0 0 0,1 0 0,-1 1 0,0-1 0,0 0 0,0 0 0,-1 1 0,1-1 0,-1 0 0,1 0 0,-1 0 0,1 0 0,-1 0 0,0 0 0,0 0 0,0 0 0,0 0 0,-1 0 0,1 0 0,0 0 0,-1-1 0,1 1 0,-4 2 0,-4 2 0,0 0 0,0 0 0,-1-1 0,-17 7 0,-11 7 0,8-3 52,-37 17 0,11-7-1521,43-19-5357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42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24575,'2'98'0,"-4"109"0,-8-135 0,5-45 0,-2 48 0,8-54-85,-1-15-22,1-1 1,-1 0-1,1 0 0,-2 0 1,1 1-1,0-1 0,-1 0 1,0 0-1,-1 0 0,1 0 1,-4 8-1,0-8-6719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42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24575,'739'0'0,"-727"0"-341,0 1 0,0 0-1,17 5 1,-11-1-6485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42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48 24575,'1'4'0,"0"0"0,0-1 0,1 1 0,-1 0 0,1-1 0,0 1 0,0-1 0,4 6 0,4 9 0,-5-4 0,0 0 0,-1 0 0,0 1 0,1 15 0,2 9 0,-5-28 0,0 1 0,-1-1 0,0 1 0,-1-1 0,-1 14 0,1-23 0,0 0 0,-1 0 0,1 0 0,0 0 0,-1 0 0,0 0 0,0 0 0,1 0 0,-1 0 0,0 0 0,-1 0 0,1-1 0,0 1 0,0 0 0,-2 1 0,1-2 0,1-1 0,0 1 0,-1 0 0,1-1 0,0 1 0,-1-1 0,1 0 0,-1 1 0,1-1 0,-1 0 0,1 0 0,-1 0 0,1 0 0,-1 0 0,1 0 0,-1-1 0,1 1 0,0 0 0,-1-1 0,1 1 0,-1-1 0,1 0 0,0 1 0,-3-2 0,-1-2 0,0 1 0,0-1 0,0 0 0,0 0 0,1 0 0,-1-1 0,1 0 0,0 0 0,1 0 0,-1 0 0,-4-10 0,0-1 0,1-1 0,-11-32 0,15 37 0,1 1 0,-1 0 0,2-1 0,0 0 0,0 1 0,1-15 0,0 23 0,1-1 0,-1 0 0,1 0 0,0 1 0,0-1 0,0 0 0,0 1 0,0-1 0,1 1 0,0-1 0,0 1 0,0 0 0,0 0 0,0 0 0,0 0 0,1 0 0,0 0 0,-1 1 0,1-1 0,0 1 0,0 0 0,4-2 0,5-2 0,0 2 0,0-1 0,1 2 0,-1 0 0,1 0 0,0 1 0,13 0 0,96 3 0,-50 1 0,57-2-1365,-110 0-5461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43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1 24575,'-6'0'0,"0"0"0,1 0 0,-1 0 0,0 1 0,1 0 0,-1 0 0,1 0 0,-1 1 0,-5 2 0,9-3 0,0 1 0,0-1 0,0 1 0,0 0 0,0 0 0,1 0 0,-1 0 0,0 0 0,1 1 0,0-1 0,-1 0 0,1 1 0,0-1 0,0 1 0,0-1 0,1 1 0,-1-1 0,1 1 0,-1-1 0,1 1 0,0 4 0,-1-1 0,1 1 0,0 0 0,0 0 0,1-1 0,0 1 0,0 0 0,1-1 0,-1 1 0,2-1 0,-1 1 0,4 7 0,-4-11 0,0 0 0,0 0 0,0 0 0,0 0 0,1 0 0,-1 0 0,1-1 0,-1 1 0,1-1 0,0 0 0,0 0 0,0 0 0,0 0 0,1 0 0,-1-1 0,0 1 0,1-1 0,-1 0 0,1 0 0,-1 0 0,1-1 0,5 1 0,-7-1 0,-1 0 0,1 0 0,0 0 0,0-1 0,0 1 0,0 0 0,-1-1 0,1 0 0,0 1 0,-1-1 0,1 0 0,0 0 0,-1 0 0,1 0 0,-1 0 0,1 0 0,-1 0 0,0-1 0,1 1 0,-1 0 0,0-1 0,0 1 0,0-1 0,0 1 0,1-4 0,2-4 0,0 0 0,-1 0 0,4-18 0,-1 4 0,-2 20 0,1 9 0,2 10 0,0 19 0,-6-26 0,1 0 0,0 1 0,1-1 0,0 0 0,5 11 0,-8-20-37,0 1 0,0-1 1,0 0-1,1 1 0,-1-1 0,0 0 0,0 1 0,0-1 0,1 0 0,-1 0 0,0 1 0,1-1 1,-1 0-1,0 1 0,0-1 0,1 0 0,-1 0 0,1 0 0,-1 0 0,0 1 0,1-1 0,-1 0 1,0 0-1,1 0 0,-1 0 0,0 0 0,1 0 0,-1 0 0,1 0 0,-1 0 0,0 0 0,1 0 1,-1 0-1,1 0 0,-1 0 0,1 0 0,4-4-6789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43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24575,'1'0'0,"1"0"0,-1 0 0,1 0 0,-1 0 0,1 0 0,-1 1 0,1-1 0,-1 1 0,1-1 0,-1 1 0,1 0 0,-1-1 0,0 1 0,1 0 0,-1 0 0,0 0 0,0 0 0,1 0 0,-1 0 0,0 0 0,0 1 0,0-1 0,0 0 0,-1 1 0,1-1 0,0 0 0,-1 1 0,1-1 0,0 1 0,-1-1 0,0 1 0,1-1 0,-1 1 0,0 1 0,1 0 0,-1 0 0,1-1 0,0 1 0,0 0 0,0-1 0,1 1 0,-1-1 0,0 0 0,1 1 0,0-1 0,2 3 0,-4-5 0,1 0 0,-1 1 0,1-1 0,0 1 0,0-1 0,-1 0 0,1 1 0,0-1 0,0 0 0,-1 0 0,1 0 0,0 0 0,0 1 0,0-1 0,-1 0 0,1 0 0,0 0 0,0-1 0,-1 1 0,1 0 0,0 0 0,0 0 0,0-1 0,-1 1 0,1 0 0,0-1 0,-1 1 0,1 0 0,0-1 0,-1 1 0,1-1 0,0 1 0,-1-1 0,1 0 0,24-29 0,-8 10 0,-8 15 0,0-1 0,0 1 0,1 1 0,0-1 0,0 2 0,0-1 0,15-2 0,-20 5 0,-1 0 0,1 0 0,0 1 0,0 0 0,-1-1 0,1 1 0,0 1 0,0-1 0,-1 1 0,1 0 0,0 0 0,-1 0 0,1 1 0,-1-1 0,1 1 0,-1 0 0,0 1 0,0-1 0,4 4 0,-6-4 9,0 1-1,0 0 0,0-1 0,0 1 1,-1 0-1,1 0 0,-1 0 1,0 1-1,0-1 0,0 0 1,0 0-1,0 1 0,-1-1 1,0 0-1,1 5 0,-1-4-144,0 0 0,0 0 0,1 0-1,0-1 1,0 1 0,0 0 0,0 0 0,1-1-1,-1 1 1,3 4 0,5 2-6690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43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2 24575,'-18'0'0,"10"-1"0,1 1 0,-1 0 0,1 1 0,-1-1 0,-10 4 0,16-4 0,0 1 0,0 0 0,0 0 0,0 0 0,0 0 0,1 0 0,-1 0 0,0 0 0,0 1 0,1-1 0,-1 1 0,1-1 0,0 1 0,-1 0 0,1-1 0,0 1 0,0 0 0,0 0 0,0 0 0,0 0 0,0 0 0,1 0 0,-2 4 0,-1 15 0,1 0 0,1 0 0,1 0 0,3 31 0,0 9 0,-2-42 0,2 0 0,6 31 0,0-8 0,-4-20 0,1 0 0,1-1 0,9 21 0,-6-18 0,11 41 0,-14-38-111,-3-15 171,0 0-1,-1 0 1,2 20-1,-5-30-114,0 0-1,0 0 1,0 1 0,0-1 0,0 0-1,0 0 1,-1 0 0,1 0 0,-1 0-1,1 0 1,-1 0 0,0 0 0,0 0-1,0 0 1,0 0 0,0 0 0,0 0-1,-1-1 1,1 1 0,-1 0 0,1-1-1,-1 1 1,1-1 0,-1 0 0,0 1-1,-2 0 1,-10 4-6771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44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23 24575,'-4'0'0,"-1"-4"0,-3-1 0,-4 0 0,-4 2 0,-3 0 0,-2 1 0,0 1 0,-2 1 0,1 0 0,3 4 0,2 1 0,3 4 0,4-1-8191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44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24575,'21'0'0,"0"-1"0,-1-1 0,33-8 0,102-12 0,-138 18-455,1 2 0,24-1 0,-24 3-6371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46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289 134 24575,'-1'-1'0,"1"-1"0,-1 1 0,0 0 0,1-1 0,-1 1 0,0 0 0,0 0 0,0-1 0,0 1 0,0 0 0,0 0 0,-1 0 0,1 0 0,0 0 0,0 1 0,-1-1 0,-1-1 0,-27-11 0,14 9 0,0 0 0,-1 1 0,0 1 0,0 1 0,0 0 0,1 2 0,-1 0 0,0 0 0,-19 5 0,33-5 0,0 1 0,0-1 0,0 1 0,0-1 0,0 1 0,1 0 0,-1 0 0,0 0 0,1 0 0,0 1 0,-1-1 0,1 1 0,0-1 0,0 1 0,1 0 0,-1 0 0,0-1 0,1 1 0,0 1 0,0-1 0,0 0 0,0 0 0,0 0 0,0 6 0,0-5 0,1-1 0,-1 0 0,1 1 0,0-1 0,0 1 0,1-1 0,-1 1 0,1-1 0,-1 0 0,1 1 0,0-1 0,0 0 0,1 0 0,-1 0 0,1 1 0,-1-1 0,1-1 0,0 1 0,0 0 0,0 0 0,1-1 0,-1 1 0,5 3 0,1-2 0,1 1 0,0-1 0,-1-1 0,1 0 0,1 0 0,-1-1 0,0 0 0,1 0 0,-1-1 0,1-1 0,-1 1 0,1-1 0,-1-1 0,1 0 0,-1 0 0,1-1 0,-1 0 0,9-4 0,-16 5 0,0 0 0,0 0 0,0 0 0,-1 0 0,1 0 0,0-1 0,-1 1 0,1 0 0,-1-1 0,1 1 0,-1-1 0,0 0 0,0 1 0,1-1 0,-1 0 0,0 0 0,-1 0 0,1 0 0,0 0 0,0-2 0,0-3 0,0 1 0,-1-1 0,0 1 0,-1-13 0,0-9 0,2 27 0,-1 0 0,0 0 0,0 0 0,1 0 0,-1 0 0,1 0 0,-1 0 0,1 0 0,0 0 0,-1 0 0,1 0 0,0 0 0,-1 1 0,1-1 0,0 0 0,0 1 0,0-1 0,0 0 0,0 1 0,0-1 0,0 1 0,0-1 0,0 1 0,0 0 0,0 0 0,0-1 0,0 1 0,0 0 0,0 0 0,0 0 0,0 0 0,0 0 0,0 0 0,0 0 0,0 0 0,0 1 0,2-1 0,40 10 0,-37-8 0,-1 0 0,1 0 0,-1 1 0,0 0 0,0 0 0,-1 1 0,1-1 0,0 1 0,-1 0 0,0 0 0,5 6 0,-1 1 0,-1 0 0,0 0 0,10 21 0,-19-121 0,1 80 0,1 0 0,1-1 0,-1 1 0,1 0 0,1 0 0,4-17 0,-4 23 0,-1-1 0,1 1 0,0 0 0,0-1 0,0 1 0,0 0 0,1 0 0,-1 0 0,1 1 0,0-1 0,-1 1 0,1-1 0,1 1 0,-1 0 0,0 0 0,0 0 0,1 1 0,-1-1 0,6-1 0,2-1 0,-3 1 0,1 0 0,-1 1 0,1 0 0,15-2 0,-22 4 0,1 0 0,0 0 0,-1 0 0,1 0 0,-1 1 0,1-1 0,-1 1 0,0 0 0,1 0 0,-1-1 0,0 2 0,1-1 0,-1 0 0,0 0 0,0 1 0,0-1 0,0 1 0,0 0 0,0-1 0,-1 1 0,3 3 0,4 7 0,-1 0 0,-1 0 0,0 1 0,0 0 0,6 24 0,12 27 0,-19-119 0,-5 50 0,-1 1 0,2-1 0,-1 0 0,1 0 0,-1 1 0,1-1 0,1 0 0,-1 1 0,1-1 0,-1 1 0,1 0 0,1-1 0,-1 1 0,0 0 0,5-5 0,-5 7 0,1 0 0,-1 0 0,1 0 0,0 1 0,0-1 0,0 0 0,-1 1 0,1 0 0,1 0 0,-1 0 0,0 0 0,0 0 0,0 1 0,0-1 0,1 1 0,-1 0 0,0 0 0,0 0 0,0 0 0,1 1 0,-1-1 0,0 1 0,5 2 0,-2-2 0,-1 1 0,1 1 0,-1-1 0,0 1 0,0 0 0,0 0 0,0 0 0,-1 1 0,1-1 0,-1 1 0,0 0 0,0 1 0,0-1 0,4 8 0,-5-8 0,-1 0 0,1 0 0,-1 0 0,0 0 0,-1 0 0,1 1 0,-1-1 0,0 1 0,0-1 0,0 1 0,0-1 0,-1 1 0,0 0 0,0-1 0,0 1 0,-1 0 0,1-1 0,-3 6 0,3-9 0,0-1 0,0 1 0,0-1 0,0 1 0,0-1 0,0 0 0,0 1 0,0-1 0,0 1 0,0-1 0,-1 1 0,1-1 0,0 0 0,0 1 0,-1-1 0,1 0 0,0 1 0,0-1 0,-1 0 0,1 1 0,0-1 0,-1 0 0,1 0 0,0 1 0,-1-1 0,1 0 0,-1 0 0,1 1 0,-1-1 0,-5-11 0,0-20 0,6 27 0,0-1 0,0 0 0,0 1 0,0-1 0,1 1 0,0-1 0,0 1 0,0-1 0,1 1 0,-1 0 0,1-1 0,0 1 0,0 0 0,1 0 0,-1 0 0,4-3 0,-4 4 0,0 2 0,0-1 0,1 0 0,-1 0 0,0 1 0,1-1 0,-1 1 0,1-1 0,-1 1 0,1 0 0,0 0 0,-1 0 0,1 1 0,0-1 0,0 1 0,0-1 0,-1 1 0,1 0 0,0 0 0,0 0 0,0 1 0,0-1 0,-1 1 0,1-1 0,0 1 0,0 0 0,3 2 0,-2-1 0,0 0 0,0 0 0,0 0 0,-1 0 0,1 1 0,-1 0 0,0-1 0,0 1 0,0 0 0,0 1 0,4 6 0,21 44 0,-24-44 0,0-1 0,1 1 0,0-1 0,1 0 0,7 10 0,-9-16 0,0 1 0,0-1 0,0 1 0,0-1 0,0-1 0,1 1 0,-1 0 0,1-1 0,0 0 0,0 0 0,0-1 0,0 1 0,0-1 0,0 0 0,0 0 0,0-1 0,0 0 0,1 0 0,-1 0 0,0 0 0,0-1 0,0 0 0,0 0 0,0 0 0,0-1 0,0 1 0,0-1 0,0 0 0,0-1 0,-1 1 0,1-1 0,-1 0 0,0 0 0,0-1 0,0 1 0,0-1 0,-1 1 0,1-1 0,-1-1 0,3-4 0,0-1 0,-1 0 0,0 0 0,0 0 0,-2 0 0,1-1 0,4-21 0,-7 27 0,0 0 0,-1 1 0,1-1 0,-1 0 0,0 0 0,0 0 0,0 1 0,-1-1 0,0 0 0,0 0 0,0 1 0,0-1 0,-1 0 0,0 1 0,0-1 0,0 1 0,0 0 0,-5-6 0,5 8 0,0 0 0,1 0 0,-1 0 0,0 1 0,0-1 0,-1 1 0,1 0 0,0 0 0,0-1 0,-1 1 0,1 1 0,0-1 0,-1 0 0,1 0 0,-1 1 0,1 0 0,-1-1 0,1 1 0,-1 0 0,1 0 0,-1 1 0,1-1 0,-1 0 0,1 1 0,-1-1 0,1 1 0,-1 0 0,-3 2 0,3-1 0,0-1 0,0 1 0,0 0 0,0 0 0,0 1 0,1-1 0,-1 1 0,1-1 0,0 1 0,0 0 0,0-1 0,0 1 0,0 0 0,0 1 0,1-1 0,-1 0 0,1 0 0,0 1 0,0-1 0,0 4 0,1 0 0,0-1 0,0 0 0,1 0 0,0 0 0,0-1 0,1 1 0,0 0 0,0 0 0,0-1 0,0 1 0,1-1 0,0 1 0,0-1 0,1 0 0,-1 0 0,1-1 0,0 1 0,0-1 0,1 0 0,-1 0 0,1 0 0,0-1 0,0 1 0,0-1 0,9 4 0,-8-4 0,1 1 0,-1-1 0,1-1 0,0 1 0,-1-1 0,1 0 0,0-1 0,0 1 0,0-1 0,0-1 0,1 1 0,-1-1 0,0-1 0,0 1 0,0-1 0,0-1 0,0 1 0,0-1 0,0 0 0,-1-1 0,11-4 0,28-30 0,-35 28 0,0 0 0,22-14 0,-30 21 0,0 1 0,0 0 0,0 0 0,0 0 0,0 0 0,1 0 0,-1 1 0,0-1 0,0 1 0,0-1 0,1 1 0,-1 0 0,0 0 0,0 0 0,1 0 0,-1 0 0,0 0 0,0 1 0,1-1 0,-1 1 0,0-1 0,0 1 0,0 0 0,0 0 0,0 0 0,0 0 0,4 3 0,0 2 0,0 0 0,-1 0 0,1 1 0,-1 0 0,-1 0 0,5 8 0,-2-3 0,-3-25 0,-3-8 0,-1 13 0,0 0 0,0 0 0,1 0 0,-1 1 0,2-1 0,-1 0 0,1 0 0,1 0 0,3-7 0,-4 11 0,0 1 0,0 0 0,1-1 0,-1 1 0,1 0 0,0 1 0,0-1 0,0 0 0,0 1 0,0 0 0,1 0 0,-1 0 0,1 0 0,-1 0 0,1 1 0,0-1 0,-1 1 0,1 0 0,0 0 0,7 0 0,11-2 0,1 2 0,0 0 0,0 1 0,0 2 0,0 0 0,42 11 0,43 9 0,-71-16-1365,-20-4-5461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47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2 24575,'-16'-1'0,"3"0"0,0 1 0,1 0 0,-1 1 0,-15 3 0,26-4 0,1 0 0,-1 1 0,1-1 0,0 0 0,-1 1 0,1-1 0,-1 1 0,1 0 0,0-1 0,-1 1 0,1 0 0,0 0 0,0-1 0,-1 1 0,1 0 0,0 0 0,0 1 0,0-1 0,0 0 0,0 0 0,1 0 0,-1 1 0,0-1 0,0 0 0,1 1 0,-1-1 0,1 0 0,0 1 0,-1-1 0,1 1 0,0-1 0,0 1 0,-1-1 0,1 1 0,0-1 0,1 1 0,-1-1 0,0 1 0,0-1 0,1 1 0,-1-1 0,1 1 0,0 1 0,3 4 0,1 0 0,-1 0 0,1 0 0,0-1 0,1 0 0,0 0 0,0 0 0,0-1 0,0 0 0,1 0 0,0 0 0,9 3 0,32 28 0,-37-27 0,1-1 0,0 0 0,0 0 0,16 6 0,-17-8 0,0-1 0,0 2 0,0 0 0,-1 0 0,15 14 0,-12-9 0,-9-9 0,0 1 0,1 1 0,-1-1 0,-1 1 0,1-1 0,4 9 0,-8-12 0,1-1 0,-1 1 0,0 0 0,0-1 0,0 1 0,1-1 0,-1 1 0,0 0 0,0-1 0,0 1 0,0 0 0,0-1 0,0 1 0,0 0 0,-1-1 0,1 1 0,0-1 0,0 1 0,0 0 0,-1-1 0,1 1 0,0-1 0,-1 1 0,1-1 0,-1 2 0,-1-1 0,1 0 0,-1 0 0,0 0 0,1 0 0,-1 0 0,0 0 0,0 0 0,0-1 0,0 1 0,0-1 0,0 1 0,-3-1 0,-22 3 0,-1-1 0,1-2 0,-46-4 0,71 4-31,1 0-1,-1 0 0,0-1 0,0 1 0,1 0 1,-1-1-1,0 1 0,1-1 0,-1 1 1,0-1-1,1 0 0,-1 0 0,1 0 1,0 0-1,-1 0 0,1 0 0,-1 0 1,1 0-1,0-1 0,0 1 0,0 0 1,0-1-1,0 1 0,0-1 0,0 1 1,0-1-1,1 1 0,-1-1 0,1 0 1,-1 1-1,1-1 0,-1 0 0,1 1 1,0-1-1,0 0 0,0 0 0,0 1 1,0-1-1,0 0 0,1 1 0,-1-1 1,1-3-1,4-8-6794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47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24575,'1'4'0,"0"-1"0,0 1 0,1 0 0,-1 0 0,1-1 0,0 1 0,0-1 0,4 6 0,4 8 0,4 28 0,-13-38 0,1 1 0,0-1 0,1 1 0,0-1 0,6 12 0,-5-13 0,0 0 0,0 1 0,-1 0 0,0-1 0,0 1 0,0 0 0,-1 0 0,2 10 0,-7-9-1365,-2-3-5461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47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 24575,'7'0'0,"0"-1"0,0 0 0,0-1 0,13-4 0,19-3 0,31 4 0,71 6 0,-47 1 0,-55 1-1365,-25 2-5461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47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73 24575,'31'2'0,"48"8"0,-47-5 0,44 1 0,-51-5 0,0-1 0,1-1 0,-1-1 0,0-1 0,0-1 0,41-13 0,-47 10-119,-2 1-89,-1 0 0,0-1 1,0 0-1,-1-1 1,17-13-1,-22 13-6618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48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92 24575,'1'0'0,"1"0"0,-1 1 0,1-1 0,0 1 0,-1-1 0,1 1 0,-1 0 0,1 0 0,-1 0 0,1 0 0,-1 0 0,0 0 0,1 0 0,-1 0 0,0 0 0,0 1 0,1 0 0,21 31 0,-12-15 0,2 0 0,-2 0 0,-1 1 0,0 0 0,7 20 0,19 38 0,-21-37 0,-66-222 0,47 171 0,1 0 0,0-1 0,1 1 0,0-1 0,0 0 0,2 0 0,-1 1 0,3-16 0,-2 23 0,0 0 0,0 0 0,1 1 0,0-1 0,0 1 0,0-1 0,0 1 0,1-1 0,-1 1 0,1-1 0,0 1 0,0 0 0,0 0 0,0 0 0,0 0 0,1 1 0,-1-1 0,1 0 0,0 1 0,0 0 0,0 0 0,0 0 0,0 0 0,0 0 0,1 0 0,-1 1 0,1 0 0,-1-1 0,6 0 0,4 0 0,1 1 0,-1 0 0,0 1 0,19 1 0,-27 0 0,1-1 0,-1 1 0,1 1 0,-1-1 0,1 1 0,-1 0 0,0 0 0,0 0 0,0 1 0,0 0 0,0 0 0,7 7 0,6 7 0,29 38 0,-30-34 0,-12-14 0,1 0 0,-1 0 0,0 0 0,-1 1 0,5 8 0,2 11 0,-1-5 0,-1 0 0,9 34 0,-17-49 0,0 0 0,0 0 0,0-1 0,0 1 0,-1 0 0,-1 0 0,1 0 0,-1 0 0,0 0 0,0 0 0,-1-1 0,0 1 0,-3 7 0,3-11 0,1-1 0,-1 1 0,0-1 0,0 0 0,0 0 0,0 1 0,0-1 0,0 0 0,-1-1 0,1 1 0,-1 0 0,1-1 0,-1 1 0,1-1 0,-1 0 0,-3 1 0,-53 12 0,19-6 0,1 3 0,-2-3 0,-42 4 0,46-7 0,-13-1-29,-78-3 0,67-2-1278,42 1-5519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55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327 288 24575,'-9'-1'0,"0"-1"0,0 0 0,0 0 0,0 0 0,0-1 0,1-1 0,0 1 0,0-2 0,-11-6 0,6 4 0,0 1 0,-21-9 0,19 10 0,0 0 0,1-1 0,0-1 0,0 0 0,0-1 0,1-1 0,-12-10 0,21 15 0,-1 0 0,1 0 0,0-1 0,0 0 0,0 1 0,1-2 0,0 1 0,0 0 0,-3-8 0,4 10 0,1-1 0,0 0 0,1 1 0,-1-1 0,0 0 0,1 0 0,0 0 0,0 1 0,0-1 0,1 0 0,-1 0 0,1 1 0,0-1 0,0 0 0,0 1 0,2-5 0,-1 5 0,-1 1 0,1-1 0,0 1 0,0 0 0,0 0 0,0-1 0,0 1 0,1 1 0,-1-1 0,0 0 0,1 0 0,0 1 0,-1 0 0,1-1 0,0 1 0,0 0 0,-1 0 0,1 1 0,0-1 0,0 1 0,6-1 0,9 0 0,-1 0 0,30 3 0,-21 0 0,-15-2 0,0 1 0,0 0 0,0 1 0,0 0 0,0 1 0,17 6 0,-24-7 0,-1-1 0,1 1 0,-1 0 0,1 0 0,-1 0 0,0 1 0,0-1 0,0 1 0,0 0 0,0 0 0,-1 0 0,1 0 0,-1 0 0,0 0 0,0 1 0,0-1 0,0 1 0,-1-1 0,1 1 0,-1 0 0,0-1 0,1 6 0,-1-2 0,0 0 0,0 0 0,-1 0 0,0-1 0,0 1 0,0 0 0,-1 0 0,0 0 0,-1-1 0,1 1 0,-1 0 0,-1-1 0,1 0 0,-1 1 0,0-1 0,0 0 0,-1 0 0,0-1 0,0 1 0,0-1 0,-1 0 0,0 0 0,0 0 0,0-1 0,0 1 0,-1-1 0,0-1 0,-9 6 0,10-6 0,-5 2 0,0 1 0,1 0 0,-1 1 0,2 0 0,-12 11 0,18-16 0,1-1 0,0 0 0,0 1 0,0-1 0,0 1 0,0 0 0,0-1 0,0 1 0,1 0 0,-1-1 0,1 1 0,-1 0 0,1-1 0,0 1 0,-1 0 0,1 0 0,0 0 0,0-1 0,0 1 0,1 0 0,-1 0 0,0 0 0,1-1 0,-1 1 0,1 0 0,-1 0 0,1-1 0,0 1 0,0-1 0,0 1 0,0-1 0,0 1 0,0-1 0,0 1 0,0-1 0,0 0 0,1 0 0,-1 1 0,1-1 0,-1 0 0,4 1 0,6 6 0,1-2 0,0 1 0,0-1 0,1-1 0,19 5 0,16 8 0,-6-2 0,-32-13 0,0 0 0,0 1 0,0 0 0,-1 1 0,1 0 0,9 7 0,-10-5 0,1 1 0,0-1 0,0 2 0,-1 0 0,9 11 0,-16-18 0,0 1 0,0-1 0,-1 1 0,1 0 0,-1-1 0,1 1 0,-1 0 0,0 0 0,0 0 0,0 0 0,-1 0 0,1 0 0,-1 0 0,0 1 0,0-1 0,0 0 0,0 0 0,0 0 0,-1 0 0,1 0 0,-1 0 0,-1 4 0,0-4 0,1 0 0,-1 0 0,0-1 0,0 1 0,-1-1 0,1 1 0,-1-1 0,1 0 0,-1 0 0,1 0 0,-1 0 0,0-1 0,0 1 0,0-1 0,0 0 0,0 1 0,0-1 0,-7 1 0,-5 1 0,-1 0 0,-24 1 0,30-3 0,-15 1 0,0-1 0,0-1 0,1-1 0,-40-6 0,61 6-170,0 0-1,-1 0 0,1-1 1,0 1-1,-1-1 0,1 0 1,-3-2-1,-4-4-6655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55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301 1 24575,'6'33'0,"-4"-32"0,-2 1 0,1 0 0,0 0 0,0 0 0,-1 0 0,1 0 0,-1 0 0,1 0 0,-1 0 0,0 0 0,0 0 0,0 1 0,0-1 0,0 0 0,-1 0 0,1 0 0,0 0 0,-1 0 0,0 0 0,1 0 0,-1 0 0,0 0 0,0-1 0,0 1 0,0 0 0,-1 0 0,1-1 0,0 1 0,-1-1 0,-2 3 0,-8 3 0,-1 0 0,0-1 0,-1 0 0,1-2 0,-1 1 0,0-2 0,-20 4 0,5-1 0,8-3-252,0 0 0,-1-1 0,-29-2 0,45 0-105,-13 0-6469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55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24575,'0'4'0,"4"1"0,1 3 0,-1 5 0,0 3 0,-1 2 0,-2 3 0,0 1 0,3-4 0,1 0 0,0 0 0,-2 0 0,0 2 0,2-4 0,1 0 0,-1-3-8191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56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46 24575,'0'-1'0,"1"0"0,-1 0 0,0 0 0,1 0 0,-1 1 0,0-1 0,1 0 0,-1 0 0,1 1 0,-1-1 0,1 0 0,0 1 0,-1-1 0,1 0 0,0 1 0,-1-1 0,1 1 0,0-1 0,0 1 0,0-1 0,-1 1 0,1 0 0,0-1 0,0 1 0,0 0 0,0 0 0,1 0 0,32-5 0,-24 4 0,26-5 0,6-1 0,79-3 0,-51 9 0,76 4 0,-128 0-1365,-4 2-5461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56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56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24575,'4'0'0,"1"-3"0,3-2 0,4 0 0,4 1 0,3 2 0,2 0 0,0 1 0,2 1 0,-1 0 0,1 0 0,-1 0 0,-4 0-8191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56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24575,'0'4'0,"0"4"0,0 6 0,0 3 0,0 2 0,0 3 0,0 0 0,0 1 0,0-1 0,0 1 0,0-1 0,0 0 0,0 0 0,0 0 0,4-4 0,1-5-8191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57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24575,'1'0'0,"1"0"0,0 1 0,0-1 0,-1 1 0,1 0 0,0-1 0,-1 1 0,1 0 0,-1 0 0,1 0 0,-1 0 0,1 0 0,-1 1 0,0-1 0,1 0 0,0 3 0,21 27 0,-15-19 0,46 56 12,-28-37-701,39 63 1,-58-82-6138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57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24575,'0'0'-8191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58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24575,'0'0'-8191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58.3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24575,'3'1'0,"1"1"0,-1-1 0,1 1 0,-1 0 0,0 0 0,1 0 0,-1 0 0,0 0 0,0 1 0,-1 0 0,1-1 0,4 7 0,7 5 0,105 97 0,-81-74 0,46 55-1365,-72-82-5461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58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325 15 24575,'-1'0'0,"1"-1"0,0 0 0,0 0 0,-1 0 0,1 1 0,0-1 0,-1 0 0,1 1 0,-1-1 0,1 0 0,-1 1 0,1-1 0,-1 0 0,0 1 0,1-1 0,-1 1 0,0-1 0,1 1 0,-1 0 0,0-1 0,1 1 0,-1 0 0,0-1 0,0 1 0,0 0 0,1 0 0,-1 0 0,0 0 0,0-1 0,0 1 0,1 0 0,-1 1 0,0-1 0,0 0 0,0 0 0,0 0 0,1 0 0,-1 1 0,0-1 0,-1 1 0,-34 11 0,20-1 0,0 1 0,-26 26 0,-20 16 0,49-45-124,1-1 0,1 2 0,0 0 0,0 0 0,1 1 0,0 0-1,1 1 1,0 0 0,1 0 0,-6 15 0,8-13-6702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59.1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20 24575,'-16'-1'0,"0"-1"0,-23-5 0,28 4 0,0 1 0,-1 0 0,1 1 0,-1 0 0,1 0 0,-18 3 0,25-1 0,1 0 0,-1 0 0,1 0 0,0 0 0,-1 1 0,1 0 0,0-1 0,0 1 0,0 0 0,0 1 0,0-1 0,1 0 0,-1 1 0,1 0 0,-1-1 0,1 1 0,0 0 0,0 0 0,0 1 0,1-1 0,-1 0 0,1 0 0,0 1 0,0-1 0,-2 7 0,1-2 0,0 1 0,0 0 0,1-1 0,0 1 0,0 0 0,1 0 0,0 0 0,1-1 0,0 1 0,2 12 0,-1-16 0,-1 0 0,1-1 0,0 0 0,0 1 0,1-1 0,-1 0 0,1 0 0,0 0 0,0 0 0,0 0 0,1-1 0,-1 0 0,1 1 0,0-1 0,0 0 0,0-1 0,0 1 0,0-1 0,0 0 0,6 2 0,12 3-170,1-1-1,0-1 0,0-1 1,0-1-1,0-1 0,1 0 1,26-4-1,-31 2-6655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59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19 24575,'-12'0'0,"1"-1"0,1 1 0,0 1 0,0 0 0,0 0 0,-16 5 0,23-6 0,1 2 0,-1-1 0,1 0 0,0 0 0,-1 1 0,1-1 0,0 1 0,0 0 0,0 0 0,0-1 0,0 2 0,0-1 0,0 0 0,1 0 0,-1 0 0,1 1 0,0-1 0,0 1 0,-1-1 0,1 1 0,1-1 0,-1 1 0,0 0 0,1-1 0,-1 5 0,-1 5 0,1 1 0,0-1 0,1 0 0,2 19 0,-2-29 0,1 1 0,-1-1 0,1 1 0,-1-1 0,1 0 0,0 1 0,0-1 0,0 0 0,0 1 0,0-1 0,1 0 0,-1 0 0,1 0 0,-1 0 0,1 0 0,0 0 0,0-1 0,-1 1 0,1 0 0,1-1 0,-1 0 0,0 1 0,0-1 0,0 0 0,1 0 0,-1 0 0,0 0 0,4 0 0,-1 0 0,1 0 0,-1 0 0,1-1 0,-1 1 0,1-1 0,0-1 0,-1 1 0,1-1 0,-1 0 0,1 0 0,-1-1 0,1 1 0,-1-1 0,8-4 0,-10 4 0,0 0 0,0-1 0,0 0 0,0 1 0,0-1 0,0 0 0,-1 0 0,0-1 0,1 1 0,-1 0 0,0-1 0,-1 0 0,1 1 0,0-1 0,-1 0 0,0 0 0,0 0 0,0 1 0,-1-1 0,1-8 0,-2-97-1365,1 90-5461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1:59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24575,'-2'120'0,"4"130"0,2-224 0,1 0 0,10 32 0,5 27 0,-18-76-97,1 0-1,0-1 1,0 1-1,1-1 1,0 0-1,1 0 1,0 0-1,0 0 1,0-1-1,1 0 1,0 0-1,1-1 0,11 10 1,-7-9-6729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2:00.1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20 24575,'-12'-1'0,"-1"0"0,1-1 0,-15-4 0,17 3 0,1 1 0,-1 0 0,0 1 0,0 0 0,-13 0 0,19 2 0,1-1 0,-1 1 0,1 0 0,0 0 0,-1 0 0,1 0 0,0 1 0,0-1 0,0 1 0,0 0 0,0 0 0,0 0 0,0 0 0,1 1 0,-1-1 0,1 1 0,-1-1 0,1 1 0,-3 5 0,1-1 0,1 1 0,-1 0 0,2 1 0,-1-1 0,1 0 0,0 1 0,1-1 0,0 1 0,0 0 0,1 0 0,0-1 0,0 1 0,1 0 0,0-1 0,5 15 0,-6-22 3,0 0-1,0 0 0,0 0 0,1-1 1,-1 1-1,0 0 0,1 0 1,-1 0-1,1-1 0,-1 1 0,1 0 1,-1-1-1,1 1 0,-1 0 1,1-1-1,0 1 0,-1-1 0,1 1 1,0-1-1,0 1 0,-1-1 1,1 0-1,0 1 0,0-1 0,0 0 1,-1 1-1,1-1 0,0 0 1,0 0-1,0 0 0,0 0 0,0 0 1,-1 0-1,1 0 0,0 0 1,0 0-1,0 0 0,0-1 0,0 1 1,-1 0-1,1-1 0,0 1 1,0 0-1,-1-1 0,1 1 0,0-1 1,0 1-1,-1-1 0,1 1 1,-1-1-1,2-1 0,4-3-293,-1-1 0,0 0 0,0 0-1,6-8 1,-11 13 263,8-11-6798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2:00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 24575,'0'44'0,"-2"0"0,-10 64 0,6-57 0,2 0 0,4 100 0,2-56 0,-2-89-44,1 1 0,0 0 0,0 0 0,0-1 0,1 1 0,0-1 0,0 1 0,1-1 0,0 0 0,0 0 0,0 0 0,1 0 0,0-1 0,0 1 0,0-1 0,1 0 0,-1 0 0,1 0-1,0-1 1,1 0 0,-1 0 0,1 0 0,0-1 0,0 0 0,0 0 0,0 0 0,1-1 0,-1 0 0,1 0 0,6 1 0,4-2-6782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2:00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2 24575,'-18'-1'0,"11"1"0,-1 0 0,0 0 0,1 0 0,-1 1 0,-10 3 0,16-4 0,0 1 0,0 0 0,0 0 0,0 0 0,0 0 0,1 0 0,-1 0 0,0 0 0,1 1 0,-1-1 0,0 1 0,1-1 0,0 1 0,-1 0 0,1-1 0,0 1 0,0 0 0,0 0 0,0 0 0,0 0 0,0 0 0,1 0 0,-2 4 0,1-1 0,0 0 0,1 0 0,-1 0 0,1 0 0,0 0 0,1 1 0,-1-1 0,1 0 0,0 0 0,0 0 0,0 0 0,1 0 0,0 0 0,0-1 0,0 1 0,0-1 0,1 1 0,0-1 0,6 8 0,4 2 0,1 0 0,0-1 0,33 22 0,10 9 0,-52-39 0,3 2 0,0 0 0,-1 1 0,1 0 0,9 15 0,-17-22 0,1 0 0,0 0 0,-1 0 0,1 0 0,-1 0 0,1 1 0,-1-1 0,0 0 0,1 1 0,-1-1 0,0 0 0,0 0 0,0 1 0,0-1 0,0 0 0,0 1 0,0-1 0,0 0 0,-1 2 0,0-2 0,0 1 0,0-1 0,0 0 0,0 0 0,-1 0 0,1 0 0,0 0 0,0 0 0,-1 0 0,1 0 0,-1 0 0,1 0 0,0-1 0,-1 1 0,0-1 0,1 1 0,-1-1 0,1 0 0,-4 1 0,-11 2 40,0-2 0,-26 1 0,37-2-154,0 0 0,0 0-1,-1-1 1,1 1 0,0-1 0,0 0-1,0-1 1,1 1 0,-1-1 0,0 0-1,0-1 1,-4-2 0,-1-5-6712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2:01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24575,'-2'99'0,"4"108"0,1-192 0,0 0 0,0-1 0,1 1 0,1-1 0,13 27 0,1 5 0,-16-38-273,-1 1 0,0-1 0,0 1 0,0 14 0,-1-6-6553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2:01.9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1 114 24575,'0'-1'0,"1"0"0,-1 0 0,0 0 0,1 0 0,-1 0 0,1 1 0,0-1 0,-1 0 0,1 0 0,0 0 0,-1 1 0,1-1 0,0 0 0,0 1 0,0-1 0,-1 0 0,1 1 0,0-1 0,0 1 0,0 0 0,0-1 0,0 1 0,0 0 0,0-1 0,0 1 0,0 0 0,2 0 0,33-4 0,-32 4 0,89-11 0,-57 5 0,55 0 0,-66 6 0,24-1 0,-1 3 0,69 11 0,-102-10 0,-1 0 0,1-1 0,-1 0 0,1-1 0,0-1 0,0-1 0,-1 0 0,16-3 0,-30 4 0,1 0 0,-1 0 0,1 0 0,-1 0 0,1 0 0,-1 0 0,0 0 0,1 0 0,-1-1 0,0 1 0,1 0 0,-1 0 0,1 0 0,-1-1 0,0 1 0,1 0 0,-1 0 0,0-1 0,0 1 0,1 0 0,-1-1 0,0 1 0,0 0 0,1-1 0,-1 1 0,0 0 0,0-1 0,0 1 0,1 0 0,-1-1 0,0 1 0,0-1 0,0 1 0,0 0 0,0-1 0,0 0 0,-12-10 0,-24-4 0,6 11 0,0 2 0,0 0 0,-40 4 0,10 0 0,56-3 0,-1 1 0,1 0 0,0 0 0,-1 1 0,1-1 0,0 1 0,0 0 0,-1 0 0,1 0 0,0 1 0,0 0 0,0-1 0,1 1 0,-1 0 0,0 1 0,1-1 0,-1 1 0,1 0 0,0 0 0,0 0 0,0 0 0,0 0 0,0 1 0,1-1 0,0 1 0,-1-1 0,1 1 0,1 0 0,-1 0 0,0 0 0,1 0 0,0 0 0,0 1 0,0-1 0,1 0 0,-1 0 0,1 1 0,0 6 0,0-9 0,0 13 0,0-1 0,0 1 0,1-1 0,5 21 0,-6-31 0,1-1 0,0 0 0,0 0 0,0 0 0,1 0 0,-1 0 0,1-1 0,-1 1 0,1 0 0,0-1 0,0 1 0,0-1 0,0 1 0,1-1 0,-1 0 0,1 0 0,-1 0 0,1 0 0,0-1 0,-1 1 0,1-1 0,0 1 0,0-1 0,0 0 0,0 0 0,4 0 0,1 0 0,-1 0 0,1 0 0,-1-1 0,1 0 0,0 0 0,-1-1 0,1 0 0,-1 0 0,0-1 0,1 0 0,-1 0 0,0-1 0,0 0 0,0 0 0,0 0 0,-1-1 0,1 0 0,-1-1 0,0 1 0,0-1 0,-1 0 0,0-1 0,1 1 0,-2-1 0,1 0 0,-1-1 0,0 1 0,4-8 0,0 1 0,-1 13 0,7 23 0,-1-1 0,-12-20 0,1-1 0,-1 0 0,1 1 0,0-1 0,0 0 0,0 0 0,-1 0 0,1 0 0,0 0 0,0-1 0,0 1 0,0 0 0,0-1 0,1 0 0,-1 1 0,0-1 0,0 0 0,4 0 0,0-2 0,-1 1 0,0-1 0,0 0 0,0 0 0,8-4 0,12-6 0,-24 12 0,1-1 0,-1 1 0,0 0 0,0 0 0,0 0 0,0 0 0,1 0 0,-1 0 0,0 0 0,0 0 0,0 1 0,0-1 0,0 0 0,0 1 0,1-1 0,-1 1 0,0-1 0,0 1 0,0 0 0,0-1 0,0 1 0,1 1 0,-2-2 0,1 1 0,-1-1 0,1 1 0,-1-1 0,0 1 0,1-1 0,-1 1 0,0-1 0,1 1 0,-1-1 0,0 1 0,1-1 0,-1 1 0,0 0 0,0-1 0,0 1 0,0 0 0,1-1 0,-1 1 0,0 0 0,0-1 0,0 1 0,0-1 0,-1 1 0,1 0 0,0-1 0,0 1 0,0 0 0,0-1 0,-1 1 0,1-1 0,0 1 0,-1 0 0,1-1 0,0 1 0,-1-1 0,1 1 0,-1 0 0,0-1 0,1 0 0,0 0 0,0 0 0,-1 0 0,1 0 0,0 0 0,-1 0 0,1 0 0,0 0 0,0 0 0,-1 0 0,1 0 0,0-1 0,0 1 0,-1 0 0,1 0 0,0 0 0,0 0 0,-1 0 0,1-1 0,0 1 0,0 0 0,0 0 0,0 0 0,-1-1 0,1 1 0,0 0 0,0 0 0,0-1 0,0 1 0,0 0 0,-1 0 0,1-1 0,0 1 0,0 0 0,0 0 0,0-1 0,0 1 0,0 0 0,0 0 0,0-1 0,0 1 0,-3-14 0,1 4 0,2 1 0,-1-1 0,1 0 0,1 1 0,-1-1 0,2 1 0,-1-1 0,2 1 0,-1 0 0,1 0 0,0 0 0,1 0 0,5-9 0,-5 9-34,1 1 0,0 0-1,0 0 1,1 0-1,0 1 1,0-1 0,1 1-1,10-8 1,0-1-1022,-6 5-5770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2:02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24575,'2'1'0,"-1"-1"0,0 1 0,1 0 0,-1 0 0,0-1 0,1 1 0,-1 0 0,0 0 0,0 0 0,0 0 0,0 1 0,0-1 0,0 0 0,0 0 0,0 1 0,0-1 0,0 3 0,13 25 0,-10-9 0,0 1 0,-1 0 0,-1 0 0,-1 0 0,-1 0 0,-3 27 0,1 13 0,3 27 0,-3 84 0,2-168-124,-1 0 0,1 0 0,-1 0 0,0 0 0,-1 0 0,1 0-1,0 0 1,-1-1 0,0 1 0,-3 5 0,-4 1-6702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2:02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88 24575,'1'-1'0,"-1"0"0,0-1 0,1 1 0,-1 0 0,1 0 0,-1-1 0,1 1 0,0 0 0,0 0 0,-1 0 0,1 0 0,0 0 0,0 0 0,0 0 0,0 0 0,0 0 0,0 1 0,0-1 0,1 0 0,-1 1 0,0-1 0,2 0 0,31-12 0,-27 11 0,25-10 0,0 3 0,0 0 0,0 3 0,1 0 0,0 2 0,38 0 0,358 5-1365,-407-1-5461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23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591 50 24575,'-7'-5'0,"-1"1"0,1 0 0,-1 0 0,0 1 0,-1 0 0,1 0 0,0 1 0,-1 0 0,-9 0 0,2-1 0,-23-3 0,-2 1 0,1 3 0,0 1 0,-63 7 0,95-5 0,0 1 0,0-1 0,0 1 0,0 1 0,1 0 0,-1 0 0,1 0 0,0 1 0,0 0 0,0 0 0,0 1 0,1 0 0,0 0 0,-11 12 0,2 0 0,1 2 0,1 0 0,-21 39 0,29-49 0,1 1 0,0 0 0,1-1 0,0 1 0,1 0 0,0 1 0,-1 17 0,5 78 0,0-45 0,-4 1 0,1-43 0,0 1 0,0 0 0,2 0 0,1 0 0,0 0 0,2-1 0,6 24 0,-3-27 0,0 0 0,1 0 0,1-1 0,1 0 0,0 0 0,13 13 0,-15-19 0,0 0 0,1-1 0,0-1 0,0 1 0,1-1 0,0-1 0,0 0 0,1 0 0,-1-1 0,13 4 0,-16-7 0,1 0 0,0 0 0,0 0 0,0-1 0,0 0 0,1-1 0,-1 0 0,0 0 0,0-1 0,0 0 0,0 0 0,0-1 0,10-3 0,-13 3 0,0 0 0,0-1 0,0 1 0,0-1 0,-1 0 0,1-1 0,-1 1 0,0-1 0,0 0 0,0 0 0,0 0 0,-1 0 0,1-1 0,-1 1 0,0-1 0,-1 0 0,1 0 0,-1 0 0,0 0 0,2-7 0,12-42 0,-8 32 0,-1 0 0,-1-1 0,-1 1 0,-2-1 0,3-34 0,-5 116 0,-4 157 0,2-213-34,0-1 0,1 0 0,-1 1 0,0-1 0,0 0-1,0 1 1,0-1 0,0 0 0,-1 0 0,1 0 0,-1 0 0,1 0 0,-1 0-1,0-1 1,0 1 0,0 0 0,0-1 0,0 0 0,0 1 0,0-1-1,0 0 1,-1 0 0,1 0 0,0 0 0,-1-1 0,1 1 0,-1 0 0,1-1-1,0 0 1,-1 0 0,1 0 0,-1 0 0,1 0 0,-1 0 0,1 0 0,-1-1-1,1 1 1,-1-1 0,-2-1 0,-10-3-6792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24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24575,'0'-1'0,"1"1"0,-1-1 0,0 0 0,1 0 0,-1 0 0,1 0 0,-1 1 0,1-1 0,-1 0 0,1 1 0,-1-1 0,1 0 0,0 1 0,-1-1 0,1 0 0,0 1 0,-1-1 0,1 1 0,0 0 0,0-1 0,0 1 0,-1-1 0,1 1 0,0 0 0,0 0 0,0 0 0,1-1 0,31-4 0,-23 4 0,102-21 0,-63 13 0,-26 5 0,-1 0 0,36-1 0,-41 5 0,-9-1 0,0 1 0,0 0 0,0 1 0,0 0 0,10 2 0,-16-3 0,0 1 0,0 0 0,0 0 0,0 0 0,0 0 0,-1 0 0,1 0 0,0 0 0,-1 0 0,1 1 0,-1-1 0,1 1 0,-1-1 0,1 1 0,-1 0 0,0-1 0,0 1 0,0 0 0,0 0 0,0 0 0,0 0 0,-1 0 0,1 0 0,-1 0 0,1 2 0,1 12 0,-1 0 0,0 0 0,-3 23 0,1-25 0,0-1 0,1 1 0,0-1 0,2 1 0,3 20 0,17 52-1365,-17-73-5461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24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24575,'0'0'-8191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24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304 27 24575,'-46'-17'0,"29"14"0,0 0 0,0 1 0,0 1 0,-1 1 0,1 0 0,-1 2 0,1 0 0,0 0 0,-30 10 0,44-10 0,0 0 0,0 0 0,0 0 0,0 1 0,0 0 0,0-1 0,1 1 0,-1 0 0,1 0 0,0 0 0,0 1 0,0-1 0,1 0 0,-1 1 0,1-1 0,-1 1 0,1 0 0,-1 4 0,-2 9 0,1 0 0,-2 28 0,5-41 0,0 0 0,0 1 0,0-1 0,0 0 0,1 0 0,0 1 0,0-1 0,0 0 0,1 0 0,-1 0 0,1 0 0,0-1 0,0 1 0,0 0 0,0-1 0,1 1 0,0-1 0,-1 0 0,1 0 0,0 0 0,1 0 0,-1 0 0,0-1 0,1 1 0,6 2 0,2 1 0,0-1 0,0-1 0,0 1 0,1-2 0,0 0 0,-1-1 0,20 2 0,-27-4 0,1 0 0,-1 0 0,0-1 0,1 1 0,-1-1 0,1 0 0,-1-1 0,0 1 0,0-1 0,0 0 0,0-1 0,0 1 0,0-1 0,-1 0 0,1 0 0,-1 0 0,0-1 0,0 1 0,0-1 0,0 0 0,0 0 0,-1-1 0,0 1 0,0-1 0,0 1 0,-1-1 0,1 0 0,-1 0 0,1-6 0,18-46 0,-17 111 0,-5-26 0,0 34 0,1-58 0,1 0 0,-1 0 0,1-1 0,0 1 0,0 0 0,0 0 0,0-1 0,1 1 0,-1 0 0,1-1 0,0 1 0,3 2 0,-5-5 0,0-1 0,1 1 0,-1-1 0,0 0 0,0 0 0,1 1 0,-1-1 0,0 0 0,1 0 0,-1 1 0,0-1 0,1 0 0,-1 0 0,0 0 0,1 1 0,-1-1 0,1 0 0,-1 0 0,0 0 0,1 0 0,-1 0 0,1 0 0,-1 0 0,1 0 0,-1 0 0,0 0 0,1 0 0,-1 0 0,1 0 0,-1 0 0,0 0 0,1-1 0,-1 1 0,0 0 0,1 0 0,-1 0 0,0-1 0,1 1 0,0-1 0,11-19 0,2-26 0,-10 9 0,-4 31 0,0 1 0,0-1 0,0 0 0,1 1 0,0-1 0,0 0 0,1 1 0,-1 0 0,1-1 0,1 1 0,-1 0 0,1 0 0,3-6 0,-6 11 0,1-1 0,-1 1 0,1-1 0,0 1 0,-1-1 0,1 1 0,0-1 0,-1 1 0,1-1 0,0 1 0,0 0 0,-1 0 0,1-1 0,0 1 0,0 0 0,-1 0 0,1 0 0,0 0 0,0 0 0,0 0 0,-1 0 0,1 0 0,0 0 0,0 0 0,0 0 0,-1 0 0,1 1 0,0-1 0,1 1 0,0 0 0,0 1 0,0-1 0,-1 1 0,1-1 0,0 1 0,0 0 0,-1 0 0,1 0 0,1 4 0,3 3 0,-1 1 0,-1 0 0,5 14 0,12 45-1365,-19-52-5461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25.1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24575,'0'-3'0,"0"1"0,3 3 0,6-1 0,0 2-8191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25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26 24575,'-46'-17'0,"10"13"0,0 1 0,0 1 0,-71 7 0,105-5 0,-1 1 0,1-1 0,0 1 0,0-1 0,0 1 0,0 0 0,0 0 0,0 0 0,0 0 0,0 0 0,0 0 0,0 1 0,1-1 0,-1 0 0,0 1 0,1 0 0,-1-1 0,1 1 0,0 0 0,-1 0 0,1 0 0,0 0 0,0 0 0,0 0 0,1 0 0,-1 0 0,0 0 0,1 0 0,-1 0 0,1 3 0,-2 8 0,1 0 0,1 0 0,0 1 0,3 13 0,-2-3 0,-1-21 0,0 1 0,0-1 0,1 1 0,-1-1 0,1 0 0,0 1 0,0-1 0,0 0 0,0 1 0,1-1 0,-1 0 0,1 0 0,3 4 0,-3-5 0,0 0 0,0 0 0,1 0 0,-1-1 0,0 1 0,1-1 0,0 1 0,-1-1 0,1 0 0,0 0 0,0-1 0,-1 1 0,1 0 0,0-1 0,0 0 0,5 1 0,0-1-136,-1 0-1,1 0 1,0 0-1,-1-1 1,1 0-1,0-1 1,-1 0-1,1 0 0,11-5 1,0-3-6690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25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24575,'1'21'0,"0"0"0,1-1 0,7 33 0,2 0 0,-7-30 0,1 0 0,13 37 0,-9-32 0,-1 0 0,-1 1 0,-1-1 0,2 41 0,0-35-72,-6-26 108,1 1 0,-1 0 0,-1-1 0,1 11 0,-2-17-93,0-1 1,0 1-1,0 0 0,0 0 1,-1-1-1,1 1 0,0 0 1,-1-1-1,0 1 0,1 0 1,-1-1-1,0 1 0,0-1 1,1 1-1,-1-1 0,0 0 1,-1 1-1,1-1 1,0 0-1,0 0 0,-1 1 1,1-1-1,0 0 0,-1 0 1,-2 1-1,-9 3-6769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26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24575,'0'-1'0,"0"0"0,1 0 0,-1 0 0,1 0 0,-1 0 0,1 0 0,-1 0 0,1 0 0,0 1 0,-1-1 0,1 0 0,0 0 0,0 1 0,-1-1 0,1 0 0,0 1 0,0-1 0,0 1 0,0-1 0,0 1 0,0 0 0,0-1 0,0 1 0,0 0 0,0 0 0,0 0 0,2-1 0,32-3 0,-31 4 0,195-1 0,-103 2 0,-73 1 0,1 0 0,-1 2 0,0 1 0,0 0 0,28 12 0,-16-5 0,37 6 0,6 2 0,-59-14 0,-1-1 0,1 0 0,0-2 0,35 3 0,-81-7 0,9 0 0,0 1 0,-31 3 0,44-2 0,0 0 0,0 0 0,0 1 0,0-1 0,0 1 0,0 0 0,0 0 0,1 1 0,-1-1 0,1 1 0,0 0 0,0 0 0,0 1 0,0-1 0,-3 5 0,2-2 0,0 1 0,1 0 0,-1-1 0,2 2 0,-1-1 0,1 0 0,0 1 0,1-1 0,-3 12 0,2-1 0,2 1 0,0 35 0,1-45 0,0 0 0,1-1 0,0 1 0,0 0 0,1-1 0,0 1 0,1-1 0,4 10 0,-6-15 0,1 0 0,0 0 0,0 0 0,1 0 0,-1 0 0,1 0 0,-1-1 0,1 0 0,0 1 0,0-1 0,0 0 0,0 0 0,0-1 0,0 1 0,1 0 0,-1-1 0,0 0 0,1 0 0,-1 0 0,1 0 0,-1-1 0,7 1 0,-10-1 0,10 1 0,-1 0 0,1-1 0,-1 0 0,1 0 0,9-3 0,-17 3 0,0-1 0,0 1 0,0-1 0,1 0 0,-1 0 0,0 0 0,0 0 0,0 0 0,-1 0 0,1 0 0,0-1 0,0 1 0,-1-1 0,1 1 0,-1-1 0,1 0 0,-1 0 0,0 1 0,1-1 0,-1 0 0,0 0 0,0 0 0,0 0 0,-1-1 0,1 1 0,0-4 0,2-13 0,-2 0 0,0-1 0,-1 1 0,-1 0 0,-7-34 0,8 52 0,0 0 0,0 0 0,0 0 0,0 0 0,0 0 0,0-1 0,0 1 0,0 0 0,0 0 0,1 0 0,-1 0 0,0 0 0,1 0 0,-1 0 0,1 0 0,-1 0 0,1 0 0,-1 0 0,1 1 0,0-1 0,-1 0 0,1 0 0,0 0 0,0 1 0,0-1 0,-1 0 0,1 1 0,0-1 0,0 1 0,0-1 0,0 1 0,0-1 0,0 1 0,0 0 0,0-1 0,0 1 0,0 0 0,0 0 0,1 0 0,0 0 0,8-1 0,1 1 0,-1 0 0,17 2 0,-3-1 0,-22-1 0,0 0 0,-1 0 0,1 0 0,0 0 0,-1 0 0,1-1 0,0 1 0,-1 0 0,1-1 0,-1 1 0,1-1 0,-1 0 0,1 0 0,-1 1 0,1-1 0,-1 0 0,0 0 0,1 0 0,-1-1 0,0 1 0,0 0 0,0 0 0,0-1 0,0 1 0,0 0 0,0-1 0,0 1 0,-1-1 0,2-2 0,-2 3 0,0-1 0,0 1 0,-1-1 0,1 1 0,0-1 0,-1 1 0,1 0 0,-1-1 0,1 1 0,-1 0 0,0-1 0,1 1 0,-1 0 0,0 0 0,0 0 0,0-1 0,0 1 0,0 0 0,0 0 0,0 1 0,0-1 0,-1 0 0,1 0 0,0 0 0,0 1 0,-1-1 0,1 1 0,-1-1 0,1 1 0,0-1 0,-1 1 0,1 0 0,-3 0 0,-1-1 0,-1 0 0,1 0 0,0 0 0,0 1 0,-1 0 0,1 0 0,0 1 0,-1-1 0,1 1 0,0 0 0,0 1 0,0-1 0,0 1 0,0 0 0,0 0 0,0 0 0,1 1 0,-1 0 0,-6 5 0,6-3 0,0 0 0,1 0 0,0 0 0,0 0 0,0 0 0,1 1 0,0 0 0,0 0 0,0 0 0,1 0 0,0 0 0,0 0 0,0 1 0,1-1 0,-1 12 0,1-12 0,1 1 0,-1 0 0,1-1 0,1 1 0,-1 0 0,1-1 0,1 1 0,-1-1 0,3 8 0,-3-12 0,1 1 0,-1-1 0,1 1 0,-1-1 0,1 0 0,0 0 0,0 1 0,0-1 0,0-1 0,0 1 0,0 0 0,0 0 0,1-1 0,-1 0 0,1 1 0,-1-1 0,1 0 0,0 0 0,-1 0 0,1 0 0,0-1 0,-1 1 0,7-1 0,3 2 0,0-1 0,0-1 0,0 0 0,0-1 0,0 0 0,20-5 0,-26 4 0,0 0 0,-1 0 0,1-1 0,-1 1 0,0-1 0,1 0 0,-1-1 0,-1 1 0,1-1 0,0 0 0,-1 0 0,0-1 0,0 1 0,0-1 0,3-6 0,45-73 0,-40 131 0,-10-42-113,-2-2 16,1 0 1,-1-1 0,1 1 0,0 0-1,0-1 1,0 1 0,1 0-1,-1-1 1,1 1 0,-1-1 0,1 0-1,2 3 1,2-1-6730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27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0 132 24575,'3'0'0,"-1"0"0,1 0 0,0 0 0,-1 1 0,1-1 0,-1 1 0,1 0 0,-1 0 0,0 0 0,1 0 0,-1 0 0,0 0 0,0 0 0,0 1 0,1-1 0,-2 1 0,1 0 0,0 0 0,0 0 0,2 3 0,1 3 0,-1-1 0,1 1 0,-2 1 0,5 12 0,2 3 0,-7-77 0,-3 37 0,-1 3 0,1 1 0,0-1 0,1 0 0,1 0 0,0 0 0,3-13 0,-3 22 0,-1 1 0,1-1 0,0 1 0,0-1 0,0 1 0,0 0 0,1 0 0,-1 0 0,1 0 0,0 0 0,0 1 0,0-1 0,0 1 0,0 0 0,1 0 0,-1 0 0,1 0 0,-1 1 0,1-1 0,-1 1 0,1 0 0,0 0 0,0 0 0,7 0 0,-7 0 0,0 0 0,0 1 0,0 0 0,0 0 0,0 0 0,1 0 0,-1 1 0,0 0 0,0 0 0,0 0 0,0 0 0,0 0 0,-1 1 0,1 0 0,0 0 0,-1 0 0,1 0 0,-1 0 0,0 1 0,1-1 0,-1 1 0,0 0 0,-1 0 0,1 0 0,0 0 0,-1 1 0,0-1 0,0 1 0,0 0 0,0-1 0,-1 1 0,3 8 0,1 6 0,0 0 0,-2 0 0,0 0 0,-1 0 0,-2 38 0,1-37-114,-1-13 1,0 1-1,0-1 0,0 1 0,-1 0 0,1-1 1,-2 1-1,1-1 0,-1 1 0,0-1 1,-4 10-1,-4-2-6712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27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24575,'4'0'0,"1"-3"0,3-2 0,4 0 0,4 1 0,-1 1-8191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27.6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0 890 24575,'11'-30'0,"-4"15"0,4-11 0,1 0 0,1 1 0,1 1 0,2 0 0,0 1 0,21-21 0,9-16 0,-33 42 0,-3 6 0,-1-2 0,0 1 0,9-22 0,69-133 0,-61 108 0,-2 3 0,61-111 0,-82 164 0,-1-2 0,1 1 0,0-1 0,0 1 0,0 0 0,6-7 0,-9 12 0,0-1 0,1 1 0,-1 0 0,1-1 0,-1 1 0,1 0 0,-1-1 0,1 1 0,-1 0 0,1 0 0,-1-1 0,1 1 0,-1 0 0,1 0 0,-1 0 0,1 0 0,-1 0 0,1 0 0,-1-1 0,1 1 0,-1 0 0,1 1 0,0-1 0,-1 0 0,1 0 0,0 0 0,0 1 0,0 0 0,0 0 0,0 0 0,0 0 0,0 0 0,0 0 0,0 0 0,0 1 0,0-1 0,0 0 0,-1 0 0,1 1 0,-1-1 0,2 3 0,10 36 0,-1 1 0,9 58 0,-13-28 0,-5-47 0,1 0 0,1 0 0,7 26 0,-4-24 0,-2 0 0,0 0 0,-2 0 0,-1 0 0,0 0 0,-3 1 0,-2 26 0,-1-35-1365,-1-4-5461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27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24575,'0'-2'0,"0"0"0,1 0 0,-1 0 0,1 0 0,-1 0 0,1 0 0,0 0 0,0 0 0,0 0 0,0 0 0,0 1 0,1-1 0,-1 0 0,0 1 0,1-1 0,-1 1 0,1-1 0,-1 1 0,1 0 0,0 0 0,0 0 0,-1 0 0,1 0 0,0 0 0,0 0 0,0 1 0,0-1 0,0 0 0,0 1 0,0 0 0,0 0 0,3-1 0,11-1 0,1 1 0,-1 1 0,19 1 0,-16 0 0,86-2 0,74 4 0,-145 5-1365,-20-3-5461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27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10 24575,'0'-4'0,"-4"-1"0,-1 4 0,-3 3 0,-1 3 0,2 2-8191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28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 24575,'3'0'0,"2"-4"0,4-1 0,-1-3 0,3-1 0,3 2 0,-1-2 0,2 0 0,-3 3-8191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35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24575,'0'522'0,"1"-504"0,1 1 0,8 32 0,-1-9 0,5 9-1365,-11-36-5461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36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24575,'0'-1'0,"1"0"0,-1 0 0,1 0 0,-1 0 0,1 0 0,-1 0 0,1 0 0,-1 1 0,1-1 0,0 0 0,-1 0 0,1 1 0,0-1 0,0 0 0,0 1 0,0-1 0,-1 1 0,1-1 0,0 1 0,0-1 0,0 1 0,0 0 0,0-1 0,0 1 0,0 0 0,0 0 0,2 0 0,33-4 0,-32 4 0,70-4 0,94 8 0,-152-3 0,0 1 0,0 1 0,21 6 0,-31-7 0,-1 0 0,0 0 0,0 0 0,0 1 0,0 0 0,0 0 0,-1 0 0,1 0 0,-1 1 0,0 0 0,0 0 0,0 0 0,4 6 0,-3-2 0,0 0 0,0 0 0,0 1 0,-1 0 0,-1-1 0,0 2 0,0-1 0,2 12 0,-4-18 0,-1 0 0,0 1 0,0-1 0,0 0 0,0 0 0,-1 1 0,1-1 0,-1 0 0,0 0 0,1 0 0,-2 1 0,1-1 0,0 0 0,-1 0 0,1-1 0,-1 1 0,0 0 0,0 0 0,0-1 0,0 1 0,0-1 0,-1 0 0,1 0 0,-1 0 0,1 0 0,-1 0 0,-5 2 0,-21 10 0,-54 19 0,6-3 0,56-22 0,-1 0 0,0-2 0,0 0 0,-27 3 0,48-10 0,-1 1 0,1 0 0,0 0 0,-1 1 0,1-1 0,0 0 0,-1 0 0,1 1 0,0-1 0,-1 1 0,1-1 0,0 1 0,0-1 0,-1 1 0,1 0 0,0 0 0,0 0 0,0-1 0,0 1 0,0 0 0,0 0 0,0 0 0,0 1 0,1-1 0,-1 0 0,-1 2 0,2-1 0,0 0 0,1-1 0,-1 1 0,0 0 0,1-1 0,0 1 0,-1 0 0,1-1 0,0 1 0,-1 0 0,1-1 0,0 1 0,0-1 0,0 0 0,1 1 0,-1-1 0,2 2 0,7 7 0,2-1 0,-1 0 0,22 13 0,172 104 0,-67-47-746,-125-72 127,0 0-6207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36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2 24575,'-28'-1'0,"15"0"0,1 1 0,-1 0 0,1 1 0,-1 1 0,-14 3 0,23-4 0,0 1 0,0-1 0,0 1 0,1 0 0,-1 1 0,0-1 0,1 0 0,-1 1 0,1 0 0,0 0 0,0 0 0,0 0 0,0 1 0,0-1 0,1 1 0,0-1 0,0 1 0,0 0 0,-2 5 0,-3 8 0,0 1 0,2 0 0,0 0 0,0 1 0,2-1 0,1 1 0,0 0 0,1 28 0,2-39 0,-1 22 0,1 0 0,7 35 0,-6-55 0,0 1 0,1-1 0,1 0 0,0 0 0,0-1 0,1 1 0,0-1 0,1 0 0,12 15 0,-10-15 0,0 0 0,1 0 0,0-1 0,1 0 0,0-1 0,0 0 0,1-1 0,-1 0 0,1 0 0,1-1 0,20 6 0,-14-7 0,1 0 0,0-1 0,0-1 0,0-1 0,0 0 0,36-5 0,-50 4 0,0 0 0,-1-1 0,1 0 0,0 0 0,0-1 0,0 1 0,-1-1 0,1 0 0,-1 0 0,0 0 0,1-1 0,3-3 0,-5 3 0,-1 1 0,1-1 0,-1 0 0,0 0 0,0 0 0,0 0 0,-1-1 0,1 1 0,-1 0 0,0-1 0,0 1 0,0-1 0,0 1 0,0-1 0,-1 1 0,0-8 0,1 1 0,1-28 0,-4-41 0,1 70 0,0-1 0,0 0 0,-1 0 0,0 1 0,-1-1 0,0 1 0,-1-1 0,0 1 0,-7-13 0,9 20-76,-1-1 1,1 1-1,0 0 0,-1 0 0,0 0 0,1 0 0,-1 0 0,0 0 1,0 1-1,0-1 0,0 1 0,0 0 0,0 0 0,-1 0 1,1 0-1,0 1 0,-7-1 0,-7-1-6750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36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24575,'0'1'0,"1"1"0,0-1 0,-1 1 0,1-1 0,0 0 0,0 0 0,0 1 0,0-1 0,0 0 0,0 0 0,0 0 0,0 0 0,1 0 0,-1 0 0,0-1 0,1 1 0,1 1 0,26 11 0,42 14 0,-39-15 0,1 0 0,65 13 0,-17-5 0,-63-14 0,-1-1 0,0-1 0,1-1 0,26 2 0,42-5-1365,-67-1-5461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37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24575,'500'0'-1365,"-482"0"-5461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37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 24575,'3'0'0,"1"0"0,-1 0 0,0 1 0,0-1 0,1 1 0,-1 0 0,0 0 0,0 0 0,0 1 0,0-1 0,0 1 0,0 0 0,-1-1 0,1 1 0,4 5 0,1 1 0,-1 0 0,0 1 0,8 13 0,9 12 0,-6-10 0,-1 0 0,21 40 0,8 13 0,-16-31 0,25 35 0,-48-72 0,1 0 0,0 0 0,0-1 0,1 0 0,19 13 0,-28-20 0,1-1 0,-1 0 0,1 1 0,-1-1 0,1 0 0,-1 1 0,1-1 0,0 0 0,-1 0 0,1 0 0,-1 1 0,1-1 0,0 0 0,-1 0 0,1 0 0,-1 0 0,1 0 0,0 0 0,-1 0 0,1 0 0,-1-1 0,1 1 0,0 0 0,-1 0 0,1 0 0,-1-1 0,1 1 0,0-1 0,8-16 0,-6-29 0,-3 42 0,-3-415 0,3 417-52,0-1-1,-1 1 1,1-1-1,0 1 1,0-1-1,1 1 1,-1-1-1,0 0 1,1 1-1,0-1 1,-1 1-1,1 0 1,0-1-1,0 1 1,1 0-1,-1-1 1,0 1-1,1 0 1,-1 0-1,1 0 1,0 0-1,-1 1 0,1-1 1,0 0-1,3-1 1,8-3-6774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37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24575,'1'1'0,"0"-1"0,0 1 0,0-1 0,0 1 0,0-1 0,0 1 0,0 0 0,0-1 0,0 1 0,-1 0 0,1 0 0,0-1 0,-1 1 0,1 0 0,0 0 0,-1 0 0,1 0 0,-1 0 0,1 2 0,11 26 0,-10-21 0,4 6 0,0 0 0,-1 0 0,0 0 0,-1 0 0,-1 1 0,0-1 0,2 29 0,-3-15 0,1 0 0,14 52 0,-11-53 0,0-1 0,-2 1 0,1 30 0,-5-57 0,0 0 0,0 0 0,0 0 0,0 0 0,0 0 0,0 0 0,0 0 0,0 0 0,-1 0 0,1 0 0,0 0 0,0 0 0,0 0 0,0 0 0,0 0 0,0 0 0,0 0 0,0 0 0,0 0 0,0 0 0,0 0 0,0 0 0,-1 0 0,1 0 0,0 0 0,0 0 0,0 0 0,0 0 0,0 0 0,0 0 0,0 0 0,0 0 0,0 0 0,0 0 0,0 0 0,0 0 0,0 0 0,0 0 0,0 0 0,0 1 0,0-1 0,0 0 0,0 0 0,-1 0 0,1 0 0,0 0 0,0 0 0,0 0 0,0 0 0,0 0 0,0 0 0,0 0 0,0 0 0,0 0 0,0 1 0,0-1 0,0 0 0,1 0 0,-7-10 0,-4-15 0,6-15-1365,3 20-5461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38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24575,'-1'-8'0,"1"9"0,8 18 0,71 88 0,-34-51 0,2-1 0,65 57 0,3 3 0,-114-114 7,0 0 0,1 0-1,-1 1 1,0-1 0,0 0-1,-1 0 1,1 1-1,0-1 1,0 1 0,-1-1-1,1 1 1,0-1 0,-1 1-1,0-1 1,1 1 0,-1-1-1,0 4 1,0-4-60,0 0 0,-1 0 0,0 0 0,1 0 0,-1-1 0,1 1 0,-1 0 0,0 0 0,0 0 0,1-1 0,-1 1 0,0 0 0,0-1-1,0 1 1,0-1 0,0 1 0,0-1 0,0 1 0,0-1 0,0 0 0,0 1 0,0-1 0,0 0 0,0 0 0,0 0 0,0 0 0,-1 0 0,-14 2-6773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38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83 24575,'0'-1'0,"0"-1"0,0 0 0,1 1 0,-1-1 0,1 0 0,-1 1 0,1-1 0,-1 0 0,1 1 0,0-1 0,-1 1 0,1-1 0,0 1 0,0 0 0,0-1 0,1 1 0,-1 0 0,0 0 0,0 0 0,1-1 0,-1 1 0,0 1 0,1-1 0,-1 0 0,1 0 0,-1 0 0,4 0 0,5-2 0,-1 0 0,1 1 0,19-1 0,4-2 0,116-21-1365,-134 23-5461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38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24575,'1'1'0,"0"-1"0,0 0 0,0 1 0,0-1 0,0 1 0,0-1 0,-1 1 0,1 0 0,0-1 0,0 1 0,-1 0 0,1-1 0,0 1 0,-1 0 0,1 0 0,0 0 0,-1 0 0,1 0 0,-1-1 0,0 1 0,1 0 0,-1 0 0,0 0 0,1 0 0,-1 0 0,0 0 0,0 2 0,4 33 0,-4-32 0,2 91 0,-2-56 0,2-1 0,8 54 0,-10-90-44,2 7-121,0-1 0,-1 1 0,0-1 0,0 1-1,-1 0 1,0-1 0,-2 12 0,-2-6-6661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38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67 24575,'3'0'0,"2"-3"0,4-2 0,3 0 0,0-2 0,2-1 0,-2-2 0,1 0 0,2 3 0,2 1 0,2 3 0,2 1 0,0 1 0,-3 5 0,-5 1-8191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39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24575,'0'3'0,"4"2"0,5 0 0,4-1 0,4-2 0,3 0 0,1-1 0,1-1 0,1 4 0,0 1 0,-1-1 0,-3 3 0,-6 1-8191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39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24575,'3'0'0,"6"0"0,4 0 0,4 0 0,3 0 0,1 0 0,2 0 0,-1 0 0,1 0 0,-1 0 0,1 0 0,-1 0 0,0 0 0,-4-4 0,-5-1-8191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39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24575,'0'3'0,"4"2"0,4 0 0,6-1 0,3-2 0,2 0 0,3-1 0,0-1 0,1 0 0,-1 0 0,1 0 0,-1 0 0,0 0 0,0-1 0,-4 1-8191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0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0 24575,'0'523'0,"-4"-485"-1365,-1-24-5461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0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24575,'8'-1'0,"-1"0"0,0-1 0,1 1 0,-1-1 0,0-1 0,0 1 0,12-8 0,-11 6 0,1 1 0,-1-1 0,1 1 0,-1 1 0,12-3 0,44-3 0,-13 1 0,72-1 0,-110 7 0,1 2 0,0 0 0,0 0 0,-1 1 0,1 1 0,-1 0 0,0 1 0,25 11 0,5-6 0,-39-9 0,0 0 0,1 1 0,-1 0 0,0-1 0,0 1 0,0 1 0,0-1 0,0 1 0,0-1 0,0 1 0,4 3 0,-8-5 0,0 1 0,-1-1 0,1 1 0,0-1 0,0 1 0,-1-1 0,1 0 0,0 1 0,-1-1 0,1 1 0,0-1 0,-1 0 0,1 1 0,0-1 0,-1 0 0,1 0 0,-1 1 0,1-1 0,-1 0 0,1 0 0,-1 1 0,1-1 0,-1 0 0,1 0 0,-1 0 0,1 0 0,-1 0 0,1 0 0,-1 0 0,-24 7 0,21-7 0,0 1 0,0 0 0,0 1 0,0-1 0,0 1 0,0-1 0,0 1 0,0 0 0,1 1 0,-1-1 0,1 1 0,0-1 0,0 1 0,0 0 0,-4 5 0,4-4 0,1 1 0,0-1 0,0 1 0,0 0 0,0 0 0,1 0 0,0 0 0,0 0 0,0 0 0,1 0 0,-1 9 0,1-1 0,1 34 0,-1-45 0,0 1 0,1 0 0,-1-1 0,1 1 0,0 0 0,0-1 0,0 1 0,0-1 0,0 1 0,0-1 0,1 1 0,-1-1 0,3 3 0,-3-5 0,-1 1 0,0-1 0,1 0 0,-1 1 0,0-1 0,1 0 0,-1 1 0,1-1 0,-1 0 0,1 0 0,-1 1 0,1-1 0,-1 0 0,1 0 0,-1 0 0,1 0 0,-1 0 0,1 0 0,-1 0 0,1 0 0,-1 0 0,1 0 0,0 0 0,-1 0 0,1 0 0,-1 0 0,1 0 0,-1-1 0,1 1 0,-1 0 0,1-1 0,13-15 0,3-25 0,-12 1 0,-5 35 0,1-1 0,-1 1 0,1-1 0,0 1 0,0-1 0,0 1 0,1 0 0,0-1 0,0 1 0,1 0 0,3-6 0,-6 11 0,0-1 0,1 1 0,-1-1 0,1 1 0,-1-1 0,0 1 0,1 0 0,-1-1 0,1 1 0,-1 0 0,1-1 0,-1 1 0,1 0 0,-1 0 0,1-1 0,-1 1 0,1 0 0,-1 0 0,1 0 0,0 0 0,-1 0 0,1 0 0,-1 0 0,1 0 0,-1 0 0,1 0 0,0 0 0,-1 0 0,1 0 0,13 14 0,4 30 0,-15-37 0,6 20-90,-8-20-26,1 0 0,1 0 0,-1 0 0,1-1 0,0 1 0,1-1 1,-1 1-1,1-1 0,1 0 0,8 9 0,-2-7-6710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1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0 24575,'-3'0'0,"0"1"0,0-1 0,1 1 0,-1-1 0,0 1 0,0 0 0,1 0 0,-1 0 0,0 0 0,1 0 0,-1 1 0,1-1 0,0 1 0,-1 0 0,1-1 0,0 1 0,0 0 0,0 0 0,0 1 0,1-1 0,-1 0 0,0 1 0,1-1 0,0 1 0,0-1 0,-1 1 0,1-1 0,1 1 0,-1 0 0,0 0 0,1-1 0,-1 5 0,-2 12 0,2-1 0,0 1 0,3 35 0,-1-30 0,-1-17 0,1-1 0,-1 1 0,2-1 0,-1 0 0,1 0 0,0 0 0,0 0 0,5 10 0,-6-14 0,0-1 0,0 0 0,-1 0 0,1 1 0,0-1 0,0 0 0,0 0 0,0 0 0,0 0 0,0 0 0,1 0 0,-1 0 0,0 0 0,0 0 0,1-1 0,-1 1 0,0 0 0,1-1 0,-1 1 0,1-1 0,-1 0 0,1 1 0,-1-1 0,1 0 0,-1 0 0,1 0 0,-1 0 0,1 0 0,-1 0 0,1 0 0,-1-1 0,1 1 0,-1-1 0,0 1 0,1-1 0,-1 1 0,1-1 0,-1 0 0,0 0 0,0 1 0,1-1 0,0-2 0,5-1 0,-1-1 0,0 0 0,0-1 0,-1 1 0,1-1 0,-1 0 0,-1-1 0,1 1 0,-1-1 0,0 0 0,4-10 0,-4 6 0,-1-1 0,0 1 0,-1 0 0,0-1 0,-1 1 0,0-1 0,-1-13 0,0 4-1365,-1 2-5461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1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24575,'0'4'0,"3"1"0,2 3 0,4 1 0,3-1 0,4-3 0,3-1 0,1-2 0,2-2 0,0 1 0,1-2 0,-1 1 0,1 0 0,-1-1 0,-4 1-8191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1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369 27 24575,'-46'-17'0,"10"12"0,0 2 0,0 2 0,-71 6 0,102-5 0,1 1 0,-1 0 0,1 1 0,-1-1 0,1 1 0,-1 0 0,1 0 0,0 0 0,0 1 0,0-1 0,0 1 0,1 0 0,-1 0 0,1 0 0,-1 1 0,1-1 0,0 1 0,0 0 0,1-1 0,-1 1 0,1 1 0,0-1 0,-3 8 0,1-1 0,0 1 0,1 0 0,0 1 0,1-1 0,0 0 0,1 1 0,1 23 0,0-34 5,0 0-1,0 0 1,0-1 0,1 1-1,-1 0 1,1 0-1,-1 0 1,1-1 0,0 1-1,-1 0 1,1-1 0,0 1-1,0-1 1,0 1-1,0-1 1,0 1 0,1-1-1,-1 0 1,0 1-1,1-1 1,-1 0 0,1 0-1,-1 0 1,1 0-1,2 1 1,-1-1-111,0 0 0,0 0 0,0-1 0,0 1 0,0-1 0,0 0-1,1 0 1,-1 0 0,0 0 0,0-1 0,0 1 0,0-1 0,6-1 0,5-3-6720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2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1 24575,'0'522'0,"0"-515"14,0 0-1,-1 1 0,0-1 0,0 0 1,-1 0-1,1 0 0,-2-1 1,-4 12-1,5-14-106,0 0 0,0 0 1,-1-1-1,1 0 0,-1 1 0,0-1 0,0 0 0,0 0 1,0-1-1,-1 1 0,1-1 0,-1 1 0,1-1 1,-1 0-1,-8 2 0,-2 1-6733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2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24575,'18'0'0,"1"2"0,0 1 0,-1 0 0,0 1 0,0 1 0,0 0 0,-1 2 0,25 12 0,-29-14 0,0 0 0,1-1 0,-1-1 0,19 3 0,-16-4 0,0 2 0,26 8 0,-14-2 0,1-1 0,50 9 0,-55-15 0,47-1 0,-75-2 0,0-1 0,0 1 0,0 0 0,0 1 0,0-1 0,0 1 0,1 0 0,-1 0 0,0 0 0,0 0 0,0 1 0,1 0 0,-1 0 0,1-1 0,-1 2 0,1-1 0,0 0 0,0 1 0,0 0 0,0-1 0,1 1 0,-1 0 0,1 1 0,-1-1 0,1 0 0,0 1 0,0-1 0,1 1 0,-1-1 0,-1 6 0,1 2 0,0-1 0,1 1 0,0 0 0,0 0 0,1 0 0,1 0 0,0 0 0,0 0 0,5 15 0,-5-24 0,0 0 0,1 0 0,-1 0 0,0 0 0,1 0 0,0 0 0,0 0 0,-1-1 0,1 1 0,0-1 0,0 1 0,0-1 0,0 0 0,1 0 0,-1 0 0,0 0 0,0 0 0,1-1 0,-1 1 0,1 0 0,-1-1 0,0 0 0,1 0 0,-1 0 0,1 0 0,3 0 0,-3 0 0,0-1 0,1 1 0,-1 0 0,0-1 0,0 0 0,0 0 0,0 0 0,0 0 0,0 0 0,0-1 0,0 1 0,0-1 0,-1 0 0,1 0 0,-1 0 0,1 0 0,-1 0 0,0-1 0,4-4 0,6-18 0,-1-1 0,-1-1 0,8-34 0,-14 58 0,1 9 0,1 10 0,0 10-111,-5-14 171,2-1-1,0 1 1,7 19-1,-9-29-110,-1 0-1,1 0 1,0-1-1,0 1 1,0 0-1,0-1 1,0 1 0,0-1-1,1 1 1,-1-1-1,0 1 1,1-1-1,-1 0 1,1 0-1,0 0 1,-1 0-1,1 0 1,0 0 0,-1 0-1,1 0 1,0-1-1,0 1 1,0-1-1,0 1 1,0-1-1,0 0 1,0 0-1,3 0 1,7-2-6775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2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0 24575,'2'100'0,"-5"105"0,-7-146 0,6-43 0,1 0 0,-1 23 0,3-12 0,1-2 0,-1-1 0,-6 35 0,6-53 0,0 0 0,-1 0 0,0 0 0,0 0 0,0-1 0,-1 1 0,0-1 0,0 1 0,0-1 0,-1 0 0,1 0 0,-1 0 0,0-1 0,-10 8 0,-15 1-1365,13-10-5461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3.4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24575,'62'-1'0,"71"3"0,-23 19 0,-64-10 0,-37-8 0,1-1 0,-1 1 0,1-1 0,0-1 0,-1 0 0,1 0 0,0-1 0,0-1 0,0 1 0,14-4 0,-23 4 0,-1 0 0,1 0 0,-1 0 0,1 0 0,-1 0 0,1-1 0,-1 1 0,1 0 0,-1 0 0,1 0 0,-1-1 0,1 1 0,-1 0 0,0 0 0,1-1 0,-1 1 0,0 0 0,1-1 0,-1 1 0,0-1 0,1 1 0,-1 0 0,0-1 0,0 1 0,1-1 0,-1 1 0,0-1 0,0 1 0,0-1 0,1 0 0,-12-10 0,-22-3 0,26 12 0,-1 0 0,0 1 0,0 0 0,-1 1 0,1 0 0,0 0 0,-9 1 0,14 0 0,-1 0 0,1 0 0,0 0 0,-1 0 0,1 1 0,0-1 0,0 1 0,0 0 0,0-1 0,0 2 0,0-1 0,1 0 0,-1 0 0,1 1 0,-1 0 0,1-1 0,0 1 0,-3 5 0,-3 6 0,1 0 0,1 0 0,0 1 0,1 0 0,0 0 0,1 0 0,1 0 0,1 1 0,-2 27 0,4-41 0,0-1 0,0 1 0,0-1 0,0 1 0,0 0 0,0-1 0,1 1 0,-1-1 0,0 1 0,1-1 0,-1 1 0,1-1 0,0 1 0,-1-1 0,1 0 0,0 1 0,0-1 0,0 0 0,0 1 0,0-1 0,0 0 0,0 0 0,0 0 0,1 0 0,-1 0 0,0 0 0,1-1 0,-1 1 0,0 0 0,1 0 0,-1-1 0,1 1 0,-1-1 0,1 0 0,0 1 0,-1-1 0,1 0 0,-1 0 0,1 0 0,-1 0 0,1 0 0,0 0 0,-1-1 0,2 1 0,3-2 0,-1 1 0,0-1 0,0 0 0,0 0 0,0-1 0,0 1 0,0-1 0,-1 0 0,1-1 0,-1 1 0,7-7 0,27-45 0,-16 23 0,-5 67 0,-12-25 0,0-1 0,0 1 0,1-1 0,1 0 0,-1 0 0,1-1 0,1 0 0,10 10 0,-15-16 0,0 1 0,1 0 0,-1-1 0,1 0 0,0 0 0,0 0 0,0 0 0,0-1 0,0 0 0,0 1 0,0-1 0,0-1 0,0 1 0,1-1 0,-1 1 0,0-1 0,0 0 0,1-1 0,-1 1 0,0-1 0,0 0 0,0 0 0,0 0 0,6-3 0,-7 2 4,1 0 0,-1 0 0,0-1 0,0 0 0,0 1 0,0-1 0,0 0 0,-1-1 0,1 1 0,-1 0 0,3-7 0,9-10-1417,-5 10-5413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3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0 24575,'-3'0'0,"0"0"0,0 0 0,0 0 0,0 1 0,0-1 0,0 1 0,0 0 0,0-1 0,1 1 0,-1 1 0,0-1 0,1 0 0,-1 1 0,0-1 0,1 1 0,0 0 0,-4 3 0,5-4 0,0 1 0,-1 0 0,1 1 0,0-1 0,0 0 0,0 0 0,1 0 0,-1 1 0,0-1 0,1 0 0,0 1 0,-1-1 0,1 0 0,0 1 0,0-1 0,0 0 0,1 1 0,-1-1 0,1 1 0,-1-1 0,1 0 0,1 5 0,5 6 0,0 1 0,0-1 0,1 0 0,1 0 0,0-1 0,16 16 0,14 20 0,-36-43 0,0-1 0,0 0 0,0 1 0,-1-1 0,1 1 0,-1 0 0,0 0 0,-1 0 0,2 6 0,-3-9 0,0 0 0,0-1 0,0 1 0,0 0 0,-1-1 0,1 1 0,0-1 0,-1 1 0,1 0 0,-1-1 0,0 1 0,0-1 0,1 0 0,-1 1 0,0-1 0,0 0 0,0 1 0,0-1 0,-1 0 0,1 0 0,0 0 0,0 0 0,-1 0 0,1 0 0,-1 0 0,1 0 0,-1-1 0,1 1 0,-1-1 0,1 1 0,-1-1 0,-2 1 0,-10 2 0,20-7 0,22-8 0,50-13 0,-3 1 0,-64 21 0,-1-1 0,1 0 0,-1-1 0,0 0 0,11-7 0,-9 5 0,0 0 0,21-8 0,-24 12 0,0-1 0,0-1 0,-1 1 0,0-1 0,0 0 0,0-1 0,-1 0 0,1-1 0,8-10 0,-14 15 0,0 0 0,0 0 0,0 0 0,0-1 0,-1 1 0,1-1 0,-1 1 0,1-1 0,-1 0 0,0 0 0,0 1 0,0-1 0,-1 0 0,1 0 0,-1 0 0,1 0 0,-1 0 0,0 0 0,0 0 0,0 0 0,-1 0 0,1 0 0,-1 0 0,1 1 0,-1-1 0,0 0 0,0 0 0,-1 0 0,1 1 0,0-1 0,-1 1 0,0-1 0,1 1 0,-4-4 0,4 5 0,-1-1 0,1 0 0,0 1 0,-1-1 0,0 1 0,1 0 0,-1-1 0,0 1 0,0 0 0,1 0 0,-1 0 0,0 0 0,0 1 0,0-1 0,0 0 0,0 1 0,0-1 0,0 1 0,0 0 0,-1 0 0,1 0 0,0 0 0,0 0 0,0 0 0,0 1 0,0-1 0,0 0 0,0 1 0,0 0 0,0-1 0,-2 2 0,1 0 0,1 0 0,-1 0 0,1 0 0,-1 0 0,1 1 0,0-1 0,0 1 0,0-1 0,1 1 0,-1 0 0,0 0 0,1-1 0,0 1 0,0 0 0,0 0 0,0 1 0,0-1 0,0 0 0,0 5 0,0 6 0,0 0 0,1 1 0,0-1 0,1 0 0,1 0 0,0 0 0,6 20 0,-7-30 0,0 0 0,1-1 0,0 1 0,0 0 0,0-1 0,0 1 0,1-1 0,-1 1 0,1-1 0,0 0 0,0 0 0,0-1 0,0 1 0,1-1 0,-1 1 0,1-1 0,-1 0 0,1 0 0,0 0 0,0-1 0,0 0 0,0 1 0,0-1 0,0-1 0,0 1 0,0 0 0,0-1 0,0 0 0,7-1 0,-6 1 0,-1 0 0,1 0 0,0-1 0,0 0 0,0 0 0,-1 0 0,1-1 0,0 0 0,-1 0 0,1 0 0,-1 0 0,0-1 0,6-3 0,-1-2 0,-1 0 0,0-1 0,-1 0 0,8-10 0,5-7 0,7-12-1365,-21 25-5461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4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171 1 24575,'0'392'0,"0"-379"0,2 0 0,0-1 0,3 13 0,-2-15 0,-1-1 0,-1 1 0,1 0 0,-1 0 0,-1 12 0,-1-18 0,1-1 0,-1 1 0,0-1 0,0 0 0,0 1 0,0-1 0,-1 0 0,0 0 0,1 0 0,-1 0 0,0 0 0,0 0 0,0 0 0,-1-1 0,1 1 0,-1-1 0,0 0 0,1 1 0,-5 1 0,-2 2-114,0-1 1,0 1-1,0-2 0,-1 1 0,0-2 1,0 1-1,0-1 0,0-1 0,-1 1 1,1-2-1,-15 1 0,7-1-6712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4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67 24575,'0'-2'0,"0"0"0,0 0 0,0 0 0,1 0 0,-1 0 0,1 0 0,0 0 0,-1 1 0,1-1 0,0 0 0,0 0 0,0 0 0,0 1 0,0-1 0,0 1 0,1-1 0,-1 1 0,3-3 0,0 1 0,0 0 0,0 1 0,1-1 0,-1 1 0,0 0 0,1 1 0,7-3 0,4 0 0,1 1 0,-1 1 0,27 0 0,502 4-1365,-526-2-5461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5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0 24575,'2'99'0,"-4"108"0,1-201-170,0 1-1,0 0 0,0-1 1,-1 1-1,0 0 0,0-1 1,-5 8-1,-1 0-6655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5.4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24575,'0'4'0,"0"4"0,0 2-8191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5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24575,'1'0'0,"1"1"0,-1-1 0,0 0 0,0 1 0,1-1 0,-1 1 0,0 0 0,0-1 0,0 1 0,0 0 0,0 0 0,0-1 0,0 1 0,0 0 0,-1 0 0,1 0 0,0 0 0,0 0 0,0 2 0,15 28 0,-11-19 0,1 0 0,-2 0 0,0 1 0,0-1 0,-1 1 0,0 0 0,-1 0 0,0 19 0,7 37 0,-3-29 0,-2 0 0,-1 1 0,-6 68 0,1-21 0,2-65-112,1-10-97,-1 0 0,0 1 0,-1-1 1,-1 0-1,-4 19 0,1-18-6617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6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86 24575,'0'-1'0,"0"0"0,1 0 0,-1 0 0,1 0 0,-1 0 0,1 0 0,-1 0 0,1 1 0,-1-1 0,1 0 0,0 0 0,0 1 0,-1-1 0,1 0 0,0 1 0,0-1 0,0 1 0,0-1 0,0 1 0,0-1 0,0 1 0,0 0 0,0-1 0,0 1 0,0 0 0,0 0 0,1 0 0,34-4 0,-32 3 0,109 2 0,16-3 0,-127 2 0,0 0 0,0 0 0,0 0 0,0-1 0,0 1 0,-1-1 0,1 1 0,0-1 0,0 0 0,0 0 0,-1 0 0,1 0 0,-1 0 0,1 0 0,-1 0 0,3-2 0,-4 2 0,1 0 0,0 0 0,-1 0 0,1 0 0,-1 0 0,1 0 0,-1 0 0,0 0 0,1-1 0,-1 1 0,0 0 0,0 0 0,0 0 0,0 0 0,0 0 0,0-1 0,0 1 0,0 0 0,0 0 0,-1-1 0,1 0 0,-1 1 0,1-1 0,-1 1 0,0-1 0,0 1 0,0-1 0,0 1 0,0 0 0,0 0 0,0 0 0,0-1 0,-1 1 0,1 0 0,0 0 0,-1 1 0,1-1 0,-1 0 0,1 0 0,-1 1 0,1-1 0,-1 1 0,1-1 0,-1 1 0,0 0 0,1-1 0,-1 1 0,0 0 0,1 0 0,-1 0 0,1 0 0,-1 1 0,0-1 0,1 0 0,-3 1 0,2 0 0,0 0 0,0 0 0,0 0 0,1 0 0,-1 0 0,0 0 0,1 0 0,-1 0 0,1 1 0,-1-1 0,1 1 0,0-1 0,0 1 0,-1-1 0,1 1 0,0 0 0,1 0 0,-1-1 0,0 1 0,0 0 0,0 3 0,-8 48 0,5-23 0,-10 50 0,13-72 0,1-1 0,0 1 0,0 0 0,0 0 0,1 0 0,0 0 0,1-1 0,2 9 0,-3-14 0,0 0 0,0 0 0,0 0 0,1 0 0,-1 0 0,0 0 0,1-1 0,0 1 0,-1 0 0,1-1 0,0 0 0,-1 1 0,1-1 0,0 0 0,0 0 0,0 0 0,0 0 0,1 0 0,-1 0 0,0-1 0,0 1 0,0-1 0,1 1 0,-1-1 0,0 0 0,0 0 0,1 0 0,-1 0 0,0-1 0,0 1 0,0 0 0,1-1 0,-1 0 0,3-1 0,1 1 0,0-1 0,-1-1 0,0 1 0,1-1 0,-1 0 0,0 0 0,0 0 0,-1-1 0,1 1 0,-1-1 0,1-1 0,3-4 0,10-17 0,-9 16 0,-1-1 0,-1-1 0,0 1 0,0-1 0,-2 0 0,10-25 0,-15 35 0,9-27 0,-9 28 0,1 0 0,-1 0 0,1-1 0,-1 1 0,1 0 0,0 0 0,0 0 0,-1-1 0,1 1 0,0 0 0,0 0 0,0 0 0,0 1 0,0-1 0,0 0 0,0 0 0,1 1 0,0-2 0,-1 2 0,0 0 0,-1 0 0,1 1 0,0-1 0,-1 0 0,1 0 0,0 1 0,-1-1 0,1 0 0,-1 1 0,1-1 0,-1 0 0,1 1 0,-1-1 0,1 1 0,-1-1 0,1 1 0,-1-1 0,0 1 0,1-1 0,-1 1 0,0-1 0,1 1 0,-1 0 0,0-1 0,0 1 0,1 0 0,-1-1 0,0 1 0,0 0 0,0-1 0,0 1 0,0 1 0,3 26 0,-3-26 0,1 10 0,1 55 0,-2-63 0,0 1 0,-1-1 0,1 1 0,-1-1 0,0 1 0,0-1 0,-1 1 0,1-1 0,-1 0 0,0 0 0,-3 5 0,1-11 0,1-10 0,1-12 0,1 10 0,0 5 0,1 0 0,0 1 0,0-1 0,1 0 0,2-8 0,-2 14 0,0 1 0,0-1 0,0 1 0,0 0 0,0 0 0,0-1 0,1 1 0,-1 0 0,1 0 0,-1 0 0,1 1 0,0-1 0,0 0 0,0 0 0,0 1 0,0 0 0,0-1 0,0 1 0,0 0 0,1 0 0,3-2 0,7-1 0,-1 0 0,1 0 0,0 2 0,23-3 0,-32 4 0,0 1 0,0 1 0,0-1 0,0 1 0,0-1 0,0 1 0,0 0 0,0 0 0,-1 1 0,1-1 0,0 1 0,-1 0 0,1 0 0,-1 0 0,0 1 0,1-1 0,-1 1 0,0-1 0,4 6 0,2 4 0,0 0 0,-1 0 0,0 1 0,-1 0 0,0 0 0,-1 1 0,0 0 0,-2 0 0,1 1 0,3 28 0,-8-51 0,0 0 0,0 0 0,1 0 0,0 0 0,0 0 0,1 0 0,0 1 0,1-1 0,-1 0 0,7-10 0,-6 12 0,0 0 0,0 0 0,1 1 0,0-1 0,0 1 0,0 0 0,1 0 0,0 1 0,0-1 0,0 1 0,0 0 0,1 0 0,-1 1 0,12-6 0,-16 9 0,0 0 0,0-1 0,0 1 0,0 0 0,0 0 0,0 0 0,0 0 0,0 0 0,0 0 0,0 0 0,0 0 0,0 0 0,-1 0 0,1 1 0,0-1 0,0 0 0,0 1 0,0-1 0,0 0 0,0 1 0,-1-1 0,1 1 0,0-1 0,0 1 0,-1 0 0,1-1 0,0 1 0,-1 0 0,1 0 0,-1-1 0,1 1 0,-1 0 0,1 0 0,-1 0 0,1 0 0,-1-1 0,0 1 0,0 0 0,1 0 0,-1 0 0,0 0 0,0 0 0,0 2 0,2 7 0,-1 1 0,0-1 0,-1 14 0,0-9 0,11 40-1365,-8-39-5461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7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23 24575,'0'-1'0,"0"0"0,-1 0 0,1 0 0,-1 0 0,1 0 0,-1 0 0,1 1 0,-1-1 0,1 0 0,-1 0 0,0 0 0,0 1 0,1-1 0,-1 0 0,0 1 0,0-1 0,0 1 0,0-1 0,0 1 0,0-1 0,0 1 0,0 0 0,0 0 0,0-1 0,0 1 0,0 0 0,-1 0 0,-34-4 0,32 4 0,-4-1 0,1 1 0,0 0 0,-1 0 0,1 1 0,0 0 0,-1 0 0,1 1 0,0 0 0,-8 3 0,12-4 0,1 0 0,0 1 0,0-1 0,0 0 0,0 1 0,0-1 0,1 1 0,-1 0 0,0 0 0,1-1 0,-1 1 0,1 0 0,0 0 0,0 1 0,0-1 0,0 0 0,0 0 0,0 0 0,0 1 0,1-1 0,-1 1 0,1-1 0,-1 0 0,1 1 0,0-1 0,0 1 0,0-1 0,0 0 0,1 1 0,-1-1 0,1 0 0,0 3 0,3 7 0,0 1 0,0-1 0,1-1 0,1 1 0,0-1 0,13 19 0,-4-10 0,0-1 0,29 27 0,-35-37 0,-1 0 0,-1 0 0,1 1 0,-2 0 0,1 0 0,7 18 0,-11-22 0,-1-1 0,0 1 0,0-1 0,0 1 0,0 0 0,-1 0 0,0 0 0,-1 0 0,1-1 0,-1 1 0,0 0 0,0 0 0,-1 0 0,0 0 0,-2 7 0,2-10 0,-2 0 0,1 0 0,0 0 0,-1 0 0,1-1 0,-1 1 0,0-1 0,0 1 0,0-1 0,0 0 0,0 0 0,-8 3 0,10-4 0,-1 0 0,1 0 0,-1 0 0,0-1 0,1 1 0,-1 0 0,0-1 0,0 1 0,0-1 0,1 0 0,-1 1 0,0-1 0,0 0 0,0 0 0,0 0 0,1 0 0,-1-1 0,0 1 0,0 0 0,0-1 0,0 1 0,1-1 0,-1 0 0,0 0 0,1 0 0,-1 1 0,-1-3 0,2 2 4,0-1 0,1 1 0,-1-1-1,1 1 1,-1-1 0,1 1 0,0-1-1,-1 0 1,1 1 0,0-1 0,0 0-1,0 1 1,0-1 0,0 1 0,1-1-1,-1 0 1,0 1 0,1-1 0,0 1-1,-1-1 1,1 1 0,1-3 0,21-35-713,-18 32-34,5-8-6083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7.3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24575,'1'13'0,"0"0"0,1 0 0,0 0 0,1 0 0,1-1 0,7 19 0,0 1 0,-3 0 0,0 0 0,-2 1 0,2 57 0,-7-87 9,-1 1-1,0-1 1,-1 1-1,1-1 1,0 1 0,-1-1-1,0 0 1,0 1-1,0-1 1,0 0-1,-1 0 1,1 1-1,-2 2 1,1-5-64,1 0 0,0 1 0,0-1 0,-1 0 0,1 0 0,-1 0 0,1 0 0,-1 0 0,1 0 0,-1 0 0,1 0 0,-1 0 0,0-1 0,0 1 0,1-1 0,-1 0 0,0 1 0,0-1 0,1 0 0,-1 0 0,0 0 0,0 0 0,0 0 0,1 0 0,-1-1 0,-2 0 0,-10-3-6771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7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47 24575,'0'-1'0,"1"-1"0,-1 0 0,1 0 0,-1 1 0,1-1 0,0 0 0,-1 1 0,1-1 0,0 1 0,0-1 0,0 1 0,0 0 0,0-1 0,1 1 0,-1 0 0,0 0 0,1 0 0,-1-1 0,1 1 0,-1 1 0,1-1 0,-1 0 0,1 0 0,0 1 0,-1-1 0,4 0 0,4-2 0,0 1 0,0 0 0,16-1 0,37 0 0,96 8 0,-156-5-105,0 0 0,1 0 0,-1 1 0,0-1 0,1 1 0,-1 0 0,0 0 0,0 0 0,0 0 0,0 0 0,0 0 0,3 2 0,4 7-6721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7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17 110 24575,'-1'1'0,"-1"0"0,1 1 0,0-1 0,-1 0 0,1 1 0,0-1 0,0 1 0,0 0 0,0-1 0,0 1 0,1 0 0,-1 0 0,0-1 0,1 1 0,-1 0 0,1 0 0,0 0 0,0 0 0,-1-1 0,1 1 0,0 0 0,1 0 0,-1 0 0,0 0 0,0 0 0,1 0 0,-1-1 0,1 1 0,0 0 0,-1 0 0,1-1 0,0 1 0,0 0 0,0-1 0,0 1 0,1-1 0,-1 1 0,0-1 0,1 0 0,-1 0 0,0 1 0,1-1 0,1 1 0,4 3 0,0-1 0,0 0 0,0 0 0,0 0 0,0-1 0,1 0 0,-1-1 0,15 3 0,-9-3 0,0 0 0,0-1 0,19-1 0,-27-1 0,0 0 0,1 1 0,-1-2 0,0 1 0,0-1 0,0 0 0,0 0 0,0 0 0,0 0 0,8-7 0,-1 1 0,0-2 0,0 1 0,-1-2 0,0 1 0,-1-1 0,0-1 0,-1 0 0,0-1 0,11-21 0,10-18-1365,-20 37-5461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8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890 1 24575,'1'0'0,"0"0"0,0 1 0,0-1 0,0 0 0,-1 1 0,1-1 0,0 1 0,0-1 0,-1 1 0,1-1 0,0 1 0,-1-1 0,1 1 0,0 0 0,-1-1 0,1 1 0,-1 0 0,1 0 0,-1-1 0,0 1 0,1 0 0,-1 0 0,0 0 0,1 0 0,-1 0 0,0-1 0,0 3 0,5 30 0,-4-23 0,7 34 0,-3-20 0,-1 1 0,2 37 0,-6-9 0,-2 90 0,-4-112 0,5-30 0,1 1 0,0-1 0,-1 0 0,1 0 0,-1 0 0,1 1 0,-1-1 0,0 0 0,1 0 0,-1 0 0,0 0 0,0 0 0,0 0 0,0-1 0,0 1 0,0 0 0,0 0 0,0 0 0,0-1 0,0 1 0,-2 0 0,3-1 0,-1 0 0,0-1 0,0 1 0,1 0 0,-1 0 0,0 0 0,1-1 0,-1 1 0,1-1 0,-1 1 0,0 0 0,1-1 0,-1 1 0,1-1 0,-1 1 0,1-1 0,-1 1 0,1-1 0,-1 0 0,1 1 0,0-1 0,-1 0 0,1 1 0,0-1 0,0 0 0,-1 1 0,1-1 0,0 0 0,0 1 0,0-1 0,0-1 0,-4-27 0,4 27 0,-3-54 0,7-90 0,-3 139 0,1 0 0,0 0 0,0 0 0,0 0 0,1 0 0,0 0 0,1 1 0,-1 0 0,7-9 0,45-50 0,-54 63 0,4-3 0,0-1 0,1 1 0,0 0 0,0 1 0,0-1 0,0 1 0,1 1 0,0-1 0,0 1 0,9-3 0,-11 4 0,0 1 0,0 0 0,0 0 0,0 1 0,0 0 0,0 0 0,0 0 0,0 0 0,0 1 0,0-1 0,0 2 0,0-1 0,0 0 0,0 1 0,0 0 0,6 3 0,-4 1 0,0 0 0,0 0 0,0 0 0,-1 1 0,1 0 0,-2 0 0,1 1 0,-1 0 0,0 0 0,-1 0 0,6 15 0,10 15 0,-15-30 0,-2 1 0,1 0 0,-1 0 0,3 16 0,12 28 0,-14-43 0,0 0 0,0 0 0,-1 0 0,0 1 0,-1-1 0,0 1 0,-1 0 0,0 0 0,0 0 0,-1 0 0,-1-1 0,0 1 0,-5 21 0,4-28 0,0 1 0,-1-1 0,1 0 0,-1-1 0,0 1 0,0 0 0,0-1 0,-1 0 0,1 1 0,-1-1 0,0-1 0,0 1 0,0 0 0,0-1 0,0 0 0,-1 0 0,1 0 0,-1-1 0,1 1 0,-1-1 0,-7 1 0,-10 1 0,0 0 0,0-2 0,-25-1 0,-57-2 0,-158 3 0,182 10 45,47-6-516,-39 1 0,28-5 303,-182 11-313,149-6-520,-85-3-1,154-3 828,-23 0-4294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9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24575,'2'0'0,"0"1"0,0 0 0,0 0 0,-1 0 0,1 0 0,0 0 0,-1 0 0,1 0 0,-1 0 0,0 1 0,1-1 0,-1 0 0,0 1 0,0 0 0,0-1 0,0 1 0,2 3 0,16 31 0,-19-35 0,7 17 0,-1 1 0,-1-1 0,-1 1 0,3 24 0,-4-19 0,1-1 0,9 26 0,-7-24 0,-1 1 0,-2 0 0,0 0 0,-1 0 0,-2 0 0,-4 35 0,2 13 0,2-31-1365,0-24-5461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9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24 24575,'3'-3'0,"0"1"0,0 0 0,1 0 0,-1 0 0,0 0 0,1 1 0,0-1 0,-1 1 0,1 0 0,0 0 0,0 0 0,5 0 0,52-1 0,-44 2 0,-13 0 0,10 0 0,1 0 0,-1 1 0,0 0 0,20 5 0,-31-5 0,-1-1 0,1 1 0,0 0 0,0 0 0,0 1 0,0-1 0,-1 1 0,1-1 0,-1 1 0,1 0 0,-1 0 0,0 0 0,1 0 0,-1 0 0,0 0 0,-1 1 0,1-1 0,0 1 0,-1-1 0,1 1 0,-1 0 0,0-1 0,1 1 0,-2 0 0,1 0 0,0 0 0,0 3 0,-1-3 0,0 0 0,0-1 0,-1 1 0,1-1 0,-1 1 0,1-1 0,-1 1 0,0-1 0,0 1 0,0-1 0,0 0 0,-1 1 0,1-1 0,-1 0 0,1 0 0,-1 0 0,0 0 0,1 0 0,-1 0 0,-2 1 0,-8 6 0,0 0 0,-18 10 0,9-6 0,6-4 0,0-1 0,-20 8 0,-13 7 0,-10 1 0,47-20 0,0 0 0,-1 1 0,2 0 0,-21 13 0,31-18 0,-1 0 0,1 0 0,-1 1 0,1-1 0,0 0 0,-1 1 0,1-1 0,0 0 0,0 1 0,-1-1 0,1 0 0,0 1 0,0-1 0,-1 1 0,1-1 0,0 1 0,0-1 0,0 1 0,0-1 0,-1 1 0,1-1 0,0 1 0,0-1 0,0 0 0,0 1 0,0-1 0,1 1 0,-1-1 0,0 1 0,0-1 0,0 1 0,0-1 0,1 1 0,13 14 0,28 6 0,-40-20 0,47 16 0,-34-13 0,0 2 0,25 11 0,26 13 0,-53-25 0,-1-1 0,0 2 0,0 0 0,0 0 0,0 1 0,-1 0 0,-1 1 0,1 0 0,-1 1 0,11 12 0,-20-20 0,0 1 0,1-1 0,-1 1 0,0-1 0,0 1 0,0 0 0,0 0 0,0-1 0,-1 1 0,1 0 0,0 0 0,-1 0 0,1 0 0,-1 0 0,0 0 0,0 0 0,0 0 0,0 0 0,0-1 0,0 1 0,0 0 0,-1 3 0,0-4 0,0 1 0,0 0 0,-1-1 0,1 1 0,0-1 0,-1 0 0,1 1 0,-1-1 0,0 0 0,1 0 0,-1 0 0,0 0 0,0 0 0,1 0 0,-1-1 0,0 1 0,-3 0 0,-10 2 0,0-1 0,0 0 0,0-2 0,-19 0 0,-5 0 0,15 0 0,1-1 0,-42-6 0,58 6 0,0-1 0,1 0 0,-1 0 0,1-1 0,-1 1 0,1-1 0,0-1 0,0 1 0,0-1 0,1 0 0,-1 0 0,1-1 0,0 0 0,-4-5 0,7 7-170,-1 0-1,2 0 0,-1 0 1,0 0-1,1-1 0,-1 1 1,0-5-1,-2-8-6655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49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24575,'4'0'0,"1"3"0,-1 6 0,0 4 0,-1 1-8191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50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24575,'4'0'0,"5"0"0,4 0 0,0 0-8191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52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 24575,'-1'0'0,"0"0"0,0 1 0,0-1 0,0 1 0,0-1 0,0 1 0,0-1 0,0 1 0,1 0 0,-1-1 0,0 1 0,0 0 0,1 0 0,-1-1 0,1 1 0,-1 0 0,0 0 0,1 0 0,0 0 0,-1 0 0,1 0 0,-1 0 0,1 0 0,0 0 0,0 0 0,0 0 0,0 2 0,-4 32 0,3-31 0,0 16 0,1-1 0,1 1 0,0 0 0,2-1 0,6 26 0,14 63 0,-13-37 0,-9-58 0,0 1 0,1-1 0,1 1 0,0-1 0,0 0 0,7 14 0,0-3 0,-8-18 0,0 0 0,0-1 0,1 1 0,0-1 0,0 0 0,0 0 0,1 0 0,-1 0 0,1 0 0,0-1 0,1 0 0,8 8 0,-4-6 0,1 0 0,0 0 0,0-1 0,0 0 0,1-1 0,17 5 0,-23-8 0,0 0 0,0 0 0,0-1 0,0 0 0,1 0 0,-1 0 0,0 0 0,0-1 0,0 0 0,0 0 0,0 0 0,0-1 0,0 1 0,-1-1 0,1 0 0,0-1 0,4-2 0,-3 0 0,1-1 0,-1 0 0,0 0 0,-1 0 0,0 0 0,0-1 0,0 0 0,-1 0 0,1 0 0,-2 0 0,1-1 0,-1 0 0,0 1 0,-1-1 0,0 0 0,2-16 0,0-12 0,-2-1 0,-3-58 0,0 42 0,1 28 0,0 5 0,0 0 0,-4-23 0,4 38 0,-1 0 0,0 0 0,-1 1 0,1-1 0,-1 0 0,0 1 0,0 0 0,0-1 0,0 1 0,-1 0 0,0 0 0,0 0 0,0 0 0,-5-4 0,8 8 0,0 0 0,-1-1 0,1 1 0,0 0 0,-1-1 0,1 1 0,0 0 0,-1-1 0,1 1 0,-1 0 0,1 0 0,-1 0 0,1-1 0,-1 1 0,1 0 0,0 0 0,-1 0 0,1 0 0,-1 0 0,1 0 0,-1 0 0,1 0 0,-1 0 0,1 0 0,-1 0 0,1 0 0,-1 0 0,1 0 0,-1 1 0,1-1 0,0 0 0,-1 0 0,1 0 0,-1 1 0,1-1 0,-1 1 0,-8 19 0,6 26 0,5-31 0,1-1 0,0 1 0,1-1 0,7 16 0,-6-16 0,-1 0 0,0 0 0,0 0 0,1 22 0,-3-20 0,1-1 0,0 0 0,0 0 0,8 18 0,-6-19 0,0 0 0,-1 0 0,-1 0 0,-1 1 0,2 15 0,-4-9-1365,0-3-5461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53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200 44 24575,'-7'-1'0,"-1"0"0,1 0 0,0-1 0,-1 0 0,1 0 0,0-1 0,-12-6 0,11 5 0,-1 0 0,1 1 0,-1 0 0,1 0 0,-12-1 0,18 3 0,0 1 0,0 0 0,-1 0 0,1-1 0,0 1 0,0 0 0,-1 1 0,1-1 0,0 0 0,0 1 0,0-1 0,-1 1 0,1 0 0,0 0 0,0 0 0,0 0 0,0 0 0,0 0 0,0 0 0,1 0 0,-1 1 0,0-1 0,1 1 0,-1 0 0,-2 2 0,2 1 0,0 0 0,0-1 0,1 1 0,-1 0 0,1 0 0,0 0 0,0 0 0,1 1 0,-1-1 0,2 7 0,-1-5 0,0-1 0,0 0 0,1 0 0,0 0 0,0 0 0,1 1 0,-1-1 0,1-1 0,1 1 0,-1 0 0,1 0 0,0-1 0,0 0 0,1 0 0,0 0 0,-1 0 0,2 0 0,-1 0 0,0-1 0,10 7 0,36 31 0,-36-29 0,0-1 0,0-1 0,1 0 0,25 13 0,-35-21 0,0 1 0,0-1 0,0 1 0,-1 0 0,1 0 0,4 6 0,-6-6 0,0-1 0,1 1 0,0-1 0,-1 0 0,1 0 0,0 0 0,7 3 0,-9-5 0,0-1 0,0 1 0,0-1 0,0 1 0,0-1 0,1 0 0,-1 0 0,0 0 0,0 0 0,0 0 0,0-1 0,0 1 0,1-1 0,-1 1 0,0-1 0,0 0 0,0 0 0,0 0 0,0 0 0,-1 0 0,4-3 0,141-95 0,-144 97 0,1-1 0,0 1 0,-1-1 0,1 0 0,-1 0 0,0 0 0,0-1 0,0 1 0,0 0 0,-1-1 0,1 1 0,-1-1 0,0 0 0,0 1 0,0-1 0,0 0 0,-1-6 0,1-5 0,0 1 0,-2-1 0,-2-17 0,3 30 0,0 1 0,0-1 0,0 0 0,-1 1 0,1-1 0,0 0 0,-1 1 0,0-1 0,1 0 0,-1 1 0,0-1 0,0 1 0,0-1 0,0 1 0,0-1 0,0 1 0,0 0 0,0 0 0,-1 0 0,1-1 0,0 1 0,-1 0 0,1 0 0,-1 1 0,1-1 0,-1 0 0,0 0 0,-2 0 0,2 1 0,1 0 0,-1 0 0,1 1 0,-1-1 0,1 0 0,-1 1 0,1-1 0,0 1 0,-1 0 0,1-1 0,-1 1 0,1 0 0,0 0 0,0 0 0,0 0 0,-1 0 0,1 0 0,0 0 0,0 0 0,0 0 0,1 0 0,-1 1 0,0-1 0,0 0 0,1 1 0,-1-1 0,1 1 0,-1-1 0,1 0 0,-1 1 0,1-1 0,0 4 0,-3 8 0,1 1 0,1 0 0,0 0 0,1 0 0,1-1 0,0 1 0,0 0 0,8 26 0,-8-35 0,0 0 0,1 0 0,0 0 0,0 0 0,0 0 0,1-1 0,-1 1 0,1-1 0,0 0 0,0 0 0,1 0 0,-1 0 0,1 0 0,0-1 0,0 0 0,0 0 0,0 0 0,0 0 0,1 0 0,0-1 0,-1 0 0,1 0 0,0 0 0,0-1 0,0 1 0,8 0 0,-1-1 0,-1 0 0,1-1 0,-1 0 0,1-1 0,21-4 0,-27 3 0,-1 1 0,0-1 0,0-1 0,0 1 0,0-1 0,0 1 0,0-2 0,-1 1 0,1 0 0,-1-1 0,0 0 0,0 0 0,0 0 0,4-6 0,-4 4 0,0 0 0,-1-1 0,0 1 0,0-1 0,0 0 0,0 0 0,-1 0 0,0 0 0,1-14 0,-1-1 0,-3-42 0,1 55 0,2 30 0,1 1 0,1-1 0,11 34 0,-9-36 0,-1 1 0,3 22 0,-10-59 0,0-1 0,2 0 0,0 1 0,1-1 0,1 0 0,7-33 0,-6 45 0,0-1 0,1 0 0,0 1 0,0 0 0,0 0 0,1 0 0,0 0 0,0 1 0,0 0 0,1 0 0,0 0 0,-1 1 0,12-7 0,-4 5 0,0 0 0,0 1 0,0 1 0,0 0 0,1 0 0,17-1 0,13-3 0,-27 4 0,0 1 0,0 1 0,25 0 0,-35 2 0,-1 1 0,1 0 0,-1 0 0,1 1 0,-1-1 0,1 1 0,-1 1 0,0-1 0,0 1 0,0 0 0,-1 1 0,10 6 0,3 5-1365,-2-1-5461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54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24575,'1'4'0,"0"-1"0,0 1 0,0 0 0,1-1 0,0 1 0,-1-1 0,4 4 0,2 7 0,1 4 0,0 1 0,-2-1 0,0 2 0,-1-1 0,0 1 0,-2-1 0,2 41 0,-7 366 0,2-429 0,0 0 0,1 0 0,-1-1 0,1 1 0,-1 0 0,1 0 0,0 0 0,0 0 0,1 0 0,-1 0 0,0 0 0,1 0 0,0 1 0,0-1 0,0 1 0,0-1 0,0 1 0,0 0 0,1-1 0,-1 1 0,1 0 0,-1 1 0,1-1 0,0 0 0,0 1 0,-1-1 0,1 1 0,0 0 0,1 0 0,-1 0 0,4 0 0,11-2 0,0 0 0,-1 2 0,1 0 0,26 2 0,-27 0 0,-7-1 0,0 1 0,0 0 0,0 1 0,0 0 0,9 4 0,-17-6 0,0 0 0,0 1 0,0 0 0,-1-1 0,1 1 0,0 0 0,0 0 0,-1 0 0,1 0 0,-1 0 0,1 0 0,-1 0 0,1 1 0,-1-1 0,0 0 0,1 1 0,-1-1 0,0 1 0,0 0 0,0-1 0,0 1 0,-1 0 0,1 0 0,0-1 0,-1 1 0,1 0 0,-1 0 0,0 0 0,1 0 0,-1 0 0,0 0 0,0-1 0,-1 4 0,1-3 0,-1 0 0,-1 1 0,1-1 0,0 0 0,0 0 0,-1 0 0,1-1 0,-1 1 0,1 0 0,-1 0 0,0-1 0,0 1 0,0-1 0,0 0 0,0 1 0,0-1 0,0 0 0,0 0 0,0 0 0,-5 1 0,-50 11 0,48-11 0,-72 17 0,104-19 0,25-2 0,-24-4 0,-1-1 0,0 0 0,0-2 0,-1-1 0,0-1 0,22-14 0,-37 21 0,-1-1 0,1 1 0,-1-1 0,0 0 0,-1-1 0,1 1 0,-1-1 0,0-1 0,0 1 0,-1 0 0,0-1 0,0 0 0,-1 0 0,0 0 0,0-1 0,0 1 0,-1-1 0,0 1 0,-1-1 0,1 0 0,-2 0 0,1-12 0,-2 16 0,0-1 0,0 1 0,0 0 0,0 0 0,-1 0 0,0 0 0,0 0 0,0 0 0,0 0 0,-1 1 0,0-1 0,-5-5 0,7 7 0,-1 0 0,0 0 0,0 0 0,0 0 0,0 0 0,-1 1 0,1-1 0,0 1 0,-1 0 0,1-1 0,-1 1 0,0 0 0,1 0 0,-1 1 0,0-1 0,1 1 0,-1-1 0,0 1 0,0 0 0,0 0 0,-3 0 0,4 1 0,0 0 0,0 0 0,-1 1 0,1-1 0,0 1 0,0-1 0,0 1 0,0 0 0,1 0 0,-1 0 0,0 0 0,1 0 0,0 0 0,-1 0 0,1 1 0,0-1 0,0 0 0,0 1 0,0-1 0,0 5 0,-3 4 0,2 0 0,0 1 0,-1 13 0,2-20 0,0 0 0,1 0 0,0 0 0,0 0 0,0 0 0,0 0 0,1 0 0,0 0 0,0 0 0,0-1 0,1 1 0,0 0 0,0-1 0,0 1 0,0-1 0,0 0 0,1 1 0,0-1 0,0 0 0,0-1 0,1 1 0,-1-1 0,1 1 0,0-1 0,0 0 0,4 2 0,0 1 0,0-2 0,1 1 0,-1-1 0,1-1 0,0 1 0,0-2 0,0 1 0,0-1 0,1 0 0,10 0 0,15-1 0,50-3 0,-17-1 0,-63 3-105,0 0 0,0 0 0,0 0 0,0-1 0,0 0 0,0 0 0,0 0 0,-1 0 0,1-1 0,0 0 0,-1 0 0,7-4 0,-1-2-6721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55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0 24575,'0'501'0,"0"-496"0,0-2 0,1-1 0,-1 1 0,0 0 0,0 0 0,-1-1 0,1 1 0,0 0 0,-1-1 0,0 1 0,0 0 0,0-1 0,0 1 0,0-1 0,-1 3 0,1-5 0,1 0 0,0 1 0,0-1 0,0 0 0,0 0 0,0 0 0,0 0 0,0 0 0,0 0 0,0 0 0,0 0 0,0 0 0,-1 0 0,1 0 0,0 0 0,0 0 0,0 1 0,0-1 0,0 0 0,0 0 0,0 0 0,0 0 0,-1 0 0,1 0 0,0 0 0,0 0 0,0 0 0,0 0 0,0 0 0,0 0 0,0 0 0,-1 0 0,1 0 0,0 0 0,0-1 0,0 1 0,0 0 0,0 0 0,0 0 0,0 0 0,0 0 0,-1 0 0,1 0 0,0 0 0,0 0 0,0 0 0,0 0 0,0 0 0,0-1 0,0 1 0,0 0 0,0 0 0,0 0 0,0 0 0,0 0 0,0 0 0,0-1 0,-2-9 0,4-12 0,-1 18 0,0 1 0,1-1 0,-1 1 0,0 0 0,1 0 0,0 0 0,0 0 0,0 0 0,0 0 0,0 0 0,1 1 0,-1-1 0,1 1 0,0-1 0,-1 1 0,1 0 0,0 0 0,0 0 0,1 1 0,-1-1 0,0 1 0,0 0 0,1 0 0,-1 0 0,1 0 0,-1 0 0,6 0 0,9 0 0,0 0 0,1 1 0,-1 1 0,20 3 0,-36-3 0,1-1 0,0 1 0,0 0 0,0 0 0,0 0 0,-1 0 0,1 0 0,0 0 0,-1 1 0,1-1 0,-1 1 0,0 0 0,1 0 0,-1 0 0,0 0 0,3 3 0,0 3 0,0 0 0,0 0 0,6 17 0,-7-17 0,0 0 0,0 1 0,0-1 0,8 8 0,-6-8 0,1 0 0,0 0 0,1-1 0,-1 0 0,17 11 0,-18-15 0,0 0 0,0 0 0,0-1 0,0 0 0,0 0 0,1-1 0,-1 1 0,1-1 0,-1-1 0,11 1 0,49-3-1365,-47 1-5461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55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68 24575,'0'-2'0,"-1"0"0,0 0 0,1-1 0,-1 1 0,0 0 0,0 0 0,-1 0 0,1 0 0,0 0 0,-1 0 0,1 0 0,-1 0 0,1 1 0,-3-3 0,-28-18 0,26 19 0,1 1 0,-1 0 0,0 0 0,0 1 0,0 0 0,0 0 0,0 0 0,-1 1 0,1 0 0,-7 0 0,11 0 0,-1 1 0,1-1 0,0 1 0,-1-1 0,1 1 0,0 0 0,0-1 0,0 1 0,-1 0 0,1 1 0,0-1 0,0 0 0,1 1 0,-1-1 0,0 1 0,0-1 0,1 1 0,-1 0 0,1 0 0,-1 0 0,1 0 0,0 0 0,0 0 0,0 0 0,0 0 0,0 0 0,0 0 0,0 5 0,-2 20 0,1 1 0,1 0 0,2 0 0,5 36 0,-6-62 0,0 0 0,1 0 0,-1 0 0,0 0 0,1 0 0,-1 0 0,1 0 0,0 0 0,0 0 0,0 0 0,1 3 0,-1-5 0,-1 0 0,0 1 0,1-1 0,-1 0 0,1 0 0,-1 1 0,0-1 0,1 0 0,-1 0 0,1 0 0,-1 0 0,1 1 0,-1-1 0,1 0 0,-1 0 0,1 0 0,-1 0 0,0 0 0,1 0 0,-1 0 0,1 0 0,-1 0 0,1 0 0,-1 0 0,1-1 0,-1 1 0,1 0 0,-1 0 0,0 0 0,1-1 0,4-3 0,0 0 0,0 0 0,-1 0 0,1 0 0,-1-1 0,3-5 0,13-12 0,-17 19 2,0 1 0,1 0-1,-1 0 1,0 0 0,1 0-1,0 1 1,-1-1 0,1 1 0,0 0-1,0 0 1,-1 0 0,1 1-1,0-1 1,0 1 0,0 0-1,0 0 1,0 1 0,0-1 0,0 1-1,-1-1 1,1 1 0,0 1-1,0-1 1,-1 0 0,5 3-1,5 4-39,-1 0-1,-1 1 0,0 0 1,0 1-1,14 16 0,14 13-1138,-29-31-5649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55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24575,'6'4'0,"-1"1"0,1-1 0,-1 1 0,0 0 0,8 10 0,-10-12 0,101 112 0,-102-113-23,11 15-201,1-1 0,1-1 1,1 0-1,0-1 1,25 17-1,-26-23-6602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56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24575,'3'0'0,"2"4"0,0 4 0,-1 6 0,-2 3 0,0 2 0,3 3 0,0 0 0,0 1 0,2-4 0,0-2 0,-1 1 0,-1 0 0,-2-2-8191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56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24575,'0'4'0,"4"1"0,1 3 0,-1 5 0,4-1 0,-1 2 0,0 2 0,-3 2 0,-1 1 0,3-1 0,-1-2 0,0 1 0,-1 2 0,-2 0 0,-1-2-8191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56.4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24575,'3'0'0,"2"4"0,4 4 0,3 2 0,4-1 0,-1 1 0,-3-1-8191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57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65 24575,'-1'0'0,"0"0"0,0 1 0,0-1 0,0 1 0,0-1 0,0 1 0,1-1 0,-1 1 0,0 0 0,0-1 0,1 1 0,-1 0 0,0 0 0,1-1 0,-1 1 0,0 0 0,1 0 0,-1 0 0,1 0 0,0 0 0,-1 0 0,1 0 0,0 0 0,-1 0 0,1 0 0,0 0 0,0 2 0,-4 32 0,4-31 0,-1 11 0,0 0 0,1 0 0,4 25 0,-3-35 0,0 0 0,0-1 0,1 1 0,0 0 0,-1-1 0,2 1 0,-1-1 0,0 1 0,1-1 0,0 0 0,0 0 0,0 0 0,0-1 0,8 7 0,-5-5 0,1 0 0,-1-1 0,1 1 0,0-2 0,0 1 0,1-1 0,14 5 0,-20-8 0,0 1 0,0-1 0,0 0 0,0 1 0,0-1 0,0 0 0,0-1 0,0 1 0,0 0 0,0 0 0,0-1 0,0 1 0,-1-1 0,1 0 0,0 1 0,0-1 0,0 0 0,-1 0 0,1 0 0,0-1 0,-1 1 0,1 0 0,-1 0 0,0-1 0,1 1 0,-1-1 0,0 1 0,0-1 0,0 0 0,0 1 0,0-1 0,0 0 0,0 0 0,-1 0 0,1 0 0,0 0 0,-1-3 0,2 1 0,-1 0 0,0-1 0,-1 1 0,1 0 0,-1-1 0,0 1 0,0 0 0,0-1 0,-1 1 0,1 0 0,-1 0 0,0-1 0,-1 1 0,-2-7 0,-1 2 0,-1 0 0,1 1 0,-2-1 0,-11-11 0,-1-2 0,16 19 0,1-1 0,0 1 0,0 0 0,0-1 0,0 1 0,0-1 0,1 0 0,0 0 0,0 1 0,0-1 0,0 0 0,0 0 0,1 0 0,0 0 0,0-7 0,0 9 0,0 0 0,1 0 0,-1 0 0,1-1 0,-1 1 0,1 0 0,0 0 0,0 0 0,0 0 0,0 0 0,0 1 0,0-1 0,1 0 0,-1 0 0,1 1 0,-1-1 0,1 1 0,0-1 0,-1 1 0,1 0 0,0 0 0,0-1 0,0 1 0,0 1 0,0-1 0,0 0 0,0 0 0,0 1 0,3-1 0,0 0 0,0 0 0,0 0 0,1 0 0,-1 1 0,0 0 0,1 0 0,-1 0 0,0 1 0,0 0 0,0 0 0,1 0 0,-1 0 0,0 1 0,0 0 0,-1 0 0,7 4 0,-4-1 0,0 1 0,0 0 0,-1 0 0,0 1 0,0 0 0,-1 0 0,0 0 0,8 16 0,0-4 0,0 0 0,30 32 0,-25-31 0,-4 0 0,-12-15 0,1-1 0,0 1 0,1 0 0,-1-1 0,1 0 0,7 6 0,-11-9 0,1-1 0,0 1 0,-1-1 0,1 0 0,0 1 0,0-1 0,-1 0 0,1 1 0,0-1 0,0 0 0,0 0 0,0 0 0,-1 0 0,1 0 0,0 0 0,0 0 0,0 0 0,0 0 0,1-1 0,0 1 0,-1-1 0,1 0 0,-1 0 0,0 0 0,1 0 0,-1 0 0,0-1 0,1 1 0,-1 0 0,0-1 0,0 1 0,0 0 0,1-3 0,4-6 0,1 0 0,-1 0 0,-1-1 0,0 0 0,-1 0 0,0 0 0,0 0 0,-2-1 0,1 1 0,-1-1 0,0-19 0,-3-7 0,2-25 0,-1 63 0,-1 0 0,1-1 0,0 1 0,0 0 0,0 0 0,0 0 0,0-1 0,0 1 0,0 0 0,0 0 0,0 0 0,0-1 0,0 1 0,0 0 0,0 0 0,1 0 0,-1-1 0,0 1 0,0 0 0,0 0 0,0 0 0,0-1 0,0 1 0,0 0 0,0 0 0,1 0 0,-1 0 0,0 0 0,0-1 0,0 1 0,0 0 0,1 0 0,-1 0 0,0 0 0,0 0 0,0 0 0,1 0 0,-1 0 0,0-1 0,0 1 0,0 0 0,1 0 0,-1 0 0,0 0 0,0 0 0,0 0 0,1 0 0,-1 0 0,0 0 0,0 0 0,0 1 0,1-1 0,10 12 0,5 21 0,-7 5 0,9 27 0,-16-61 0,-1 0 0,1 0 0,0-1 0,0 1 0,0-1 0,0 1 0,1-1 0,0 0 0,-1 0 0,1 0 0,0 0 0,1-1 0,3 4 0,-3-5 0,-1 0 0,1 0 0,0 0 0,0 0 0,0 0 0,-1-1 0,1 0 0,5 0 0,17 2 0,-22-1 0,-1 1 0,1-1 0,-1 1 0,0-1 0,1 1 0,-1 0 0,0 0 0,0 0 0,0 1 0,0-1 0,-1 1 0,1 0 0,-1-1 0,1 1 0,-1 0 0,0 0 0,0 1 0,0-1 0,-1 0 0,3 6 0,17 27 0,-23-89 0,-9 11 0,7 29 0,1 0 0,0 0 0,1 0 0,-1-24 0,3 34 0,0 0 0,0 0 0,0 0 0,1-1 0,0 1 0,0 0 0,0 0 0,0 0 0,0 0 0,0 0 0,1 0 0,0 0 0,-1 1 0,1-1 0,0 1 0,0-1 0,0 1 0,1-1 0,-1 1 0,1 0 0,-1 0 0,1 0 0,0 1 0,4-3 0,3-1 0,1 1 0,0 0 0,1 0 0,-1 1 0,0 1 0,24-2 0,71 4 0,-50 1 0,-17 3-1365,-25 1-5461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57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24575,'113'2'0,"122"-5"0,-231 3-124,0-1 0,0 1 0,0-1 0,0 0 0,0 0 0,0-1-1,0 1 1,0-1 0,-1 0 0,6-3 0,1-4-6702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7:58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24575,'1'9'0,"1"0"0,-1-1 0,1 1 0,1-1 0,0 0 0,0 0 0,0 0 0,1 0 0,6 10 0,-4-10 0,-1 1 0,-1 1 0,0-1 0,0 0 0,-1 1 0,4 18 0,-2 9 0,11 36 0,-9-47 0,-1 0 0,-1 1 0,1 44 0,-6-50-1365,0-2-5461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0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479 111 24575,'-4'-1'0,"1"0"0,0 0 0,0-1 0,-1 1 0,1-1 0,0 0 0,0 0 0,1 0 0,-6-5 0,-7-5 0,-6 0 0,-1 1 0,0 1 0,0 1 0,-1 1 0,0 1 0,-1 1 0,1 1 0,-1 1 0,0 1 0,-1 1 0,1 1 0,-40 4 0,60-3 0,1 1 0,-1-1 0,0 1 0,0 0 0,0 0 0,1 0 0,-1 0 0,1 1 0,-1 0 0,1-1 0,-1 1 0,1 0 0,0 1 0,0-1 0,0 1 0,0-1 0,0 1 0,1 0 0,-1 0 0,1 0 0,0 0 0,0 1 0,0-1 0,0 0 0,0 1 0,1 0 0,0-1 0,-1 1 0,0 5 0,1-1 0,1-1 0,-1 1 0,1 0 0,1-1 0,-1 1 0,1-1 0,1 1 0,-1-1 0,1 1 0,1-1 0,-1 0 0,1 0 0,0 0 0,5 7 0,7 8 0,2-1 0,0-1 0,1 0 0,1-1 0,1-1 0,0-1 0,32 19 0,28 26 0,-44-43 0,-32-18 0,-1 1 0,1-1 0,-1 1 0,1-1 0,-1 1 0,1 0 0,-1 0 0,0 1 0,0-1 0,0 1 0,0-1 0,0 1 0,-1 0 0,1 0 0,3 7 0,-6-9 0,0-1 0,0 1 0,0-1 0,0 1 0,0-1 0,-1 1 0,1-1 0,0 1 0,0-1 0,-1 1 0,1-1 0,0 1 0,-1-1 0,1 0 0,0 1 0,-1-1 0,1 1 0,-1-1 0,1 0 0,0 0 0,-1 1 0,1-1 0,-1 0 0,1 0 0,-1 1 0,1-1 0,-1 0 0,0 0 0,1 0 0,-1 0 0,1 0 0,-1 0 0,1 0 0,-1 0 0,0 0 0,-25 2 0,23-2 0,-28 1 0,7 1 0,0-2 0,0-1 0,0 0 0,-24-6 0,46 7-26,0 0 0,0-1-1,0 1 1,0 0 0,0-1 0,0 0-1,0 0 1,0 1 0,1-1 0,-1 0-1,0 0 1,0-1 0,1 1 0,-1 0-1,1 0 1,-1-1 0,1 1 0,0-1-1,0 0 1,-1 1 0,1-1 0,0 0-1,0 1 1,1-1 0,-1 0 0,0 0-1,1 0 1,-1 0 0,1 0 0,-1 0-1,1 0 1,0 0 0,0 0 0,0 0-1,0 0 1,0 0 0,0 0 0,1 0-1,-1 0 1,1 0 0,-1 0 0,1 0-1,0 1 1,0-1 0,-1 0 0,1 0-1,1 1 1,-1-1 0,0 0 0,0 1-1,3-3 1,5-6-6800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0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24575,'1'0'0,"0"1"0,-1-1 0,1 1 0,0-1 0,0 1 0,0-1 0,0 1 0,0-1 0,0 1 0,-1 0 0,1-1 0,0 1 0,-1 0 0,1 0 0,0 0 0,-1 0 0,1-1 0,-1 1 0,1 0 0,-1 0 0,0 0 0,1 0 0,-1 0 0,0 0 0,0 0 0,0 0 0,1 2 0,3 33 0,-4-32 0,2 34 0,-3-22 0,2 1 0,0-1 0,2 0 0,-1 0 0,2 0 0,8 25 0,-9-36-114,-1 1 1,1 0-1,-1 0 0,0 0 0,-1 0 1,0 0-1,0 0 0,0 1 0,0-1 1,-1 0-1,-1 11 0,-3-4-6712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0.8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24575,'106'-2'0,"115"5"0,-112 18 0,-99-21 30,1 1 0,-1 1 0,19 4 0,-27-5-113,1 0 1,0 0-1,0 0 1,-1 0-1,1 1 1,-1-1-1,1 1 1,-1 0-1,1 0 1,-1-1-1,0 2 1,0-1-1,0 0 1,0 0-1,0 1 1,-1-1-1,3 6 1,2 7-6744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1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24575,'45'17'0,"-2"-12"0,0-1 0,86-6 0,-41 0 0,-68 1-195,0-1 0,-1-1 0,1 0 0,-1-2 0,0 0 0,24-10 0,-28 10-6631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1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 24575,'17'46'0,"-8"-10"0,-2 1 0,-2 0 0,-1 0 0,-2 0 0,-3 38 0,3-40 0,-1-25 0,-1 1 0,0-1 0,0 0 0,0 0 0,-2 0 0,-4 20 0,6-29 0,0-1 0,0 1 0,0 0 0,0 0 0,0-1 0,-1 1 0,1 0 0,0 0 0,-1-1 0,1 1 0,0 0 0,-1-1 0,1 1 0,-1-1 0,1 1 0,-1 0 0,1-1 0,-1 1 0,0-1 0,1 0 0,-1 1 0,0-1 0,1 1 0,-1-1 0,0 0 0,1 1 0,-1-1 0,0 0 0,0 0 0,1 0 0,-1 0 0,0 1 0,0-1 0,-1-1 0,1 0 0,-1 0 0,1 0 0,-1 0 0,1 0 0,0 0 0,0-1 0,0 1 0,0 0 0,0-1 0,0 1 0,0 0 0,0-1 0,0-1 0,-4-7 0,1 1 0,0-1 0,-5-21 0,-1-20 0,5 25 0,0 0 0,-1-44 0,6 59 0,0-3 0,0 1 0,1-1 0,0 1 0,5-21 0,-5 31 0,-1 0 0,1 0 0,0 0 0,1 1 0,-1-1 0,0 0 0,1 1 0,-1-1 0,1 1 0,0 0 0,0-1 0,0 1 0,0 0 0,0 0 0,1 0 0,-1 0 0,1 1 0,-1-1 0,1 1 0,-1-1 0,1 1 0,0 0 0,0 0 0,0 0 0,0 0 0,4 0 0,14-1 0,1 0 0,36 2 0,-49 1 0,0-1 0,-1 2 0,1-1 0,0 1 0,0 0 0,-1 1 0,1 0 0,-1 1 0,10 5 0,-6 0 0,0 1 0,-1 0 0,-1 1 0,1 0 0,-2 1 0,1 0 0,8 15 0,-11-14 0,-1 0 0,-1 0 0,0 1 0,0-1 0,2 15 0,-5-21 0,-1 1 0,-1-1 0,1 0 0,-1 0 0,0 0 0,0 0 0,-1 0 0,0 0 0,-1 0 0,1 0 0,-1 0 0,-3 7 0,3-11 0,0 0 0,1-1 0,-1 1 0,0-1 0,-1 0 0,1 1 0,0-1 0,-1 0 0,1 0 0,-1 0 0,1-1 0,-1 1 0,-4 1 0,-44 16 0,23-9 0,17-6 0,1-1 0,-1 0 0,0-1 0,0 0 0,0 0 0,0-1 0,-1-1 0,1 0 0,0 0 0,0-1 0,0-1 0,-12-3 0,9-3-1365,5-1-5461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2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 24575,'1'16'0,"0"0"0,8 30 0,-5-29 0,-1 0 0,1 22 0,-4 332 0,-1-358 0,0 1 0,-1-1 0,-4 18 0,5-25 0,-1-1 0,1 1 0,-1 0 0,-1-1 0,1 1 0,-1-1 0,0 0 0,0 0 0,-7 8 0,10-12 0,0-1 0,0 0 0,-1 1 0,1-1 0,0 0 0,-1 1 0,1-1 0,0 0 0,-1 0 0,1 1 0,0-1 0,-1 0 0,1 0 0,0 0 0,-1 1 0,1-1 0,-1 0 0,1 0 0,0 0 0,-1 0 0,1 0 0,-1 0 0,1 0 0,-1 0 0,1 0 0,0 0 0,-1 0 0,1 0 0,-1 0 0,1 0 0,-1 0 0,1 0 0,0-1 0,-1 1 0,1 0 0,-1 0 0,1-1 0,-1 1 0,-7-20 0,4-26 0,4 45 0,-1-5 0,1-1 0,1 1 0,-1-1 0,1 1 0,0-1 0,1 1 0,-1 0 0,1-1 0,0 1 0,6-10 0,-6 13 0,0 0 0,0 0 0,0 0 0,1 1 0,-1-1 0,1 1 0,0 0 0,0 0 0,0 0 0,0 0 0,0 0 0,0 1 0,0-1 0,0 1 0,1 0 0,-1 0 0,1 0 0,-1 0 0,1 1 0,-1 0 0,5-1 0,0 1 0,0 0 0,0 0 0,0 1 0,0 0 0,0 1 0,-1-1 0,1 1 0,-1 1 0,1 0 0,9 4 0,-13-5 0,0 1 0,0-1 0,0 1 0,0 0 0,-1 0 0,1 0 0,-1 1 0,0-1 0,0 1 0,0 0 0,0 0 0,0 0 0,-1 0 0,0 0 0,0 1 0,0-1 0,0 0 0,1 8 0,-3-9 0,3 11 0,0 1 0,0-1 0,2 0 0,-1 0 0,2 0 0,11 21 0,-17-34 0,0-1 0,1 0 0,-1 1 0,0-1 0,0 0 0,0 0 0,1 1 0,-1-1 0,0 0 0,0 1 0,0-1 0,1 0 0,-1 0 0,0 0 0,1 1 0,-1-1 0,0 0 0,1 0 0,-1 0 0,0 0 0,0 0 0,1 1 0,-1-1 0,1 0 0,-1 0 0,0 0 0,1 0 0,-1 0 0,0 0 0,1 0 0,-1 0 0,0 0 0,1 0 0,0-1 0,6-10 0,-1-19 0,-6-19 0,1-13 0,-1 58 0,0 0 0,1 1 0,0-1 0,0 0 0,0 0 0,0 0 0,0 1 0,1-1 0,0 1 0,0-1 0,4-5 0,-6 9 0,0-1 0,1 1 0,-1 0 0,1-1 0,-1 1 0,1 0 0,-1-1 0,1 1 0,-1 0 0,1 0 0,0 0 0,-1-1 0,1 1 0,-1 0 0,1 0 0,-1 0 0,1 0 0,0 0 0,-1 0 0,1 0 0,-1 0 0,1 0 0,-1 0 0,1 1 0,0-1 0,-1 0 0,1 0 0,-1 0 0,1 1 0,-1-1 0,1 0 0,-1 1 0,1-1 0,-1 0 0,1 1 0,-1-1 0,0 1 0,1-1 0,-1 1 0,0-1 0,1 1 0,-1-1 0,0 1 0,1-1 0,-1 1 0,0-1 0,0 1 0,0-1 0,1 2 0,15 34 0,-14-29 0,5 10-67,11 32-1231,-15-33-5528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2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24575,'4'0'0,"5"0"0,0 4 0,3 1 0,3 0 0,3-2 0,-2 4 0,0-1 0,1 0 0,-2 2 0,0-1 0,0 0 0,-1-3-8191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2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5 24575,'-40'-2'0,"28"1"0,-1 0 0,1 1 0,-1 0 0,1 1 0,0 0 0,-21 5 0,31-4 0,-1-1 0,1 1 0,0-1 0,0 1 0,0 0 0,0 0 0,0 0 0,0 0 0,0 0 0,1 1 0,-1-1 0,1 0 0,-1 1 0,1-1 0,0 1 0,0 0 0,0-1 0,0 1 0,1 0 0,-1 0 0,1-1 0,0 1 0,-1 0 0,1 0 0,1 0 0,-1 3 0,1 4 0,0-1 0,0 1 0,0 0 0,1-1 0,1 0 0,5 14 0,2-6 0,0 0 0,1-1 0,1 0 0,0-1 0,1 0 0,1-1 0,20 16 0,9 10 0,-43-39 0,1 0 0,0-1 0,0 1 0,0 0 0,0 0 0,-1-1 0,1 1 0,0 0 0,-1 0 0,1 0 0,-1 0 0,1 0 0,-1 0 0,1 0 0,-1 0 0,0 0 0,0 0 0,1 0 0,-1 0 0,0 0 0,0 0 0,0 1 0,0 1 0,-1-3 0,1 1 0,-1 0 0,0 0 0,0 0 0,1 0 0,-1-1 0,0 1 0,0 0 0,0-1 0,0 1 0,0 0 0,0-1 0,0 0 0,0 1 0,0-1 0,0 1 0,0-1 0,-2 0 0,-9 2 0,0-1 0,0 0 0,-16-1 0,21 0 0,-9 0 0,6 0 0,0 0 0,0 0 0,-1-1 0,1-1 0,-16-3 0,23 4 0,0 0 0,1-1 0,0 1 0,-1 0 0,1-1 0,0 1 0,-1-1 0,1 0 0,0 1 0,0-1 0,1 0 0,-1 0 0,0-1 0,0 1 0,1 0 0,0 0 0,-1-1 0,1 1 0,0-1 0,0 1 0,0-1 0,1 0 0,-1 1 0,1-1 0,-1 0 0,1-3 0,-1-14-1365,1 2-5461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3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24575,'1'0'0,"0"1"0,0-1 0,0 1 0,0-1 0,0 1 0,0 0 0,-1-1 0,1 1 0,0 0 0,0 0 0,-1-1 0,1 1 0,0 0 0,-1 0 0,1 0 0,0 0 0,-1 0 0,0 0 0,2 2 0,9 26 0,-8-21 0,1 7 0,0-1 0,-1 1 0,3 19 0,-5-19 0,2-1 0,0 0 0,8 25 0,-8-31 0,5 9 0,-1 1 0,-1 0 0,0 0 0,-1 0 0,-1 1 0,1 21 0,5 17 38,-7-49-194,-1 0 0,0 0 0,-1 1 0,0-1 0,0 1 1,-1-1-1,0 1 0,-2 14 0,-3-9-6670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3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24575,'99'1'0,"107"-3"0,-197 1 0,-7 1 0,0-1 0,0 1 0,0 0 0,0 0 0,0 0 0,0 0 0,0 0 0,1 0 0,3 2 0,-5-1 0,0-1 0,0 1 0,0 0 0,0 0 0,0 0 0,-1 0 0,1 0 0,0 0 0,0 0 0,-1 0 0,1 1 0,-1-1 0,1 0 0,-1 0 0,1 0 0,-1 1 0,0-1 0,0 0 0,1 0 0,-1 2 0,5 26 0,-2-4 0,14 45 0,-15-64 0,1 0 0,-1 0 0,1 0 0,0 0 0,0 0 0,1-1 0,-1 1 0,1-1 0,1 0 0,-1 0 0,1-1 0,6 6 0,-10-9 0,0 0 0,-1 0 0,1 0 0,0-1 0,0 1 0,0 0 0,0-1 0,0 1 0,0-1 0,0 1 0,0-1 0,0 0 0,0 1 0,0-1 0,0 0 0,0 0 0,0 0 0,0 1 0,0-1 0,1 0 0,-1-1 0,0 1 0,0 0 0,0 0 0,0 0 0,0-1 0,0 1 0,0 0 0,0-1 0,0 1 0,0-1 0,0 1 0,0-1 0,0 0 0,0 1 0,0-1 0,-1 0 0,1 0 0,0 1 0,0-1 0,-1 0 0,1 0 0,-1 0 0,1 0 0,-1 0 0,1 0 0,-1 0 0,1 0 0,-1 0 0,0 0 0,0 0 0,1 0 0,-1-2 0,1-2 0,0-1 0,-1 1 0,1 0 0,-1 0 0,0 0 0,0-1 0,-1 1 0,1 0 0,-1 0 0,-3-8 0,-8-12-455,-1 2 0,-21-29 0,26 41-6371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4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60 24575,'3'0'0,"0"0"0,0 1 0,0-1 0,0 1 0,0 0 0,0 0 0,0 0 0,0 0 0,0 0 0,0 1 0,0-1 0,-1 1 0,1 0 0,-1 0 0,5 4 0,2 3 0,-1 0 0,12 20 0,5 4 0,-18-24 0,-1 0 0,0 0 0,8 17 0,-11-19 0,1 1 0,0-1 0,1 0 0,0 0 0,0 0 0,9 8 0,-22-73 0,7 51 0,-2-17 0,1-1 0,1-31 0,1 50 0,0 1 0,1-1 0,0 1 0,0-1 0,0 1 0,0 0 0,1 0 0,0-1 0,0 1 0,0 0 0,1 1 0,0-1 0,0 0 0,0 1 0,0-1 0,7-5 0,-9 9 0,0 0 0,1 0 0,-1 0 0,1 0 0,-1 0 0,1 0 0,-1 0 0,1 1 0,0-1 0,-1 1 0,1-1 0,0 1 0,-1 0 0,1-1 0,0 1 0,0 0 0,-1 0 0,1 0 0,0 1 0,-1-1 0,1 0 0,0 0 0,0 1 0,-1-1 0,1 1 0,-1 0 0,1 0 0,0-1 0,-1 1 0,0 0 0,1 0 0,-1 0 0,1 0 0,-1 1 0,0-1 0,0 0 0,0 1 0,0-1 0,2 3 0,5 8 0,0 0 0,-1 0 0,11 27 0,-6-14 0,-7-16 0,2 6 0,2 0 0,-1 0 0,2-1 0,0-1 0,13 14 0,-23-26 0,1-1 0,-1 0 0,0 1 0,0-1 0,0 0 0,1 1 0,-1-1 0,0 0 0,1 0 0,-1 1 0,0-1 0,1 0 0,-1 0 0,0 0 0,1 0 0,-1 1 0,0-1 0,1 0 0,-1 0 0,0 0 0,1 0 0,-1 0 0,1 0 0,-1 0 0,0 0 0,1 0 0,-1 0 0,0 0 0,1 0 0,-1 0 0,1 0 0,-1 0 0,0-1 0,1 1 0,5-14 0,-5-27 0,-1 36 0,0 3 0,2-35 0,-2 37 0,0 0 0,1-1 0,-1 1 0,0-1 0,0 1 0,0-1 0,0 1 0,0 0 0,1-1 0,-1 1 0,0 0 0,0-1 0,0 1 0,1-1 0,-1 1 0,0 0 0,1 0 0,-1-1 0,0 1 0,1 0 0,-1-1 0,0 1 0,1 0 0,-1 0 0,1-1 0,0 2 0,0-1 0,0 0 0,0 1 0,0-1 0,0 0 0,-1 1 0,1-1 0,0 1 0,0 0 0,-1-1 0,1 1 0,0-1 0,-1 1 0,1 0 0,0 0 0,-1-1 0,1 1 0,0 1 0,34 59 0,-10-14 0,-15-30 0,-1 1 0,6 18 0,2 4 0,-12-25 0,1 1 0,-2 0 0,5 31 0,6 22 0,-8-43 0,-2 0 0,0 0 0,-2 1 0,-1-1 0,-1 1 0,-5 51 0,3-68 0,-1-1 0,0 0 0,-1 0 0,0 0 0,-1 0 0,0 0 0,0 0 0,0-1 0,-1 0 0,-1 0 0,1 0 0,-1-1 0,-14 13 0,-1-1 0,-1-1 0,-1 0 0,-33 18 0,51-33 0,1-1 0,-1 1 0,0-1 0,0 0 0,0-1 0,-1 1 0,1-1 0,0 0 0,0 0 0,-1-1 0,1 1 0,0-1 0,-1 0 0,1-1 0,-1 1 0,1-1 0,0 0 0,0-1 0,-1 1 0,1-1 0,0 0 0,0 0 0,1 0 0,-1-1 0,0 0 0,1 0 0,0 0 0,-1-1 0,1 1 0,1-1 0,-8-7 0,6 3 0,0 1 0,1-1 0,0 0 0,0-1 0,0 1 0,1-1 0,0 1 0,1-1 0,0 0 0,1 0 0,-1 0 0,2 0 0,-1 0 0,1 0 0,1 0 0,-1 0 0,2 0 0,-1 0 0,1 0 0,0 0 0,1 1 0,0-1 0,1 1 0,0-1 0,0 1 0,0 0 0,1 1 0,0-1 0,11-11 0,8-2 0,2 0 0,0 2 0,36-21 0,-56 36 0,35-20 0,-21 13 0,-1 0 0,31-26 0,-49 37 2,-1 0 1,1-1-1,-1 1 0,0 0 0,1 0 0,-1 0 1,0-1-1,1 1 0,-1 0 0,0 0 0,0-1 1,1 1-1,-1 0 0,0-1 0,0 1 0,1 0 1,-1-1-1,0 1 0,0-1 0,0 1 0,0 0 1,0-1-1,1 1 0,-1 0 0,0-1 0,0 1 1,0-1-1,0 1 0,0-1 0,0 1 0,0 0 1,0-1-1,-1 1 0,1-1 0,0 1 0,0 0 1,0-1-1,0 1 0,0 0 0,-1-1 1,1 1-1,0 0 0,0-1 0,-1 1 0,1 0 1,0-1-1,0 1 0,-1-1 0,-20-5-1475,6 5-5353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5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24575,'544'0'0,"-519"-1"0,48-9 0,-47 5 0,45-2 0,16 8-1365,-69-1-5461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5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24575,'25'0'0,"0"1"0,1 2 0,36 7 0,-23-4 0,0-2 0,0-1 0,76-6 0,-28 1 0,-86 2 0,27 0 0,1 0 0,-1 2 0,47 9 0,-56-7-341,0-1 0,0-1-1,22-1 1,-22-1-6485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6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24575,'139'11'0,"-91"-5"0,48-1 0,-71-4 0,0 1 0,25 6 0,-24-4 0,44 3 0,124-8-1365,-175 1-5461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6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 24575,'5'0'0,"3"0"0,1-1 0,-1 1 0,0 1 0,1 0 0,-1 0 0,0 0 0,1 1 0,-1 0 0,0 1 0,-1 0 0,14 7 0,10 9 0,-1 1 0,54 49 0,-4 4 0,-74-67 0,1 1 0,-1-1 0,-1 1 0,1 0 0,-1 1 0,0-1 0,-1 1 0,0 0 0,5 13 0,-7-17 0,0 1 0,0-1 0,-1 1 0,0-1 0,0 1 0,0 0 0,-1 0 0,1-1 0,-1 1 0,0 0 0,0 0 0,-1-1 0,0 1 0,1 0 0,-2-1 0,1 1 0,0 0 0,-1-1 0,-2 5 0,0-4 0,0-1 0,0 0 0,0 0 0,-1-1 0,0 1 0,1-1 0,-1 0 0,0 0 0,0-1 0,-6 3 0,-56 18 0,30-13 0,13-4 0,0 0 0,-35 17 0,-16 3 0,57-21 0,1 1 0,1 0 0,-31 16 0,-10 5-1365,42-18-5461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8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24575,'3'0'0,"0"1"0,-1 0 0,1 0 0,0 0 0,0 1 0,-1-1 0,1 0 0,-1 1 0,1 0 0,-1-1 0,0 1 0,1 0 0,-1 1 0,0-1 0,0 0 0,-1 0 0,1 1 0,0-1 0,-1 1 0,3 5 0,3 5 0,-1 1 0,9 26 0,-6-1 0,7 63 0,-14-91 0,15 142 0,-14-133 0,0 0 0,-1 0 0,-1 0 0,-1 1 0,-1-1 0,-1 0 0,-1 1 0,-5 21 0,6-36-76,-2 14-246,-2 0 0,0-1-1,-14 29 1,14-35-6504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9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24575,'-1'58'0,"3"102"0,-1-155 0,0-1 0,0 1 0,1-1 0,-1 1 0,1-1 0,0 1 0,1-1 0,-1 0 0,1 0 0,0 0 0,-1 0 0,2-1 0,-1 1 0,0-1 0,1 0 0,0 0 0,-1 0 0,1 0 0,5 2 0,-1-1 0,0 1 0,0-1 0,0-1 0,0 0 0,1 0 0,0 0 0,-1-1 0,1-1 0,10 2 0,-15-3 0,14 1 0,-1 0 0,0-2 0,0 0 0,34-6 0,-47 6 0,0 0 0,0 0 0,-1-1 0,1 1 0,0-1 0,-1 0 0,1 0 0,-1 0 0,0 0 0,0-1 0,0 1 0,0-1 0,0 0 0,0 0 0,-1 0 0,1 0 0,-1-1 0,0 1 0,0-1 0,0 1 0,0-1 0,-1 1 0,1-1 0,-1 0 0,0 0 0,0 0 0,0-5 0,0 0 0,0 0 0,0-1 0,-1 1 0,-1-1 0,1 1 0,-2 0 0,1 0 0,-1-1 0,0 1 0,-1 0 0,0 0 0,-1 1 0,-8-17 0,8 19 0,0 0 0,-1 1 0,0 0 0,0 0 0,0 0 0,0 0 0,-1 1 0,1 0 0,-1 0 0,0 0 0,-1 1 0,1 0 0,0 0 0,-1 1 0,0 0 0,1 0 0,-1 0 0,0 1 0,-10-1 0,7 1 0,0 0 0,0 1 0,0 0 0,0 1 0,-16 3 0,24-4 0,0 0 0,1 1 0,-1-1 0,0 0 0,1 1 0,-1 0 0,1-1 0,-1 1 0,1 0 0,-1 0 0,1 0 0,-1-1 0,1 2 0,0-1 0,0 0 0,-1 0 0,1 0 0,0 1 0,0-1 0,0 0 0,0 1 0,1-1 0,-1 1 0,0-1 0,0 1 0,1-1 0,-1 1 0,1 0 0,0-1 0,-1 1 0,1 0 0,0-1 0,0 1 0,0 0 0,0-1 0,0 1 0,1 0 0,-1-1 0,0 1 0,1 0 0,-1-1 0,2 3 0,0-1-2,0 1-1,1-1 1,-1 0 0,1 0-1,0 0 1,0 0-1,0-1 1,0 1-1,1-1 1,-1 0-1,0 0 1,1 0 0,0 0-1,-1-1 1,1 1-1,7 1 1,12 7-1322,-10-3-5502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9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2 24575,'-17'-1'0,"9"1"0,0-1 0,1 2 0,-1-1 0,1 1 0,-11 2 0,16-2 0,0 0 0,0-1 0,0 1 0,0 0 0,0 0 0,0 1 0,0-1 0,1 0 0,-1 0 0,0 1 0,1-1 0,-1 1 0,1 0 0,0-1 0,0 1 0,-1 0 0,1 0 0,0 0 0,0 0 0,1 0 0,-1 0 0,0 0 0,0 4 0,-2 12 0,1 0 0,0 1 0,2-1 0,0 1 0,1-1 0,1 0 0,1 1 0,6 22 0,-7-35 0,1-1 0,0 1 0,0-1 0,0 0 0,0 0 0,1 0 0,0 0 0,6 5 0,-9-8 0,1 0 0,0-1 0,1 1 0,-1 0 0,0-1 0,0 0 0,1 1 0,-1-1 0,5 1 0,-6-1 0,1-1 0,-1 0 0,0 0 0,0 0 0,0 0 0,0 0 0,1 0 0,-1 0 0,0 0 0,0-1 0,0 1 0,0 0 0,0-1 0,0 1 0,0-1 0,0 1 0,0-1 0,0 1 0,0-1 0,0 0 0,0 1 0,2-3 0,-1 0 0,0 0 0,0 0 0,-1 0 0,1 0 0,-1 0 0,1 0 0,-1-1 0,0 1 0,0-1 0,0 1 0,-1-1 0,1 1 0,-1-6 0,-2-54 0,1 38 0,0 3-1365,1 3-5461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09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24575,'1'1'0,"0"-1"0,0 1 0,0-1 0,0 1 0,0-1 0,0 1 0,0 0 0,0-1 0,0 1 0,-1 0 0,1 0 0,0 0 0,-1 0 0,1-1 0,0 1 0,-1 0 0,1 0 0,-1 0 0,1 2 0,10 27 0,-8-22 0,1 4 0,-1 0 0,0 0 0,-1 0 0,-1 1 0,0 22 0,0-19 0,-1-1 0,2 1 0,4 18 0,21 91 0,-6 27 0,-21-151-35,1 2-35,0 0 0,0 1 0,0-1 0,0 0 0,-1 0 0,0 0 0,1 0 0,-1 0 0,0 1 0,-1-1 0,1 0 0,-1 0 0,1 0 0,-1 0 0,0 0 0,0 0 0,0 0 0,-3 5 0,-5 1-6756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10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24575,'4'0'0,"4"0"0,6 0 0,3 0 0,2 0 0,-1-4 0,-1-1 0,1 1 0,-2-4 0,-2 1 0,2 0 0,2 3 0,1 1 0,1 1 0,-7 1 0,-8 1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10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 24575,'-3'0'0,"-2"3"0,0 6 0,1 4 0,5 1 0,6-3 0,6-3 0,3-3 0,0 2 0,1-1 0,1-1 0,-3 2 0,0 0 0,2-1 0,0-2 0,3-1 0,0-2 0,-3 0-8191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11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24575,'0'6'0,"1"0"0,1 0 0,-1 0 0,1 0 0,0 0 0,1 0 0,5 10 0,7 19 0,-13-30 0,4 15 0,16 37 0,-20-53 0,-1 0 0,2 0 0,-1 0 0,0-1 0,1 1 0,0 0 0,0-1 0,0 0 0,0 1 0,0-1 0,1-1 0,-1 1 0,1 0 0,0-1 0,5 3 0,-7-4 0,-1-1 0,1 0 0,-1 0 0,1 0 0,0 0 0,-1 0 0,1 0 0,-1 0 0,1 0 0,-1-1 0,1 1 0,-1 0 0,1-1 0,-1 0 0,0 1 0,1-1 0,-1 0 0,0 1 0,1-1 0,-1 0 0,0 0 0,0 0 0,0 0 0,0 0 0,0-1 0,0 1 0,0 0 0,0 0 0,0-1 0,0 1 0,0-3 0,5-6 0,-2-1 0,0 1 0,4-15 0,-5 13 0,1-5 0,-4 14 0,0 0 0,1 0 0,-1 0 0,1 1 0,0-1 0,0 0 0,0 0 0,0 1 0,0-1 0,0 1 0,3-5 0,-2 8 0,0 0 0,0 0 0,0 1 0,0-1 0,0 0 0,-1 1 0,1-1 0,-1 1 0,1 0 0,-1-1 0,2 4 0,4 2 0,11 22 0,-1 0 0,-16-28 0,-1 0 0,1 0 0,0 0 0,0 0 0,0 0 0,0 0 0,0 0 0,0-1 0,0 1 0,0 0 0,0-1 0,0 1 0,0 0 0,0-1 0,1 1 0,-1-1 0,0 0 0,2 1 0,-2-1 0,1 0 0,-1-1 0,0 1 0,1 0 0,-1-1 0,1 1 0,-1-1 0,0 0 0,0 1 0,1-1 0,-1 0 0,0 0 0,0 0 0,0 0 0,0 0 0,0 0 0,0 0 0,0 0 0,1-2 0,18-29 0,-6 10 0,-14 20 0,1 1 0,0 0 0,0 0 0,-1 0 0,1 0 0,0 0 0,0-1 0,0 2 0,0-1 0,0 0 0,1 0 0,-1 0 0,0 0 0,0 1 0,1-1 0,-1 1 0,0-1 0,1 1 0,-1-1 0,0 1 0,1 0 0,-1-1 0,0 1 0,1 0 0,-1 0 0,1 0 0,-1 0 0,0 0 0,1 1 0,-1-1 0,1 0 0,-1 1 0,0-1 0,1 1 0,-1-1 0,0 1 0,0 0 0,1-1 0,-1 1 0,0 0 0,0 0 0,1 1 0,5 5 0,-2 1 0,1 0 0,-1 0 0,0 0 0,6 13 0,6 10 0,-4-9 0,-1 0 0,-2 1 0,0 0 0,12 43 0,-16-48 0,11 32 0,-8-25 0,0 1 0,-1 0 0,-2 0 0,-1 1 0,4 51 0,-8-52 0,0-18 0,-1 0 0,0 1 0,0-1 0,0 0 0,-1 1 0,-1-1 0,-3 13 0,5-21 0,0 1 0,0-1 0,0 1 0,0-1 0,-1 1 0,1-1 0,0 1 0,-1-1 0,1 1 0,0-1 0,-1 1 0,1-1 0,0 0 0,-1 1 0,1-1 0,-1 1 0,1-1 0,-1 0 0,1 0 0,-1 1 0,1-1 0,-1 0 0,1 0 0,-1 1 0,1-1 0,-1 0 0,1 0 0,-1 0 0,0 0 0,1 0 0,-2 0 0,-14-13 0,12 8 0,0-1 0,1 1 0,-1-1 0,-3-11 0,-2-11 0,2-1 0,0-1 0,-2-33 0,-11-46 0,13 74 0,0 1 0,-1-37 0,7 41 0,-1 0 0,1 1 0,6-49 0,-5 71 0,1 0 0,1 1 0,-1-1 0,1 0 0,0 1 0,1-1 0,0 1 0,0 0 0,0 0 0,0 0 0,1 0 0,0 0 0,1 1 0,-1 0 0,1 0 0,9-8 0,-11 11 0,0 0 0,-1 0 0,1 0 0,0 1 0,0 0 0,0-1 0,0 1 0,0 0 0,0 0 0,0 1 0,0-1 0,1 1 0,-1-1 0,0 1 0,0 0 0,1 0 0,-1 1 0,0-1 0,0 1 0,0-1 0,1 1 0,-1 0 0,0 0 0,0 1 0,0-1 0,0 0 0,-1 1 0,1 0 0,0 0 0,-1 0 0,1 0 0,-1 0 0,0 0 0,1 1 0,-1-1 0,0 1 0,0-1 0,2 6 0,0-3 0,-1 1 0,0 0 0,0 0 0,0 0 0,-1 0 0,0 0 0,0 0 0,-1 1 0,1-1 0,-1 1 0,-1-1 0,1 1 0,-1-1 0,0 1 0,-1-1 0,0 1 0,0-1 0,-3 11 0,3-15 0,0 0 0,0 0 0,-1 0 0,1 0 0,0 0 0,-1-1 0,1 1 0,-1-1 0,0 1 0,1-1 0,-1 1 0,0-1 0,0 0 0,0 0 0,0 0 0,0 0 0,0 0 0,0-1 0,0 1 0,-4 0 0,-52 4 0,15-2 0,36-1-114,4-1 52,1 0-1,-1 0 1,1-1-1,-1 1 0,0-1 1,0 1-1,1-1 1,-1 0-1,0 0 1,0 0-1,1 0 0,-1-1 1,0 1-1,1-1 1,-1 0-1,0 0 1,1 0-1,-1 0 1,-2-1-1,-3-7-6763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11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38 24575,'0'-1'0,"0"-1"0,-1 0 0,1 0 0,-1 1 0,1-1 0,-1 1 0,0-1 0,0 0 0,1 1 0,-1-1 0,0 1 0,0 0 0,-1-1 0,1 1 0,0 0 0,0 0 0,-1-1 0,1 1 0,0 0 0,-1 0 0,1 1 0,-1-1 0,0 0 0,1 0 0,-1 1 0,1-1 0,-1 1 0,-2-1 0,2 1 0,1-1 0,-1 1 0,0-1 0,1 1 0,-1 0 0,0 0 0,1 0 0,-1 0 0,0 0 0,1 0 0,-1 1 0,0-1 0,1 0 0,-1 1 0,0-1 0,1 1 0,-1 0 0,1-1 0,-1 1 0,1 0 0,-1 0 0,1 0 0,0 0 0,0 0 0,-1 0 0,1 1 0,0-1 0,0 0 0,-1 3 0,0 2 0,-1 0 0,2 0 0,-1 0 0,1 0 0,0 0 0,0 1 0,1-1 0,0 1 0,0-1 0,0 0 0,1 1 0,0-1 0,0 0 0,1 0 0,0 0 0,0 0 0,0 0 0,1 0 0,-1 0 0,1 0 0,1-1 0,-1 0 0,1 0 0,7 8 0,88 96 0,-83-93 0,29 34 0,-43-48 0,0 0 0,0 1 0,-1-1 0,1 0 0,-1 1 0,0-1 0,0 1 0,0 0 0,0-1 0,0 1 0,0 0 0,-1-1 0,1 1 0,-1 0 0,0 0 0,0 0 0,0-1 0,0 5 0,-1-5 0,0-1 0,0 1 0,0 0 0,0-1 0,0 1 0,0-1 0,-1 0 0,1 1 0,0-1 0,-1 0 0,1 0 0,-1 0 0,0 0 0,1 0 0,-1 0 0,0 0 0,1 0 0,-1-1 0,0 1 0,0-1 0,1 1 0,-1-1 0,-3 1 0,-49 0 0,44-1 0,-37 0 0,-62-4 0,107 4 9,-1 0-1,1-1 1,0 1-1,-1-1 1,1 0 0,0 0-1,0 0 1,0 0-1,0 0 1,-1 0-1,2-1 1,-1 1-1,-3-4 1,4 4-51,0 1-1,0-1 1,1 0-1,-1 0 1,1 0-1,-1 1 1,1-1 0,-1 0-1,1 0 1,0 0-1,-1 0 1,1 0-1,0 0 1,0 0 0,0 0-1,-1 0 1,1 0-1,0 0 1,1 0-1,-1 0 1,0 0 0,0 0-1,0 0 1,0 0-1,1 0 1,-1 0-1,0 0 1,1 0 0,-1 1-1,1-1 1,-1 0-1,1 0 1,0 0-1,0-1 1,8-6-6784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12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24575,'4'0'0,"1"3"0,0 6 0,2 0 0,1 4 0,-2 2 0,-1 2 0,-2 3 0,-2 1 0,4-3 0,0-1 0,-1 1 0,0 0 0,-2-2-8191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12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24575,'392'0'-1365,"-374"0"-5461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12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75 24575,'25'-1'0,"48"-9"0,-47 5 0,45-2 0,-51 6 0,-1-1 0,1-1 0,-1-1 0,35-11 0,-25 6 0,27-3-1365,-38 6-5461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13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24575,'522'0'-1365,"-504"0"-5461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13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24575,'0'415'0,"0"-831"0,-1 413 0,1 0 0,0 1 0,0-1 0,1 0 0,-1 0 0,1 0 0,-1 1 0,1-1 0,0 0 0,0 1 0,0-1 0,0 0 0,1 1 0,-1-1 0,1 1 0,-1 0 0,1-1 0,0 1 0,4-4 0,-3 4 0,0 1 0,1-1 0,-1 1 0,1-1 0,-1 1 0,1 0 0,0 0 0,-1 1 0,1-1 0,0 1 0,0-1 0,-1 1 0,1 0 0,7 2 0,-4-1 0,-1 1 0,1 0 0,-1 1 0,0-1 0,0 1 0,0 0 0,0 1 0,0 0 0,-1 0 0,1 0 0,-1 0 0,0 1 0,4 5 0,28 21 0,-26-22 0,0 0 0,-1 1 0,0 1 0,15 21 0,19 18 0,-36-41 0,0 0 0,0 1 0,-1-1 0,-1 1 0,10 18 0,-14-24 0,0 0 0,0 1 0,0-1 0,0 1 0,-1 0 0,1 0 0,-1-1 0,-1 1 0,1 0 0,-1 0 0,1 0 0,-1 0 0,-1 0 0,1 0 0,-1-1 0,-1 7 0,0-8 0,0 0 0,0 0 0,0-1 0,-1 1 0,1 0 0,-1-1 0,0 1 0,1-1 0,-1 0 0,0 0 0,0 0 0,-1-1 0,1 1 0,0-1 0,-1 1 0,-6 1 0,-3 0 0,0 0 0,0 0 0,-17 1 0,-93-3 12,73-2-1389,31 1-5449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14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24575,'0'4'0,"0"5"0,0 4 0,0 4 0,0 3 0,0 1 0,0 2 0,0-1 0,0 1 0,4-4 0,1-2 0,-1 0 0,0 2 0,-1 0 0,-2 1 0,0-3-8191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14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24575,'4'0'0,"1"3"0,0 6 0,-1 1-8191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15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24575,'1'13'0,"0"0"0,1 0 0,0 0 0,1 0 0,0-1 0,9 19 0,-1 1 0,12 76 0,-2 44 0,-21-150-29,7 42 182,-6-41-252,-1-1-1,0 1 1,0-1 0,-1 1 0,1-1-1,0 1 1,-1-1 0,0 1-1,1-1 1,-1 1 0,0-1 0,0 0-1,-1 1 1,-2 3 0,-5 3-6727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15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24575,'70'2'0,"78"-4"0,-89-9 0,-43 8 0,0 0 0,23-2 0,-23 4 0,0-1 0,20-5 0,28-4 0,-55 11 0,0-1 0,0-1 0,0 1 0,-1-1 0,1-1 0,14-6 0,-21 9 0,0-1 0,0 0 0,0 0 0,0 0 0,0 0 0,-1 0 0,1-1 0,0 1 0,-1-1 0,1 1 0,-1-1 0,0 1 0,1-1 0,-1 0 0,0 0 0,0 1 0,0-1 0,0 0 0,0 0 0,-1 0 0,1 0 0,-1 0 0,1 0 0,-1 0 0,0 0 0,1-1 0,-1 1 0,0 0 0,0 0 0,-1 0 0,1 0 0,0 0 0,-1 0 0,0-3 0,-2 0 0,1 1 0,0 0 0,-1 0 0,0 0 0,0 0 0,0 1 0,0-1 0,-1 1 0,0 0 0,1 0 0,-1 0 0,0 0 0,0 1 0,-1-1 0,1 1 0,0 0 0,-1 1 0,-5-3 0,2 2 0,1-1 0,-1 1 0,0 1 0,0 0 0,0 0 0,0 0 0,0 1 0,0 0 0,-1 0 0,-7 2 0,12-1 0,1 0 0,0 0 0,0 1 0,0-1 0,0 1 0,0-1 0,0 1 0,0 0 0,0 0 0,1 0 0,-1 1 0,1-1 0,-1 1 0,1-1 0,-2 4 0,0 0 0,1 0 0,0-1 0,1 1 0,-1 0 0,1 1 0,0-1 0,-1 10 0,1-1 0,0 0 0,2 0 0,0 0 0,0 0 0,1 0 0,5 20 0,-5-30 0,0 1 0,0 0 0,1-1 0,0 0 0,0 1 0,1-1 0,0 0 0,-1 0 0,2 0 0,-1 0 0,0-1 0,1 1 0,0-1 0,0 0 0,8 6 0,-6-6 0,0-1 0,1 0 0,-1 0 0,1 0 0,0-1 0,-1 0 0,1 0 0,0-1 0,0 0 0,1 0 0,-1-1 0,9 0 0,-9 0 0,1 0 0,-1 0 0,1-1 0,-1 0 0,10-2 0,-14 1 0,0 1 0,-1 0 0,1-1 0,0 1 0,-1-1 0,1 0 0,-1 0 0,0 0 0,0 0 0,0 0 0,0 0 0,0-1 0,0 1 0,0-1 0,2-4 0,3-6 0,0 0 0,-1 0 0,-1-1 0,8-26 0,-13 37 0,1 0 0,0 0 0,0-1 0,0 1 0,0 0 0,0 0 0,1 0 0,-1 1 0,1-1 0,0 0 0,-1 0 0,2 1 0,2-4 0,-4 5 0,-1 1 0,1 0 0,-1-1 0,1 1 0,0 0 0,-1 0 0,1-1 0,0 1 0,-1 0 0,1 0 0,0 0 0,-1 0 0,1 0 0,0 0 0,0 0 0,-1 0 0,1 0 0,0 0 0,-1 1 0,1-1 0,0 0 0,-1 0 0,2 1 0,0 0 0,0 1 0,0-1 0,0 1 0,0 0 0,-1-1 0,1 1 0,0 0 0,-1 0 0,3 4 0,4 7 0,0 1 0,-1-1 0,0 1 0,-1 1 0,-1-1 0,4 17 0,-3-11 0,-4-17 0,-1 0 0,0 0 0,0 0 0,0 1 0,0-1 0,-1 0 0,1 1 0,-1-1 0,0 1 0,0 3 0,-11-42 0,9 25 0,1-1 0,1 0 0,0 1 0,0-1 0,1 0 0,1 1 0,2-11 0,-3 18 0,-1 1 0,1 0 0,0-1 0,0 1 0,0 0 0,0 0 0,1 0 0,-1 0 0,0 0 0,1 0 0,0 0 0,-1 1 0,1-1 0,0 0 0,0 1 0,0-1 0,0 1 0,0 0 0,0 0 0,0 0 0,0 0 0,1 0 0,-1 0 0,0 0 0,1 1 0,-1-1 0,0 1 0,1 0 0,-1 0 0,1 0 0,-1 0 0,0 0 0,1 0 0,-1 1 0,1-1 0,3 2 0,-3-1 0,0 0 0,0-1 0,0 2 0,0-1 0,0 0 0,0 1 0,-1-1 0,1 1 0,-1 0 0,1 0 0,-1 0 0,1 0 0,-1 0 0,0 0 0,0 1 0,2 3 0,1 2 0,-1 1 0,0 0 0,6 17 0,-7-16 0,0-1 0,1 0 0,7 13 0,-10-21 0,12 22 0,-13-22 0,1 0 0,-1-1 0,1 1 0,-1 0 0,0 0 0,1 0 0,-1-1 0,0 1 0,0 0 0,1 0 0,-1 0 0,0 0 0,0 0 0,0 0 0,0 0 0,0-1 0,-1 1 0,1 0 0,0 0 0,0 0 0,0 0 0,-1 0 0,0 1 0,0-4 0,0-1 0,0 1 0,0 0 0,0-1 0,0 1 0,0-1 0,1 1 0,-1-5 0,-3-79-1365,3 66-5461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18:16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24575,'1'5'0,"0"0"0,1 0 0,0-1 0,0 1 0,0-1 0,0 1 0,1-1 0,0 0 0,0 0 0,0 0 0,0 0 0,0-1 0,7 6 0,8 10 0,-13-12 0,0 0 0,1-1 0,0 0 0,1 0 0,-1 0 0,1-1 0,0 0 0,12 7 0,-14-10 0,0 0 0,0-1 0,0 0 0,0 0 0,1 0 0,-1 0 0,0-1 0,0 0 0,0 0 0,1 0 0,-1 0 0,0-1 0,0 0 0,0 0 0,8-4 0,-5 2 0,1-1 0,-2 0 0,1 0 0,-1-1 0,1 0 0,-1 0 0,0-1 0,6-6 0,4-6 0,24-32 0,-30 35-1365,-4 0-5461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53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21389,'0'631'0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45.3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1 24575,'1'30'0,"-1"1"0,0 0 0,-2 0 0,-10 51 0,-10 69 0,12-88 0,8-47 0,0 1 0,-1 0 0,-1-1 0,-7 19 0,1-11 0,1-3 0,1-1 0,-6 26 0,9-24 0,-2 0 0,-1 0 0,-18 38 0,19-52-1365,2-4-5461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45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24575,'3'2'0,"0"0"0,0 1 0,0-1 0,0 1 0,0 0 0,-1 0 0,1 0 0,-1 0 0,0 0 0,0 1 0,0-1 0,2 5 0,-1-1 0,73 114 0,-44-65 0,-24-39 0,2 0 0,0-1 0,17 21 0,-7-11 0,-1 1 0,17 32 0,-17-28 0,30 40 0,-42-62 0,-1 1 0,-1-1 0,7 15 0,-9-17 0,0 0 0,0 0 0,1 0 0,0 0 0,0-1 0,0 0 0,1 0 0,9 9 0,-14-15-29,0 0 0,1 0 0,-1 0 0,0 1 0,1-1 0,-1 0 0,0 0 0,0 0 0,1 0 0,-1 0 0,0 1 0,1-1 0,-1 0 0,0 0 0,1 0-1,-1 0 1,0 0 0,1 0 0,-1 0 0,0 0 0,1 0 0,-1 0 0,0 0 0,0-1 0,1 1 0,-1 0 0,0 0 0,1 0 0,-1 0 0,0 0 0,1-1 0,-1 1 0,0 0 0,0 0 0,0 0-1,1-1 1,-1 1 0,0 0 0,0 0 0,0-1 0,1 1 0,-1 0 0,0-1 0,0 1 0,0 0 0,0-1 0,4-8-6797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46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1 24575,'2'0'0,"0"0"0,0 1 0,0-1 0,0 1 0,0 0 0,0-1 0,0 1 0,0 0 0,0 0 0,-1 0 0,1 0 0,0 1 0,-1-1 0,1 0 0,-1 1 0,1-1 0,-1 1 0,1-1 0,-1 1 0,0 0 0,0 0 0,0 0 0,0-1 0,0 1 0,-1 0 0,1 0 0,0 0 0,-1 0 0,1 0 0,-1 0 0,0 0 0,0 3 0,2 12 0,-1-1 0,0 0 0,-3 20 0,2-18 0,-1 8 0,2 4 0,-3 0 0,0 0 0,-9 38 0,2-25 0,6-24 0,-1 0 0,-10 26 0,7-28-113,-10 27-513,-29 55 0,38-86-6200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47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0 24575,'3'0'0,"-1"1"0,0-1 0,0 1 0,0-1 0,0 1 0,0 0 0,-1 0 0,1 0 0,0 0 0,0 0 0,0 0 0,-1 0 0,1 0 0,0 1 0,-1-1 0,0 1 0,1-1 0,-1 1 0,0 0 0,0-1 0,1 1 0,-1 0 0,-1 0 0,1 0 0,0 0 0,0 0 0,-1 0 0,1 0 0,-1 0 0,0 0 0,1 0 0,-1 3 0,2 11 0,-1 0 0,-1 1 0,-1 18 0,0-16 0,2 144 0,-4 97 0,1-239 0,0 1 0,-2-1 0,-6 23 0,6-34 0,1 0 0,-1 0 0,0 0 0,-1 0 0,0-1 0,-1 0 0,0 0 0,-8 9 0,14-19 0,0 1 0,0 0 0,0-1 0,0 1 0,0 0 0,0-1 0,0 1 0,0 0 0,0-1 0,0 1 0,0-1 0,0 1 0,0 0 0,-1-1 0,1 1 0,0 0 0,0-1 0,0 1 0,0 0 0,-1 0 0,1-1 0,0 1 0,0 0 0,-1-1 0,1 1 0,0 0 0,-1 0 0,1 0 0,0-1 0,-1 1 0,1 0 0,0 0 0,-1 0 0,1 0 0,0 0 0,-1 0 0,1 0 0,0-1 0,-1 1 0,1 0 0,-1 0 0,1 0 0,0 0 0,-1 1 0,1-1 0,0 0 0,-1 0 0,1 0 0,0 0 0,-1 0 0,1 0 0,0 0 0,-1 1 0,1-1 0,0 0 0,-1 0 0,1 1 0,0-1 0,0 0 0,-1 0 0,1 1 0,0-1 0,0 0 0,-1 1 0,1-1 0,0 0 0,0 1 0,1-31 0,2 18 0,1 0 0,0 0 0,0 0 0,1 1 0,0 0 0,1 0 0,1 0 0,0 1 0,0 0 0,1 0 0,0 1 0,1 0 0,16-14 0,-24 22 0,0 0 0,0 1 0,0-1 0,0 0 0,0 1 0,0-1 0,0 1 0,0-1 0,1 1 0,-1 0 0,0-1 0,0 1 0,0 0 0,0 0 0,1 0 0,-1 0 0,0 0 0,0 0 0,0 0 0,1 0 0,-1 1 0,0-1 0,0 0 0,0 1 0,0-1 0,0 1 0,1-1 0,-1 1 0,0-1 0,0 1 0,0 0 0,-1-1 0,1 1 0,0 0 0,0 0 0,0 0 0,0 0 0,-1 0 0,1 0 0,0 0 0,-1 0 0,1 0 0,-1 0 0,1 2 0,3 7 0,0 0 0,-1 1 0,0 0 0,2 11 0,-1-4 0,-4-15 0,15 43 0,-14-44 0,-1-1 0,1 1 0,-1-1 0,1 1 0,0-1 0,0 1 0,-1-1 0,1 0 0,0 1 0,0-1 0,0 0 0,1 0 0,-1 0 0,0 1 0,0-1 0,1-1 0,-1 1 0,1 0 0,-1 0 0,0 0 0,1-1 0,-1 1 0,1-1 0,2 1 0,-3-1 0,1 0 0,-1-1 0,0 1 0,0-1 0,0 1 0,-1-1 0,1 1 0,0-1 0,0 0 0,0 1 0,0-1 0,0 0 0,-1 0 0,1 0 0,0 1 0,-1-1 0,1 0 0,-1 0 0,1 0 0,-1 0 0,1 0 0,-1 0 0,0 0 0,1 0 0,-1 0 0,0 0 0,0-2 0,5-36 0,-5 27 0,16-71 0,-16 83 0,0 0 0,0 0 0,0 0 0,0 0 0,0-1 0,0 1 0,0 0 0,0 0 0,0 0 0,0-1 0,0 1 0,0 0 0,0 0 0,0 0 0,0 0 0,0-1 0,0 1 0,0 0 0,1 0 0,-1 0 0,0 0 0,0 0 0,0-1 0,0 1 0,0 0 0,0 0 0,1 0 0,-1 0 0,0 0 0,0 0 0,0 0 0,0 0 0,1 0 0,-1 0 0,0-1 0,0 1 0,0 0 0,1 0 0,-1 0 0,0 0 0,0 0 0,0 0 0,0 0 0,1 0 0,-1 1 0,0-1 0,0 0 0,8 9 0,4 17 0,-12-25 0,18 64 0,-17-55 0,1 0 0,0-1 0,1 1 0,0-1 0,0 0 0,1 0 0,0 0 0,1 0 0,0-1 0,10 14 0,-13-20 0,0-1 0,-1 1 0,1 0 0,0-1 0,0 1 0,0-1 0,0 0 0,0 1 0,1-1 0,-1 0 0,0 0 0,0 0 0,1-1 0,-1 1 0,1-1 0,-1 1 0,0-1 0,1 0 0,-1 0 0,1 0 0,-1 0 0,1 0 0,-1 0 0,1-1 0,-1 0 0,0 1 0,1-1 0,3-1 0,-3 0 0,0 0 0,-1 0 0,1 1 0,0-2 0,-1 1 0,1 0 0,-1 0 0,0-1 0,0 1 0,0-1 0,0 0 0,0 0 0,0 0 0,-1 0 0,0 0 0,1 0 0,-1 0 0,0 0 0,0 0 0,0-5 0,19-139 0,-2 221 0,0 5-1365,-14-63-5461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47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4 24575,'30'-2'0,"30"1"0,-57 1 0,1 0 0,-1 0 0,0 1 0,1 0 0,-1-1 0,0 1 0,0 0 0,1 0 0,-1 1 0,0-1 0,0 1 0,5 3 0,-7-4 0,0 0 0,0 0 0,0 0 0,0 0 0,-1 0 0,1 0 0,0 1 0,-1-1 0,1 0 0,-1 0 0,1 1 0,-1-1 0,0 0 0,1 0 0,-1 1 0,0-1 0,0 0 0,0 1 0,0-1 0,0 0 0,0 1 0,-1-1 0,1 0 0,0 1 0,-1-1 0,1 0 0,0 0 0,-1 1 0,0-1 0,1 0 0,-1 0 0,0 0 0,1 0 0,-1 0 0,-1 2 0,-4 3 0,0 1 0,-1-1 0,1 0 0,-9 5 0,9-6 0,-128 87-1365,122-81-5461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47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1 24575,'-9'0'0,"0"-1"0,1 1 0,-1 1 0,1-1 0,0 1 0,-16 4 0,21-3 0,0-1 0,0 1 0,0-1 0,0 1 0,1 0 0,-1 0 0,0 0 0,1 1 0,0-1 0,-1 0 0,1 1 0,0 0 0,0-1 0,0 1 0,1 0 0,-1 0 0,1 0 0,-2 4 0,0 3 0,-1 0 0,2 0 0,-1 1 0,1-1 0,1 1 0,0-1 0,1 1 0,0 0 0,2 16 0,-2-21 0,1 1 0,0-1 0,1 0 0,0 0 0,-1 0 0,2 0 0,-1 0 0,1 0 0,0 0 0,0-1 0,1 1 0,-1-1 0,1 0 0,0 0 0,1-1 0,-1 1 0,6 3 0,-4-4 0,0 0 0,1-1 0,-1 0 0,1 0 0,0-1 0,0 0 0,0 0 0,0-1 0,0 0 0,9 1 0,-13-2 0,-1 0 0,0 1 0,1-2 0,-1 1 0,1 0 0,-1 0 0,0-1 0,1 1 0,-1-1 0,0 1 0,1-1 0,-1 0 0,0 0 0,0 0 0,0-1 0,0 1 0,0 0 0,0-1 0,0 1 0,0-1 0,-1 0 0,1 1 0,-1-1 0,1 0 0,-1 0 0,1 0 0,-1 0 0,0 0 0,0-1 0,0 1 0,0 0 0,-1 0 0,1-3 0,1-4 0,0 1 0,-2-1 0,1 0 0,-1 0 0,0 1 0,-1-1 0,1 0 0,-2 1 0,0-1 0,0 1 0,0 0 0,-1-1 0,0 1 0,0 0 0,-1 0 0,0 1 0,-1-1 0,0 1 0,0 0 0,0 0 0,-1 1 0,0 0 0,0 0 0,-15-11 0,10 8-1365,2-1-5461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48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0 24575,'4'0'0,"4"0"0,2 4 0,-1 4 0,-3 6 0,-5-1 0,-4 2 0,0 2 0,-4 1 0,-1 2 0,-2-3 0,0 0 0,2 0 0,-2-2 0,2-1 0,1 2 0,2 1 0,3-1-8191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48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24 24575,'-46'-17'0,"34"14"0,1 1 0,0 1 0,-1 0 0,-19 2 0,29-1 0,-1 0 0,1 0 0,0 0 0,-1 1 0,1 0 0,0-1 0,0 1 0,-1 0 0,1 0 0,0 0 0,0 0 0,0 0 0,0 1 0,0-1 0,0 1 0,1-1 0,-1 1 0,0-1 0,1 1 0,-1 0 0,1 0 0,0 0 0,0 0 0,-1 0 0,1 0 0,1 0 0,-1 1 0,0-1 0,0 4 0,-1 2 0,1 1 0,0 0 0,1 0 0,0 0 0,0 0 0,1 0 0,3 13 0,-3-18 0,0 0 0,0 0 0,0 0 0,1 0 0,0 0 0,-1-1 0,1 1 0,0 0 0,1-1 0,-1 0 0,1 1 0,0-1 0,-1 0 0,1 0 0,1-1 0,-1 1 0,0-1 0,5 3 0,22 14 18,-25-16-171,-1 1-1,1-1 0,0-1 1,0 1-1,0-1 0,0 0 0,0 0 1,11 3-1,0-3-6672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48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24575,'3'0'0,"6"0"0,4 0 0,4 0 0,3 0 0,1 0 0,2 0 0,-4 0-8191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49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5 24575,'-48'-1'0,"34"-1"0,-1 1 0,1 1 0,0 0 0,-1 1 0,1 0 0,0 1 0,-25 8 0,33-7 0,0 0 0,0 1 0,1 0 0,-1 0 0,1 0 0,0 1 0,0 0 0,1 0 0,-1 0 0,1 0 0,0 1 0,1 0 0,-1 0 0,1 0 0,0 0 0,1 0 0,-3 9 0,1-1 0,0-1 0,1 1 0,1 0 0,0 0 0,1 0 0,1 1 0,1 18 0,0-30 0,-1 0 0,1 0 0,0 0 0,1 0 0,-1 0 0,0 0 0,1-1 0,-1 1 0,1 0 0,0-1 0,0 1 0,0-1 0,0 1 0,0-1 0,1 0 0,-1 0 0,1 0 0,-1 0 0,1-1 0,0 1 0,0-1 0,0 0 0,0 1 0,0-1 0,0 0 0,0-1 0,0 1 0,4 0 0,11 2 0,0-1 0,0 0 0,29-2 0,-40 0 0,2-1 15,0 0 0,0 0 0,0-1 0,-1 0 0,1-1 0,-1 0 0,13-6 0,-16 7-139,1-1 0,-1 0 1,0 0-1,0 0 0,0-1 0,0 0 1,-1 0-1,1 0 0,-1-1 0,0 1 1,6-11-1,-4 2-6702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49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24575,'0'544'0,"0"-540"-124,0 1 0,0-1 0,-1 1 0,1-1 0,-1 1 0,0-1-1,0 1 1,-1-1 0,1 0 0,-5 8 0,-3 2-6702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50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24575,'22'-1'0,"-1"-1"0,26-6 0,-24 4 0,38-3 0,-42 7 0,136 1 0,-152 0 0,-1-1 0,0 1 0,1-1 0,-1 1 0,0 0 0,0 0 0,0 0 0,0 0 0,0 0 0,0 1 0,0-1 0,0 0 0,0 1 0,0 0 0,-1-1 0,1 1 0,-1 0 0,1 0 0,-1 0 0,0 0 0,0 0 0,0 0 0,0 0 0,0 0 0,0 1 0,0-1 0,-1 0 0,1 1 0,-1-1 0,0 4 0,2 11 0,-1-1 0,-1 0 0,-4 26 0,2-12 0,1 6 0,2 123 0,-1-157 0,0 0 0,0 0 0,0 0 0,1 0 0,-1 0 0,0 0 0,1 0 0,0 0 0,0-1 0,-1 1 0,1 0 0,0 0 0,0-1 0,0 1 0,1-1 0,-1 1 0,3 2 0,-3-3 0,1-1 0,-1 1 0,0 0 0,1-1 0,-1 0 0,0 1 0,1-1 0,-1 0 0,1 1 0,-1-1 0,1 0 0,-1 0 0,1 0 0,-1 0 0,0 0 0,1-1 0,-1 1 0,3-1 0,0-1 0,1 0 0,-1 0 0,0 0 0,0 0 0,0-1 0,0 0 0,0 1 0,0-1 0,-1-1 0,1 1 0,-1-1 0,0 1 0,3-6 0,3-5 0,4-7 0,0-1 0,11-27 0,-21 40 0,0 0 0,0 0 0,-1 0 0,0 0 0,-1-1 0,0 1 0,0 0 0,-1-1 0,-1-11 0,1 19 0,0 0 0,0 1 0,-1-1 0,1 0 0,0 1 0,-1-1 0,1 0 0,-1 1 0,1-1 0,-1 1 0,0-1 0,1 1 0,-1-1 0,0 1 0,0 0 0,0-1 0,0 1 0,0 0 0,-1 0 0,1 0 0,0 0 0,-1 0 0,1 0 0,0 0 0,-1 0 0,1 0 0,-1 1 0,1-1 0,-1 1 0,-1-1 0,1 1 0,1 0 0,-1 0 0,1 1 0,-1-1 0,1 0 0,-1 1 0,1-1 0,-1 1 0,1 0 0,0-1 0,-1 1 0,1 0 0,0 0 0,-1 0 0,1 0 0,0 0 0,0 0 0,0 0 0,0 0 0,0 1 0,0-1 0,0 0 0,1 1 0,-1-1 0,0 0 0,1 1 0,-1-1 0,1 1 0,-1-1 0,1 1 0,0-1 0,0 3 0,-3 6 0,1 1 0,1 0 0,0 1 0,0-1 0,1 0 0,1 0 0,0 0 0,0 0 0,4 11 0,-4-16 0,1-1 0,0 0 0,0 1 0,1-1 0,0 0 0,-1 0 0,2 0 0,-1-1 0,1 1 0,-1-1 0,1 0 0,0 0 0,1 0 0,-1 0 0,1-1 0,0 0 0,-1 0 0,1 0 0,6 2 0,6 2 0,0 0 0,0-1 0,1-1 0,-1-1 0,22 2 0,-35-5 0,0 0 0,1-1 0,-1 1 0,1-1 0,-1-1 0,1 1 0,-1 0 0,0-1 0,1 0 0,-1 0 0,0 0 0,0-1 0,1 0 0,-1 1 0,0-1 0,0-1 0,-1 1 0,1 0 0,0-1 0,-1 0 0,0 0 0,0 0 0,1 0 0,-2-1 0,1 1 0,3-6 0,1-6 0,0 0 0,-1-1 0,-1 0 0,7-30 0,-12 44 0,0 1 0,0-1 0,0 1 0,1-1 0,-1 1 0,0-1 0,1 1 0,-1-1 0,1 1 0,0 0 0,0-1 0,-1 1 0,3-3 0,-3 5 0,1-1 0,-1 0 0,1 0 0,-1 1 0,1-1 0,-1 0 0,0 1 0,1-1 0,-1 0 0,0 1 0,1-1 0,-1 1 0,0-1 0,0 0 0,1 1 0,-1-1 0,0 1 0,0-1 0,0 1 0,1-1 0,-1 1 0,0-1 0,0 1 0,0-1 0,0 2 0,6 48 0,-5-27 0,0-11 0,0 0 0,-2 0 0,1 0 0,-1 1 0,-4 13 0,5-26 0,0 1 0,0-1 0,0 1 0,0-1 0,0 1 0,0-1 0,0 0 0,0 1 0,-1-1 0,1 1 0,0-1 0,0 1 0,0-1 0,-1 0 0,1 1 0,0-1 0,0 0 0,-1 1 0,1-1 0,0 0 0,-1 1 0,1-1 0,0 0 0,-1 0 0,1 1 0,-1-1 0,1 0 0,-1 0 0,-5-10 0,2-21 0,4 26 0,0 0 0,1 0 0,-1 0 0,1 0 0,0 0 0,0 0 0,1 1 0,-1-1 0,1 0 0,0 1 0,1-1 0,4-6 0,-5 8 0,1 1 0,-1-1 0,1 1 0,0 0 0,0 0 0,0 0 0,0 0 0,0 0 0,0 0 0,1 1 0,-1 0 0,0 0 0,1 0 0,-1 0 0,1 0 0,-1 1 0,8-1 0,-6 1 0,0-1 0,0 1 0,0 0 0,0 1 0,0-1 0,0 1 0,0 0 0,0 0 0,0 0 0,9 5 0,-12-5 0,1 1 0,-1 0 0,0 0 0,0 0 0,0 0 0,-1 0 0,1 0 0,0 0 0,-1 1 0,1-1 0,-1 1 0,0-1 0,0 1 0,0-1 0,0 1 0,0-1 0,-1 1 0,1 0 0,-1 0 0,0-1 0,0 6 0,0 22 0,-1-21 0,0-23 0,0 7 0,1 0 0,0 0 0,0 0 0,1 0 0,0 0 0,0 1 0,0-1 0,1 0 0,0 0 0,1 1 0,-1-1 0,1 1 0,0 0 0,1 0 0,0 0 0,0 0 0,0 1 0,0-1 0,1 1 0,0 0 0,0 1 0,0-1 0,1 1 0,0 0 0,0 0 0,0 1 0,0-1 0,0 2 0,0-1 0,1 0 0,0 1 0,-1 1 0,1-1 0,0 1 0,10-1 0,-6 1 0,0 1 0,0 0 0,0 1 0,0 0 0,15 4 0,-22-4 0,0 1 0,0-1 0,-1 1 0,1-1 0,-1 1 0,0 1 0,1-1 0,-1 0 0,0 1 0,0-1 0,0 1 0,-1 0 0,1 0 0,-1 0 0,1 0 0,-1 1 0,0-1 0,2 6 0,-1-3 0,2 4 0,0 0 0,-1 0 0,-1 0 0,0 0 0,3 15 0,-6-23 0,0 1 0,0-1 0,0 0 0,0 0 0,0 0 0,0 0 0,0 0 0,-1 0 0,1 0 0,-1 0 0,1 0 0,-1 0 0,0 0 0,0 0 0,0 0 0,0 0 0,0-1 0,0 1 0,-1 0 0,1-1 0,0 1 0,-1-1 0,1 1 0,-1-1 0,0 0 0,1 0 0,-1 0 0,0 1 0,0-2 0,0 1 0,0 0 0,0 0 0,0-1 0,-3 2 0,-14 1-1365,2-1-5461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50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24575,'4'0'0,"1"4"0,0 4 0,2 2 0,1 2 0,-2 3 0,-1-1-8191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51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24575,'70'-2'0,"78"4"0,-146-2 0,0 1 0,0-1 0,0 0 0,0 1 0,0-1 0,0 1 0,0 0 0,0 0 0,0 0 0,0 0 0,0 0 0,0 0 0,-1 0 0,1 0 0,0 1 0,-1-1 0,1 1 0,-1-1 0,0 1 0,0 0 0,1-1 0,-1 1 0,0 0 0,0 0 0,0 0 0,-1 0 0,1 0 0,0 0 0,-1 0 0,1 0 0,-1 0 0,0 0 0,0 0 0,0 0 0,0 3 0,0-1 0,0 1 0,-1-1 0,1 0 0,-1 0 0,0 1 0,-1-1 0,1 0 0,-1 0 0,1 0 0,-1 0 0,0 0 0,-1-1 0,1 1 0,-1-1 0,1 1 0,-6 4 0,0-1-227,-1-1-1,1 0 1,-1 0-1,-1 0 1,-11 4-1,6-5-6598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51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46 24575,'4'0'0,"1"-4"0,0-5 0,2 0 0,4 0 0,4 3 0,3 1 0,2 3 0,2 1 0,0 0 0,-3 5 0,-2 1 0,-3 4 0,0 0 0,-3 3 0,-3 2 0,-4-1-8191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52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1 285 24575,'28'0'0,"0"0"0,0-2 0,0-1 0,49-12 0,-71 14 0,0-1 0,1 0 0,-1-1 0,0 0 0,-1 0 0,1 0 0,0 0 0,-1-1 0,0 0 0,0 0 0,0-1 0,0 1 0,-1-1 0,1 0 0,-1 0 0,0 0 0,-1-1 0,0 0 0,1 1 0,-2-1 0,1 0 0,-1-1 0,0 1 0,0 0 0,-1 0 0,2-13 0,-3 15 0,0-1 0,0 1 0,0-1 0,0 1 0,-1-1 0,0 1 0,0-1 0,0 1 0,-1 0 0,0-1 0,1 1 0,-1 0 0,-1 0 0,1 0 0,0 1 0,-1-1 0,0 0 0,0 1 0,0 0 0,0-1 0,-1 1 0,1 1 0,-1-1 0,0 0 0,0 1 0,0 0 0,-4-2 0,-2-1 0,0 1 0,0 1 0,0-1 0,0 2 0,-1-1 0,1 1 0,-1 1 0,1 0 0,-1 0 0,-17 2 0,26 0 0,0-1 0,0 0 0,0 1 0,0-1 0,0 1 0,0 0 0,0 0 0,0 0 0,0 0 0,0 0 0,0 0 0,1 0 0,-1 1 0,0-1 0,1 0 0,-1 1 0,1 0 0,-1-1 0,1 1 0,-2 3 0,1-1 0,0 0 0,0 1 0,1-1 0,-1 1 0,1 0 0,0 0 0,0-1 0,1 1 0,-1 5 0,1-1 0,0 0 0,1-1 0,0 1 0,0-1 0,1 1 0,0-1 0,0 0 0,1 1 0,0-1 0,6 11 0,-2-11 0,0 1 0,0-1 0,0 0 0,1 0 0,1-1 0,-1 0 0,1 0 0,0-1 0,1-1 0,17 9 0,-19-11 0,0 1 0,0-2 0,0 1 0,0-1 0,1 0 0,-1-1 0,1 0 0,0 0 0,-1-1 0,1 0 0,-1 0 0,1-1 0,0 0 0,9-3 0,-9 0-227,0 0-1,0 0 1,0 0-1,-1-1 1,15-11-1,-12 6-6598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54.8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 24575,'0'-1'0,"1"0"0,-1 0 0,1 0 0,-1 0 0,1 0 0,-1 0 0,1 0 0,0 0 0,0 1 0,-1-1 0,1 0 0,0 1 0,0-1 0,0 0 0,0 1 0,0-1 0,0 1 0,0-1 0,2 0 0,26-10 0,-21 8 0,12-2 0,1 0 0,0 1 0,-1 2 0,1 0 0,0 1 0,0 1 0,24 3 0,16-1 0,-54-1 0,0-1 0,-1 1 0,1 0 0,0 0 0,-1 1 0,1 0 0,-1 0 0,1 1 0,-1 0 0,0 0 0,0 0 0,0 0 0,-1 1 0,1 0 0,-1 1 0,0-1 0,8 10 0,-9-10 0,-1 0 0,0 1 0,0-1 0,-1 1 0,1-1 0,-1 1 0,0 0 0,0 0 0,-1 0 0,1 0 0,-1 1 0,0-1 0,-1 0 0,1 0 0,-1 1 0,0-1 0,0 0 0,-1 1 0,0-1 0,0 0 0,0 0 0,0 0 0,-3 7 0,1-7 0,0 0 0,0 0 0,-1 0 0,0 0 0,0-1 0,0 1 0,0-1 0,0 0 0,-1 0 0,0 0 0,0-1 0,-7 4 0,0 0 0,0-1 0,0-1 0,0 0 0,-20 5 0,2-5-5,0-1 0,0-2-1,0-1 1,-41-3-1,0 0-1332,53 2-5488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1:58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24575,'2'113'0,"-4"123"0,-2-212 0,-1-1 0,0 0 0,-12 31 0,-5 17 0,5 33-1365,12-90-5461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2:00.1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83 24575,'0'-1'0,"0"0"0,1 0 0,-1 0 0,1 0 0,-1 0 0,1 0 0,-1 0 0,1 0 0,0 1 0,-1-1 0,1 0 0,0 0 0,0 1 0,0-1 0,-1 1 0,1-1 0,0 0 0,0 1 0,0 0 0,0-1 0,0 1 0,0 0 0,0-1 0,0 1 0,0 0 0,0 0 0,2 0 0,32-4 0,-31 3 0,67-2 0,100 7 0,-167-4 0,0 0 0,-1 1 0,1 0 0,0 0 0,-1 0 0,1 1 0,-1-1 0,0 1 0,1-1 0,-1 1 0,0 0 0,0 1 0,0-1 0,-1 0 0,1 1 0,0-1 0,-1 1 0,0 0 0,1 0 0,-1 0 0,0 0 0,-1 1 0,1-1 0,0 0 0,1 7 0,1 3 0,-1 0 0,-1 0 0,0 0 0,0 1 0,-2 23 0,0-52 0,0 1 0,0-1 0,1 1 0,5-26 0,-5 35 0,0 0 0,1 0 0,0 0 0,0 0 0,0 1 0,1-1 0,0 1 0,0-1 0,0 1 0,0 0 0,0 0 0,1 0 0,0 0 0,0 1 0,7-5 0,-5 3 0,0 1 0,1 1 0,-1-1 0,1 1 0,0 0 0,8-2 0,-13 4 0,-1 1 0,0 0 0,1 0 0,-1 0 0,0 0 0,1 0 0,-1 0 0,0 0 0,1 0 0,-1 1 0,0-1 0,1 1 0,-1-1 0,0 1 0,0-1 0,1 1 0,-1-1 0,0 1 0,0 0 0,0 0 0,0 0 0,0 0 0,0 0 0,0 0 0,0 0 0,0 0 0,-1 0 0,1 0 0,0 0 0,-1 0 0,1 0 0,0 1 0,-1-1 0,0 0 0,1 1 0,-1-1 0,0 0 0,0 1 0,1-1 0,-1 3 0,5 40 0,-5-34 0,1 0 0,0 0 0,1 0 0,0 0 0,1 0 0,0-1 0,0 1 0,1-1 0,0 1 0,6 8 0,-3-8 0,-5-6 0,1 0 0,0 0 0,0 0 0,0 0 0,1 0 0,-1-1 0,9 6 0,-11-8 0,1 0 0,-1-1 0,1 1 0,0-1 0,-1 0 0,1 1 0,0-1 0,-1 0 0,1 0 0,0 0 0,0 0 0,-1 0 0,1-1 0,0 1 0,-1 0 0,1-1 0,-1 1 0,1-1 0,0 0 0,-1 0 0,1 1 0,-1-1 0,0 0 0,1 0 0,-1 0 0,0 0 0,1-1 0,0 0 0,3-3 0,-1 0 0,0 0 0,0 0 0,0-1 0,-1 1 0,1-1 0,-1 0 0,-1 0 0,1 0 0,-1 0 0,0 0 0,0-1 0,-1 1 0,0-1 0,0 1 0,-1-13 0,10-36 0,-10 54 0,0 1 0,0 0 0,0-1 0,0 1 0,0-1 0,0 1 0,0 0 0,0-1 0,0 1 0,0-1 0,0 1 0,1 0 0,-1-1 0,0 1 0,0 0 0,1-1 0,-1 1 0,0 0 0,0-1 0,1 1 0,-1 0 0,0 0 0,1-1 0,-1 1 0,0 0 0,1 0 0,-1 0 0,0-1 0,1 1 0,-1 0 0,0 0 0,1 0 0,-1 0 0,1 0 0,-1 0 0,1 0 0,9 12 0,4 22 0,-10-15 0,0 0 0,11 27 0,-14-42 0,1 0 0,0 0 0,0 0 0,0 0 0,0 0 0,1 0 0,-1-1 0,1 1 0,0-1 0,0 0 0,0 0 0,0 0 0,1 0 0,-1 0 0,1-1 0,0 0 0,5 3 0,-7-5 0,1 0 0,-1 0 0,0 0 0,1 0 0,-1-1 0,0 1 0,0-1 0,1 0 0,-1 0 0,0 1 0,0-1 0,0-1 0,0 1 0,0 0 0,0 0 0,0-1 0,0 1 0,-1-1 0,1 0 0,0 1 0,-1-1 0,3-3 0,-2 2 0,1 0 0,0 0 0,-1 1 0,1-1 0,0 1 0,0 0 0,1 0 0,-1 0 0,5-2 0,-3 4 0,0-1 0,0 1 0,1 0 0,-1 1 0,0-1 0,0 1 0,0 0 0,5 2 0,-5-2 0,0 0 0,0 0 0,0 0 0,0-1 0,0 1 0,0-1 0,7-1 0,-10 1 0,-1-1 0,1 0 0,-1 1 0,1-1 0,-1 0 0,1 0 0,-1 0 0,1 0 0,-1 0 0,0 0 0,0 0 0,0 0 0,1-1 0,-1 1 0,0 0 0,0-1 0,-1 1 0,1-1 0,0 1 0,0-1 0,-1 1 0,1-1 0,-1 0 0,1 1 0,-1-1 0,0-3 0,6-40 0,-5 35 0,0-1 0,0 0 0,1 1 0,1-1 0,0 1 0,4-11 0,-7 21 0,0 0 0,0-1 0,0 1 0,0 0 0,0 0 0,0-1 0,0 1 0,1 0 0,-1 0 0,0-1 0,0 1 0,0 0 0,0 0 0,1-1 0,-1 1 0,0 0 0,0 0 0,0 0 0,1 0 0,-1-1 0,0 1 0,0 0 0,1 0 0,-1 0 0,0 0 0,0 0 0,1 0 0,-1 0 0,0 0 0,1 0 0,-1 0 0,0 0 0,0 0 0,1 0 0,-1 0 0,0 0 0,0 0 0,1 0 0,-1 0 0,0 0 0,1 0 0,-1 0 0,0 0 0,0 0 0,0 1 0,1-1 0,-1 0 0,0 0 0,0 0 0,1 0 0,-1 1 0,12 18 0,2 28 0,-3 7 0,-6-29 0,-1 0 0,3 45 0,-7-57 0,0 0 0,-1 0 0,-1 0 0,0 0 0,0 0 0,-1 0 0,-1-1 0,0 1 0,-1-1 0,0 0 0,-1 0 0,0-1 0,-15 20 0,9-15 0,-1 0 0,0-1 0,-2 0 0,-21 17 0,27-25 0,-1 0 0,1 0 0,-2-1 0,1-1 0,-1 0 0,0 0 0,0-1 0,0 0 0,-12 2 0,19-6 0,1 1 0,0-1 0,-1 0 0,1 1 0,0-2 0,-1 1 0,1 0 0,0-1 0,-1 1 0,1-1 0,0 0 0,0 0 0,0-1 0,0 1 0,0-1 0,0 1 0,0-1 0,0 0 0,-4-3 0,3 1 0,1 0 0,-1-1 0,1 1 0,0 0 0,0-1 0,0 0 0,0 0 0,1 0 0,0 0 0,0 0 0,-2-8 0,3 5 0,-1 1 0,1 0 0,1-1 0,-1 1 0,1 0 0,1-1 0,-1 1 0,3-12 0,-2 14 0,1 1 0,-1 0 0,0-1 0,1 1 0,0 0 0,0 0 0,0 0 0,1 0 0,-1 1 0,1-1 0,0 1 0,0-1 0,0 1 0,5-3 0,3-1 0,1 1 0,0 1 0,1 0 0,0 1 0,-1 0 0,1 1 0,0 0 0,23-1 0,18-6 0,11 2 0,-56 8 0,1 0 0,-1-1 0,0 0 0,0 0 0,0-1 0,0 0 0,-1-1 0,1 0 0,-1 0 0,1-1 0,-1 0 0,13-10 0,39-24 0,-47 31 0,0 0 0,-1-1 0,21-18 0,-28 21 0,-1 0 0,0 0 0,-1-1 0,1 1 0,-1-1 0,0 1 0,0-1 0,-1 0 0,0 0 0,0-1 0,0 1 0,-1 0 0,0 0 0,1-9 0,-1 4 0,-1-1 0,0 1 0,-1 0 0,0 0 0,-1-1 0,0 1 0,-6-16 0,8 25 0,-1 0 0,0-1 0,0 1 0,0 0 0,0 0 0,-1 0 0,1 0 0,-1 0 0,1 0 0,-1 0 0,1 1 0,-1-1 0,0 0 0,0 1 0,0 0 0,0-1 0,0 1 0,0 0 0,0 0 0,0 0 0,-1 0 0,-2 0 0,4 1 0,-1 0 0,1 0 0,-1 0 0,1 0 0,-1 0 0,1 0 0,-1 1 0,1-1 0,-1 1 0,1-1 0,-1 1 0,1 0 0,0-1 0,0 1 0,-1 0 0,1 0 0,0 0 0,0 0 0,0 0 0,0 0 0,0 0 0,0 1 0,0-1 0,0 0 0,0 0 0,1 1 0,-1-1 0,0 0 0,1 1 0,-1-1 0,1 1 0,0-1 0,-1 1 0,1-1 0,0 3 0,-2 8 0,0 0 0,0 0 0,2 0 0,-1 0 0,3 18 0,-2-25 0,1 0 0,0 0 0,0 0 0,1 0 0,-1 0 0,1-1 0,0 1 0,0 0 0,1-1 0,-1 1 0,1-1 0,0 0 0,0 0 0,1 0 0,4 4 0,-3-4 0,0 0 0,0-1 0,0 0 0,1 0 0,0 0 0,-1 0 0,1-1 0,0 0 0,0 0 0,1-1 0,-1 0 0,0 0 0,0 0 0,11-1 0,-14 0 0,0 0 0,-1 0 0,1-1 0,0 1 0,0-1 0,0 0 0,0 0 0,-1 0 0,1 0 0,0-1 0,-1 1 0,1-1 0,-1 1 0,0-1 0,1 0 0,-1 0 0,0 0 0,0 0 0,0 0 0,0 0 0,-1-1 0,1 1 0,-1-1 0,1 1 0,-1-1 0,0 0 0,0 1 0,0-1 0,0 0 0,0 0 0,-1 0 0,1-5 0,0 2 0,0-9 0,1 1 0,0-1 0,1 0 0,11-28 0,-14 43 0,0-1 0,0 1 0,0 0 0,0-1 0,0 1 0,1-1 0,-1 1 0,0 0 0,0-1 0,0 1 0,1 0 0,-1-1 0,0 1 0,1 0 0,-1-1 0,0 1 0,1 0 0,-1 0 0,0-1 0,1 1 0,-1 0 0,1 0 0,-1 0 0,0-1 0,1 1 0,-1 0 0,1 0 0,-1 0 0,1 0 0,-1 0 0,0 0 0,1 0 0,-1 0 0,1 0 0,11 13 0,2 22 0,-12-17 0,0-1 0,-1 26 0,-1-50 0,0-1 0,1 1 0,0 0 0,0 0 0,1-1 0,3-8 0,-4 12 0,1 0 0,0 1 0,0 0 0,0-1 0,0 1 0,0 0 0,0 0 0,1 0 0,0 1 0,-1-1 0,1 1 0,0-1 0,0 1 0,1 0 0,-1 0 0,0 0 0,8-2 0,-2 1 0,0 0 0,0 1 0,1 0 0,-1 1 0,1 0 0,-1 1 0,1 0 0,0 0 0,-1 1 0,1 0 0,-1 1 0,0 0 0,1 0 0,-1 1 0,0 0 0,0 1 0,-1 0 0,1 0 0,-1 1 0,0 0 0,0 1 0,0 0 0,-1 0 0,0 0 0,0 1 0,-1 0 0,1 0 0,-2 1 0,1 0 0,-1 0 0,0 0 0,-1 0 0,5 13 0,-6-14 0,1 0 0,-1 0 0,-1 0 0,0 0 0,0 0 0,2 14 0,-4-19 0,0-1 0,0 1 0,0-1 0,0 1 0,0-1 0,0 1 0,-1-1 0,1 1 0,-1-1 0,1 1 0,-1-1 0,0 1 0,1-1 0,-1 0 0,0 1 0,0-1 0,0 0 0,0 0 0,0 0 0,0 0 0,0 0 0,0 0 0,-1 0 0,1 0 0,0 0 0,-1 0 0,1-1 0,0 1 0,-1-1 0,1 1 0,-1-1 0,1 1 0,-1-1 0,-2 0 0,-9 3-114,1-2 1,-1 1-1,1-2 0,-1 0 0,1 0 1,-1-1-1,1-1 0,-1 0 0,1 0 1,0-2-1,-23-8 0,21 3-6712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2:00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24575,'45'-17'0,"-22"10"0,-1 1 0,1 1 0,0 2 0,0 0 0,45 1 0,-61 2 0,-1 1 0,1 0 0,-1 0 0,0 1 0,0 0 0,1 0 0,-1 0 0,0 1 0,-1 0 0,1 0 0,7 5 0,-9-5 0,-1 1 0,0-1 0,1 1 0,-1 0 0,0 0 0,-1 0 0,1 0 0,-1 0 0,1 1 0,-1-1 0,-1 1 0,1-1 0,-1 1 0,1 0 0,-2 0 0,2 9 0,-2-12-38,3 59 201,-2-57-278,-2 0 1,1-1-1,0 1 0,-1 0 1,0 0-1,0 0 1,0 0-1,0-1 0,-1 1 1,1 0-1,-1-1 1,-4 6-1,-4 1-6711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2:00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24575,'62'-1'0,"71"3"0,-108 2 0,-1 1 0,0 1 0,-1 1 0,1 1 0,-1 1 0,34 20 0,-56-29 0,116 45 0,-101-38-1365,-1-1-5461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2:02.5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67 24575,'0'20'0,"-1"11"0,1 1 0,2 0 0,0-1 0,3 0 0,0 0 0,12 36 0,-12-49 0,-1 1 0,-1-1 0,0 1 0,-1 0 0,-1 0 0,-1 0 0,-4 31 0,3-46 0,0 0 0,1 0 0,-1 0 0,-1 0 0,1 0 0,-1 0 0,1 0 0,-1 0 0,0-1 0,-1 1 0,1-1 0,0 1 0,-1-1 0,0 0 0,0 0 0,0 0 0,0 0 0,-5 2 0,-4 3 0,-1-1 0,0-1 0,-26 10 0,13-6 0,20-7 0,0-1 0,-1 0 0,1 0 0,-1-1 0,1 0 0,-1 0 0,0 0 0,-10-1 0,15 0 0,0 0 0,0-1 0,0 1 0,0-1 0,0 1 0,0-1 0,0 1 0,0-1 0,0 0 0,0 0 0,0 0 0,0 0 0,1-1 0,-1 1 0,0 0 0,1-1 0,-1 1 0,1-1 0,-1 0 0,1 1 0,0-1 0,0 0 0,0 0 0,0 1 0,0-1 0,0 0 0,0 0 0,1 0 0,-1 0 0,0-3 0,0-2 0,0 0 0,1 0 0,-1 1 0,1-1 0,1 0 0,-1 0 0,1 0 0,0 1 0,1-1 0,-1 0 0,2 1 0,-1 0 0,0-1 0,1 1 0,0 0 0,1 0 0,3-5 0,0 3 0,-1 0 0,1 0 0,1 1 0,-1 0 0,1 1 0,0 0 0,1 0 0,-1 0 0,1 1 0,16-6 0,66-31 0,-78 37 0,-1-1 0,23-14 0,17-8 0,-36 19 0,0 0 0,-1-1 0,-1 0 0,1-1 0,-2-1 0,0 0 0,20-24 0,-4 5 0,-26 28 0,0-1 0,-1 0 0,1 1 0,-1-1 0,0 0 0,0 0 0,0-1 0,0 1 0,-1 0 0,0-1 0,1 1 0,-2-1 0,1 1 0,-1-1 0,1 1 0,-1-1 0,0 1 0,-1-1 0,1 0 0,-1 1 0,0-1 0,0 1 0,-1 0 0,1-1 0,-1 1 0,-3-6 0,4 7 0,-1 0 0,1 0 0,-1 0 0,0 0 0,0 0 0,0 1 0,-1-1 0,1 1 0,-1-1 0,1 1 0,-1 0 0,0 0 0,0 0 0,0 0 0,0 1 0,0-1 0,0 1 0,0 0 0,0 0 0,-1 0 0,1 0 0,0 0 0,-1 1 0,1 0 0,-1-1 0,1 1 0,-1 0 0,1 1 0,-1-1 0,1 1 0,0-1 0,-1 1 0,1 0 0,0 0 0,-4 2 0,3 0 0,-1-1 0,0 1 0,1 0 0,0 1 0,0-1 0,0 1 0,0 0 0,1 0 0,-1 0 0,1 0 0,0 0 0,0 1 0,1-1 0,-1 1 0,1 0 0,-2 6 0,0 1 0,1-1 0,0 1 0,1 0 0,0 0 0,0 0 0,2 13 0,-2 8 0,-7 41 0,5-41 0,-2 44 0,8-35 0,-1-28 0,0 0 0,-1 0 0,0 0 0,-1 0 0,-5 22 0,0-27 0,1-18 0,3-20 0,2 25 0,1 0 0,0 1 0,0-1 0,0 1 0,0-1 0,1 1 0,-1 0 0,1-1 0,0 1 0,0 0 0,0 0 0,1 0 0,-1 0 0,1 1 0,-1-1 0,1 1 0,0-1 0,0 1 0,0 0 0,0 0 0,0 0 0,1 1 0,-1-1 0,0 1 0,1 0 0,-1 0 0,1 0 0,0 0 0,-1 0 0,1 1 0,0 0 0,-1 0 0,1 0 0,0 0 0,-1 0 0,1 1 0,0 0 0,-1 0 0,1 0 0,-1 0 0,1 0 0,-1 1 0,0-1 0,1 1 0,-1 0 0,0 0 0,0 0 0,0 0 0,3 4 0,5 5 0,-1 1 0,16 22 0,-17-22 0,0 0 0,19 19 0,-24-28 0,1 1 0,-1-1 0,1 0 0,-1 0 0,1 0 0,0 0 0,0-1 0,1 0 0,-1 0 0,0-1 0,8 2 0,0 0 0,1-1 0,-1-1 0,1 0 0,0-1 0,24-3 0,-35 3 0,0-1 0,0 1 0,0-1 0,0 0 0,0 0 0,0 0 0,0 0 0,0-1 0,0 1 0,-1-1 0,1 0 0,-1 1 0,1-1 0,-1 0 0,1-1 0,-1 1 0,0 0 0,0-1 0,0 1 0,0-1 0,-1 1 0,1-1 0,-1 0 0,1 0 0,-1 0 0,0 0 0,0 0 0,-1 0 0,1 0 0,0-4 0,1-9 0,0-1 0,-1 1 0,-1-1 0,-1 1 0,0 0 0,-1-1 0,-5-17 0,5 31 0,1 0 0,-1 0 0,0 1 0,0-1 0,0 0 0,-1 1 0,1-1 0,0 1 0,-1 0 0,0 0 0,1 0 0,-1 0 0,0 1 0,0-1 0,0 1 0,0-1 0,0 1 0,0 0 0,-1 0 0,1 0 0,0 1 0,-5-1 0,5 1 0,0-1 0,0 1 0,0 0 0,0 0 0,-1 0 0,1 1 0,0-1 0,0 1 0,0 0 0,0-1 0,0 1 0,0 1 0,1-1 0,-1 0 0,0 1 0,0-1 0,1 1 0,-1 0 0,1 0 0,0 0 0,-1 0 0,1 0 0,-3 5 0,2 1 0,-1-1 0,2 1 0,-1 0 0,1-1 0,0 1 0,1 0 0,0 0 0,0 1 0,1 10 0,6 75 0,-6-92 0,0 0 0,0-1 0,0 1 0,1 0 0,-1-1 0,0 1 0,1-1 0,-1 1 0,1-1 0,0 1 0,0-1 0,-1 1 0,1-1 0,0 1 0,2 1 0,-3-3 0,1 0 0,-1 1 0,1-1 0,-1 0 0,1 0 0,0 0 0,-1 0 0,1 0 0,-1 0 0,1 0 0,-1 0 0,1 0 0,-1 0 0,1 0 0,0 0 0,-1 0 0,1 0 0,-1 0 0,1 0 0,-1-1 0,1 1 0,-1 0 0,1 0 0,-1-1 0,1 1 0,-1 0 0,1-1 0,0 0 0,3-2 0,-1-1 0,1 0 0,-1 0 0,1-1 0,-1 1 0,-1-1 0,5-6 0,8-17 0,1 0 0,27-32 0,-34 47 0,-7 11 0,-1 0 0,0 0 0,1 0 0,0 0 0,0 0 0,-1 0 0,1 0 0,0 1 0,1-1 0,-1 1 0,0-1 0,0 1 0,0 0 0,1 0 0,-1 0 0,1 0 0,-1 0 0,1 1 0,-1-1 0,5 0 0,-4 2 0,0-1 0,0 1 0,0 0 0,0-1 0,0 1 0,0 1 0,0-1 0,0 0 0,0 1 0,0-1 0,-1 1 0,1 0 0,-1 0 0,4 3 0,4 6 0,-1 0 0,0 0 0,-1 1 0,0 0 0,-1 0 0,7 15 0,-12-22 0,13 21 0,-15-26 0,0 0 0,0 0 0,0 0 0,1 0 0,-1 1 0,0-1 0,0 0 0,0 0 0,0 0 0,1 0 0,-1 0 0,0 0 0,0 0 0,0 0 0,0 0 0,1 0 0,-1 0 0,0 0 0,0 0 0,0 0 0,0 0 0,1 0 0,-1 0 0,0 0 0,0 0 0,0 0 0,1 0 0,-1 0 0,0 0 0,0 0 0,0 0 0,0 0 0,1 0 0,-1 0 0,0 0 0,0 0 0,0-1 0,0 1 0,1 0 0,4-15 0,-3 5 0,0 1 0,0 0 0,1 0 0,0 0 0,1 1 0,5-11 0,-8 16 0,1 0 0,0 1 0,1-1 0,-1 0 0,0 1 0,1-1 0,-1 1 0,1 0 0,0 0 0,0 0 0,0 0 0,0 0 0,0 1 0,0 0 0,0-1 0,1 1 0,-1 0 0,0 0 0,7 0 0,-3 0 0,0 1 0,0 0 0,0 0 0,0 0 0,0 1 0,1 0 0,-1 0 0,-1 1 0,1 0 0,7 3 0,2 3 0,0 0 0,24 17 0,-21-12 0,-18-12 0,-1-1 0,0 0 0,1 1 0,-1-1 0,0 0 0,1 1 0,-1-1 0,1 0 0,-1 0 0,1 0 0,-1 1 0,0-1 0,1 0 0,-1 0 0,1 0 0,-1 0 0,1 0 0,-1 0 0,1 0 0,-1 0 0,1 0 0,-1 0 0,1 0 0,-1 0 0,1 0 0,-1 0 0,1 0 0,-1 0 0,1-1 0,-1 1 0,0 0 0,1 0 0,-1-1 0,1 1 0,-1 0 0,0 0 0,1-1 0,0 0 0,2-22 0,-11-27 0,-2 26 0,7 20 0,5 18 0,33 118 0,-29-111 0,2-1 0,1 1 0,0-1 0,16 22 0,-13-22 0,0 0 0,-1 1 0,13 34 0,-19-43 0,-1 1 0,-1-1 0,0 1 0,-1 0 0,0 0 0,-1 0 0,-1 0 0,0 13 0,-1-23 0,0 0 0,0 0 0,0 0 0,0 0 0,0 0 0,0 0 0,-1 0 0,0 0 0,1-1 0,-1 1 0,0-1 0,0 1 0,0-1 0,-1 0 0,1 0 0,-1 0 0,1 0 0,-1 0 0,1 0 0,-1-1 0,0 1 0,0-1 0,0 0 0,0 0 0,0 0 0,0 0 0,0 0 0,-4-1 0,-11 4 0,-1-2 0,1-1 0,-29-1 0,40 0 0,-43 2 0,33-1 0,0 0 0,0-2 0,0 1 0,0-2 0,-22-5 0,35 6 0,1 0 0,-1-1 0,1 1 0,-1-1 0,1 0 0,0 0 0,0 0 0,0-1 0,0 1 0,0-1 0,1 1 0,-1-1 0,1 0 0,0 0 0,-4-5 0,3 2 0,1 0 0,-1 0 0,1 0 0,0-1 0,0 1 0,1 0 0,0-1 0,0-10 0,0 6 0,1 0 0,1 0 0,0 0 0,1 1 0,0-1 0,0 0 0,1 1 0,1-1 0,-1 1 0,9-15 0,-5 15 0,0 0 0,1 1 0,0 0 0,0 0 0,1 1 0,0 0 0,20-13 0,-5 4 0,-9 5 24,0 0 0,-1-1 0,0-1 0,22-28 0,-32 37-102,-1 0 0,1 0 0,-1-1-1,0 1 1,0-1 0,-1 0 0,0 0 0,0 0 0,0 0-1,0 0 1,-1-1 0,0 1 0,-1 0 0,1-1 0,-1 1-1,-1 0 1,1-1 0,-2-8 0,-3 1-6748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2:02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 24575,'0'-4'0,"0"-4"0,4-2 0,4 2 0,6 1 0,3 3 0,2 1 0,3 2 0,0 1 0,1 0 0,-1 0 0,-3 1-8191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22:02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0 315 24575,'41'-50'0,"4"-4"0,-23 36 0,0 0 0,29-16 0,-23 16 0,25-22 0,-33 25-244,1 0 0,1 2-1,35-17 1,-51 27-144,6-3-6438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47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373 93 24575,'0'-5'0,"0"-1"0,0 0 0,0 1 0,-1-1 0,0 1 0,0-1 0,0 1 0,-1-1 0,-2-5 0,3 9 0,-1 0 0,0 0 0,1 0 0,-1 0 0,0 0 0,0 0 0,0 1 0,-1-1 0,1 1 0,0-1 0,0 1 0,-1 0 0,1 0 0,-1 0 0,1 0 0,-1 1 0,1-1 0,-1 0 0,0 1 0,1 0 0,-5 0 0,-17-3 0,-1 2 0,1 0 0,-1 2 0,1 1 0,-27 5 0,44-4 0,0 0 0,1 0 0,0 0 0,-1 1 0,1 0 0,1 0 0,-1 0 0,1 1 0,-1 0 0,1 0 0,1 0 0,-1 1 0,1-1 0,0 1 0,0 0 0,0 1 0,-4 12 0,1-4 0,1 1 0,1 0 0,0 0 0,1 1 0,1-1 0,-2 27 0,3 11 0,5 66 0,-2-114 0,1 0 0,-1-1 0,1 1 0,0 0 0,1-1 0,-1 1 0,1-1 0,0 0 0,0 0 0,1 0 0,0 0 0,0-1 0,7 8 0,1-2 0,-1 0 0,1-1 0,1 0 0,18 9 0,-24-14 0,0-1 0,1-1 0,-1 1 0,1-1 0,-1-1 0,1 0 0,14 1 0,60-4 0,-36 0 0,-34 2 17,-1-2 0,0 1 1,0-2-1,0 1 0,0-1 0,20-9 0,58-35-1502,-75 39-5341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48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198 1 24575,'-16'0'0,"2"-1"0,1 1 0,-1 1 0,-20 4 0,31-5 0,-1 1 0,1 0 0,-1 1 0,0-1 0,1 0 0,0 1 0,-1 0 0,1 0 0,0 0 0,0 0 0,0 1 0,1-1 0,-1 1 0,0 0 0,1-1 0,0 1 0,-3 5 0,-4 7 0,1 0 0,1 1 0,0 0 0,-5 22 0,10-31 0,1 0 0,-1 0 0,1 0 0,1 0 0,-1 0 0,1 0 0,0 0 0,1 1 0,0-1 0,0 0 0,0 0 0,1-1 0,3 9 0,-3-11 0,0 0 0,0-1 0,1 1 0,0-1 0,0 1 0,0-1 0,0 0 0,0 0 0,1 0 0,-1-1 0,1 1 0,0-1 0,0 0 0,0 0 0,0 0 0,0-1 0,0 1 0,0-1 0,1 0 0,-1 0 0,0 0 0,1-1 0,-1 0 0,1 1 0,5-2 0,-6 1 0,0 0 0,-1-1 0,1 1 0,0-1 0,0 0 0,-1 0 0,1 0 0,-1 0 0,1-1 0,-1 1 0,1-1 0,-1 0 0,0 0 0,0 0 0,0 0 0,0-1 0,0 1 0,-1-1 0,1 0 0,-1 0 0,1 0 0,-1 0 0,0 0 0,0 0 0,-1-1 0,1 1 0,-1-1 0,1 1 0,0-6 0,0-1-85,0 0 0,-1 0-1,0 0 1,-1-1 0,0 1-1,-1 0 1,1 0 0,-2 0-1,0 0 1,0 0 0,-1 0-1,0 0 1,-1 1 0,0 0-1,-6-11 1,3 9-6741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48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4 24575,'-42'-1'0,"30"-1"0,-1 2 0,0-1 0,1 2 0,-1 0 0,0 0 0,1 1 0,-23 6 0,32-6 0,0 0 0,1 0 0,-1 1 0,0-1 0,1 1 0,0-1 0,-1 1 0,1 0 0,0-1 0,1 1 0,-1 0 0,0 1 0,1-1 0,-1 0 0,1 0 0,0 1 0,0-1 0,1 0 0,-1 1 0,1-1 0,-1 1 0,1-1 0,0 1 0,1 4 0,-1 0 0,1 0 0,-1 0 0,1 0 0,1 0 0,0-1 0,0 1 0,0 0 0,1-1 0,7 14 0,-5-12 0,1-1 0,1 0 0,0 0 0,0 0 0,0-1 0,17 13 0,-21-18 0,1 0 0,-1 0 0,1 0 0,0 0 0,-1-1 0,1 1 0,0-1 0,0 0 0,0 0 0,0-1 0,0 1 0,0-1 0,0 0 0,0 0 0,0 0 0,0 0 0,0-1 0,0 1 0,0-1 0,0 0 0,4-2 0,0-2 0,0-1 0,0 0 0,-1-1 0,0 1 0,0-1 0,0-1 0,-1 1 0,0-1 0,5-10 0,10-27-29,-15 28-1307,0 3-5490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49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24575,'-2'106'0,"5"114"0,2-186 0,2-1 0,17 51 0,-23-80 0,0 0 0,1 0 0,-1 0 0,1 0 0,0-1 0,0 1 0,1-1 0,-1 1 0,1-1 0,0 0 0,-1 0 0,1 0 0,1 0 0,-1-1 0,0 1 0,1-1 0,6 4 0,-6-4 0,1-1 0,0 1 0,0-1 0,0 0 0,1-1 0,-1 1 0,0-1 0,0 0 0,0 0 0,0 0 0,1-1 0,-1 0 0,0 0 0,5-1 0,-6 0 0,0 0 0,1 0 0,-1 0 0,0 0 0,0 0 0,-1-1 0,1 0 0,-1 0 0,1 0 0,-1 0 0,0 0 0,0-1 0,0 1 0,0-1 0,-1 0 0,4-6 0,2-8 0,0 0 0,8-30 0,-8 23 0,-5 15 0,0 1 0,-1-1 0,0 0 0,0 0 0,-1 0 0,0 0 0,-1 0 0,0-1 0,0 1 0,-1 0 0,-4-15 0,5 23 0,-1 1 0,0-1 0,1 1 0,-1-1 0,0 1 0,0 0 0,1-1 0,-1 1 0,0 0 0,-1 0 0,1-1 0,0 1 0,0 0 0,0 0 0,-1 0 0,1 1 0,0-1 0,-1 0 0,1 0 0,-1 1 0,1-1 0,-1 1 0,1-1 0,-1 1 0,1 0 0,-1-1 0,0 1 0,1 0 0,-1 0 0,1 0 0,-1 0 0,0 1 0,-2-1 0,2 1 0,0 0 0,0 0 0,-1 0 0,1 0 0,0 0 0,0 0 0,0 1 0,1-1 0,-1 1 0,0-1 0,0 1 0,1-1 0,-1 1 0,1 0 0,0 0 0,-1 0 0,1 0 0,0 0 0,0 0 0,0 0 0,0 1 0,0 2 0,-2 8 0,1-1 0,1 1 0,0 0 0,1 0 0,0-1 0,1 1 0,3 14 0,-4-23 0,1 0 0,0 0 0,0 0 0,0 0 0,0 0 0,1 0 0,-1-1 0,1 1 0,0 0 0,0-1 0,1 0 0,-1 1 0,1-1 0,-1 0 0,1 0 0,0 0 0,0-1 0,0 1 0,1-1 0,-1 0 0,1 0 0,-1 0 0,1 0 0,0 0 0,7 1 0,27 6 0,0-3 0,1-1 0,39-1 0,-69-3-54,0-1-1,0-1 0,1 1 1,-1-2-1,0 1 1,0-1-1,0-1 0,0 1 1,0-2-1,-1 1 1,1-1-1,-1 0 0,0-1 1,0 0-1,-1 0 0,1-1 1,-1 0-1,0 0 1,-1-1-1,0 0 0,0 0 1,0 0-1,-1-1 1,6-10-1,-3 2-6771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49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1 24575,'-17'46'0,"13"-25"0,-4 22 0,1 0 0,-1 65 0,6-77 0,-1-1 0,-1 1 0,-9 30 0,6-30 0,1 0 0,-3 59 0,10-12 0,-1-78 0,1 0 0,-1 0 0,0 0 0,0 0 0,1 0 0,-1 0 0,0 0 0,1 0 0,-1 0 0,0 0 0,1 0 0,-1 0 0,0 0 0,1 0 0,-1 0 0,0 0 0,0 0 0,1-1 0,-1 1 0,0 0 0,0 0 0,1 0 0,-1 0 0,0 0 0,0-1 0,1 1 0,-1 0 0,0 0 0,0-1 0,0 1 0,1 0 0,-1 0 0,0-1 0,0 1 0,0 0 0,0 0 0,0-1 0,1 1 0,-1 0 0,0-1 0,18-19 0,-8 9 0,-2 2 0,1 0 0,0 1 0,1 0 0,-1 0 0,2 1 0,-1 0 0,1 1 0,0 0 0,0 1 0,1 0 0,15-4 0,13 1 0,-1 1 0,1 3 0,0 1 0,0 2 0,42 4 0,-78-2 0,1 0 0,-1 0 0,0 1 0,1-1 0,-1 1 0,0 0 0,0 0 0,0 1 0,-1-1 0,1 1 0,-1 0 0,4 3 0,-5-4 0,1 0 0,-1 0 0,0 0 0,-1 1 0,1-1 0,0 0 0,-1 1 0,1-1 0,-1 1 0,0-1 0,1 1 0,-1 0 0,-1-1 0,1 1 0,0 0 0,-1 0 0,1 0 0,-1 0 0,0 4 0,-1-5 0,1-1 0,-1 1 0,0-1 0,0 0 0,1 1 0,-1-1 0,0 1 0,0-1 0,-1 0 0,1 0 0,0 0 0,0 0 0,-1 0 0,1 0 0,0 0 0,-1 0 0,1 0 0,-1-1 0,1 1 0,-1 0 0,1-1 0,-1 0 0,0 1 0,1-1 0,-1 0 0,-2 0 0,-49 2 0,43-2 0,-56 0 0,-68-4 0,133 4 0,0 0 0,0 0 0,-1 0 0,1 0 0,0 0 0,0 0 0,-1-1 0,1 1 0,0-1 0,0 1 0,0-1 0,0 1 0,-1-1 0,1 1 0,0-1 0,0 0 0,0 0 0,-1-1 0,2 2 0,1-1 0,-1 0 0,0 1 0,1-1 0,-1 0 0,1 1 0,-1-1 0,1 1 0,-1-1 0,1 1 0,-1-1 0,1 1 0,-1-1 0,1 1 0,0 0 0,-1-1 0,1 1 0,0 0 0,-1 0 0,1-1 0,0 1 0,-1 0 0,1 0 0,0 0 0,0 0 0,-1 0 0,1 0 0,0 0 0,0 0 0,-1 0 0,2 0 0,32-2-137,41 1 0,-51 2-954,-4-1-5735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0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58 24575,'-41'-2'0,"29"1"0,0 0 0,-1 1 0,1 0 0,0 1 0,-1 0 0,-19 6 0,29-6 0,1 1 0,-1 0 0,1-1 0,0 1 0,0 1 0,0-1 0,0 0 0,0 0 0,0 1 0,0-1 0,1 1 0,-1 0 0,1-1 0,0 1 0,-1 0 0,2 0 0,-1 0 0,0 0 0,0-1 0,1 1 0,0 0 0,-1 0 0,1 0 0,0 1 0,1 3 0,-1-3 0,0-1 0,0 1 0,0 0 0,1 0 0,0 0 0,0 0 0,0-1 0,0 1 0,0 0 0,1-1 0,-1 1 0,1-1 0,0 0 0,0 1 0,0-1 0,1 0 0,-1 0 0,1 0 0,4 3 0,3-1 0,0 0 0,1-1 0,-1-1 0,1 0 0,0 0 0,0-1 0,20 1 0,-5-1 0,-1-2 0,34-4 0,-55 3 0,0 1 0,0-1 0,1-1 0,-1 1 0,0 0 0,0-1 0,0 0 0,0 0 0,0 0 0,-1 0 0,1-1 0,-1 1 0,1-1 0,-1 0 0,0 0 0,0 0 0,0-1 0,-1 1 0,1-1 0,-1 1 0,0-1 0,0 0 0,0 0 0,0 0 0,-1 0 0,1 0 0,-1 0 0,0-1 0,0-7 0,0 7 0,0 0 0,-1 0 0,0-1 0,0 1 0,-1 0 0,0 0 0,1-1 0,-2 1 0,1 0 0,-1 0 0,1 0 0,-1 0 0,-1 1 0,1-1 0,-1 0 0,1 1 0,-1-1 0,-1 1 0,1 0 0,-1 0 0,1 1 0,-1-1 0,0 1 0,-6-4 0,-7-9 0,18 11 0,12 6 0,0 3-1365,1-1-5461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0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64 24575,'-3'-1'0,"0"1"0,0 0 0,0 0 0,0 1 0,0-1 0,1 1 0,-1-1 0,0 1 0,0 0 0,1 0 0,-1 0 0,1 0 0,-1 1 0,1-1 0,-1 1 0,-1 1 0,1 0 0,2-1 0,-1 1 0,0 0 0,0 0 0,1 0 0,0 0 0,-1 0 0,1 0 0,0 0 0,0 0 0,1 0 0,-1 0 0,1 1 0,0 2 0,-1-1 0,0-1 0,1 0 0,0 1 0,0-1 0,0 0 0,1 1 0,-1-1 0,1 0 0,0 1 0,1-1 0,-1 0 0,1 0 0,-1 0 0,1 0 0,0 0 0,4 4 0,-3-4 0,1-1 0,-1 0 0,1 0 0,0 0 0,0-1 0,0 1 0,0-1 0,0 0 0,0 0 0,1-1 0,-1 1 0,1-1 0,-1 0 0,1 0 0,7 0 0,-9 0 0,1 0 0,0-1 0,-1 0 0,1 0 0,0 0 0,-1 0 0,1-1 0,0 1 0,-1-1 0,1 0 0,-1 0 0,1 0 0,-1 0 0,1-1 0,-1 0 0,0 1 0,0-1 0,0 0 0,0-1 0,0 1 0,0 0 0,0-1 0,-1 0 0,1 1 0,-1-1 0,0 0 0,0 0 0,0 0 0,2-5 0,-1 1 0,-1 0 0,0 0 0,0 0 0,-1-1 0,0 1 0,0 0 0,-1 0 0,0-1 0,0 1 0,0 0 0,-1-1 0,0 1 0,-1 0 0,-2-8 0,-8-39-1365,9 37-5461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0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 24575,'1'106'0,"-3"114"0,-9-161 0,8-43 0,0 0 0,-2 23 0,6 91-1365,-1-111-5461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0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1 151 24575,'3'0'0,"0"-1"0,1 0 0,-1 0 0,0 0 0,0 0 0,1 0 0,-1-1 0,0 0 0,0 1 0,0-1 0,-1 0 0,5-4 0,18-10 0,0 4 0,-2 0 0,-1 1 0,2 2 0,-1 0 0,1 1 0,26-4 0,-32 8 45,1 0-1,18-8 0,24-6-1542,-45 15-5328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1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24575,'0'7'0,"0"0"0,0 0 0,0-1 0,1 1 0,0 0 0,1 0 0,-1 0 0,1-1 0,0 1 0,1-1 0,0 0 0,0 0 0,0 0 0,1 0 0,-1 0 0,1 0 0,1-1 0,-1 0 0,1 0 0,9 7 0,-8-7 0,8 8 0,1 0 0,0-2 0,1 0 0,0-1 0,1 0 0,0-1 0,24 8 0,-21-11-120,95 35-1125,-99-34-5581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2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24575,'0'-4'0,"0"-1"-8191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3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24575,'0'0'-8191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4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1 100 24575,'696'0'0,"-671"2"0,47 8 0,-45-6 0,44 3 0,1677-6 0,-826-3 0,-896 1 0,46-9 0,-46 5 0,46-2 0,30 9 0,77-3 0,-119-10 0,-44 8 0,1 0 0,25-2 0,66-6 0,-68 6 0,39-1 0,-48 4 0,41-7 0,24-1 0,422 9 0,-250 2 0,-252-2 0,0 0 0,30-8 0,-29 5 0,1 1 0,20-1 0,-5 4-69,-20 0-147,-1 0 0,1 0 0,0-1 0,-1-1 0,14-3 0,-12 0-6610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5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 24575,'2'98'0,"-5"108"0,-7-147 0,6-43 0,1 0 0,-1 24 0,3 2-1365,1-23-5461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5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24575,'696'0'0,"-692"-1"-91,-1 1 0,0 0 0,1 0 0,-1 0 0,0 1 0,0-1 0,1 1 0,-1 0 0,0 0 0,0 0 0,0 0 0,0 0 0,0 1 0,4 2 0,2 5-6735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5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24575,'523'0'0,"-512"0"12,0-2 0,1 1 0,16-6 0,1 0-1425,-14 5-5413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6.2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0 24575,'2'56'0,"-1"-34"0,0 0 0,-1 0 0,-2 0 0,-4 26 0,6-46 0,-1 0 0,1 0 0,-1 0 0,1 0 0,-1 0 0,0 0 0,0 0 0,0-1 0,0 1 0,0 0 0,0-1 0,0 1 0,-1-1 0,1 1 0,-1-1 0,-2 3 0,4-4 0,-1 0 0,1 0 0,-1 0 0,1 0 0,0 0 0,-1 0 0,1 0 0,-1 0 0,1 0 0,0 0 0,-1 0 0,1 0 0,0 0 0,-1 0 0,1 0 0,-1 0 0,1 0 0,0 0 0,-1 0 0,1-1 0,0 1 0,-1 0 0,1 0 0,0-1 0,-1 1 0,1 0 0,0 0 0,0-1 0,-1 1 0,-7-22 0,6 11 0,1 0 0,0 0 0,1 0 0,0 0 0,0 0 0,1 0 0,1 0 0,3-12 0,-4 19 0,0 0 0,1 0 0,-1 1 0,1-1 0,0 1 0,0-1 0,0 1 0,1-1 0,-1 1 0,1 0 0,0 0 0,0 1 0,0-1 0,0 0 0,0 1 0,0 0 0,1 0 0,-1 0 0,1 0 0,-1 0 0,1 1 0,0 0 0,0 0 0,0 0 0,6-1 0,-2 1 0,1 0 0,0 0 0,0 1 0,0 0 0,0 1 0,0 0 0,0 0 0,13 5 0,-19-5 0,1 0 0,-1 0 0,0 1 0,1-1 0,-1 1 0,0 0 0,0 0 0,0 0 0,0 1 0,0-1 0,-1 1 0,1 0 0,-1-1 0,1 1 0,-1 0 0,0 0 0,0 0 0,-1 1 0,1-1 0,0 0 0,-1 1 0,0-1 0,1 5 0,5 27-55,-3-9-600,12 37 0,-10-50-6171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6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1 24575,'-15'0'0,"2"-1"0,-1 1 0,0 1 0,0 0 0,1 1 0,-22 5 0,32-6 0,0 1 0,-1-1 0,1 1 0,0-1 0,0 1 0,0 0 0,0 0 0,0 1 0,1-1 0,-1 0 0,1 1 0,-1 0 0,1 0 0,0-1 0,0 1 0,0 0 0,0 1 0,1-1 0,-1 0 0,1 0 0,0 1 0,0-1 0,0 1 0,0-1 0,1 1 0,-1 5 0,0-1 0,0 0 0,1 0 0,0 0 0,0 1 0,1-1 0,0 0 0,1 0 0,-1 0 0,6 12 0,-6-17 0,0 0 0,1-1 0,0 1 0,0-1 0,0 1 0,0-1 0,0 0 0,0 0 0,0 0 0,1 0 0,-1 0 0,1 0 0,0-1 0,-1 1 0,1-1 0,0 1 0,0-1 0,0 0 0,0 0 0,0-1 0,0 1 0,0-1 0,0 1 0,0-1 0,0 0 0,0 0 0,6-1 0,-3 0-65,0 0 0,0-1 0,-1 1 0,1-1 0,0 0 0,-1-1 0,0 1 0,0-1 0,1 0 0,-2-1 0,1 1 0,0-1 0,-1 0 0,1 0 0,-1 0 0,0 0 0,-1-1 0,1 0 0,-1 0 0,4-6 0,-1-4-6761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7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 24575,'0'29'0,"0"0"0,-2 0 0,-9 44 0,5-35 0,1 1 0,3-1 0,4 78 0,0-29 0,-2-68 0,-1-11 0,1-1 0,0 1 0,1 0 0,-1-1 0,4 12 0,-4-17 0,1-1 0,0 1 0,-1 0 0,1 0 0,0 0 0,0-1 0,1 1 0,-1 0 0,0-1 0,0 1 0,1-1 0,-1 1 0,1-1 0,-1 0 0,1 0 0,0 1 0,-1-1 0,1 0 0,0-1 0,0 1 0,0 0 0,0 0 0,0-1 0,0 1 0,2-1 0,7 2 0,0-2 0,0 1 0,0-1 0,0-1 0,0 0 0,0-1 0,0 0 0,0 0 0,-1-1 0,1-1 0,-1 1 0,0-2 0,0 0 0,0 0 0,0 0 0,-1-1 0,15-14 0,6-3 0,-24 19 0,0 0 0,-1-1 0,1 0 0,-1 0 0,7-8 0,-11 11 0,1 0 0,-1-1 0,0 1 0,0 0 0,0-1 0,0 1 0,-1-1 0,1 1 0,0-1 0,-1 0 0,0 1 0,0-1 0,1 1 0,-2-1 0,1 0 0,0 1 0,0-1 0,-1 1 0,-1-5 0,1 3 0,-1 0 0,1 0 0,-1 0 0,-1 0 0,1 1 0,0-1 0,-1 0 0,0 1 0,0 0 0,0 0 0,0 0 0,0 0 0,-6-4 0,8 6 0,0 1 0,0-1 0,0 1 0,0-1 0,-1 1 0,1-1 0,0 1 0,0 0 0,0-1 0,0 1 0,0 0 0,-1 0 0,1 0 0,0 0 0,0 0 0,0 0 0,-1 0 0,1 0 0,0 1 0,-2 0 0,2 0 0,-1 0 0,1 0 0,0 0 0,0 0 0,-1 0 0,1 1 0,0-1 0,0 0 0,0 1 0,1-1 0,-1 1 0,0-1 0,0 1 0,1 0 0,-1-1 0,1 1 0,-1-1 0,1 1 0,0 2 0,-2 2 0,1 1 0,0 0 0,1-1 0,0 1 0,0 0 0,0 0 0,1 0 0,0-1 0,0 1 0,1-1 0,-1 1 0,1-1 0,1 1 0,4 8 0,-5-12 0,1 1 0,-1-1 0,1 1 0,0-1 0,0 0 0,0 0 0,1 0 0,-1-1 0,1 1 0,-1-1 0,1 0 0,0 1 0,0-2 0,0 1 0,0 0 0,0-1 0,0 0 0,0 0 0,1 0 0,-1-1 0,0 1 0,1-1 0,6 0 0,-7-1-80,0 1 0,1-1-1,-1 0 1,0 0 0,0 0-1,1-1 1,-1 1 0,0-1-1,0 0 1,-1 0 0,1-1 0,0 1-1,-1-1 1,1 0 0,-1 1-1,5-7 1,1-2-6746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7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24575,'3'0'0,"0"0"0,-1 1 0,1-1 0,-1 1 0,0 0 0,1 0 0,-1 0 0,1 0 0,-1 0 0,0 1 0,0-1 0,0 1 0,0-1 0,3 4 0,29 33 0,-15-14 0,15 13-108,-21-22 186,1 0 0,27 23 0,-36-34-193,1 0 0,0-1 1,0 1-1,0-1 0,0 0 1,0-1-1,1 0 0,0 0 1,-1 0-1,1 0 0,0-1 1,7 0-1,4 0-6711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7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376 0 24575,'-10'1'0,"0"-1"0,0 1 0,0 1 0,0 0 0,0 0 0,1 1 0,-1 1 0,1-1 0,0 1 0,0 1 0,0 0 0,0 0 0,1 1 0,0 0 0,-13 12 0,-11 10 0,-50 39 0,-7-6-1365,78-53-5461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8:59.2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24575,'3'50'0,"16"94"0,-10-95 0,-2-1 0,0 53 0,-6-68 0,10 54 0,-2-21 0,1-6 0,-6-39 0,0-1 0,0 23 0,-6 84 0,4 68 0,8-126 0,-6-43 0,3 39 0,-5 646 0,-4-345 0,2-325 0,1-9 0,-1 0 0,-2 0 0,-10 57 0,6-61 0,-2 36 0,-1 8 0,5-34 0,1 0 0,3 71 0,-1 32 0,-20-32 0,-1 21 0,20-115-250,0 1 0,-6 19 0,6-28-365,-2 7-6211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02.1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436 137 24575,'0'-7'0,"0"-1"0,0 1 0,-1-1 0,0 1 0,-1 0 0,1-1 0,-1 1 0,-1 0 0,-4-10 0,5 14 0,0-1 0,0 1 0,-1 0 0,0 0 0,0 0 0,0 0 0,0 1 0,0-1 0,0 1 0,-1-1 0,1 1 0,-1 0 0,1 1 0,-1-1 0,0 0 0,0 1 0,0 0 0,-7-1 0,-6-1 0,-1 0 0,1 2 0,-1 0 0,0 1 0,1 0 0,-1 2 0,1 0 0,-1 1 0,-31 9 0,41-7 0,0 0 0,1 1 0,-1 0 0,1 0 0,0 0 0,0 1 0,1 0 0,0 0 0,1 0 0,-1 1 0,-5 10 0,1 5 0,0 0 0,1 1 0,1 0 0,-8 41 0,14-48 0,0-1 0,1 1 0,2 22 0,-1-31 0,1 0 0,1 0 0,-1 0 0,1 0 0,0-1 0,1 1 0,0-1 0,7 15 0,-2-15 0,-1 0 0,1-1 0,0 0 0,0 0 0,1-1 0,0 0 0,0-1 0,0 0 0,11 4 0,7 0-195,1-1 0,0-1 0,0-2 0,1-1 0,-1-1 0,33-2 0,-42 0-6631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02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 24575,'-10'0'0,"1"0"0,-1 1 0,0 0 0,1 0 0,-1 1 0,1 0 0,-18 7 0,23-7 0,1 0 0,-1 0 0,0 1 0,1-1 0,-1 1 0,1 0 0,0 0 0,0 0 0,0 0 0,1 0 0,-1 1 0,1-1 0,0 1 0,-1 0 0,2 0 0,-1 0 0,0 0 0,1 0 0,0 0 0,-1 7 0,-1 1 0,1 0 0,1 0 0,0 0 0,0 1 0,1-1 0,3 20 0,-2-29 0,-1 0 0,1 1 0,0-1 0,0 0 0,0 0 0,0 0 0,0 0 0,0 0 0,1-1 0,0 1 0,-1 0 0,1-1 0,0 1 0,0-1 0,1 1 0,-1-1 0,0 0 0,1 0 0,0 0 0,-1 0 0,1-1 0,0 1 0,0-1 0,0 0 0,0 1 0,0-1 0,0 0 0,0-1 0,6 2 0,14 0 0,1-1 0,29-2 0,-46 1 0,1-1 0,-1 0 0,0 0 0,0 0 0,0-1 0,0-1 0,0 1 0,0-1 0,-1 0 0,1 0 0,9-8 0,-13 9 0,-1-1 0,1 0 0,-1 0 0,1-1 0,-1 1 0,0-1 0,0 1 0,-1-1 0,1 1 0,-1-1 0,1 0 0,-1 0 0,0 0 0,-1 1 0,1-1 0,-1 0 0,1 0 0,-1 0 0,-1 0 0,1 0 0,0 0 0,-1 0 0,0 0 0,-1-4 0,1 4 0,0 0 0,-1 0 0,1 0 0,-1 0 0,0 0 0,0 1 0,0-1 0,0 1 0,-1-1 0,1 1 0,-1 0 0,0 0 0,0 0 0,0 0 0,0 0 0,-1 1 0,1-1 0,-1 1 0,1 0 0,-1 0 0,0 1 0,-7-3 0,-24-4-1365,22 3-5461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03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24575,'1'0'0,"0"0"0,-1 1 0,1-1 0,0 1 0,0-1 0,0 1 0,0-1 0,0 1 0,0 0 0,0-1 0,-1 1 0,1 0 0,0 0 0,-1-1 0,1 1 0,0 0 0,-1 0 0,1 0 0,-1 0 0,1 1 0,10 23 0,-10-22 0,4 14 0,-1 0 0,-1 0 0,0 1 0,-1-1 0,-1 1 0,0-1 0,-2 1 0,-2 17 0,3-33 0,0-1 0,0 0 0,0 0 0,0 1 0,0-1 0,-1 0 0,1 1 0,0-1 0,-1 0 0,1 0 0,-1 0 0,1 1 0,-1-1 0,0 0 0,0 0 0,1 0 0,-1 0 0,-1 1 0,-4-6 0,1-12 0,5 8 0,0-1 0,1 1 0,0-1 0,0 1 0,1 0 0,0 0 0,0-1 0,1 1 0,0 1 0,0-1 0,1 0 0,0 1 0,0 0 0,10-13 0,-10 16 0,0-1 0,0 0 0,1 1 0,0 0 0,-1 0 0,1 0 0,1 1 0,-1-1 0,8-3 0,-9 6 0,0 0 0,-1 0 0,1 0 0,0 0 0,-1 0 0,1 1 0,0-1 0,0 1 0,-1 0 0,1 1 0,0-1 0,0 0 0,-1 1 0,1 0 0,0 0 0,4 2 0,-6-2 0,0 1 0,1-1 0,-1 1 0,0-1 0,0 1 0,-1 0 0,1 0 0,0 0 0,-1 0 0,1 0 0,-1 0 0,1 0 0,-1 1 0,0-1 0,0 1 0,0-1 0,0 1 0,-1-1 0,1 1 0,-1-1 0,1 1 0,-1 4 0,1 9 0,-1 1 0,-2 24 0,1-18 0,-1-1 0,2 36 0,0-58 0,0 1 0,0-1 0,0 0 0,0 1 0,0-1 0,0 0 0,0 1 0,0-1 0,0 0 0,1 1 0,-1-1 0,0 0 0,0 1 0,0-1 0,0 0 0,1 1 0,-1-1 0,0 0 0,0 1 0,0-1 0,1 0 0,-1 0 0,0 1 0,1-1 0,-1 0 0,0 0 0,0 0 0,1 1 0,-1-1 0,0 0 0,1 0 0,-1 0 0,0 0 0,1 0 0,-1 0 0,1 0 0,-1 0 0,0 0 0,1 0 0,-1 0 0,0 0 0,1 0 0,-1 0 0,0 0 0,1 0 0,-1 0 0,0 0 0,1 0 0,-1 0 0,0-1 0,1 1 0,-1 0 0,0 0 0,1 0 0,-1-1 0,0 1 0,0 0 0,1 0 0,-1-1 0,0 1 0,0 0 0,1-1 0,-1 1 0,0 0 0,0-1 0,0 1 0,16-22 0,31-92-1365,-43 100-5461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03.3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0 24575,'0'39'0,"-2"0"0,-9 57 0,1-11 0,8-58 0,-8 44 0,7-56 0,2 0 0,-1 0 0,2 18 0,1-22 0,-1 0 0,0 0 0,-1 0 0,-1 0 0,1 0 0,-2 0 0,-3 11 0,5-20-105,0 0 0,0 0 0,0 0 0,0 0 0,-1 0 0,1-1 0,0 1 0,-1-1 0,1 1 0,-1-1 0,0 1 0,-2 0 0,-8 5-6721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04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24575,'30'1'0,"-1"-2"0,0-1 0,44-9 0,-49 7 0,-1 0 0,28 1 0,-27 2 0,0-1 0,26-6 0,-33 5 0,-14 3 0,0 0 0,0 0 0,0-1 0,0 1 0,0-1 0,0 0 0,0 0 0,0 0 0,0 0 0,-1 0 0,1-1 0,0 1 0,3-3 0,-6 3 0,0 1 0,0 0 0,0 0 0,0 0 0,0 0 0,0 0 0,0-1 0,0 1 0,0 0 0,0 0 0,0 0 0,0 0 0,0-1 0,0 1 0,0 0 0,0 0 0,0 0 0,0 0 0,0-1 0,0 1 0,0 0 0,0 0 0,0 0 0,0 0 0,0-1 0,0 1 0,0 0 0,-1 0 0,1 0 0,0 0 0,0 0 0,0 0 0,0-1 0,0 1 0,0 0 0,-1 0 0,1 0 0,0 0 0,0 0 0,0 0 0,0 0 0,-1 0 0,1 0 0,0 0 0,-14-4 0,-12 1 0,22 2 0,0 1 0,-1 0 0,1 0 0,0 0 0,-1 1 0,1 0 0,0 0 0,-1 0 0,1 0 0,0 0 0,0 1 0,0 0 0,0 0 0,0 0 0,1 0 0,-1 1 0,0-1 0,1 1 0,0 0 0,-5 5 0,4-2 0,0 0 0,1 0 0,0 0 0,0 0 0,1 0 0,0 1 0,0-1 0,0 1 0,1-1 0,0 1 0,0 0 0,0 12 0,1-4 0,0 1 0,0-1 0,2 1 0,0-1 0,7 29 0,-8-41 0,0 0 0,0 0 0,0 0 0,1 0 0,-1 0 0,1 0 0,-1 0 0,1-1 0,0 1 0,0-1 0,0 1 0,0-1 0,1 0 0,-1 0 0,1 0 0,-1 0 0,1 0 0,0-1 0,-1 1 0,1-1 0,0 0 0,0 1 0,0-1 0,0-1 0,0 1 0,0 0 0,1-1 0,-1 0 0,0 1 0,0-1 0,0 0 0,0-1 0,1 1 0,-1-1 0,5-1 0,-5 2 0,-1-1 0,0 1 0,0-1 0,1 0 0,-1 0 0,0 0 0,0 0 0,0 0 0,0 0 0,0 0 0,-1-1 0,1 1 0,0-1 0,0 0 0,-1 1 0,1-1 0,-1 0 0,3-4 0,-2 1 0,0-1 0,0 1 0,-1-1 0,1 0 0,0-9 0,4-15 0,-2 20 0,-1 9 0,2 17 0,-1 0 0,-4-16 0,1 0 0,-1 1 0,0-1 0,0 0 0,0 0 0,0 0 0,0 0 0,0 0 0,0 1 0,0-1 0,0 0 0,1 0 0,-1 0 0,0 0 0,0 0 0,0 0 0,0 0 0,0 1 0,1-1 0,-1 0 0,0 0 0,0 0 0,0 0 0,0 0 0,0 0 0,1 0 0,-1 0 0,0 0 0,0 0 0,0 0 0,0 0 0,1 0 0,-1 0 0,0 0 0,0 0 0,0 0 0,0 0 0,1 0 0,-1 0 0,0-1 0,0 1 0,0 0 0,0 0 0,0 0 0,1 0 0,-1 0 0,0 0 0,0 0 0,0 0 0,0-1 0,0 1 0,0 0 0,0 0 0,0 0 0,1 0 0,-1 0 0,0-1 0,0 1 0,0 0 0,0 0 0,0 0 0,0 0 0,0-1 0,0 1 0,0 0 0,0 0 0,4-7 0,0 0 0,1 1 0,0 0 0,0-1 0,1 2 0,0-1 0,0 1 0,0 0 0,0 0 0,1 1 0,0 0 0,0 0 0,0 0 0,0 1 0,1 0 0,-1 0 0,1 1 0,11-2 0,4 1 0,0 0 0,1 2 0,-1 0 0,1 2 0,24 3 0,-46-3 0,0-1 0,0 0 0,0 1 0,0-1 0,0 1 0,0 0 0,0-1 0,0 1 0,0 0 0,0 0 0,-1 0 0,1 1 0,0-1 0,-1 0 0,1 1 0,-1-1 0,1 1 0,-1-1 0,0 1 0,0 0 0,0-1 0,0 1 0,0 0 0,0 0 0,0 0 0,0 0 0,0 2 0,1 4 0,-1-1 0,0 1 0,-1-1 0,1 1 0,-1-1 0,-1 8 0,0-10-29,0-8 100,0-7-1478,0-4-5419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04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1 24575,'1'0'0,"0"0"0,0 1 0,0-1 0,-1 1 0,1-1 0,0 1 0,0-1 0,0 1 0,0 0 0,-1-1 0,1 1 0,0 0 0,0 0 0,-1-1 0,1 1 0,-1 0 0,1 0 0,-1 0 0,1 0 0,-1 0 0,0 0 0,1 0 0,-1 0 0,0 0 0,0 0 0,1 0 0,-1 2 0,4 32 0,-4-31 0,3 54 0,-6 83 0,1-128 30,0 0 0,0 0 0,-6 16 0,6-25-136,1 0 0,-1 0 0,1 0 0,-1 0 0,0 0 0,-1-1-1,1 1 1,-1-1 0,1 1 0,-1-1 0,0 0 0,0 0 0,-6 4 0,-3-1-6720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04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24575,'1'-1'0,"-1"0"0,0 0 0,1 0 0,-1 0 0,1 0 0,-1 0 0,1 0 0,0 1 0,-1-1 0,1 0 0,0 0 0,0 1 0,-1-1 0,1 0 0,0 1 0,0-1 0,0 1 0,0-1 0,0 1 0,0-1 0,0 1 0,0 0 0,0-1 0,0 1 0,0 0 0,0 0 0,1 0 0,34-4 0,-32 3 0,57 0 0,-44 2 0,1-1 0,-1-1 0,0-1 0,0 0 0,0-1 0,0-1 0,21-7 0,-28 7-273,0 0 0,1 1 0,-1 0 0,17-2 0,-10 3-6553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05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0 175 24575,'17'0'0,"13"0"0,0 0 0,0-2 0,46-9 0,-38 5 0,0 1 0,0 3 0,0 1 0,41 4 0,8-1 0,-59-2 0,19 1 0,-1-3 0,72-10 0,55-10 0,-21 0 0,-113 16 0,0 3 0,46 1 0,-46 3 0,-1-3 0,49-7 0,195-36 0,-248 41 0,1 1 0,-1 2 0,36 2 0,60-2 0,-72-9 0,-42 6 0,0 1 0,24-2 0,68 6-1365,-89-1-5461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06.3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1 263 24575,'0'-263'0,"0"614"0,0-343-227,0 0-1,1 0 1,0 0-1,1 0 1,2 8-1,1-2-6598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06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24575,'349'0'0,"-344"-1"-105,0 1 0,0 0 0,0 1 0,0-1 0,0 1 0,0 0 0,-1 1 0,1-1 0,0 1 0,0 0 0,-1 0 0,7 4 0,-1 2-6721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07.6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24575,'4'0'0,"4"0"0,5 0 0,5 0 0,1 0 0,3 0 0,0 0 0,1 0 0,-1 0 0,1 0 0,-1 0 0,0 0 0,0 0 0,0 0 0,0 0 0,-4-4 0,-5 0-8191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08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0 24575,'2'114'0,"-5"120"0,-18-124 0,7-9 0,6-51 0,-1 0 0,4-28 0,2 1 0,-2 33 0,5-38 0,0 22 0,-1 0 0,-10 59 0,5-54 0,2 0 0,4 90 0,1-56 0,-1-76 0,0 0 0,0 1 0,0-1 0,1 1 0,-1-1 0,1 0 0,0 0 0,0 1 0,0-1 0,1 0 0,-1 0 0,1 0 0,-1 0 0,1 0 0,0 0 0,0-1 0,4 4 0,-3-3 0,1 0 0,0 0 0,0-1 0,1 1 0,-1-1 0,0 0 0,1-1 0,-1 1 0,1-1 0,0 0 0,-1 0 0,6 1 0,71 2 0,-60-4 0,-1 1 0,1 1 0,22 4 0,-17-1-133,0-2 0,0-1 0,40-2-1,-46-1-698,-1 1-5994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09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5 24575,'48'-2'0,"-34"1"0,0 0 0,1 0 0,-1 2 0,0 0 0,1 0 0,-1 1 0,25 7 0,-37-7 0,0-1 0,0 0 0,0 1 0,0-1 0,0 1 0,0 0 0,0-1 0,0 1 0,-1 0 0,1 0 0,-1 0 0,0 0 0,1 1 0,-1-1 0,0 0 0,0 0 0,0 1 0,-1-1 0,2 4 0,0 7 0,0 0 0,1 23 0,0 2 0,21 138 0,-19-138 0,-1 0 0,-4 67 0,-2-67 0,3 0 0,8 66 0,18 22 0,-23-105 0,-1 0 0,1 26 0,-2-24 0,6 38 0,-2-23 0,-2 1 0,-1 0 0,-5 74 0,-1-25 0,5-42 0,-1-16 0,-3 38 0,1-60 0,0 0 0,-1 0 0,1 0 0,-2 0 0,1 0 0,-1 0 0,0-1 0,-1 1 0,-5 9 0,6-14 0,1-1 0,-1 1 0,1-1 0,-1 1 0,0-1 0,0 0 0,0 0 0,0 0 0,0-1 0,0 1 0,-1-1 0,1 0 0,-1 0 0,1 0 0,-1 0 0,1 0 0,-6 0 0,-9 0 0,0-1 0,-24-2 0,14 1 0,-233-1-1365,242 2-5461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10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1 24575,'-6'0'0,"0"-1"0,1 2 0,-1-1 0,1 1 0,-1-1 0,0 2 0,1-1 0,0 1 0,-7 2 0,10-3 0,0 1 0,0-1 0,0 1 0,0 0 0,0 0 0,1 0 0,-1 0 0,0 0 0,1 0 0,0 1 0,-1-1 0,1 1 0,0-1 0,0 0 0,1 1 0,-1 0 0,0-1 0,1 1 0,-1-1 0,1 1 0,0 4 0,-2 27 0,1 1 0,6 51 0,-5-84 0,1 0 0,-1 0 0,0 0 0,1 0 0,0 0 0,-1 0 0,1 0 0,0 0 0,0 0 0,0 0 0,0 0 0,0 0 0,1 0 0,-1-1 0,1 1 0,-1-1 0,1 1 0,-1-1 0,1 1 0,0-1 0,3 2 0,-2-2 0,1 1 0,0-1 0,-1 0 0,1 0 0,0 0 0,0-1 0,0 1 0,0-1 0,-1 0 0,1 0 0,6-1 0,-4 0 0,0 0 0,-1 0 0,1 0 0,-1 0 0,0-1 0,1 0 0,-1-1 0,0 1 0,0-1 0,0 0 0,0 0 0,-1 0 0,1-1 0,-1 1 0,0-1 0,0 0 0,3-5 0,-3 2-91,0 0 0,-1-1 0,0 1 0,0-1 0,-1 1 0,0-1 0,0 0 0,-1 0 0,0 0 0,0 0 0,-1 0 0,0 0 0,0 0 0,-3-13 0,-2 3-6735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10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0 24575,'0'4'0,"0"5"0,0 4 0,-4 0 0,-1 2 0,0 2 0,-2-2 0,-1 0 0,-2-3 0,1 1 0,-3-2 0,2 1 0,2 2 0,2-2-8191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11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24575,'0'4'0,"0"5"0,0 4 0,0 4 0,0 3 0,0 1 0,0 2 0,0-1 0,0 1 0,0-1 0,0 1 0,0-1 0,0-4-8191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11.6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24575,'3'0'0,"0"0"0,-1 0 0,1 0 0,0 0 0,0 1 0,0-1 0,0 1 0,-1 0 0,1 0 0,0 0 0,-1 0 0,1 0 0,-1 0 0,1 1 0,-1-1 0,3 3 0,-3-2 0,0 1 0,0 0 0,-1-1 0,1 1 0,0 0 0,-1 0 0,0 0 0,0 0 0,0 0 0,0 0 0,0 1 0,-1-1 0,1 0 0,-1 4 0,0-4 0,1 1 0,-1 0 0,-1 0 0,1-1 0,0 1 0,-1 0 0,0-1 0,1 1 0,-2-1 0,1 1 0,0-1 0,-1 1 0,1-1 0,-1 0 0,-3 5 0,-2 0 0,0-1 0,0 1 0,0-2 0,-11 8 0,13-10 0,-1 0 0,1 0 0,0 0 0,0 1 0,0 0 0,1 0 0,-1 0 0,1 1 0,1-1 0,-1 1 0,1 0 0,-4 9 0,6-14 0,1 1 0,-1-1 0,1 1 0,0 0 0,0-1 0,-1 1 0,1 0 0,0-1 0,0 1 0,1 0 0,-1-1 0,0 1 0,0-1 0,1 1 0,-1 0 0,1-1 0,0 1 0,-1-1 0,1 1 0,0-1 0,2 3 0,-1-2 0,0 0 0,0 0 0,1 0 0,-1 0 0,1-1 0,-1 1 0,1-1 0,0 0 0,-1 1 0,1-1 0,3 0 0,7 2 0,-1 0 0,1-2 0,0 1 0,17-2 0,51-1 0,-96 12 120,-14 5-1605,15-9-5341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12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24575,'413'0'-1365,"-394"0"-5461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13.3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0 24575,'-4'0'0,"-1"0"0,1 1 0,0-1 0,0 1 0,-1-1 0,1 1 0,0 0 0,0 1 0,0-1 0,0 1 0,0 0 0,1 0 0,-1 0 0,0 0 0,1 1 0,-1 0 0,1-1 0,0 1 0,0 0 0,-3 5 0,2-2 0,1 0 0,-1 0 0,1 1 0,1-1 0,-1 1 0,1-1 0,0 1 0,1 0 0,-1 0 0,2 0 0,-1 12 0,0-9 0,0 4 0,1 0 0,0-1 0,1 1 0,4 16 0,-5-28 0,0 0 0,0-1 0,0 1 0,1 0 0,-1-1 0,1 1 0,-1 0 0,1-1 0,0 1 0,0-1 0,0 1 0,0-1 0,0 1 0,0-1 0,0 0 0,0 1 0,0-1 0,0 0 0,1 0 0,-1 0 0,1 0 0,-1 0 0,0 0 0,1 0 0,0-1 0,-1 1 0,1 0 0,-1-1 0,1 1 0,0-1 0,0 0 0,-1 0 0,1 1 0,0-1 0,-1 0 0,1 0 0,0-1 0,0 1 0,-1 0 0,1-1 0,0 1 0,2-2 0,0 1 0,-1-1 0,0 0 0,0 0 0,0 0 0,0 0 0,0 0 0,0-1 0,-1 1 0,1-1 0,-1 0 0,1 1 0,-1-1 0,3-6 0,21-48 0,-15 32 0,-8 17-195,0-1 0,0 0 0,-1 0 0,0 0 0,-1 0 0,1-13 0,-1 4-6631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13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1 24575,'0'8'0,"0"0"0,0 1 0,-1-1 0,-1 0 0,0 1 0,0-1 0,0 0 0,-1 0 0,-4 9 0,4-12 0,0-1 0,0 1 0,0-1 0,-1 0 0,1 0 0,-1 0 0,0 0 0,0-1 0,-1 1 0,1-1 0,-1 0 0,1 0 0,-1-1 0,0 0 0,-7 3 0,11-4 0,0-1 0,-1 1 0,1-1 0,0 1 0,-1-1 0,1 1 0,-1-1 0,1 0 0,-1 0 0,1 0 0,0 0 0,-1 0 0,1 0 0,-1 0 0,1 0 0,-1 0 0,1-1 0,-1 1 0,1-1 0,0 1 0,-2-1 0,3 0 0,0 1 0,-1 0 0,1-1 0,0 1 0,0 0 0,0-1 0,0 1 0,0 0 0,-1-1 0,1 1 0,0-1 0,0 1 0,0 0 0,0-1 0,0 1 0,0-1 0,0 1 0,0 0 0,0-1 0,1 1 0,-1 0 0,0-1 0,0 1 0,0-1 0,0 1 0,1-1 0,14-15 0,9-9-1365,-15 12-5461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14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93 24575,'-1'0'0,"0"0"0,0 1 0,0-1 0,0 1 0,0-1 0,0 1 0,0-1 0,1 1 0,-1-1 0,0 1 0,0 0 0,1 0 0,-1-1 0,0 1 0,1 0 0,-1 0 0,1 0 0,-1 0 0,1 0 0,-1 0 0,1 0 0,0 0 0,-1 0 0,1 0 0,0 0 0,0 0 0,0 1 0,-4 34 0,4-32 0,-1 9 0,0 0 0,1 1 0,4 21 0,-3-29 0,0-1 0,1 0 0,-1 0 0,1 0 0,1 0 0,-1 0 0,1 0 0,-1 0 0,1-1 0,1 1 0,6 6 0,-8-9 0,0 1 0,0-1 0,0 1 0,0-1 0,0 1 0,-1 0 0,1 0 0,-1 0 0,0 0 0,0 0 0,0 0 0,0 0 0,0 0 0,0 5 0,-1-6 0,0-1 0,0 0 0,-1 1 0,1-1 0,0 0 0,-1 1 0,1-1 0,-1 0 0,1 0 0,-1 1 0,1-1 0,-1 0 0,0 0 0,0 0 0,0 0 0,0 0 0,1 0 0,-1 0 0,0 0 0,-1 0 0,1 0 0,0-1 0,0 1 0,0 0 0,0-1 0,-1 1 0,1-1 0,0 1 0,-1-1 0,1 0 0,0 0 0,-1 1 0,1-1 0,0 0 0,-3 0 0,3 0 0,-1 0 0,1 1 0,0-1 0,-1 0 0,1 0 0,0 0 0,-1 0 0,1 0 0,0-1 0,-1 1 0,1 0 0,0-1 0,-1 1 0,1 0 0,0-1 0,0 0 0,0 1 0,-1-1 0,1 0 0,0 1 0,0-1 0,0 0 0,0 0 0,0 0 0,0 0 0,1 0 0,-1 0 0,0 0 0,0 0 0,1-1 0,-1 1 0,1 0 0,-1 0 0,1 0 0,-1-1 0,1 1 0,0 0 0,-1-3 0,1 1 0,0 0 0,0 0 0,1 0 0,-1 0 0,1 0 0,-1 0 0,1 0 0,0 0 0,0 0 0,0 0 0,1 1 0,-1-1 0,1 0 0,-1 1 0,1 0 0,3-4 0,18-16 0,30-21 0,15-14 0,-64 52 0,0 0 0,-1 0 0,1-1 0,-1 1 0,5-12 0,-6 13 0,0-1 0,0 1 0,0 0 0,1 0 0,-1 0 0,1 0 0,0 0 0,0 0 0,1 1 0,3-4 0,-6 7 0,0-1 0,0 1 0,0 0 0,1-1 0,-1 1 0,0 0 0,0 0 0,1 0 0,-1 0 0,0 0 0,0 0 0,0 1 0,1-1 0,-1 0 0,0 0 0,0 1 0,0-1 0,0 1 0,0-1 0,0 1 0,1-1 0,-1 1 0,0 0 0,-1 0 0,1-1 0,0 1 0,0 0 0,0 0 0,0 0 0,-1 0 0,1 0 0,0 0 0,-1 0 0,1 0 0,0 2 0,22 42 0,-22-43 0,25 42 0,-22-39 0,-1 0 0,1 1 0,-1-1 0,0 1 0,0 0 0,-1 0 0,1 0 0,-1 0 0,-1 0 0,3 13 0,-4-15 0,1 5 0,0 0 0,-1 1 0,0-1 0,-1 0 0,-1 10 0,1-17 0,1 0 0,-1 0 0,0 0 0,0 0 0,0 0 0,0 0 0,0 0 0,0 0 0,0 0 0,0-1 0,-1 1 0,1 0 0,-1-1 0,1 1 0,-1-1 0,0 1 0,0-1 0,0 0 0,1 0 0,-1 0 0,0 0 0,0 0 0,0 0 0,-1-1 0,1 1 0,-3 0 0,-90 12 0,94-12 0,0-1 0,0 0 0,0 0 0,0 1 0,0-1 0,0 0 0,0 0 0,0 0 0,0 0 0,0 0 0,0 0 0,-1-1 0,1 1 0,0 0 0,0 0 0,0-1 0,0 1 0,0-1 0,0 1 0,1-1 0,-1 1 0,0-1 0,0 1 0,0-1 0,0 0 0,1 0 0,-1 1 0,0-1 0,1 0 0,-1 0 0,0 0 0,1 0 0,-1 0 0,1 0 0,-1 0 0,1 0 0,0 0 0,-1 0 0,1 0 0,0 0 0,0 0 0,0 0 0,0 0 0,0 0 0,0 0 0,0 0 0,0 0 0,0 0 0,0 0 0,1 0 0,-1 0 0,1-1 0,0-3 0,1 0 0,0 0 0,0 0 0,0 1 0,1-1 0,-1 1 0,1 0 0,0 0 0,7-7 0,0 1 0,0 0 0,-1-1 0,0 0 0,0 0 0,-1-1 0,-1 0 0,12-25 0,-15 28 0,-1 0 0,0 0 0,-1 0 0,0 0 0,0 0 0,-1-1 0,0 1 0,-1 0 0,0-1 0,0 1 0,-1 0 0,0-1 0,-3-9 0,3 17 4,0-1-1,0 0 0,0 1 0,0-1 1,0 1-1,-1-1 0,1 1 0,-1 0 1,1 0-1,-1 0 0,0-1 1,0 2-1,0-1 0,0 0 0,0 0 1,-1 1-1,1-1 0,0 1 1,-1 0-1,1-1 0,-1 1 0,0 0 1,1 1-1,-5-2 0,-5 0-132,0 1 1,0 0-1,0 1 0,-18 2 0,11-1-674,-1-1-6023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25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652 69 24575,'-1'-1'0,"0"-1"0,1 1 0,-1 0 0,0-1 0,0 1 0,1 0 0,-1 0 0,0-1 0,-1 1 0,1 0 0,0 0 0,0 0 0,0 0 0,0 0 0,-1 1 0,1-1 0,-3-1 0,-25-11 0,-42-3 0,31 8 0,13 4 0,0 0 0,-1 2 0,1 1 0,-51 5 0,66-1 0,-1-1 0,1 2 0,0-1 0,1 2 0,-1 0 0,1 0 0,0 1 0,0 0 0,0 1 0,1 0 0,0 1 0,1 0 0,0 1 0,0 0 0,0 0 0,1 0 0,1 1 0,0 1 0,0-1 0,1 1 0,0 0 0,1 1 0,0-1 0,1 1 0,0 0 0,-3 24 0,6-28 0,1 0 0,0-1 0,1 1 0,0 0 0,0-1 0,1 1 0,0-1 0,0 1 0,6 11 0,0-3 0,0-1 0,1 0 0,13 16 0,-15-22 0,11 16 0,1-2 0,29 29 0,95 92 0,-100-99 0,-40-43 0,-1 1 0,0-1 0,-1 1 0,1 0 0,0-1 0,-1 1 0,0 0 0,1 0 0,-1 0 0,0 0 0,0 0 0,-1 0 0,1 1 0,-1-1 0,0 0 0,0 6 0,-1-7 0,0 0 0,0-1 0,0 1 0,0 0 0,0-1 0,-1 1 0,1-1 0,-1 1 0,1-1 0,-1 0 0,0 0 0,1 0 0,-1 1 0,0-2 0,0 1 0,0 0 0,0 0 0,-3 0 0,-42 11 0,41-11 0,-26 4 0,-1-2 0,-1-1 0,1-1 0,-47-6 0,68 2 0,1 0 0,0 0 0,0-1 0,0-1 0,0 0 0,0 0 0,-17-13 0,26 16-40,0 0 0,0 0 0,0 0 0,0 0-1,1 0 1,-1 0 0,1 0 0,-1-1 0,1 1 0,0 0 0,0-1-1,0 1 1,0-1 0,1 0 0,-1 1 0,1-1 0,-1 0-1,1 1 1,0-1 0,0 0 0,0 1 0,0-1 0,1 0 0,-1 1-1,1-1 1,-1 0 0,1 1 0,0-1 0,0 1 0,0-1-1,1 1 1,-1 0 0,3-4 0,6-5-6786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25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24575,'-2'41'0,"-2"0"0,-16 73 0,8-64 0,4-18 0,1 0 0,1 1 0,-2 59 0,9-91-49,-4 32 224,3-32-237,0 0 0,0 1 0,-1-1 0,1 0 0,-1 0-1,1 0 1,-1 0 0,1 0 0,-1 0 0,1 0 0,-1 0 0,0 0-1,0 0 1,1 0 0,-1 0 0,0 0 0,0 0 0,0-1 0,0 1 0,0 0-1,0-1 1,0 1 0,-2 0 0,-6 0-6764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25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24575,'92'-2'0,"100"4"0,-63 20 0,-119-21 20,0 1 0,-1 1 0,1 0 0,-1 0 0,14 8 0,-19-9-134,1 0 0,-1 1-1,0 0 1,0 0 0,0 0 0,0 1-1,-1-1 1,1 1 0,-1 0 0,0 0-1,0 0 1,4 7 0,-2 2-6712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26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24575,'9'1'0,"0"0"0,0 0 0,0 1 0,12 5 0,8 1 0,-3-2 0,-2-1 0,-1 0 0,1-1 0,32 0 0,205-5-1365,-242 1-5461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26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28 24575,'2'113'0,"-5"122"0,-3-204 0,5-30 0,1 1 0,0-1 0,-1 0 0,1 0 0,-1 0 0,1 0 0,-1 1 0,0-1 0,1 0 0,-1 0 0,0 0 0,0 0 0,0 0 0,0-1 0,0 1 0,0 0 0,0 0 0,0-1 0,0 1 0,0 0 0,-2 0 0,3-1 0,-1 0 0,0-1 0,1 1 0,-1 0 0,0 0 0,0-1 0,1 1 0,-1 0 0,1-1 0,-1 1 0,0 0 0,1-1 0,-1 1 0,1-1 0,-1 1 0,1-1 0,-1 0 0,1 1 0,-1-1 0,1 1 0,0-1 0,-1 0 0,1 1 0,0-1 0,0 0 0,-1 1 0,1-1 0,0 0 0,0 1 0,0-1 0,0-1 0,-4-27 0,4 27 0,-1-32 0,2 0 0,2 0 0,8-44 0,-8 55 0,-1 11 0,0 0 0,1 0 0,0 0 0,1 0 0,8-19 0,-9 25 0,1 1 0,-1-1 0,1 1 0,0 0 0,1 0 0,-1 1 0,1 0 0,0-1 0,0 1 0,0 1 0,0-1 0,1 1 0,6-3 0,-3 2 0,0 0 0,0 1 0,0 0 0,1 1 0,-1 0 0,1 1 0,0 0 0,-1 0 0,1 1 0,0 0 0,-1 1 0,1 0 0,0 0 0,-1 1 0,1 0 0,-1 1 0,0 0 0,0 1 0,0 0 0,0 0 0,0 1 0,10 7 0,-4 2 0,-1 1 0,0 0 0,15 22 0,14 17 0,-34-45 0,0 2 0,-1-1 0,0 1 0,-1 0 0,-1 1 0,10 20 0,-12-22 0,0-1 0,0 1 0,-1 0 0,0 0 0,-1 1 0,0-1 0,-1 0 0,0 17 0,-1-23 0,-1-1 0,1 1 0,-1-1 0,0 1 0,0-1 0,-1 1 0,1-1 0,-1 0 0,1 0 0,-1 0 0,0 0 0,0 0 0,0 0 0,-1 0 0,1 0 0,-1-1 0,1 1 0,-1-1 0,0 0 0,0 0 0,0 0 0,0 0 0,-1 0 0,1-1 0,0 0 0,-1 1 0,1-1 0,-5 1 0,-15 2 0,1-1 0,-1-1 0,0 0 0,0-2 0,-31-3 0,-12 0 0,32 4 0,23 0 0,1 0 0,0-1 0,0 0 0,-1 0 0,1-2 0,0 1 0,-10-4 0,19 5-49,-1-1 1,1 1-1,0-1 0,-1 0 0,1 0 1,0 1-1,0-1 0,0 0 0,0 0 1,0 0-1,0 0 0,0-1 0,0 1 1,0 0-1,0 0 0,0-1 0,1 1 1,-1 0-1,1-1 0,-1 1 0,1 0 1,-1-1-1,1 1 0,0-1 0,0 1 0,-1-1 1,1-2-1,3-7-6777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27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24575,'435'0'0,"-422"0"30,-1 1 0,1 1 0,12 2 0,-21-3-165,1 0 0,0 1 0,-1-1 0,1 1 0,-1 0 0,1 0 0,-1 0 0,0 1 0,0-1 0,7 7 0,-3 1-6691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27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24575,'1'1'0,"-1"1"0,1-1 0,0 0 0,0 1 0,-1-1 0,1 0 0,0 0 0,0 0 0,0 1 0,0-1 0,1 0 0,-1 0 0,0 0 0,0-1 0,1 1 0,-1 0 0,3 1 0,25 11 0,-8-8 0,1-1 0,-1-1 0,1-1 0,0-1 0,0-1 0,27-3 0,14 0 0,-11 4-81,-25 0-240,-1-1 0,1-1 0,50-8 0,-59 4-6505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28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1 24575,'-5'0'0,"1"0"0,-1 0 0,1 0 0,0 0 0,-1 1 0,1 0 0,-1 0 0,1 0 0,0 1 0,0-1 0,0 1 0,0 0 0,0 0 0,0 0 0,0 1 0,1 0 0,-1-1 0,1 1 0,0 0 0,0 1 0,0-1 0,0 0 0,0 1 0,1 0 0,-1-1 0,1 1 0,0 0 0,1 0 0,-1 1 0,1-1 0,-1 0 0,1 0 0,0 1 0,1-1 0,-1 1 0,1-1 0,0 6 0,0 239 0,2-104 0,-1-127 0,1 1 0,1-1 0,1 0 0,11 35 0,-9-39 0,1 0 0,0 0 0,1-1 0,0-1 0,1 1 0,0-1 0,1-1 0,1 0 0,15 14 0,-12-17-1365,-1-2-5461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28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24575,'51'-1'0,"-26"0"0,0 0 0,1 2 0,33 6 0,-51-5 0,0 0 0,0 0 0,0 1 0,0 0 0,0 0 0,-1 1 0,0 0 0,1 1 0,-2-1 0,1 1 0,0 1 0,-1-1 0,0 1 0,7 9 0,-5-5 0,1 1 0,-2 0 0,0 1 0,0 0 0,-1 0 0,0 1 0,6 22 0,-10-30 0,-1 1 0,0-1 0,0 0 0,-1 0 0,0 1 0,1-1 0,-2 0 0,1 1 0,-1-1 0,0 0 0,0 0 0,0 0 0,-1 1 0,1-1 0,-1 0 0,-1-1 0,1 1 0,-1 0 0,0-1 0,0 1 0,0-1 0,-6 6 0,3-5-91,0 0 0,0 0 0,-1-1 0,1 0 0,-1 0 0,0-1 0,0 1 0,0-2 0,-1 1 0,1-1 0,-1 0 0,1 0 0,-1-1 0,-15 0 0,13-2-6735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28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1 24575,'-6'0'0,"0"-1"0,0 1 0,0 1 0,-1-1 0,1 1 0,0 0 0,-7 2 0,12-2 0,-1 0 0,0 0 0,0 0 0,0 0 0,1 0 0,-1 0 0,0 0 0,1 1 0,-1-1 0,1 1 0,0-1 0,-1 1 0,1 0 0,0 0 0,0-1 0,0 1 0,0 0 0,0 0 0,1 0 0,-1 0 0,0 0 0,1 3 0,-6 18 0,1-7 0,2 0 0,0 0 0,0 0 0,1 25 0,2-37 0,0 0 0,0 0 0,1 0 0,-1-1 0,1 1 0,0 0 0,1 0 0,-1 0 0,1-1 0,-1 1 0,1 0 0,0-1 0,0 1 0,1-1 0,-1 0 0,1 0 0,-1 0 0,1 0 0,0-1 0,0 1 0,0-1 0,1 1 0,5 2 0,4 3-136,0-1-1,1-1 1,0 0-1,1 0 1,-1-2-1,1 0 1,0 0-1,0-1 0,23 1 1,-19-4-6690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29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0 24575,'4'0'0,"5"0"0,0 4 0,0 4 0,-3 6 0,-2 3 0,-1 2 0,-5 3 0,-3 0 0,-4-3 0,0-1 0,-2-4 0,-3 0 0,0 0 0,0-1 0,1-3-8191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29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24575,'0'34'0,"0"-1"0,6 59 0,-5-80 0,2-1 0,0 0 0,0 1 0,1-1 0,0-1 0,1 1 0,0-1 0,13 19 0,-18-28 0,1 1 0,0-1 0,0 1 0,0-1 0,0 0 0,1 1 0,-1-1 0,0 0 0,1 0 0,-1 0 0,0 0 0,1 0 0,-1 0 0,1 0 0,-1 0 0,1-1 0,0 1 0,-1-1 0,1 1 0,3 0 0,-4-2 0,1 1 0,-1 0 0,1-1 0,-1 1 0,1-1 0,-1 0 0,1 1 0,-1-1 0,0 0 0,1 0 0,-1 0 0,0 0 0,0 0 0,0 0 0,0 0 0,0-1 0,0 1 0,1-2 0,4-7 0,0-1 0,-1 1 0,0-1 0,5-18 0,-9 26 0,1-7 0,0-1 0,0 1 0,0-19 0,-3 22 0,1 0 0,1 1 0,-1-1 0,1 0 0,1 1 0,-1-1 0,1 1 0,0-1 0,0 1 0,5-9 0,-7 15 0,1 0 0,-1 0 0,0-1 0,1 1 0,-1 0 0,0 0 0,1 0 0,-1 0 0,0 0 0,1 0 0,-1 0 0,0 0 0,1 0 0,-1 0 0,0 0 0,1 0 0,-1 0 0,0 0 0,1 0 0,-1 0 0,0 0 0,1 0 0,-1 0 0,0 1 0,1-1 0,-1 0 0,0 0 0,0 0 0,1 0 0,-1 1 0,0-1 0,0 0 0,1 0 0,-1 1 0,0-1 0,0 0 0,0 0 0,1 1 0,-1-1 0,0 0 0,0 1 0,0-1 0,0 0 0,0 1 0,0 0 0,10 16 0,-10-16 0,10 22 0,-2 0 0,8 35 0,9 23 0,-19-61 0,-1-1 0,5 28 0,-7-27 0,1 0 0,11 28 0,-7-27 0,-1 0 0,-1 1 0,-1 0 0,-1 0 0,-1 0 0,0 0 0,-2 30 0,-1-39 0,0 1 0,0-1 0,-1 1 0,0 0 0,-1 0 0,-5 19 0,5-29 0,1-1 0,-1 1 0,1-1 0,-1 0 0,0 0 0,0 1 0,0-1 0,-1-1 0,1 1 0,-1 0 0,0-1 0,1 1 0,-1-1 0,0 0 0,-1 0 0,1 0 0,0 0 0,-1 0 0,1-1 0,0 1 0,-1-1 0,0 0 0,1 0 0,-1-1 0,-5 1 0,2 1 0,-1-2 0,0 1 0,0-1 0,0 0 0,0-1 0,0 1 0,0-2 0,0 1 0,-8-3 0,12 2 0,0 0 0,0 0 0,1 0 0,-1 0 0,0-1 0,1 1 0,-1-1 0,1 0 0,0 0 0,0 0 0,0-1 0,0 1 0,1-1 0,-1 1 0,1-1 0,0 0 0,-3-7 0,-1-4 0,1 0 0,0-1 0,1 1 0,1-1 0,0 0 0,1 0 0,1 0 0,0 0 0,3-18 0,-2 30 0,1 0 0,0 1 0,0-1 0,1 1 0,-1-1 0,1 1 0,0-1 0,0 1 0,0 0 0,0 0 0,0 0 0,1 0 0,0 0 0,-1 1 0,1-1 0,0 1 0,4-3 0,8-5 0,1 0 0,24-10 0,-4 2 0,-32 16-44,11-6-144,0-1-1,-1-1 0,0 0 0,0 0 1,-1-1-1,17-19 0,-20 17-6637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29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0 24575,'4'0'0,"0"1"0,0-1 0,1 1 0,-1 0 0,0 0 0,0 1 0,0-1 0,0 1 0,0 0 0,0 0 0,0 0 0,-1 1 0,1-1 0,-1 1 0,1 0 0,-1 0 0,0 0 0,0 0 0,3 6 0,-2-4 0,0 1 0,0 0 0,-1 1 0,0-1 0,0 0 0,-1 1 0,0 0 0,0-1 0,0 1 0,-1 0 0,1 9 0,-2-8 0,0 1 0,-1-1 0,0 1 0,-1-1 0,0 1 0,0-1 0,0 0 0,-1 0 0,-7 14 0,7-16 0,0-1 0,0 0 0,-1 0 0,1 0 0,-1 0 0,0-1 0,-1 1 0,1-1 0,-1 0 0,1-1 0,-1 1 0,0-1 0,-1 0 0,-9 5 0,1-6-1365,3-3-5461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0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24575,'21'-1'0,"0"-1"0,27-6 0,-25 3 0,38-1 0,-42 5 0,136 3 0,-153-3 0,-1 1 0,1 0 0,0 0 0,-1 0 0,1 1 0,0-1 0,-1 0 0,1 1 0,-1-1 0,1 1 0,0-1 0,-1 1 0,1 0 0,-1 0 0,0-1 0,1 1 0,-1 0 0,1 0 0,-1 0 0,0 1 0,0-1 0,0 0 0,0 0 0,0 1 0,0-1 0,0 1 0,0-1 0,0 1 0,-1-1 0,1 1 0,-1-1 0,1 1 0,-1-1 0,1 1 0,-1 0 0,0-1 0,0 1 0,0 0 0,0-1 0,0 1 0,0 0 0,0-1 0,-1 1 0,0 2 0,-1 2 0,0 1 0,-1-1 0,1 1 0,-2-1 0,1 0 0,-1 0 0,0-1 0,0 1 0,-6 6 0,-37 29 0,31-28 0,-24 26 0,1 1 0,-19 24 0,57-63 0,0 0 0,0 0 0,0 0 0,0 1 0,0-1 0,1 0 0,-1 1 0,0-1 0,1 1 0,-1-1 0,1 1 0,-1-1 0,1 1 0,-1-1 0,1 1 0,0 0 0,0-1 0,0 1 0,0-1 0,0 1 0,0-1 0,1 3 0,0-3 0,0 1 0,0-1 0,0 0 0,0 0 0,0 1 0,0-1 0,1 0 0,-1 0 0,0 0 0,1-1 0,-1 1 0,0 0 0,1 0 0,-1-1 0,1 1 0,-1-1 0,1 1 0,1-1 0,11 2 0,-1 0 0,1-1 0,0 0 0,14-2 0,-20 1 0,67-1 0,48-2 0,-120 3-105,-1 0 0,0 0 0,1-1 0,-1 1 0,0-1 0,0 0 0,1 0 0,-1 0 0,0 0 0,0 0 0,0 0 0,2-2 0,6-7-6721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0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24575,'0'-1'0,"1"0"0,-1 0 0,1 0 0,-1 0 0,1 0 0,-1 0 0,1 0 0,-1 1 0,1-1 0,0 0 0,0 0 0,-1 1 0,1-1 0,0 0 0,0 1 0,0-1 0,0 1 0,-1-1 0,1 1 0,0-1 0,0 1 0,0 0 0,0 0 0,0-1 0,0 1 0,0 0 0,2 0 0,33-4 0,-32 4 0,334-3 0,-173 5 0,-157-2-136,-1 0-1,1-1 1,0 0-1,-1 0 1,1-1-1,0 0 1,-1 0-1,0-1 0,12-6 1,-8 2-6690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1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0 24575,'4'1'0,"0"0"0,1 0 0,-1 0 0,0 0 0,0 1 0,0-1 0,0 1 0,-1 0 0,1 1 0,4 2 0,33 27 0,4 4 0,-31-26 0,0 1 0,-1 1 0,0 0 0,-1 0 0,20 26 0,-26-29 0,1 0 0,0-1 0,0 0 0,18 13 0,-16-13 0,0 0 0,0 0 0,12 16 0,-8-5 0,0 0 0,-1 1 0,-1 0 0,-1 1 0,-1 0 0,-1 1 0,7 28 0,-10-27 0,-1 0 0,-1 1 0,-2 0 0,0-1 0,-4 34 0,2-51 0,0-1 0,0 1 0,-1-1 0,0 0 0,0 1 0,-1-1 0,1 0 0,-1 0 0,0-1 0,-1 1 0,-6 7 0,-6 5 0,-29 23 0,24-22 0,-256 203 0,228-187-759,-1-3 0,-107 50 0,130-68-5155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2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24575,'0'0'-8191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2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2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24575,'-1'-3'0,"1"0"0,0 0 0,1 0 0,-1 0 0,0 0 0,1 1 0,-1-1 0,1 0 0,0 0 0,0 1 0,0-1 0,0 0 0,1 1 0,-1-1 0,1 1 0,1-2 0,0 1 0,-1 1 0,1 1 0,0-1 0,0 0 0,0 1 0,0-1 0,0 1 0,0 0 0,0 0 0,0 0 0,0 1 0,0-1 0,1 1 0,2-1 0,9 0 0,-1 0 0,0 1 0,1 0 0,-1 1 0,18 3 0,-27-3 0,0 1 0,1-1 0,-1 1 0,0 0 0,0 0 0,0 1 0,0 0 0,0 0 0,0 0 0,-1 0 0,0 1 0,1-1 0,-1 1 0,0 0 0,-1 1 0,5 5 0,0 2 0,-1 0 0,0 1 0,-1 0 0,0 0 0,-1 0 0,4 17 0,-8-25 0,0-1 0,0 0 0,0 1 0,-1-1 0,0 1 0,0-1 0,0 1 0,0-1 0,-1 1 0,0-1 0,0 0 0,0 1 0,0-1 0,-1 0 0,1 0 0,-1 0 0,0 0 0,0 0 0,-1 0 0,1 0 0,-1-1 0,0 1 0,-6 4 0,-3 3 0,-84 67 0,7-17-1365,78-53-5461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3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 24575,'-6'0'0,"0"0"0,1 0 0,-1 0 0,0 1 0,1 0 0,-1 0 0,1 0 0,-1 1 0,-5 2 0,9-2 0,0-1 0,0 1 0,0 0 0,0-1 0,0 1 0,1 0 0,-1 1 0,0-1 0,1 0 0,0 0 0,-1 1 0,1-1 0,0 0 0,0 1 0,0-1 0,1 1 0,-1 0 0,1-1 0,-1 1 0,1-1 0,0 5 0,-1 2 0,1 0 0,0 0 0,0-1 0,1 1 0,0 0 0,3 12 0,-3-17 0,0-1 0,0 1 0,1-1 0,-1 1 0,1-1 0,0 1 0,0-1 0,0 0 0,0 0 0,1 0 0,-1 0 0,1-1 0,0 1 0,-1-1 0,1 1 0,0-1 0,6 3 0,2 0 6,1-1 0,0 0 0,0 0-1,0-1 1,0-1 0,22 2 0,79-5-210,-52-1-998,-42 2-5624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3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24575,'0'0'0,"0"-1"0,1 0 0,-1 0 0,1 0 0,-1 0 0,1 0 0,-1 0 0,1 0 0,0 1 0,-1-1 0,1 0 0,0 0 0,0 1 0,0-1 0,-1 0 0,1 1 0,0-1 0,0 1 0,0-1 0,0 1 0,0 0 0,0-1 0,0 1 0,0 0 0,0 0 0,0 0 0,2-1 0,32-3 0,-31 4 0,2 0 0,24-2 0,55-10 0,-56 8-48,1 0-1,-1 2 1,48 3-1,-34 0-1122,-24-1-5655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3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24575,'422'0'-1365,"-399"0"-5461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3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202 128 24575,'1'-5'0,"-1"0"0,0 0 0,0 1 0,0-1 0,-1 0 0,1 1 0,-1-1 0,0 0 0,-1 1 0,1-1 0,-1 1 0,0 0 0,0-1 0,0 1 0,-1 0 0,1 0 0,-1 0 0,0 1 0,0-1 0,0 1 0,-1-1 0,1 1 0,-1 0 0,0 1 0,0-1 0,0 0 0,0 1 0,0 0 0,-1 0 0,-4-1 0,5 1 0,-1 0 0,1 1 0,0 0 0,0 0 0,-1 0 0,1 0 0,-1 1 0,1-1 0,-1 1 0,1 1 0,-1-1 0,1 0 0,-1 1 0,1 0 0,-5 2 0,6-2 0,0 0 0,0 0 0,1 1 0,-1-1 0,1 1 0,-1 0 0,1-1 0,0 1 0,-1 0 0,1 0 0,0 1 0,0-1 0,1 0 0,-1 1 0,0-1 0,1 1 0,-1 0 0,1-1 0,0 1 0,0 0 0,0 0 0,0 0 0,0 4 0,-2 13 0,2-1 0,0 1 0,2 21 0,-1-33 0,1-1 0,0 0 0,0 0 0,1 0 0,0 0 0,0 0 0,0 0 0,1 0 0,0-1 0,1 1 0,6 9 0,-7-13 0,-1-1 0,1 1 0,0-1 0,0 0 0,0 0 0,1 0 0,-1 0 0,0-1 0,1 1 0,-1-1 0,7 2 0,47 7 0,-24-6 0,25 3-1365,-40-6-5461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4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26 24575,'-7'0'0,"0"-1"0,0 0 0,0-1 0,-12-4 0,-21-3 0,31 8 0,-70-4 0,74 5 0,1 0 0,-1 0 0,0 1 0,0-1 0,1 1 0,-1 1 0,0-1 0,1 0 0,-1 1 0,1 0 0,0 0 0,0 1 0,-6 3 0,7-3 0,1 0 0,0 0 0,0 0 0,0 0 0,0 0 0,1 0 0,-1 1 0,1-1 0,0 1 0,0-1 0,0 1 0,0 0 0,1-1 0,-1 8 0,3 59 0,0-41 0,-2-25 0,0-1 0,0 0 0,1 1 0,-1-1 0,1 0 0,-1 1 0,1-1 0,0 0 0,1 0 0,-1 0 0,0 0 0,1 0 0,3 5 0,-3-6 0,0 0 0,1 0 0,-1 0 0,1-1 0,-1 1 0,1-1 0,-1 0 0,1 1 0,0-1 0,-1-1 0,1 1 0,0 0 0,0-1 0,0 1 0,0-1 0,4 0 0,-2 1 0,0-1 0,1 0 0,-1 0 0,0 0 0,0-1 0,0 0 0,0 0 0,0 0 0,0 0 0,0-1 0,-1 0 0,1 0 0,0 0 0,-1-1 0,1 1 0,-1-1 0,0 0 0,0 0 0,0-1 0,-1 1 0,1-1 0,-1 0 0,0 0 0,0 0 0,0 0 0,0-1 0,-1 1 0,1-1 0,-1 1 0,0-1 0,2-9 0,-1-2-115,-1 4-135,1 0 0,1 0 0,-1 1 0,7-14 0,-3 13-6576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4.4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417 47 24575,'-6'-5'0,"1"0"0,-2 1 0,1 0 0,0 0 0,-1 0 0,0 1 0,0 0 0,0 0 0,0 1 0,0 0 0,0 0 0,-1 1 0,-7-1 0,-16 0 0,-57 2 0,47 2 0,28-3 0,0 2 0,0-1 0,1 2 0,-1 0 0,-21 6 0,30-7 0,1 0 0,0 1 0,0 0 0,0-1 0,0 1 0,0 1 0,0-1 0,0 0 0,1 0 0,-1 1 0,1 0 0,0-1 0,0 1 0,0 0 0,0 0 0,0 0 0,0 1 0,1-1 0,0 0 0,0 0 0,0 1 0,0-1 0,0 1 0,0-1 0,1 7 0,-2-1 0,2 0 0,-1 0 0,1 1 0,1-1 0,1 12 0,-1-19 0,-1 1 0,1-1 0,0 0 0,-1 0 0,1 0 0,0 0 0,1 0 0,-1 0 0,0 0 0,0 0 0,1 0 0,-1-1 0,1 1 0,-1 0 0,1-1 0,0 1 0,0-1 0,0 0 0,0 0 0,0 1 0,0-1 0,0 0 0,0-1 0,0 1 0,0 0 0,4 0 0,-2 0 9,0 0-1,0-1 1,0 0-1,0 1 1,0-1 0,0 0-1,0-1 1,0 1-1,0-1 1,-1 0-1,1 0 1,0 0-1,6-3 1,-3 0-257,-1-1 1,1 1-1,-1-1 1,0-1-1,9-10 1,-5 6-6579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4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24575,'0'457'0,"-1"-452"0,2 0 0,-1 0 0,0 0 0,1 0 0,0-1 0,0 1 0,0 0 0,1-1 0,0 1 0,0 0 0,0-1 0,0 0 0,1 0 0,-1 0 0,1 0 0,0 0 0,0 0 0,1-1 0,-1 1 0,1-1 0,0 0 0,-1 0 0,1 0 0,1-1 0,4 3 0,3 0 0,0-1 0,-1 0 0,2-1 0,-1 0 0,0-1 0,1 0 0,-1-1 0,22-1 0,-26 0 0,2 0 0,0 0 0,0 0 0,0-1 0,0-1 0,17-4 0,-24 4 0,0 1 0,-1 0 0,1-1 0,0 1 0,-1-1 0,1 0 0,-1 0 0,0 0 0,0 0 0,0 0 0,0-1 0,0 1 0,0-1 0,0 1 0,-1-1 0,1 1 0,-1-1 0,0 0 0,0 0 0,0 0 0,0 0 0,-1 0 0,2-5 0,0-4 0,-1 1 0,0-1 0,0 0 0,-1 0 0,-1 0 0,0 0 0,-1 0 0,0 0 0,-4-12 0,5 20 0,0 0 0,-1 1 0,0-1 0,0 0 0,0 1 0,0 0 0,0 0 0,-1-1 0,1 1 0,-1 0 0,0 1 0,0-1 0,0 1 0,0-1 0,0 1 0,0 0 0,-1 0 0,1 0 0,-1 0 0,0 1 0,1 0 0,-1-1 0,0 1 0,0 1 0,0-1 0,0 1 0,0-1 0,0 1 0,0 0 0,-6 1 0,8-1 0,0 0 0,0 1 0,0-1 0,0 0 0,0 1 0,0 0 0,0-1 0,0 1 0,0 0 0,1 0 0,-1 0 0,0 0 0,0 0 0,1 0 0,-1 1 0,1-1 0,-1 1 0,1-1 0,-1 1 0,1-1 0,-2 4 0,1-2 0,1 1 0,-1 0 0,1 0 0,0 0 0,0 0 0,0 0 0,0 0 0,1 1 0,0-1 0,0 6 0,0-3 0,1 1 0,-1 0 0,2-1 0,-1 1 0,1 0 0,0-1 0,1 0 0,0 0 0,0 1 0,1-2 0,6 11 0,-5-12 0,0 0 0,1-1 0,0 1 0,-1-1 0,2-1 0,-1 1 0,0-1 0,1 0 0,-1 0 0,1-1 0,0 0 0,0 0 0,0 0 0,0-1 0,9 0 0,10 1 0,-1-2 0,49-4 0,-70 3-62,0 1 0,1-1 0,-1 0 0,0 0 0,0 0 0,0 0 0,0-1 0,0 0 0,0 0 0,-1 0 0,1 0 0,0-1-1,-1 1 1,0-1 0,1 0 0,-1 0 0,0 0 0,-1 0 0,1-1 0,-1 1 0,3-5 0,0-5-6764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5.4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24575,'0'29'0,"-1"17"0,2 1 0,12 71 0,-8-82 0,-2 1 0,-1-1 0,-4 42 0,3 60 0,-1-136 0,1 0 0,-1 1 0,1-1 0,-1 0 0,1 0 0,0 0 0,0 0 0,0 0 0,0 0 0,0 0 0,0 0 0,0 0 0,1-1 0,-1 1 0,1 0 0,-1-1 0,1 1 0,0-1 0,0 0 0,-1 0 0,1 1 0,0-1 0,0 0 0,0 0 0,0-1 0,0 1 0,1 0 0,-1-1 0,0 1 0,3-1 0,9 2 0,0-1 0,1-1 0,27-3 0,-1 2 0,-28 2 0,1 1 0,-1 0 0,0 1 0,-1 0 0,1 1 0,-1 1 0,1 0 0,-1 1 0,17 11 0,-28-17 0,-1 0 0,0 0 0,0 0 0,0 0 0,1 1 0,-1-1 0,0 0 0,0 0 0,0 0 0,0 0 0,1 0 0,-1 0 0,0 1 0,0-1 0,0 0 0,0 0 0,0 0 0,0 1 0,1-1 0,-1 0 0,0 0 0,0 0 0,0 1 0,0-1 0,0 0 0,0 0 0,0 0 0,0 1 0,0-1 0,0 0 0,0 0 0,0 0 0,0 1 0,0-1 0,0 0 0,0 0 0,0 1 0,0-1 0,-1 0 0,1 0 0,0 0 0,0 0 0,0 1 0,0-1 0,0 0 0,0 0 0,-1 0 0,1 0 0,0 1 0,0-1 0,-17 5 0,-18-2 0,-95-5-1365,120 2-5461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5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23 24575,'0'-1'0,"-1"0"0,1 0 0,-1 0 0,1 0 0,-1 0 0,1 0 0,-1 1 0,1-1 0,-1 0 0,0 0 0,1 0 0,-1 1 0,0-1 0,0 0 0,0 1 0,0-1 0,1 1 0,-1-1 0,0 1 0,0 0 0,0-1 0,0 1 0,0 0 0,0-1 0,0 1 0,0 0 0,-2 0 0,-33-4 0,32 4 0,2-1 0,-1 1 0,0 0 0,1 0 0,-1 0 0,1 0 0,-1 0 0,0 1 0,1-1 0,-1 1 0,1-1 0,-1 1 0,1 0 0,-1 0 0,1 0 0,0 1 0,-1-1 0,1 0 0,0 1 0,0 0 0,0-1 0,0 1 0,-2 2 0,2 0 0,0 1 0,0-1 0,0 0 0,1 1 0,-1-1 0,1 1 0,0-1 0,0 1 0,1 0 0,-1-1 0,2 10 0,-2-11 0,1 0 0,0-1 0,0 1 0,0 0 0,1 0 0,-1 0 0,1-1 0,0 1 0,-1 0 0,1-1 0,0 1 0,1 0 0,-1-1 0,0 1 0,1-1 0,-1 0 0,1 1 0,0-1 0,0 0 0,0 0 0,2 2 0,1-2 0,-1 0 0,0 0 0,1 0 0,0 0 0,-1-1 0,1 0 0,0 0 0,-1 0 0,1-1 0,0 1 0,9-2 0,-2 2 0,-1-1 0,1-1 0,0 0 0,0-1 0,0 0 0,18-6 0,-27 6 0,0 1 0,1-1 0,-1 0 0,0 0 0,0 0 0,0 0 0,0 0 0,0-1 0,0 0 0,-1 1 0,0-1 0,1 0 0,-1 0 0,0 0 0,0 0 0,0-1 0,-1 1 0,1 0 0,-1-1 0,0 1 0,0-1 0,0 0 0,0 1 0,-1-1 0,1-4 0,0-33-1365,-1 22-5461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6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33 24575,'-1'0'0,"0"0"0,0 1 0,0-1 0,0 1 0,0 0 0,0-1 0,0 1 0,0 0 0,0 0 0,0 0 0,1-1 0,-1 1 0,0 0 0,0 0 0,1 0 0,-1 0 0,1 0 0,-1 0 0,1 0 0,-1 1 0,1-1 0,0 0 0,0 0 0,-1 0 0,1 0 0,0 0 0,0 2 0,-3 33 0,3-32 0,1 1 0,-1-1 0,1 1 0,0-1 0,0 1 0,0-1 0,0 0 0,1 1 0,0-1 0,0 0 0,0 0 0,0 0 0,1 0 0,0-1 0,-1 1 0,1-1 0,1 1 0,-1-1 0,0 0 0,1 0 0,-1-1 0,1 1 0,0-1 0,0 1 0,8 2 0,-1-1 0,0-1 0,-1 0 0,1-1 0,0 0 0,1-1 0,-1 0 0,0 0 0,0-2 0,16-1 0,-25 2 0,0 0 0,0 0 0,0-1 0,0 1 0,0-1 0,0 1 0,0-1 0,0 0 0,0 0 0,0 1 0,0-2 0,0 1 0,-1 0 0,1 0 0,0 0 0,-1-1 0,1 1 0,-1-1 0,0 1 0,1-1 0,-1 0 0,0 0 0,0 1 0,0-1 0,0 0 0,0 0 0,0 0 0,-1 0 0,1 0 0,-1 0 0,1 0 0,-1 0 0,0 0 0,0 0 0,0 0 0,0-1 0,0 1 0,-1-2 0,0-3 0,0 1 0,0 0 0,-1 0 0,0-1 0,0 2 0,-1-1 0,1 0 0,-1 0 0,-1 1 0,1-1 0,-7-6 0,2 4-151,0 0-1,-1 0 0,0 1 0,-1 0 1,1 1-1,-1 0 0,-1 0 1,-10-4-1,9 4-6674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6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24575,'0'29'0,"-1"18"0,2-1 0,12 72 0,9-1 0,-18-95 0,-1 1 0,1 30 0,-3-30 0,1 0 0,5 29 0,-4-44-151,-1 1-1,-1 0 0,1 0 0,-2 1 1,1-1-1,-1 0 0,-1 0 1,-1 13-1,-3-8-6674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6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1 110 24575,'6'-2'0,"0"0"0,0 0 0,0-1 0,-1 0 0,1 0 0,-1 0 0,7-6 0,-9 7 0,128-79 0,-137 82 0,-6 9 0,-24 42 0,-9 13 0,34-48 0,6-9 0,1-1 0,-1 1 0,1 0 0,1 0 0,-4 11 0,6-17 0,1-1 0,0 1 0,-1 0 0,1 0 0,0 0 0,0-1 0,0 1 0,0 0 0,0 0 0,1 0 0,-1-1 0,1 1 0,-1 0 0,1 0 0,-1-1 0,1 1 0,0 0 0,0-1 0,0 1 0,0-1 0,0 1 0,0-1 0,0 1 0,0-1 0,1 0 0,-1 0 0,1 0 0,-1 0 0,1 0 0,-1 0 0,4 1 0,29 16 0,2-2 0,0-2 0,0-1 0,77 15 0,-60-15 0,-36-9 0,1 1 0,0-2 0,27 2 0,238-6-1365,-265 1-5461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7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1 329 24575,'0'-3'0,"2"0"0,-1 0 0,0 0 0,1 0 0,-1 0 0,1 0 0,0 0 0,0 1 0,0-1 0,0 1 0,1-1 0,-1 1 0,5-3 0,10-13 0,-8 3 0,-1-1 0,0 0 0,-1 0 0,-1 0 0,-1-1 0,5-23 0,-6 23 0,1-1 0,0 1 0,1 0 0,1 1 0,16-27 0,-23 42 0,0 1 0,0 0 0,0-1 0,0 1 0,1 0 0,-1-1 0,0 1 0,0 0 0,1 0 0,-1-1 0,0 1 0,1 0 0,-1 0 0,0 0 0,1-1 0,-1 1 0,0 0 0,1 0 0,-1 0 0,0 0 0,1 0 0,-1 0 0,0-1 0,1 1 0,-1 0 0,0 0 0,1 0 0,-1 0 0,1 1 0,-1-1 0,0 0 0,1 0 0,-1 0 0,0 0 0,1 0 0,-1 0 0,0 0 0,1 1 0,-1-1 0,0 0 0,1 0 0,-1 0 0,0 1 0,0-1 0,1 0 0,-1 1 0,0-1 0,0 0 0,1 0 0,-1 1 0,0-1 0,0 0 0,0 1 0,0-1 0,1 0 0,-1 1 0,0-1 0,0 1 0,0-1 0,0 1 0,10 28 0,-9-24 0,5 18 0,0 0 0,-2 1 0,2 44 0,-7 77 0,-1-54 0,2-74 30,-1 0 0,0-1 0,-7 31 0,6-40-144,0 0 0,0-1-1,-1 0 1,0 1 0,0-1 0,0 0-1,-1 0 1,1-1 0,-1 1 0,-1-1-1,1 0 1,-7 6 0,0-3-6712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7.2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 24575,'28'-1'0,"0"-2"0,0-2 0,30-7 0,-23 4 0,45-5 0,83 12 0,5 0 0,-101-9 87,-44 5-813,37-1 0,-41 5-6100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8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24575,'1'4'0,"0"0"0,0 0 0,0-1 0,1 1 0,0 0 0,-1-1 0,2 1 0,3 4 0,4 10 0,18 47 0,-16-34 0,2-2 0,29 49 0,-31-58 0,-5-8 0,1 0 0,0 0 0,1-1 0,14 14 0,-22-23 0,0-1 0,1 1 0,0-1 0,-1 0 0,1 1 0,0-1 0,-1 0 0,1 0 0,0 0 0,0 0 0,0 0 0,0-1 0,0 1 0,0-1 0,0 1 0,0-1 0,1 0 0,-1 1 0,0-1 0,0 0 0,0 0 0,0-1 0,0 1 0,0 0 0,0-1 0,0 1 0,0-1 0,0 0 0,0 0 0,0 0 0,0 0 0,0 0 0,0 0 0,0 0 0,-1-1 0,3-1 0,-2 1 0,0-1 0,0 0 0,0 0 0,0 0 0,0 0 0,0 0 0,-1-1 0,0 1 0,1-1 0,0-6 0,7-43 0,-5 24 0,0-5 0,-1 0 0,-2-62 0,-2 59 0,2 52 0,1 0 0,1 0 0,0 0 0,1 0 0,11 25 0,-9-24 0,-1 1 0,-1-1 0,3 21 0,0 1 0,-3-23 0,5 23 0,-2 0 0,4 63 0,-10-91 0,-1 0 0,0 1 0,-1-1 0,0 0 0,-1 1 0,0-1 0,-1 0 0,0 0 0,0-1 0,-1 1 0,-1-1 0,1 1 0,-1-1 0,-1-1 0,-6 10 0,7-14 0,1 1 0,-1-1 0,0 0 0,-1 0 0,1 0 0,-1-1 0,1 0 0,-1 0 0,0 0 0,0-1 0,0 0 0,-1 0 0,1-1 0,0 0 0,-1 0 0,-10 1 0,14-2 0,0 0 0,-1 0 0,1 0 0,0-1 0,-1 1 0,1-1 0,0 0 0,0 0 0,0 0 0,-1 0 0,1-1 0,0 1 0,0-1 0,1 0 0,-1 1 0,0-1 0,1-1 0,-1 1 0,1 0 0,-1-1 0,1 1 0,0-1 0,0 0 0,0 1 0,1-1 0,-1 0 0,1 0 0,-1 0 0,1 0 0,0-1 0,0 1 0,-1-7 0,1 4 0,0 0 0,0 0 0,0 0 0,1 0 0,0 0 0,0-1 0,1 1 0,-1 0 0,1 0 0,1 0 0,-1 0 0,1 0 0,0 0 0,0 1 0,1-1 0,0 0 0,0 1 0,0 0 0,0 0 0,1 0 0,0 0 0,0 0 0,0 1 0,1 0 0,0 0 0,-1 0 0,11-6 0,22-12 0,-22 14 0,0-1 0,-1-1 0,18-15 0,-26 21 0,0-1 0,1 2 0,-1-1 0,1 1 0,0 0 0,-1 0 0,2 1 0,-1-1 0,14-1 0,21-8 0,24-8 0,-47 15 0,1 0 0,-1-2 0,24-12 0,-31 11-1365,-2-1-5461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8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24575,'565'0'-1365,"-546"0"-5461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8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24575,'0'1'0,"1"0"0,-1 0 0,0 0 0,1-1 0,-1 1 0,1 0 0,-1 0 0,1 0 0,-1-1 0,1 1 0,-1 0 0,1-1 0,0 1 0,-1 0 0,1-1 0,0 1 0,-1-1 0,1 1 0,0-1 0,0 0 0,0 1 0,-1-1 0,1 0 0,0 1 0,0-1 0,0 0 0,1 0 0,31 5 0,-23-4 0,35 8 0,-23-5 0,0 0 0,32 1 0,333-4 0,-176-2 0,-199 0-341,1 0 0,-1 0-1,18-5 1,-11 1-6485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9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93 24575,'16'1'0,"26"-1"0,-40 0 0,-1 0 0,1 0 0,0 0 0,-1-1 0,1 1 0,0 0 0,-1-1 0,1 1 0,-1-1 0,1 0 0,-1 1 0,1-1 0,-1 0 0,0 0 0,1 0 0,-1 0 0,0 0 0,2-2 0,-2 1 0,-1 1 0,0-1 0,1 1 0,-1-1 0,0 1 0,0-1 0,0 1 0,0-1 0,0 1 0,0-1 0,0 0 0,-1 1 0,1-1 0,-1 1 0,1 0 0,-1-1 0,1 1 0,-1-1 0,0 1 0,0 0 0,-1-2 0,0-1 0,0 1 0,0 0 0,-1 0 0,0 0 0,1 0 0,-1 0 0,-4-2 0,0 1 0,1 2 0,-1-1 0,0 1 0,0-1 0,0 2 0,0-1 0,0 1 0,0 0 0,-13 1 0,-65 5 0,83-5 0,-1 1 0,1-1 0,0 1 0,-1 0 0,1 0 0,0 0 0,0 0 0,0 0 0,-1 0 0,1 1 0,0-1 0,1 1 0,-1-1 0,0 1 0,0 0 0,1 0 0,-1 0 0,1 0 0,0 0 0,-1 0 0,1 0 0,0 0 0,0 0 0,0 1 0,1-1 0,-1 0 0,0 1 0,1-1 0,0 0 0,-1 4 0,0 9 0,0 1 0,1 0 0,3 27 0,-1-13 0,-1-20 0,-1 0 0,1 0 0,1 0 0,0-1 0,0 1 0,1-1 0,0 1 0,1-1 0,0 0 0,0 0 0,1 0 0,0-1 0,0 0 0,1 0 0,0 0 0,1 0 0,14 12 0,-16-17 0,0 0 0,0 0 0,0 0 0,0-1 0,0 1 0,1-1 0,-1-1 0,1 1 0,-1-1 0,1 0 0,11 1 0,8-1 0,37-4 0,-20 1 0,1 1-1365,-24 1-5461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9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2 24575,'-56'-1'0,"-61"2"0,114 0 0,1-1 0,-1 1 0,1 0 0,0 0 0,-1-1 0,1 1 0,0 1 0,0-1 0,-1 0 0,1 1 0,0-1 0,0 1 0,1-1 0,-1 1 0,0 0 0,1 0 0,-1 0 0,0 0 0,1 0 0,0 0 0,0 0 0,0 0 0,0 1 0,0-1 0,0 0 0,0 1 0,1-1 0,-1 1 0,1-1 0,0 1 0,-1 3 0,1 10 0,-1-1 0,2 0 0,3 28 0,-4-40 0,1 0 0,1 1 0,-1 0 0,0 0 0,1-1 0,0 1 0,0-1 0,0 0 0,0 1 0,1-1 0,-1 0 0,1 0 0,0-1 0,-1 1 0,1 0 0,1-1 0,-1 0 0,0 1 0,1-1 0,-1-1 0,1 1 0,-1 0 0,1-1 0,0 0 0,0 0 0,-1 0 0,1 0 0,5 0 0,-6-1 0,1 1 0,-1 0 0,0-1 0,0 0 0,1 0 0,-1 0 0,0 0 0,1-1 0,-1 1 0,0-1 0,0 0 0,1 1 0,-1-2 0,0 1 0,0 0 0,0-1 0,0 1 0,0-1 0,-1 0 0,1 0 0,-1 0 0,1 0 0,-1 0 0,1-1 0,-1 1 0,0-1 0,0 0 0,0 1 0,-1-1 0,1 0 0,-1 0 0,2-3 0,-1-5 24,0 0-1,-1 0 1,0 0 0,-2-16-1,1 17-319,0-1-1,0 0 0,1 0 1,4-17-1,-1 14-6529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39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1 24575,'-12'0'0,"1"0"0,-1 1 0,0 0 0,1 1 0,-1 0 0,1 1 0,-20 8 0,27-9 0,-1 0 0,2 0 0,-1 0 0,0 1 0,0 0 0,1 0 0,0 0 0,-1 0 0,1 1 0,0-1 0,1 1 0,-1 0 0,1-1 0,-1 1 0,1 0 0,0 1 0,1-1 0,-1 0 0,1 0 0,0 1 0,0-1 0,0 1 0,0 5 0,1-10 0,-4 81 0,4-76 0,0 1 0,0-1 0,1 0 0,-1 0 0,2 0 0,-1 1 0,0-1 0,1 0 0,0-1 0,0 1 0,0 0 0,1 0 0,3 4 0,-5-8-3,0 0-1,0 1 0,1-1 1,-1 0-1,0 0 0,1 0 1,-1 0-1,0 0 0,1 0 1,-1-1-1,1 1 0,0 0 1,-1-1-1,1 1 0,0-1 1,-1 0-1,1 1 0,0-1 1,-1 0-1,1 0 0,2 0 1,-1-1 19,0 0 1,0 0 0,0 0 0,-1 0-1,1 0 1,-1-1 0,1 1-1,-1-1 1,1 0 0,-1 1-1,4-5 1,2-2-265,0-2 1,-1 1-1,0-1 1,0 0-1,4-11 1,-3 5-6579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40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24575,'-1'85'0,"3"92"0,8-119 0,-6-42 0,-1 0 0,1 24 0,-2-29 0,-1-1 0,2 1 0,-1 0 0,1-1 0,1 1 0,0-1 0,1 0 0,0-1 0,0 1 0,1-1 0,0 0 0,0 0 0,1 0 0,1-1 0,-1 0 0,1-1 0,10 8 0,-10-11 0,0-1 0,0 1 0,0-2 0,0 1 0,0-1 0,1 0 0,-1-1 0,0 0 0,1 0 0,-1-1 0,1 0 0,0 0 0,-1-1 0,1 0 0,-1-1 0,0 0 0,0 0 0,1 0 0,-1-1 0,-1-1 0,1 1 0,12-9 0,-17 10 0,-1-1 0,1-1 0,0 1 0,-1 0 0,1-1 0,-1 1 0,0-1 0,0 0 0,-1 1 0,1-1 0,-1 0 0,0 0 0,0 0 0,0 0 0,0 0 0,-1-1 0,1 1 0,-1 0 0,0 0 0,-1 0 0,1 0 0,-1 0 0,-1-6 0,0 2 0,0 0 0,0 1 0,-1-1 0,0 1 0,-1 0 0,0-1 0,0 2 0,0-1 0,-1 0 0,0 1 0,-7-7 0,8 9 0,-1 0 0,0 0 0,0 0 0,0 1 0,0 0 0,-1 0 0,-6-2 0,11 4 0,0 1 0,0-1 0,0 1 0,0 0 0,0 0 0,0-1 0,0 1 0,0 0 0,0 0 0,0 0 0,0 0 0,0 0 0,0 0 0,0 1 0,0-1 0,0 0 0,0 0 0,0 1 0,0-1 0,0 1 0,0-1 0,0 1 0,0-1 0,0 1 0,0-1 0,0 1 0,1 0 0,-1 0 0,0-1 0,0 1 0,1 0 0,-1 0 0,1 0 0,-1 0 0,1 0 0,-1 0 0,1 0 0,-1 0 0,1 0 0,0 0 0,-1 0 0,1 0 0,0 0 0,0 0 0,0 0 0,0 0 0,0 2 0,0 2 0,0 1 0,0 0 0,0 0 0,1-1 0,0 1 0,0 0 0,0-1 0,1 1 0,0-1 0,0 1 0,0-1 0,1 0 0,0 0 0,0 0 0,0 0 0,1-1 0,-1 1 0,1-1 0,0 0 0,0 0 0,1 0 0,-1-1 0,1 1 0,9 5 0,-3-4 0,1-1 0,-1 0 0,1 0 0,0-1 0,0 0 0,20 1 0,-27-4 0,-1 0 0,0 0 0,0 0 0,0 0 0,0-1 0,1 0 0,-1 0 0,0 0 0,0 0 0,0 0 0,-1-1 0,1 0 0,0 0 0,-1 0 0,1 0 0,-1-1 0,1 1 0,-1-1 0,0 0 0,0 0 0,0 0 0,4-6 0,0-5-1365,0 2-5461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40.8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24575,'1'35'0,"1"-1"0,9 49 0,-2-10 0,4 16 0,-9-51 0,-4-31 0,1 1 0,0 0 0,0-1 0,5 15 0,-5-20 0,0 0 0,0 0 0,0 0 0,0 0 0,0 0 0,0-1 0,0 1 0,1-1 0,-1 1 0,1-1 0,-1 1 0,1-1 0,0 0 0,0 1 0,-1-1 0,1 0 0,0 0 0,0-1 0,0 1 0,0 0 0,0-1 0,3 1 0,8 1 0,-1-1 0,0-1 0,23-1 0,-28-1 0,1 1 0,-1 1 0,1 0 0,0 0 0,-1 0 0,1 1 0,0 0 0,-1 1 0,1-1 0,-1 2 0,0-1 0,11 5 0,-11-2 0,1 0 0,-1 0 0,-1 1 0,1-1 0,8 11 0,-14-15 0,0 0 0,0 1 0,0-1 0,0 0 0,0 1 0,0-1 0,0 1 0,-1-1 0,1 1 0,0-1 0,-1 1 0,1 0 0,-1-1 0,0 1 0,1 0 0,-1-1 0,0 1 0,0 0 0,0 0 0,0-1 0,-1 1 0,1 0 0,0-1 0,-1 1 0,1 0 0,-1-1 0,0 1 0,1-1 0,-1 1 0,0-1 0,0 1 0,0-1 0,0 0 0,0 1 0,-2 1 0,0-1 0,0 1 0,0-1 0,0 0 0,-1-1 0,1 1 0,0-1 0,-1 1 0,1-1 0,-1 0 0,0 0 0,1-1 0,-1 1 0,-5-1 0,-55-1 0,40 0 0,3 1 0,-20 0 0,39 0 0,0-1 0,-1 1 0,1 0 0,0 0 0,0-1 0,0 0 0,0 1 0,0-1 0,0 0 0,0 0 0,0 0 0,0 0 0,-2-2 0,3 3 0,1-1 0,0 1 0,0-1 0,0 1 0,0-1 0,0 0 0,0 1 0,0-1 0,0 1 0,0-1 0,0 1 0,0-1 0,0 1 0,0-1 0,1 1 0,-1-1 0,0 1 0,0-1 0,0 1 0,1 0 0,-1-1 0,0 1 0,1-1 0,-1 1 0,0 0 0,1-1 0,-1 1 0,0-1 0,1 1 0,-1 0 0,1 0 0,-1-1 0,1 1 0,-1 0 0,1 0 0,-1 0 0,1-1 0,0 1 0,19-10 0,39-8-1365,-39 13-5461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41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24 24575,'-45'-17'0,"42"17"0,1-1 0,0 1 0,0 0 0,0-1 0,-1 1 0,1 0 0,0 0 0,0 0 0,-1 1 0,1-1 0,0 0 0,0 1 0,-1 0 0,1-1 0,0 1 0,0 0 0,0 0 0,0 0 0,0 1 0,0-1 0,-3 3 0,4-2 0,-1 1 0,0-1 0,1 1 0,-1-1 0,1 1 0,0 0 0,0 0 0,0-1 0,0 1 0,1 0 0,-1 0 0,1 0 0,0 0 0,-1 5 0,2 1 0,-1 0 0,1-1 0,1 1 0,0 0 0,0-1 0,0 1 0,1-1 0,1 0 0,-1 1 0,8 10 0,-7-13 0,0 0 0,1-1 0,-1 1 0,1-1 0,1 0 0,-1-1 0,1 1 0,-1-1 0,1 0 0,0 0 0,1-1 0,-1 0 0,1 0 0,-1 0 0,1-1 0,0 0 0,0-1 0,0 1 0,0-1 0,0 0 0,0-1 0,0 0 0,1 0 0,12-2 0,-17 1 0,0 1 0,0-1 0,-1 0 0,1 0 0,0 0 0,-1 0 0,1 0 0,0 0 0,-1-1 0,1 0 0,-1 1 0,0-1 0,0 0 0,1 0 0,-1 0 0,0 0 0,-1 0 0,1-1 0,0 1 0,-1-1 0,1 1 0,-1-1 0,0 1 0,0-1 0,0 0 0,1-5 0,2-7 0,-2 0 0,0-1 0,0-29 0,-1 15 0,0 28 0,-1-1 0,1 0 0,-1 1 0,1-1 0,0 0 0,0 1 0,0-1 0,3-3 0,2-7 0,-20 49 0,14-28 0,-1 0 0,1 0 0,0-1 0,1 1 0,0 0 0,0-1 0,1 1 0,0-1 0,0 1 0,7 13 0,-8-18 0,0-1 0,0 0 0,1 1 0,-1-1 0,1 0 0,-1 0 0,1 0 0,0 0 0,0 0 0,0 0 0,0 0 0,0-1 0,0 1 0,0-1 0,1 1 0,-1-1 0,0 0 0,1 0 0,0 0 0,-1 0 0,1 0 0,-1-1 0,1 1 0,0-1 0,-1 0 0,1 0 0,0 0 0,-1 0 0,1 0 0,0 0 0,-1-1 0,1 1 0,0-1 0,-1 0 0,3-1 0,-3 1 0,0 0 0,0 0 0,0 0 0,-1 0 0,1 0 0,-1-1 0,1 1 0,-1-1 0,1 1 0,-1-1 0,0 0 0,1 1 0,-1-1 0,0 0 0,0 0 0,0 0 0,-1 1 0,1-1 0,0 0 0,0-3 0,6-48 0,-2 15 0,-3 29-273,2 1 0,-1-1 0,1 1 0,8-13 0,-2 6-6553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42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0 24575,'2'106'0,"-5"115"0,2-210 0,-1 0 0,-1-1 0,0 1 0,-5 11 0,7-17 0,-1-1 0,0 1 0,0-1 0,0 0 0,-1 0 0,1 0 0,-1 0 0,0-1 0,0 1 0,0-1 0,-8 6 0,11-8 0,-1-1 0,1 0 0,-1 1 0,1-1 0,-1 0 0,1 1 0,-1-1 0,1 0 0,-1 0 0,1 1 0,-1-1 0,0 0 0,1 0 0,-1 0 0,1 0 0,-1 0 0,0 0 0,1 0 0,-1 0 0,1 0 0,-1 0 0,0 0 0,1 0 0,-2 0 0,3-12 0,16-17 0,-10 20 0,1 0 0,0 1 0,0 0 0,0 0 0,1 1 0,0 0 0,1 1 0,-1 0 0,15-6 0,36-18 0,-47 23 0,0 0 0,0 1 0,0 1 0,24-8 0,-3 4 0,-1-2 0,39-18 0,-53 20 0,-3-1 0,-16 10 0,0 0 0,1 0 0,-1 0 0,0-1 0,0 1 0,0 0 0,0 0 0,0-1 0,0 1 0,0 0 0,1 0 0,-1 0 0,0-1 0,0 1 0,0 0 0,0 0 0,0-1 0,0 1 0,0 0 0,0 0 0,0-1 0,0 1 0,0 0 0,0 0 0,-1 0 0,1-1 0,0 1 0,0 0 0,0 0 0,0 0 0,0-1 0,0 1 0,0 0 0,-1 0 0,1 0 0,0-1 0,-2 0 0,1 1 0,-1-1 0,0 1 0,1-1 0,-1 1 0,0-1 0,1 1 0,-1 0 0,0 0 0,1 0 0,-1 0 0,0 0 0,0 0 0,1 0 0,-1 1 0,-2 0 0,-9 2 0,1 0 0,-1 0 0,1 2 0,0-1 0,1 1 0,-1 1 0,1 0 0,0 1 0,0 0 0,1 1 0,-12 11 0,20-16 0,-1 1 0,1 0 0,-1 0 0,1 1 0,1-1 0,-1 0 0,0 0 0,1 1 0,0-1 0,0 1 0,0 0 0,1-1 0,-1 1 0,1 0 0,0-1 0,1 1 0,0 6 0,0-7 0,-1-1 0,1 1 0,0 0 0,0-1 0,1 1 0,-1 0 0,1-1 0,-1 0 0,1 1 0,0-1 0,0 0 0,1 0 0,-1 0 0,1 0 0,-1-1 0,1 1 0,0-1 0,0 1 0,0-1 0,0 0 0,4 2 0,19 7 0,0-2 0,1 0 0,45 7 0,10 5 0,-65-16 0,0 0 0,1-1 0,0 0 0,26 1 0,-23-5-120,-5 1-87,0 0-1,0-2 1,0 0-1,0-1 0,26-6 1,-28 3-6619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42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 24575,'0'-1'0,"1"1"0,-1-1 0,0 0 0,1 0 0,-1 0 0,1 0 0,0 0 0,-1 0 0,1 0 0,0 1 0,-1-1 0,1 0 0,0 1 0,0-1 0,-1 0 0,1 1 0,0-1 0,0 1 0,0-1 0,0 1 0,0 0 0,0-1 0,0 1 0,0 0 0,0 0 0,0 0 0,2-1 0,33-3 0,-32 4 0,8 0 0,1-1 0,-1 2 0,1 0 0,-1 0 0,1 1 0,-1 1 0,14 4 0,-19-4 0,1 0 0,-1 0 0,0 1 0,0 0 0,0 0 0,-1 1 0,1-1 0,-1 2 0,0-1 0,-1 1 0,1-1 0,6 11 0,-9-11 0,0 0 0,-1 0 0,0 0 0,0 0 0,0 1 0,-1-1 0,0 1 0,0-1 0,0 1 0,0 6 0,-4 57 0,2-65 0,0 0 0,0 0 0,0 0 0,-1 0 0,0 0 0,1 0 0,-1 0 0,-1 0 0,1-1 0,-1 1 0,1-1 0,-6 5 0,-44 37 0,17-17 0,25-20 0,0 0 0,-1 0 0,-18 8 0,19-11 0,0 1 0,1 0 0,0 0 0,0 1 0,-12 11 0,19-16 0,1-1 0,-1 1 0,0 0 0,1 0 0,-1 0 0,1 0 0,0 0 0,0 0 0,-1 1 0,2-1 0,-1 0 0,0 1 0,0-1 0,1 0 0,-1 1 0,1-1 0,0 1 0,0-1 0,0 1 0,0-1 0,0 4 0,1-3 0,0-1 0,1 1 0,-1-1 0,1 1 0,-1-1 0,1 1 0,0-1 0,0 0 0,0 0 0,0 0 0,0 0 0,0 0 0,1 0 0,-1 0 0,4 1 0,10 5 0,1-1 0,0 0 0,0-1 0,27 6 0,-35-10 0,17 5 0,1-1 0,1-1 0,-1-2 0,31 1 0,139-5-1365,-188 1-5461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43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24575,'84'-2'0,"93"4"0,-164 0 0,0 0 0,0 1 0,-1 0 0,19 7 0,-26-8 0,-1-1 0,0 1 0,0 0 0,0 0 0,-1 1 0,1-1 0,0 1 0,-1-1 0,0 1 0,1 0 0,-1 0 0,-1 1 0,1-1 0,0 1 0,-1-1 0,4 8 0,-5-10 0,-1 1 0,1-1 0,-1 1 0,0 0 0,0-1 0,0 1 0,0 0 0,0-1 0,0 1 0,0-1 0,0 1 0,0 0 0,-1-1 0,1 1 0,-1-1 0,1 1 0,-1-1 0,0 1 0,1-1 0,-1 1 0,0-1 0,0 1 0,0-1 0,0 0 0,0 0 0,0 0 0,-1 0 0,1 1 0,0-1 0,-3 1 0,-5 3 0,1-1 0,-1 0 0,0 0 0,-12 3 0,-6 3 0,-2 2 0,20-8 0,-1 0 0,1 1 0,0-1 0,-13 10 0,6-1 0,8-8 0,0 0 0,1 1 0,-1 0 0,2 1 0,-10 10 0,15-16 0,1 0 0,-1 0 0,1-1 0,0 1 0,-1 0 0,1 0 0,0 0 0,0 0 0,0-1 0,0 1 0,0 0 0,0 0 0,0 0 0,0 0 0,0 0 0,0 0 0,0-1 0,0 1 0,1 0 0,-1 0 0,0 0 0,1 0 0,-1-1 0,0 1 0,1 0 0,-1 0 0,1-1 0,0 1 0,-1 0 0,1-1 0,-1 1 0,1-1 0,0 1 0,-1-1 0,1 1 0,0-1 0,0 1 0,-1-1 0,1 1 0,0-1 0,0 0 0,0 0 0,1 1 0,42 13 0,-38-13 0,24 7 0,1-2 0,0-1 0,0-2 0,48 0 0,-59-3-105,-15 1 15,0 0 0,0-1 0,0 0 0,0 0 0,0 0 0,0-1 0,0 0 0,-1 0 0,1 0 0,0-1 0,0 1 0,-1-1 0,9-4 0,-4-4-6736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43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24575,'4'0'0,"5"0"0,4 0 0,4 0 0,3 0 0,1 0 0,1 0 0,1 0 0,0 0 0,-1 0 0,-3 0-8191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44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24575,'26'0'0,"-1"1"0,0 2 0,38 7 0,46 12 0,-52-16 25,-50-7-141,0 1 0,0 0 0,0 1 0,0 0 1,1 0-1,-1 1 0,0-1 0,-1 1 0,1 1 1,0 0-1,7 3 0,-4 3-6710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44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24575,'64'19'0,"24"-13"22,92-7-1,-60-1-1429,-99 2-5418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45.1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286 5 24575,'-48'-1'0,"34"-1"0,-1 1 0,1 1 0,-1 0 0,1 1 0,0 0 0,0 2 0,-25 6 0,33-6 0,0 0 0,0 1 0,0 0 0,1 0 0,-1 1 0,1-1 0,0 1 0,1 0 0,-1 1 0,1-1 0,0 1 0,0 0 0,1 0 0,0 0 0,0 0 0,0 0 0,1 1 0,-3 10 0,1 0 0,1-1 0,0 1 0,1 0 0,1 0 0,1 0 0,2 25 0,-2-40 2,1 0 0,0 1 0,-1-1 1,1 0-1,0 1 0,0-1 0,0 0 0,0 0 0,0 0 0,1 0 0,-1 0 0,1 0 0,-1 0 0,1 0 0,0-1 0,0 1 1,0-1-1,-1 1 0,1-1 0,1 0 0,-1 1 0,0-1 0,0 0 0,0-1 0,1 1 0,-1 0 0,0-1 0,1 1 0,-1-1 0,4 1 1,10 0-109,0 0 0,0-1 0,27-3 0,-14 1-900,-10 1-5820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46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202 318 24575,'-12'0'0,"0"-2"0,1 0 0,-20-5 0,24 4 0,0 1 0,-1 0 0,1 0 0,0 1 0,-1 0 0,1 1 0,-1-1 0,0 1 0,1 1 0,-1 0 0,-13 2 0,19-1 0,0-1 0,0 0 0,0 1 0,0-1 0,0 1 0,0 0 0,0-1 0,1 1 0,-1 0 0,0 0 0,1 0 0,0 1 0,0-1 0,-1 0 0,1 0 0,0 1 0,1-1 0,-1 0 0,0 1 0,1-1 0,-1 1 0,1-1 0,0 4 0,-1 10 0,1 0 0,2 26 0,0-20 0,-2-15 0,0-1 0,1 1 0,0-1 0,0 0 0,1 1 0,-1-1 0,1 0 0,1 0 0,-1 0 0,1 0 0,0 0 0,1-1 0,-1 0 0,1 1 0,0-1 0,0 0 0,1-1 0,-1 1 0,1-1 0,0 0 0,0 0 0,1 0 0,-1-1 0,1 0 0,0 0 0,0 0 0,0-1 0,0 0 0,8 2 0,-13-4 0,1 0 0,-1 1 0,0-1 0,1-1 0,-1 1 0,1 0 0,-1 0 0,0 0 0,1-1 0,-1 1 0,0-1 0,1 1 0,-1-1 0,0 1 0,1-1 0,-1 0 0,0 0 0,0 0 0,0 1 0,0-1 0,0 0 0,0 0 0,0-1 0,0 1 0,0 0 0,-1 0 0,1 0 0,0 0 0,-1-1 0,1 1 0,-1 0 0,1-1 0,-1 1 0,0 0 0,1-1 0,-1 1 0,0-2 0,2-9 0,-1 0 0,0-1 0,-2-18 0,1 9 0,0 20 0,0-1 0,0 1 0,1 0 0,0 0 0,-1-1 0,1 1 0,0 0 0,0 0 0,0 0 0,0 0 0,0 0 0,0 0 0,1 0 0,-1 0 0,1 1 0,-1-1 0,1 0 0,0 1 0,0-1 0,0 1 0,0 0 0,0 0 0,0 0 0,0 0 0,0 0 0,0 0 0,0 0 0,0 0 0,1 1 0,-1-1 0,4 1 0,9-2 0,0 1 0,1 1 0,-1 1 0,15 1 0,-1 1 0,9-2 0,142-2 0,-174 1 0,0-1 0,0 0 0,0-1 0,0 1 0,0-1 0,0 0 0,-1-1 0,1 0 0,6-4 0,-10 6 0,-1 0 0,1 0 0,0 0 0,-1-1 0,1 1 0,-1-1 0,0 1 0,1-1 0,-1 0 0,0 1 0,0-1 0,0 0 0,0 0 0,0 0 0,-1 0 0,1 0 0,0 0 0,-1 0 0,0 0 0,1 0 0,-1 0 0,0 0 0,0 0 0,0 0 0,0 0 0,0 0 0,-1 0 0,1 0 0,-1 0 0,0-3 0,0 3 0,-1 0 0,1 0 0,0 0 0,-1 0 0,1 0 0,-1 0 0,0 0 0,1 1 0,-1-1 0,0 0 0,0 1 0,0 0 0,0-1 0,-1 1 0,1 0 0,0 0 0,0 0 0,-1 1 0,1-1 0,0 0 0,-1 1 0,1 0 0,-1-1 0,1 1 0,-1 0 0,1 0 0,-4 1 0,1-1 0,1 0 0,-1 1 0,0-1 0,1 1 0,-1 1 0,0-1 0,1 0 0,0 1 0,-1 0 0,1 0 0,0 0 0,0 1 0,-6 4 0,7-4 0,0 1 0,0 0 0,1 0 0,-1 0 0,1 0 0,0 0 0,0 1 0,0-1 0,0 1 0,1-1 0,0 1 0,0 0 0,0-1 0,1 1 0,-1 0 0,1 0 0,0-1 0,0 1 0,1 0 0,2 8 0,-3-9 0,1 0 0,0 0 0,0-1 0,1 1 0,-1 0 0,1-1 0,0 1 0,0-1 0,0 0 0,0 0 0,1 1 0,-1-1 0,1-1 0,0 1 0,0 0 0,0-1 0,0 0 0,0 1 0,0-1 0,1 0 0,-1-1 0,1 1 0,0-1 0,-1 1 0,6 0 0,-4-1 0,-1-1 0,0 0 0,0 0 0,0 0 0,1-1 0,-1 1 0,0-1 0,0 0 0,0 0 0,0 0 0,0-1 0,0 0 0,0 1 0,0-1 0,-1 0 0,1-1 0,-1 1 0,1-1 0,-1 0 0,0 0 0,0 0 0,4-5 0,5-8 0,0 0 0,-2-1 0,15-30 0,-7 12 0,-12 23 0,-1 0 0,-1-1 0,0 1 0,0-1 0,-1 0 0,2-25 0,3-14 0,-4 23 0,-1-1 0,-1 0 0,-3-37 0,1 45 0,-2 129 0,4 104 0,0-201 0,1 0 0,0-1 0,0 1 0,1-1 0,0 0 0,1 0 0,-1-1 0,2 1 0,-1-1 0,1 0 0,1 0 0,-1-1 0,2 0 0,8 8 0,-11-12 0,1-1 0,-1 1 0,1-1 0,0 1 0,0-2 0,0 1 0,0-1 0,0 0 0,0 0 0,12 0 0,62-5 0,-77 4 0,0-1 0,0 0 0,0 1 0,1-1 0,-1 0 0,0 0 0,0-1 0,-1 1 0,1-1 0,0 1 0,0-1 0,-1 0 0,1 0 0,-1 0 0,0 0 0,1-1 0,-1 1 0,0-1 0,0 1 0,-1-1 0,1 0 0,0 1 0,-1-1 0,0 0 0,0 0 0,0 0 0,0 0 0,0-1 0,0 1 0,-1 0 0,0 0 0,1 0 0,-1 0 0,0-1 0,-1-3 0,1 1 0,-1 0 0,0 0 0,0 0 0,0 0 0,0 0 0,-1 0 0,0 1 0,-1-1 0,1 0 0,-1 1 0,0 0 0,0-1 0,-1 1 0,1 0 0,-1 1 0,-1-1 0,-7-6 0,8 8 0,-1-1 0,0 2 0,0-1 0,0 0 0,0 1 0,0 0 0,-1 0 0,1 1 0,-10-2 0,14 3 0,-1 0 0,0 0 0,1 0 0,-1 0 0,0 0 0,1 1 0,-1-1 0,0 0 0,1 1 0,-1 0 0,1-1 0,-1 1 0,1 0 0,-1 0 0,1 0 0,-1 0 0,1 0 0,0 0 0,0 0 0,0 0 0,-1 0 0,1 1 0,0-1 0,0 0 0,1 1 0,-1-1 0,0 1 0,0-1 0,1 1 0,-1 0 0,1-1 0,-1 1 0,1 0 0,0-1 0,-1 4 0,1-2 0,-1 1 0,0 0 0,1 0 0,0 0 0,0 0 0,0-1 0,0 1 0,1 0 0,-1 0 0,1 0 0,0-1 0,0 1 0,1 0 0,-1-1 0,1 1 0,0-1 0,-1 0 0,5 6 0,-2-5 0,0 0 0,0 0 0,1 0 0,0-1 0,-1 0 0,1 1 0,1-2 0,-1 1 0,0 0 0,1-1 0,5 2 0,11 1 0,0 0 0,1-2 0,-1 0 0,1-1 0,25-2 0,-44 0 8,1 0 0,-1-1 0,1 0 0,-1 0 0,1 0 0,-1 0 0,0 0 0,1-1 0,-1 0 0,0 0 0,0 0 0,0-1 0,-1 1 0,6-5 0,-2 1-220,-1-1 0,-1 1 0,1-1-1,-1 0 1,0 0 0,6-14 0,-2 3-6614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47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24575,'0'7'0,"1"1"0,1-1 0,-1 1 0,1-1 0,1 1 0,-1-1 0,8 13 0,-6-12 0,0 1 0,-1 0 0,0 0 0,3 16 0,15 88 0,2 23 0,-20-115 0,-2 1 0,-1-1 0,0 1 0,-5 29 0,4-51 0,1 0 0,0 1 0,-1-1 0,1 1 0,0-1 0,0 0 0,0 1 0,0-1 0,0 1 0,-1-1 0,1 1 0,0-1 0,0 1 0,0-1 0,0 1 0,0-1 0,0 0 0,0 1 0,0-1 0,1 1 0,-1-1 0,0 1 0,0-1 0,0 1 0,0-1 0,1 0 0,-1 1 0,0-1 0,0 1 0,1-1 0,-1 0 0,0 1 0,1-1 0,-1 0 0,0 1 0,1-1 0,14-9 0,-1-1 0,-4 6 0,-1 0 0,1 1 0,0 1 0,0 0 0,0 0 0,0 1 0,0 0 0,16 1 0,-9 1 0,1 1 0,-1 0 0,0 1 0,20 7 0,-33-9 0,0 1 0,0 0 0,0 0 0,-1 0 0,1 0 0,0 0 0,-1 1 0,5 5 0,-7-8 0,-1 0 0,1 1 0,-1-1 0,1 1 0,-1 0 0,0-1 0,1 1 0,-1-1 0,0 1 0,1-1 0,-1 1 0,0 0 0,0-1 0,0 1 0,0 0 0,1-1 0,-1 1 0,0 0 0,0-1 0,0 1 0,0 0 0,0-1 0,-1 2 0,1-1 0,-1-1 0,0 1 0,1 0 0,-1 0 0,0 0 0,0-1 0,0 1 0,0 0 0,0-1 0,1 1 0,-1-1 0,0 1 0,0-1 0,0 0 0,-1 1 0,1-1 0,0 0 0,0 0 0,-2 1 0,-15 2 0,0-1 0,-1-1 0,0 0 0,1-1 0,-35-6 0,52 6 0,1 0 0,0 0 0,0 0 0,0 0 0,0 0 0,0 1 0,0-1 0,-1 0 0,1 0 0,0 0 0,0 0 0,0 0 0,0 0 0,0-1 0,0 1 0,-1 0 0,1 0 0,0 0 0,0 0 0,0 0 0,0 0 0,0 0 0,0 0 0,0 0 0,-1 0 0,1 0 0,0 0 0,0 0 0,0-1 0,0 1 0,0 0 0,0 0 0,0 0 0,0 0 0,0 0 0,0 0 0,0 0 0,-1-1 0,1 1 0,0 0 0,0 0 0,0 0 0,0 0 0,0 0 0,0 0 0,0-1 0,0 1 0,0 0 0,0 0 0,0 0 0,0 0 0,0 0 0,1 0 0,-1-1 0,0 1 0,9-5 0,14-3 0,40 1 0,20-4 0,105-40 0,-175 48 0,-1 0 0,0 0 0,-1-2 0,21-9 0,-29 13 0,0-1 0,0 0 0,1 0 0,-1 0 0,-1 0 0,1 0 0,0-1 0,0 1 0,-1-1 0,1 0 0,-1 1 0,0-1 0,0 0 0,0-1 0,0 1 0,-1 0 0,1 0 0,-1-1 0,0 1 0,1-5 0,-2 6 0,0 0 0,0 0 0,0 0 0,0 0 0,0-1 0,0 1 0,-1 0 0,1 0 0,-1 0 0,0 0 0,1 0 0,-1 0 0,0 0 0,0 1 0,0-1 0,-1 0 0,1 0 0,0 1 0,-1-1 0,-2-2 0,1 2 0,-1-1 0,0 1 0,0-1 0,0 1 0,0 0 0,0 1 0,0-1 0,-1 1 0,-6-2 0,3 2 0,0-1 0,0 2 0,0-1 0,0 1 0,0 0 0,0 1 0,-1 0 0,1 0 0,0 1 0,-13 4 0,18-4 0,0 0 0,0 1 0,-1-1 0,1 1 0,1 0 0,-1 0 0,0 0 0,1 1 0,0-1 0,-1 0 0,1 1 0,1 0 0,-1-1 0,0 1 0,1 0 0,0 0 0,-1 6 0,-2 6 0,1 0 0,1-1 0,0 19 0,2-26 0,0-1 0,0 1 0,0 0 0,1-1 0,0 1 0,1-1 0,3 12 0,-4-17 0,0 1 0,1-1 0,-1 1 0,1-1 0,-1 0 0,1 0 0,0 0 0,0 0 0,0 0 0,0 0 0,0 0 0,0-1 0,1 1 0,-1-1 0,1 0 0,-1 1 0,1-1 0,-1 0 0,1-1 0,-1 1 0,1 0 0,0-1 0,-1 1 0,5-1 0,-4 1 0,0-1 0,0 0 0,0 0 0,1 0 0,-1 0 0,0 0 0,0 0 0,0-1 0,0 0 0,1 0 0,-1 1 0,0-2 0,0 1 0,0 0 0,-1-1 0,1 1 0,0-1 0,3-3 0,-1-1 0,0 0 0,0 0 0,-1 0 0,0-1 0,0 1 0,3-10 0,-2 7 0,0-2 0,1-1 0,0 1 0,1 1 0,1-1 0,10-11 0,-16 19 0,0 1 0,0 0 0,1 0 0,-1 0 0,1 0 0,0 1 0,-1-1 0,1 1 0,0-1 0,0 1 0,0 0 0,0 0 0,0 0 0,0 1 0,0-1 0,1 1 0,-1-1 0,0 1 0,0 0 0,0 0 0,0 1 0,1-1 0,-1 1 0,0-1 0,0 1 0,5 2 0,-6-2 0,0 0 0,0 0 0,-1 0 0,1 0 0,0 0 0,-1 0 0,1 0 0,0 1 0,-1-1 0,0 0 0,1 1 0,-1 0 0,0-1 0,0 1 0,0 0 0,0-1 0,0 1 0,0 0 0,-1 0 0,1 0 0,0 4 0,1 2 0,-2 1 0,1-1 0,-1 1 0,-1 9 0,0-14 0,0 1 0,1-1 0,0 0 0,0 1 0,0-1 0,0 1 0,0-1 0,1 0 0,0 0 0,0 1 0,0-1 0,1 0 0,-1 0 0,5 7 0,-6-11 0,0 0 0,0 1 0,0-1 0,1 0 0,-1 1 0,0-1 0,1 0 0,-1 1 0,0-1 0,1 0 0,-1 1 0,0-1 0,1 0 0,-1 0 0,1 0 0,-1 1 0,0-1 0,1 0 0,-1 0 0,1 0 0,-1 0 0,1 0 0,-1 0 0,1 0 0,-1 0 0,0 0 0,1 0 0,-1 0 0,1 0 0,-1 0 0,1 0 0,-1 0 0,1-1 0,8-13 0,-2-22 0,-7 23 0,0 1 0,-1-1 0,0 0 0,-6-21 0,4 24 0,1 1 0,1-1 0,-1 0 0,1 0 0,1 0 0,0 0 0,0 0 0,1 0 0,2-10 0,12-29-1365,-8 36-5461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47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24575,'1'0'0,"0"1"0,0-1 0,0 1 0,0-1 0,0 1 0,0-1 0,-1 1 0,1 0 0,0-1 0,0 1 0,-1 0 0,1 0 0,0-1 0,-1 1 0,1 0 0,0 0 0,-1 0 0,0 0 0,1 0 0,-1 0 0,1 2 0,10 29 0,-7-19 0,10 24 0,-3-13 0,-2 1 0,-1 0 0,8 41 0,-12-46 0,12 36 0,-11-40 0,0-1 0,-1 1 0,-1 1 0,2 16 0,-5-28 0,0 40 0,0-44 0,0 0 0,0 0 0,0 0 0,-1 1 0,1-1 0,0 0 0,0 0 0,-1 0 0,1 0 0,-1 1 0,1-1 0,-1 0 0,1 0 0,-1 0 0,1 0 0,-1 0 0,0 0 0,0 0 0,0-1 0,0 1 0,1 0 0,-1 0 0,0-1 0,0 1 0,0 0 0,-1-1 0,1 1 0,0-1 0,0 1 0,-2-1 0,2 0 0,0 0 0,0-1 0,0 1 0,0-1 0,0 1 0,0-1 0,0 1 0,0-1 0,0 0 0,0 0 0,0 1 0,1-1 0,-1 0 0,0 0 0,0 0 0,1 0 0,-1 0 0,1 0 0,-1 0 0,1 0 0,-1 0 0,1 0 0,-1 0 0,1 0 0,0-1 0,0 1 0,0 0 0,-1 0 0,2-2 0,-5-39 0,4 38 0,0-1 0,0 0 0,0 0 0,1 0 0,0 0 0,0 0 0,0 0 0,1 0 0,0 0 0,0 1 0,0-1 0,0 1 0,1-1 0,0 1 0,0 0 0,0 0 0,7-7 0,5-3 0,1 0 0,0 2 0,19-12 0,28-22 0,-63 46 0,0-1 0,0 1 0,1 0 0,-1 0 0,0-1 0,1 1 0,-1 0 0,0 0 0,0-1 0,1 1 0,-1 0 0,0 0 0,1 0 0,-1-1 0,1 1 0,-1 0 0,0 0 0,1 0 0,-1 0 0,0 0 0,1 0 0,-1 0 0,1 0 0,-1 0 0,0 0 0,1 0 0,-1 0 0,1 0 0,-1 0 0,0 0 0,1 0 0,0 1 0,4 12 0,-4 27 0,-2-35 0,1 10 0,0-4 0,-1 0 0,2 0 0,2 19 0,-1-26 0,-1 0 0,0 1 0,1-1 0,0-1 0,0 1 0,0 0 0,0 0 0,0-1 0,1 1 0,0-1 0,0 0 0,0 0 0,3 3 0,1 0 0,-1-1 0,1 0 0,0 0 0,0-1 0,0 0 0,1 0 0,-1 0 0,1-1 0,0-1 0,13 4 0,47 13 0,-49-13 0,0-1 0,0-1 0,1 0 0,30 2 0,-31-6-112,-6 1-139,-1-1 0,0 0 1,1-1-1,22-4 1,-21 0-6576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49:48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 24575,'0'-1'0,"0"0"0,1 0 0,-1 0 0,1 0 0,-1 0 0,1 0 0,0 0 0,0 0 0,-1 0 0,1 1 0,0-1 0,0 0 0,0 1 0,0-1 0,-1 0 0,1 1 0,0-1 0,0 1 0,2-1 0,27-11 0,-22 10 0,11-3 0,0 0 0,0 2 0,1 0 0,-1 2 0,1 0 0,-1 1 0,23 2 0,10 0 0,-48-2 0,1 0 0,-1 1 0,1-1 0,-1 1 0,1 0 0,-1 1 0,0-1 0,1 1 0,3 2 0,-7-4 0,0 1 0,0 0 0,0-1 0,0 1 0,0 0 0,0-1 0,0 1 0,-1 0 0,1 0 0,0 0 0,-1 0 0,1 0 0,0-1 0,-1 1 0,1 0 0,-1 1 0,0-1 0,1 0 0,-1 0 0,0 0 0,1 0 0,-1 0 0,0 0 0,0 0 0,0 0 0,0 0 0,0 1 0,0-1 0,-1 0 0,1 0 0,0 0 0,-1 0 0,1 0 0,0 0 0,-1 0 0,1 0 0,-1 0 0,0 0 0,1 0 0,-1 0 0,0 0 0,0 1 0,-5 5 0,0 0 0,-1-1 0,1 0 0,-15 10 0,14-10 0,0 0 0,0 0 0,0 0 0,-11 14 0,-9 14 0,22-30 0,1 1 0,0 0 0,0 0 0,0 0 0,1 0 0,-1 1 0,1-1 0,0 1 0,1 0 0,-1 0 0,1 0 0,1 0 0,-3 12 0,4-15 0,0-1 0,0 1 0,0 0 0,0 0 0,0 0 0,1-1 0,-1 1 0,1 0 0,0 0 0,0-1 0,0 1 0,0 0 0,0-1 0,0 1 0,1-1 0,-1 0 0,1 1 0,0-1 0,0 0 0,0 0 0,0 0 0,4 3 0,3 1 0,0-1 0,1 1 0,0-1 0,17 5 0,6 4 0,143 54 0,-107-43 0,-35-18 0,-30-7 0,1 1 0,0-1 0,0 1 0,0 1 0,-1-1 0,1 1 0,0-1 0,-1 1 0,0 0 0,8 6 0,-12-8 0,1 0 0,-1 0 0,0 1 0,1-1 0,-1 0 0,0 1 0,0-1 0,1 1 0,-1-1 0,0 0 0,0 1 0,0-1 0,1 1 0,-1-1 0,0 0 0,0 1 0,0-1 0,0 1 0,0-1 0,0 1 0,0-1 0,0 0 0,0 1 0,0-1 0,0 1 0,0-1 0,0 1 0,0-1 0,-1 1 0,1-1 0,0 1 0,-14 8 0,-20 0 0,1-7 0,-51-2 0,58-1 0,0 0 0,0 2 0,-45 8 0,18-3 0,42-6 0,0 1 0,1 1 0,-1 0 0,-19 5 0,28-6-85,1 0 0,-1 0-1,1 0 1,-1 0 0,1 0-1,-1 0 1,1 0 0,0 0-1,-1 1 1,1-1 0,0 0-1,0 1 1,0-1 0,0 1-1,-1 1 1,-3 10-6741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0:30.7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24575,'0'818'-1365,"0"-809"-5461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0:32.8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1 115 24575,'0'-3'0,"1"0"0,-1 1 0,1-1 0,-1 0 0,1 0 0,0 1 0,0-1 0,1 0 0,-1 1 0,0 0 0,1-1 0,0 1 0,-1 0 0,1-1 0,0 1 0,0 0 0,0 0 0,1 1 0,-1-1 0,0 0 0,1 1 0,2-2 0,8-4 0,1 0 0,-1 1 0,16-4 0,-10 4 0,1 0 0,1 0 0,0 2 0,0 1 0,0 0 0,0 2 0,0 0 0,0 1 0,0 1 0,36 7 0,-42-3 0,0 0 0,0 1 0,-1 0 0,0 1 0,0 1 0,0 0 0,-1 1 0,22 20 0,-31-25 0,1 1 0,-1 0 0,0 0 0,0 0 0,-1 0 0,0 1 0,0-1 0,0 1 0,0 0 0,-1 0 0,0 0 0,-1 0 0,1 1 0,-1-1 0,0 0 0,0 13 0,-1-14 0,0 1 0,0-1 0,-1 0 0,0 0 0,0 0 0,0 0 0,0 0 0,-1 0 0,0 0 0,0 0 0,0-1 0,0 1 0,-1-1 0,0 1 0,0-1 0,0 0 0,0 0 0,-1 0 0,0-1 0,-7 7 0,-101 51 0,41-24 0,-20 7 0,55-30 0,31-14 0,1 1 0,0 0 0,0 1 0,0-1 0,0 1 0,0-1 0,0 1 0,0 1 0,1-1 0,-1 0 0,1 1 0,0 0 0,-5 4 0,8-7 0,0 1 0,0 0 0,1 0 0,-1 0 0,0 0 0,0 0 0,1-1 0,-1 1 0,0 0 0,1 0 0,-1 0 0,1-1 0,-1 1 0,1 0 0,-1 0 0,1-1 0,0 1 0,-1-1 0,1 1 0,0-1 0,-1 1 0,1-1 0,0 1 0,0-1 0,-1 1 0,1-1 0,0 0 0,0 1 0,0-1 0,1 0 0,29 12 0,30-4 0,-51-8 0,1 1 0,-1 1 0,0-1 0,1 2 0,-1-1 0,19 9 0,38 17 0,-45-20 0,40 21 0,-44-19 0,-2-2 0,-1 1 0,-1 1 0,23 18 0,-34-26 0,-1 0 0,1 1 0,-1-1 0,0 1 0,0-1 0,0 1 0,0-1 0,0 1 0,-1 0 0,1 0 0,-1 0 0,0 0 0,0 0 0,0 0 0,0 1 0,0-1 0,-1 0 0,1 0 0,-1 0 0,0 1 0,0-1 0,0 0 0,-1 1 0,1-1 0,-1 0 0,0 3 0,0-4 0,-1 0 0,1 0 0,0 0 0,0 0 0,-1 0 0,1 0 0,-1-1 0,0 1 0,0-1 0,1 1 0,-1-1 0,0 0 0,0 0 0,0 0 0,0 0 0,0 0 0,-1 0 0,1 0 0,0-1 0,0 1 0,0-1 0,-1 1 0,-2-1 0,-8 1 0,-1 0 0,-23-2 0,22 0 0,-91 1 0,-51-4 0,47-16 0,101 19 0,1 0 0,-1 0 0,-15-5 0,23 6 0,0 0 0,-1 0 0,1-1 0,-1 1 0,1-1 0,0 1 0,-1-1 0,1 0 0,0 1 0,0-1 0,-1 0 0,1 0 0,0 0 0,0 0 0,0 0 0,0 0 0,0 0 0,0 0 0,1 0 0,-1-1 0,0 1 0,0 0 0,1-1 0,-1 1 0,1 0 0,-1-1 0,1 1 0,0-1 0,0 1 0,-1 0 0,1-3 0,1 2 0,-1 1 0,1 0 0,-1 0 0,1-1 0,0 1 0,0 0 0,-1 0 0,1 0 0,0 0 0,0 0 0,0 0 0,0 0 0,0 0 0,1 0 0,-1 1 0,0-1 0,0 0 0,0 1 0,1-1 0,-1 1 0,0-1 0,1 1 0,-1 0 0,0-1 0,3 1 0,39-4 0,-39 4 0,285 0 0,-116 2 0,-147-3 0,-1-2 0,32-7 0,-13 2 0,-34 7 0,0-2 0,1 1 0,-1-1 0,0-1 0,-1 0 0,1 0 0,17-12 0,-25 15 0,1-1 0,-1 0 0,1 1 0,-1-1 0,0 0 0,0-1 0,0 1 0,0 0 0,0-1 0,0 1 0,0-1 0,-1 1 0,0-1 0,1 0 0,-1 1 0,0-1 0,0 0 0,0 0 0,-1 0 0,1 0 0,-1 0 0,0 0 0,1 0 0,-1 0 0,-1 0 0,1 0 0,0 0 0,-1 0 0,1 0 0,-1 0 0,-1-4 0,-1 4 0,1-1 0,-1 0 0,0 1 0,1-1 0,-1 1 0,-1 0 0,1 0 0,-1 0 0,1 0 0,-1 1 0,0-1 0,0 1 0,0 0 0,0 0 0,-4-1 0,-5-2 0,-1 0 0,0 1 0,-20-4 0,29 8 0,1-1 0,-1 0 0,1 1 0,0 0 0,-1 0 0,1 0 0,-1 0 0,1 1 0,-1 0 0,1 0 0,0 0 0,-1 0 0,1 1 0,0-1 0,-7 5 0,8-3 0,1-1 0,-1 1 0,1 0 0,-1 0 0,1 0 0,0 0 0,0 0 0,0 0 0,0 0 0,1 1 0,-1-1 0,1 1 0,0 0 0,0-1 0,0 1 0,1 0 0,-1-1 0,1 1 0,0 4 0,-1-2 0,1 1 0,0 0 0,1 0 0,-1-1 0,1 1 0,0 0 0,1-1 0,0 1 0,0-1 0,0 0 0,1 1 0,0-1 0,0 0 0,0-1 0,1 1 0,0-1 0,0 1 0,0-1 0,1 0 0,0 0 0,0-1 0,0 0 0,0 0 0,1 0 0,0 0 0,-1-1 0,1 0 0,1 0 0,-1-1 0,8 3 0,-14-5 0,31 12 0,1-1 0,0-2 0,0-1 0,1-2 0,0 0 0,34-1 0,-44-4 0,-1 0 0,0-2 0,0-1 0,0-1 0,0-1 0,0 0 0,41-16 0,-58 18 0,1 0 0,-1-1 0,1 0 0,-1 0 0,0 0 0,0-1 0,-1 0 0,1 0 0,-1 0 0,0 0 0,0-1 0,0 1 0,0-1 0,-1 0 0,0-1 0,0 1 0,0 0 0,-1-1 0,0 1 0,0-1 0,0 0 0,-1 0 0,0 0 0,0 0 0,0 0 0,-1 0 0,0 0 0,0 0 0,0 0 0,-1 0 0,0 0 0,0 1 0,-1-1 0,1 0 0,-1 0 0,0 1 0,-4-8 0,3 10 0,1-1 0,-1 1 0,1 0 0,-1 0 0,0 0 0,0 0 0,0 1 0,-1-1 0,1 1 0,0 0 0,-1 0 0,0 0 0,1 0 0,-1 1 0,0-1 0,0 1 0,0 0 0,-6-1 0,-12-2 0,-44-3 0,61 6 0,-18 0 0,10-1 0,-1 1 0,0 0 0,0 1 0,0 0 0,1 1 0,-1 1 0,-16 4 0,25-3 0,-1 0 0,2 0 0,-1 1 0,0-1 0,0 1 0,1 0 0,0 1 0,0-1 0,0 1 0,1-1 0,-1 1 0,1 0 0,-3 7 0,1-3 0,1 0 0,0 1 0,0 0 0,1-1 0,0 2 0,-2 16 0,5-23 0,0-1 0,0 0 0,0 0 0,0 0 0,0 0 0,0 0 0,1 0 0,0 0 0,0 0 0,0 0 0,0 0 0,0 0 0,0 0 0,1 0 0,-1-1 0,1 1 0,0 0 0,3 3 0,-1-3 0,-1 0 0,1 0 0,0-1 0,0 1 0,0-1 0,0 0 0,0 0 0,0 0 0,0-1 0,1 0 0,8 2 0,-6-2 0,1 0 0,0 0 0,0-1 0,0 0 0,1 0 0,-1-1 0,-1 0 0,1-1 0,0 0 0,0 0 0,0 0 0,-1-1 0,0 0 0,12-7 0,-14 7 0,-1 0 0,1-1 0,-1 0 0,0 0 0,0 0 0,0 0 0,-1 0 0,0-1 0,1 1 0,-1-1 0,-1 0 0,1 0 0,-1 0 0,0 0 0,0-1 0,0 1 0,0-7 0,-2 10 0,1 0 0,-1 1 0,1-1 0,-1 0 0,1 1 0,-1-1 0,1 1 0,0-1 0,0 1 0,-1-1 0,1 1 0,0 0 0,2-3 0,-2 4 0,-1 0 0,1 0 0,-1-1 0,1 1 0,-1 0 0,1 0 0,-1 0 0,1 0 0,-1 0 0,1 0 0,-1 0 0,1 0 0,-1 0 0,1 0 0,-1 0 0,1 0 0,-1 0 0,1 0 0,-1 0 0,1 0 0,-1 0 0,1 1 0,-1-1 0,1 0 0,-1 0 0,1 1 0,0 0 0,4 3 0,0 1 0,-1 0 0,1 0 0,-1 1 0,5 7 0,6 7 0,-5-8 0,7 8 0,1 0 0,32 27 0,-49-46 0,0 1 0,1-1 0,-1 0 0,1 0 0,-1 0 0,1 0 0,-1 0 0,1 0 0,0 0 0,0 0 0,-1-1 0,1 1 0,0 0 0,0-1 0,0 0 0,-1 1 0,1-1 0,0 0 0,0 0 0,0 0 0,0 0 0,0 0 0,-1-1 0,1 1 0,0-1 0,0 1 0,0-1 0,-1 1 0,1-1 0,0 0 0,-1 0 0,1 0 0,0 0 0,-1 0 0,1 0 0,-1-1 0,0 1 0,1 0 0,-1-1 0,0 1 0,0-1 0,2-2 0,0-2 0,0-1 0,0 0 0,0 0 0,-1 0 0,0 0 0,0-1 0,0 1 0,-1-1 0,0-10 0,-2-6 0,0 19 0,1 1 0,-1-1 0,1 1 0,0-1 0,0 1 0,1-1 0,-1 0 0,1 1 0,0-1 0,0 1 0,1 0 0,-1-1 0,1 1 0,3-6 0,-5 9 0,1 1 0,-1-1 0,1 1 0,-1 0 0,0-1 0,1 1 0,-1 0 0,1-1 0,-1 1 0,1 0 0,-1-1 0,1 1 0,0 0 0,-1 0 0,1 0 0,-1 0 0,1-1 0,-1 1 0,1 0 0,0 0 0,-1 0 0,1 0 0,-1 0 0,1 0 0,-1 1 0,1-1 0,0 0 0,-1 0 0,2 1 0,13 14 0,-12-9 0,0-1 0,0 1 0,-1 0 0,4 11 0,-2 17 0,-4-27 0,1 0 0,0 0 0,0 0 0,0 0 0,1 0 0,0 0 0,1 0 0,4 9 0,-7-16 0,0 0 0,0 0 0,0 1 0,0-1 0,0 0 0,0 0 0,0 0 0,1 0 0,-1 1 0,0-1 0,0 0 0,0 0 0,0 0 0,0 0 0,1 0 0,-1 0 0,0 0 0,0 0 0,0 1 0,0-1 0,1 0 0,-1 0 0,0 0 0,0 0 0,0 0 0,1 0 0,-1 0 0,0 0 0,0 0 0,0 0 0,0 0 0,1 0 0,-1 0 0,0 0 0,0 0 0,0-1 0,1 1 0,-1 0 0,0 0 0,0 0 0,0 0 0,0 0 0,0 0 0,1 0 0,-1-1 0,6-10 0,2-13 0,-6 14 0,0 1 0,1 0 0,1 0 0,0 0 0,0 0 0,0 0 0,10-13 0,-12 20 0,0-1 0,0 1 0,0 0 0,1-1 0,-1 1 0,0 0 0,1 0 0,-1 1 0,1-1 0,0 1 0,-1-1 0,6-1 0,-6 3 0,-1-1 0,1 1 0,0 0 0,0 0 0,0 0 0,0 0 0,0 0 0,0 1 0,0-1 0,-1 0 0,1 1 0,0 0 0,0-1 0,0 1 0,-1 0 0,1 0 0,0 0 0,-1 0 0,1 0 0,-1 0 0,1 0 0,1 3 0,0-1 0,0 1 0,0 0 0,0 0 0,0 0 0,-1 1 0,0-1 0,0 0 0,0 1 0,2 6 0,9 44 0,-13-51 0,-1-10 0,0-1 0,1 0 0,-1 0 0,1 0 0,1 0 0,-1 0 0,1 0 0,0 1 0,1-1 0,0 0 0,0 1 0,0-1 0,1 1 0,0-1 0,0 1 0,0 0 0,1 1 0,6-9 0,-6 10 0,0 1 0,0 0 0,0 0 0,1 0 0,-1 1 0,1-1 0,-1 1 0,1 0 0,0 0 0,0 1 0,0-1 0,0 1 0,0 0 0,7 0 0,-10 1 0,1 0 0,0 0 0,0 1 0,0-1 0,-1 1 0,1-1 0,0 1 0,-1 0 0,1 0 0,0 0 0,-1 0 0,0 1 0,1-1 0,-1 1 0,0 0 0,1-1 0,-1 1 0,0 0 0,0 0 0,0 0 0,-1 1 0,1-1 0,-1 0 0,1 1 0,-1-1 0,0 1 0,2 2 0,8 23-455,-1 0 0,10 50 0,-17-62-6371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0:33.0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 24575,'-4'0'0,"-1"3"0,1 2-8191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0:33.1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06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1 24575,'-1'0'0,"0"0"0,0 1 0,0-1 0,0 1 0,0-1 0,1 1 0,-1-1 0,0 1 0,0 0 0,0-1 0,1 1 0,-1 0 0,0 0 0,1 0 0,-1-1 0,1 1 0,-1 0 0,1 0 0,-1 0 0,1 0 0,-1 0 0,1 0 0,0 0 0,0 0 0,-1 0 0,1 0 0,0 2 0,-4 32 0,4-31 0,-2 247 0,3-129 0,0-113 0,0 0 0,1 0 0,4 16 0,-4-20 0,0 1 0,0 0 0,-1-1 0,0 1 0,0 0 0,-1 0 0,1 0 0,-1 0 0,-1 0 0,-1 10 0,2-15-54,0 0-1,-1 0 0,1 0 1,-1 0-1,1 0 1,-1 0-1,1 0 0,-1-1 1,0 1-1,1 0 1,-1 0-1,0-1 0,0 1 1,1 0-1,-1-1 0,0 1 1,0-1-1,0 1 1,0-1-1,0 1 0,0-1 1,0 0-1,0 0 1,-2 1-1,-10-1-6771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07.1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88 24575,'0'-1'0,"0"0"0,1 0 0,-1 0 0,1 0 0,0 0 0,-1 0 0,1 0 0,0 0 0,-1 0 0,1 0 0,0 0 0,0 0 0,0 0 0,0 1 0,0-1 0,0 0 0,0 1 0,1-2 0,25-12 0,-20 11 0,5-3 0,0 1 0,0 0 0,1 1 0,0 0 0,0 1 0,14-1 0,21-5 0,-24 5 0,1 0 0,31 0 0,292 4-1365,-330 0-5461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08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24575,'1'0'0,"1"1"0,0-1 0,0 1 0,-1-1 0,1 1 0,0 0 0,-1-1 0,1 1 0,-1 0 0,1 0 0,-1 0 0,0 0 0,1 1 0,-1-1 0,0 0 0,0 0 0,0 1 0,1-1 0,-1 1 0,-1-1 0,1 1 0,0-1 0,0 1 0,-1 0 0,1-1 0,0 5 0,2 2 0,-1 1 0,0 0 0,1 16 0,-3 99 0,-2-166 0,1 20 0,3-46 0,-1 62 0,0-1 0,0 1 0,1-1 0,0 1 0,0-1 0,0 1 0,1 0 0,0 0 0,0 1 0,0-1 0,8-9 0,-1 3 0,-8 9 0,1-1 0,0 0 0,0 1 0,0-1 0,0 1 0,1 0 0,-1 0 0,1 0 0,0 1 0,0-1 0,0 1 0,0 0 0,0 0 0,0 1 0,1-1 0,-1 1 0,1 0 0,-1 0 0,1 0 0,6 0 0,-2 0 0,-1 1 0,1 0 0,0 0 0,-1 1 0,1 0 0,0 0 0,-1 1 0,0 0 0,1 1 0,-1 0 0,0 0 0,0 1 0,0-1 0,-1 2 0,11 7 0,0 0 0,2 0 0,36 18 0,-19-13 0,-22-10 0,-1 0 0,1-1 0,0 0 0,1-1 0,-1-1 0,1 0 0,0-1 0,23 1 0,-31-4 0,0 0 0,0 0 0,0-1 0,-1 0 0,15-4 0,-20 4 0,-1 1 0,1-1 0,-1 1 0,0-1 0,0 1 0,1-1 0,-1 0 0,0 0 0,0 0 0,0 1 0,0-1 0,0 0 0,0 0 0,0-1 0,0 1 0,0 0 0,-1 0 0,1 0 0,0-1 0,-1 1 0,1 0 0,-1 0 0,1-1 0,-1 1 0,0-1 0,0 1 0,1 0 0,-1-1 0,0 1 0,0-1 0,0 1 0,0 0 0,-1-1 0,1 1 0,0-1 0,-1 1 0,1 0 0,-1-1 0,1 1 0,-2-2 0,0-1 0,0 1 0,0-1 0,0 1 0,-1 0 0,1 0 0,-1 0 0,0 0 0,0 0 0,0 1 0,-6-4 0,-40-23 0,28 17 0,13 8 0,-1 0 0,1 1 0,-1 0 0,0 0 0,0 1 0,0 0 0,0 0 0,-16 0 0,-2 2 0,-46 4 0,68-3 0,-1 1 0,0 0 0,0 0 0,1 0 0,-1 1 0,1-1 0,0 2 0,0-1 0,0 0 0,0 1 0,1 0 0,-1 0 0,1 0 0,0 1 0,0-1 0,0 1 0,1 0 0,0 0 0,0 0 0,0 1 0,0-1 0,1 1 0,0-1 0,-1 8 0,1-8 0,0 0 0,0 1 0,1-1 0,0 0 0,0 1 0,1-1 0,0 1 0,0-1 0,0 1 0,0-1 0,1 1 0,0-1 0,0 1 0,0-1 0,1 0 0,0 0 0,0 0 0,0 0 0,1 0 0,-1 0 0,1 0 0,0-1 0,1 1 0,-1-1 0,1 0 0,6 5 0,-5-6 0,1 0 0,0 0 0,-1-1 0,1 0 0,0 0 0,0-1 0,0 1 0,1-1 0,-1-1 0,12 1 0,63-6 0,-77 5 0,-1-1 0,1 0 0,0 0 0,-1 0 0,1 0 0,-1 0 0,1-1 0,-1 1 0,0-1 0,0 0 0,0 0 0,0 0 0,0 0 0,0-1 0,0 1 0,4-6 0,-2 0 0,1-1 0,-1 0 0,-1 0 0,6-15 0,6-11 0,-16 35 0,1 0 0,-1 0 0,0 0 0,1-1 0,-1 1 0,1 0 0,-1 0 0,1 0 0,-1 0 0,0 0 0,1 0 0,-1 1 0,1-1 0,-1 0 0,0 0 0,1 0 0,-1 0 0,1 0 0,-1 1 0,0-1 0,1 0 0,-1 0 0,0 1 0,1-1 0,-1 0 0,0 0 0,1 1 0,-1-1 0,0 0 0,0 1 0,1-1 0,-1 0 0,0 1 0,0-1 0,0 1 0,16 18 0,-14-16 0,6 7 0,0 0 0,0-1 0,1 0 0,1-1 0,11 9 0,-20-16 0,1 0 0,-1 0 0,1 0 0,0 0 0,-1-1 0,1 1 0,0 0 0,0-1 0,0 0 0,-1 1 0,1-1 0,0 0 0,0 0 0,0 0 0,0 0 0,0 0 0,2-1 0,-2 0 0,0 0 0,0 0 0,0 0 0,-1 0 0,1 0 0,-1-1 0,1 1 0,-1-1 0,1 1 0,-1-1 0,0 0 0,0 1 0,1-1 0,-1 0 0,-1 0 0,1 0 0,0 0 0,0 0 0,0-3 0,8-31 0,-7 27 0,0 1 0,0-1 0,1 1 0,0 0 0,0-1 0,8-12 0,-11 21 0,0-1 0,1 0 0,-1 1 0,1-1 0,-1 0 0,0 1 0,1-1 0,0 0 0,-1 1 0,1-1 0,-1 1 0,1-1 0,0 1 0,-1-1 0,1 1 0,0 0 0,-1-1 0,1 1 0,0 0 0,0 0 0,-1-1 0,1 1 0,0 0 0,0 0 0,1 0 0,-2 0 0,1 1 0,0-1 0,-1 1 0,1 0 0,-1-1 0,1 1 0,-1-1 0,1 1 0,-1 0 0,1 0 0,-1-1 0,1 1 0,-1 0 0,0 0 0,1-1 0,-1 1 0,0 0 0,0 1 0,4 43 0,-4-42 0,1-10 0,0-14 0,0 18 0,0 0 0,0 1 0,-1-1 0,1 1 0,1-1 0,-1 1 0,0-1 0,1 1 0,-1 0 0,1-1 0,0 1 0,0 0 0,-1 0 0,1 0 0,1 1 0,-1-1 0,0 0 0,0 1 0,1-1 0,-1 1 0,1 0 0,-1 0 0,1 0 0,-1 0 0,1 0 0,0 1 0,-1-1 0,1 1 0,0-1 0,3 1 0,-3 0 0,1-1 0,-1 1 0,1 0 0,-1 0 0,1 0 0,-1 1 0,1-1 0,-1 1 0,0 0 0,1 0 0,-1 0 0,0 0 0,1 0 0,-1 1 0,0 0 0,0-1 0,0 1 0,0 0 0,0 1 0,-1-1 0,1 0 0,-1 1 0,4 4 0,8 22-81,-13-24 20,0-1 0,1 0-1,0 0 1,-1 0 0,1 0 0,1 0 0,-1-1 0,1 1 0,-1-1-1,1 1 1,0-1 0,0 0 0,0 0 0,1 0 0,-1-1 0,1 1 0,0-1-1,-1 0 1,1 0 0,5 2 0,6 0-6765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08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1 24575,'-3'0'0,"0"0"0,0 0 0,0 0 0,0 1 0,0-1 0,0 1 0,0 0 0,0 0 0,1 0 0,-1 0 0,0 0 0,0 0 0,1 1 0,-1 0 0,1-1 0,-1 1 0,-2 3 0,4-3 0,0-1 0,0 1 0,0 0 0,0 0 0,0 0 0,0 0 0,1 0 0,-1 0 0,0 0 0,1 0 0,0 0 0,0 0 0,-1 0 0,1 0 0,0 0 0,1 1 0,-1-1 0,0 0 0,1 0 0,-1 0 0,1 0 0,-1 0 0,1 0 0,0 0 0,0 0 0,1 1 0,4 7 0,0 0 0,1 0 0,0-1 0,0 0 0,1-1 0,17 15 0,-4-6 0,43 27 0,-25-25 0,-33-17 0,1 1 0,0-1 0,-1 2 0,1-1 0,-1 1 0,0 0 0,0 0 0,-1 1 0,1-1 0,-1 1 0,0 0 0,8 11 0,-13-15 0,0 0 0,1 0 0,-1 0 0,0 0 0,0-1 0,0 1 0,0 0 0,0 0 0,0 0 0,0 0 0,0-1 0,0 1 0,-1 0 0,1 0 0,0 0 0,0-1 0,-1 1 0,1 0 0,-1 0 0,1-1 0,0 1 0,-1 0 0,0-1 0,1 1 0,-1 0 0,1-1 0,-1 1 0,0-1 0,1 1 0,-1-1 0,0 1 0,1-1 0,-1 1 0,0-1 0,0 0 0,0 0 0,1 1 0,-3-1 0,-38 13 0,34-12 0,3 1 0,-33 5 0,35-6 0,1-1 0,-1 0 0,0 1 0,1-1 0,-1 0 0,0 0 0,0-1 0,1 1 0,-1 0 0,0 0 0,1-1 0,-1 1 0,0-1 0,1 0 0,-1 1 0,1-1 0,-3-1 0,4 1 4,0 0 0,0 0-1,0 1 1,0-1 0,0 0 0,0 0-1,0 1 1,0-1 0,0 0 0,0 0-1,0 1 1,1-1 0,-1 0-1,0 0 1,1 1 0,-1-1 0,0 0-1,1 1 1,-1-1 0,1 0 0,-1 1-1,1-1 1,-1 1 0,1-1-1,-1 1 1,1-1 0,0 1 0,-1-1-1,2 0 1,19-16-1481,-7 9-5349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09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8 24575,'-15'-4'0,"14"3"0,1 1 0,-1-1 0,1 1 0,-1 0 0,1 0 0,-1-1 0,1 1 0,-1 0 0,0 0 0,1-1 0,-1 1 0,1 0 0,-1 0 0,0 0 0,1 0 0,-1 0 0,1 0 0,-1 0 0,0 0 0,1 0 0,-1 0 0,1 1 0,-1-1 0,0 0 0,1 0 0,-1 1 0,1-1 0,-1 0 0,1 0 0,-1 1 0,1-1 0,-1 1 0,1-1 0,-1 0 0,1 1 0,0-1 0,-1 1 0,1-1 0,0 1 0,-1-1 0,1 1 0,0-1 0,-1 1 0,1 0 0,0-1 0,0 1 0,0-1 0,0 1 0,0 0 0,0-1 0,-1 1 0,-2 11 0,1 0 0,0 0 0,0 0 0,1 0 0,0 0 0,2 17 0,2 5 0,8 34 0,2 4 0,-3 0 0,2 119 0,-11-166 0,1-1 0,6 27 0,-3-26 0,1 45 0,-6-57-90,1 1 127,-1-1 0,0 1 0,-2 0 0,1 0 0,-5 16 0,5-28-77,0 0 1,1 1-1,-1-1 1,0 0 0,0 0-1,0 0 1,0 0 0,-1 0-1,1 0 1,-1 0-1,1 0 1,-1-1 0,1 1-1,-1-1 1,0 1-1,0-1 1,0 1 0,0-1-1,0 0 1,0 0 0,0 0-1,0 0 1,-1 0-1,1-1 1,0 1 0,0-1-1,-1 1 1,1-1-1,0 0 1,-1 0 0,1 0-1,-1 0 1,1 0 0,0-1-1,0 1 1,-1-1-1,-3-1 1,-8-2-6787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09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1 275 24575,'35'-40'0,"-26"29"0,1 0 0,0 1 0,0 0 0,1 1 0,13-9 0,0 1 0,-12 9 0,-1 0 0,2 1 0,-1 1 0,23-10 0,110-40 0,-48 15-1365,-81 34-5461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1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178 133 24575,'-22'-1'0,"11"1"0,1 0 0,-1 0 0,0 1 0,-13 3 0,21-3 0,-1 0 0,0 1 0,0-1 0,0 1 0,1 0 0,-1 0 0,1 0 0,0 1 0,-1-1 0,1 1 0,0 0 0,0 0 0,1 0 0,-5 6 0,2-1 0,0 0 0,1 0 0,0 0 0,1 1 0,0 0 0,0 0 0,1-1 0,0 2 0,0-1 0,1 0 0,0 0 0,1 0 0,0 1 0,1-1 0,-1 0 0,2 0 0,-1 1 0,2-1 0,2 10 0,-3-17 0,0 1 0,-1-1 0,1 1 0,0-1 0,1 0 0,-1 0 0,0 0 0,1 0 0,-1 0 0,1 0 0,-1-1 0,1 1 0,0-1 0,0 0 0,-1 0 0,1 0 0,0 0 0,0 0 0,0-1 0,0 1 0,0-1 0,0 0 0,1 0 0,-1 0 0,0 0 0,4-1 0,-3 1 0,-1-1 0,0 1 0,0-1 0,1 0 0,-1 0 0,0 0 0,0 0 0,0 0 0,0-1 0,0 1 0,0-1 0,0 0 0,-1 0 0,1 0 0,-1 0 0,1 0 0,-1-1 0,0 1 0,0-1 0,0 0 0,0 1 0,0-1 0,-1 0 0,3-5 0,-2-3 0,-1 0 0,0-1 0,0 1 0,-1 0 0,-2-19 0,0 21 0,2-1 0,-1 1 0,1 0 0,1-1 0,-1 1 0,2 0 0,-1-1 0,6-15 0,-7 24 0,0 0 0,0 0 0,1 0 0,-1 0 0,1 0 0,-1 0 0,0 1 0,1-1 0,0 0 0,-1 0 0,1 0 0,0 0 0,-1 1 0,1-1 0,0 0 0,0 1 0,-1-1 0,1 1 0,0-1 0,0 1 0,0-1 0,0 1 0,0-1 0,0 1 0,0 0 0,0-1 0,0 1 0,1 0 0,0 0 0,-1 1 0,1 0 0,0-1 0,-1 1 0,1 0 0,-1 0 0,1 0 0,-1 0 0,0 0 0,1 0 0,-1 0 0,0 0 0,0 0 0,0 1 0,2 1 0,1 3 0,0 0 0,0 1 0,0-1 0,-1 1 0,0 0 0,5 14 0,-6-4 0,2-1 0,1 1 0,0-1 0,0 0 0,16 28 0,-20-48 0,0 0 0,0 0 0,0 0 0,-1 0 0,1 0 0,-1-7 0,0-1 0,0 0 0,1 1 0,1-1 0,0 0 0,0 1 0,1-1 0,1 1 0,0 0 0,0 0 0,1 0 0,1 0 0,0 1 0,0 0 0,11-13 0,-11 18 0,-1 0 0,1 1 0,0 0 0,1 0 0,-1 0 0,8-2 0,-6 2 0,0 0 0,0-1 0,13-9 0,-17 11 0,0 0 0,0 0 0,0 0 0,1 1 0,-1 0 0,1 0 0,-1 0 0,1 0 0,0 1 0,0 0 0,0 0 0,0 0 0,7 0 0,-10 1 0,1 0 0,-1 0 0,0 0 0,0 0 0,0 1 0,0-1 0,0 1 0,1-1 0,-1 1 0,0 0 0,0 0 0,0 0 0,-1 0 0,1 0 0,0 0 0,0 1 0,0-1 0,-1 0 0,1 1 0,-1 0 0,1-1 0,-1 1 0,0 0 0,0 0 0,1-1 0,-1 1 0,-1 0 0,1 0 0,0 0 0,0 1 0,-1-1 0,1 3 0,2 13 0,-1 0 0,-1 24 0,-1-24 0,1 0 0,5 31 0,2-1 0,-10-64 0,2 1 0,-1-1 0,2 0 0,0 0 0,1 1 0,0-1 0,2 1 0,7-23 0,-10 35 0,0 1 0,0-1 0,0 0 0,1 1 0,-1-1 0,1 1 0,0-1 0,0 1 0,0 0 0,0 0 0,0 0 0,0 0 0,0 0 0,1 0 0,-1 1 0,1-1 0,0 1 0,-1-1 0,1 1 0,0 0 0,0 0 0,-1 1 0,1-1 0,0 0 0,0 1 0,0 0 0,0-1 0,0 1 0,0 1 0,0-1 0,0 0 0,0 1 0,0-1 0,0 1 0,-1 0 0,1 0 0,0 0 0,0 0 0,-1 0 0,1 1 0,-1 0 0,1-1 0,-1 1 0,1 0 0,-1 0 0,0 0 0,0 0 0,0 0 0,0 1 0,-1-1 0,1 1 0,0-1 0,-1 1 0,0-1 0,2 6 0,2 2 0,3 5 0,-1 1 0,-1 0 0,0 0 0,-1 1 0,0 0 0,-2 0 0,3 20 0,-7-54 0,0 4 0,0-1 0,1 1 0,1 0 0,3-24 0,-3 34 0,-1 0 0,1 0 0,0 1 0,0-1 0,0 0 0,0 1 0,0-1 0,1 0 0,-1 1 0,1-1 0,0 1 0,0 0 0,0 0 0,0 0 0,0 0 0,0 0 0,0 0 0,1 0 0,-1 1 0,1-1 0,-1 1 0,1-1 0,-1 1 0,1 0 0,0 0 0,0 1 0,0-1 0,-1 0 0,5 1 0,-5 0 0,0 0 0,0 0 0,0 0 0,0 1 0,0-1 0,0 1 0,0-1 0,0 1 0,-1 0 0,1-1 0,0 1 0,0 0 0,-1 0 0,1 1 0,-1-1 0,1 0 0,-1 1 0,3 2 0,24 35 0,-6-9 0,-16-24 0,0 0 0,0 0 0,0 0 0,1-1 0,0 0 0,0-1 0,1 0 0,-1 0 0,1 0 0,0-1 0,-1 0 0,2 0 0,-1-1 0,0 0 0,0-1 0,1 0 0,-1 0 0,10-1 0,-2 1 0,-4-1 0,-1 1 0,1-2 0,-1 0 0,0 0 0,18-5 0,-26 5 0,-1 0 0,1 0 0,0 0 0,0-1 0,0 1 0,-1-1 0,1 0 0,-1 0 0,1 0 0,-1 0 0,0 0 0,0-1 0,0 1 0,0 0 0,0-1 0,0 0 0,-1 1 0,1-1 0,-1 0 0,0 0 0,0 0 0,0 0 0,0 0 0,-1 0 0,1-4 0,2-10 0,-1-1 0,-1-27 0,-1 40 0,0-1 0,-1 1 0,1 0 0,-1 0 0,0 0 0,0-1 0,-1 1 0,0 0 0,0 1 0,0-1 0,0 0 0,-1 0 0,-3-4 0,3 7 0,0-1 0,-1 1 0,1 0 0,-1 0 0,0 0 0,0 0 0,0 1 0,0-1 0,0 1 0,0 0 0,0 0 0,0 1 0,-9-1 0,6 1 0,0-1 0,0 2 0,0-1 0,0 1 0,0 0 0,0 0 0,-11 4 0,16-3 0,-1-1 0,1 1 0,-1 0 0,1 0 0,0 0 0,0 0 0,0 0 0,0 1 0,0-1 0,0 1 0,1-1 0,-1 1 0,1-1 0,0 1 0,0 0 0,0 0 0,0 0 0,0 0 0,1-1 0,-1 1 0,1 0 0,0 0 0,-1 0 0,2 0 0,-1 0 0,0 0 0,1 4 0,0 0 0,0 1 0,0 0 0,1 0 0,0-1 0,1 1 0,-1-1 0,1 1 0,1-1 0,4 8 0,-3-10 0,-1 0 0,1 0 0,0 0 0,0-1 0,0 0 0,1 0 0,0 0 0,0-1 0,0 0 0,0 0 0,0 0 0,0-1 0,1 0 0,-1 0 0,1 0 0,13 0 0,3 0 0,0-1 0,0-1 0,37-4 0,-54 3 0,-1 0 0,1 0 0,0 0 0,-1-1 0,1 0 0,-1 0 0,1 0 0,-1-1 0,0 1 0,7-6 0,-4 1 0,0 0 0,0-1 0,-1 0 0,11-13 0,-18 19 0,1 1 0,0 0 0,0 0 0,0 0 0,1-1 0,-1 1 0,0 0 0,0 0 0,1 1 0,-1-1 0,0 0 0,3-1 0,-3 2 0,-1 0 0,1 0 0,-1 0 0,1 0 0,-1 0 0,1 0 0,-1 0 0,0 0 0,1 0 0,-1 0 0,1 0 0,-1 0 0,1 1 0,-1-1 0,1 0 0,-1 0 0,1 0 0,-1 1 0,0-1 0,1 0 0,-1 1 0,0-1 0,1 0 0,-1 1 0,1 0 0,0 1 0,0 0 0,0 0 0,0 0 0,0 1 0,0-1 0,0 1 0,-1-1 0,1 0 0,-1 1 0,1 3 0,-2-28 0,-1 6 0,1 0 0,1 0 0,1-1 0,0 1 0,5-19 0,-5 31 0,0 1 0,0-1 0,0 1 0,1-1 0,-1 1 0,1 0 0,0 0 0,0 0 0,0 0 0,1 0 0,-1 0 0,0 0 0,1 1 0,0-1 0,0 1 0,0 0 0,0-1 0,0 2 0,0-1 0,0 0 0,1 1 0,-1-1 0,1 1 0,-1 0 0,1 0 0,0 0 0,-1 1 0,7-1 0,75 0-177,-62 2-1011,-4 0-5638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1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34 24575,'0'-4'0,"0"-5"0,3 0 0,-1 0 0,-6 7 0,-2 6 0,0 7 0,-2 1 0,-1-1-8191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1.3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24575,'4'0'0,"4"0"0,6 0 0,-1 0-8191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2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1 24575,'-7'0'-56,"-1"1"0,1 0 0,0 0 0,0 1-1,0-1 1,0 2 0,0-1 0,1 1 0,-1 0 0,1 1-1,-8 4 1,-8 8 446,-35 33 0,38-32-443,-34 25 0,35-30 53,-1 2 0,-23 22 0,34-28 0,1 0 0,0 0 0,0 0 0,1 1 0,0 0 0,0 0 0,-5 13 0,11-21 0,0-1 0,-1 1 0,1 0 0,0-1 0,0 1 0,0 0 0,0 0 0,-1-1 0,1 1 0,0 0 0,0 0 0,0-1 0,0 1 0,0 0 0,1 0 0,-1-1 0,0 1 0,0 0 0,0-1 0,1 1 0,-1 0 0,0-1 0,1 1 0,-1 0 0,1-1 0,-1 1 0,1 0 0,1 1 0,-1-1 0,1 0 0,0 0 0,0 0 0,-1-1 0,1 1 0,0 0 0,0-1 0,0 1 0,3 0 0,53 1 0,-50-2 0,29 0 0,-24 1 0,0-1 0,0 0 0,0-1 0,0 0 0,0-1 0,0 0 0,0-1 0,-1 0 0,1-1 0,18-9 0,-9 1-112,-18 10 52,0 0 1,0 0-1,0 0 0,0 0 1,-1 0-1,1-1 0,-1 1 1,1-1-1,-1 0 0,0 0 1,0 0-1,0-1 0,-1 1 1,1-1-1,-1 0 0,0 1 1,0-1-1,0 0 0,0 0 1,1-7-1,1-6-6766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2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24575,'0'5'0,"1"0"0,0 0 0,0 0 0,1-1 0,-1 1 0,1 0 0,0-1 0,1 1 0,-1-1 0,4 5 0,12 26 0,-2 11 0,3-1 0,40 70 0,-44-88-455,-2 2 0,13 39 0,-21-54-6371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3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1 24575,'-2'0'0,"-1"0"0,0 0 0,0 0 0,0 0 0,0 1 0,0-1 0,1 1 0,-1 0 0,0 0 0,1 0 0,-1 0 0,0 0 0,1 0 0,-1 1 0,1-1 0,-3 3 0,3-2 0,0 1 0,0 0 0,1 0 0,-1-1 0,1 1 0,-1 0 0,1 0 0,0 0 0,0 0 0,0 1 0,1-1 0,-1 0 0,1 0 0,-1 4 0,1-1 0,0 1 0,1 0 0,0-1 0,0 0 0,0 1 0,1-1 0,0 0 0,0 1 0,0-1 0,1 0 0,0 0 0,0-1 0,1 1 0,-1-1 0,1 0 0,0 0 0,6 6 0,10 9 0,0-1 0,38 26 0,-56-43 0,82 53 0,-50-33 0,46 37 0,-78-58 0,0 0 0,-1 0 0,0 0 0,1 1 0,-1-1 0,0 1 0,0-1 0,1 1 0,-1-1 0,-1 1 0,1 0 0,0-1 0,0 1 0,0 0 0,-1 0 0,1 2 0,-1-3 0,0 0 0,0 0 0,0 0 0,-1 0 0,1 0 0,0 0 0,-1 0 0,1 0 0,0 0 0,-1-1 0,1 1 0,-1 0 0,0 0 0,1-1 0,-1 1 0,1 0 0,-1-1 0,0 1 0,0 0 0,1-1 0,-1 1 0,-2 0 0,-3 2 0,1-1 0,-1 0 0,0 0 0,0-1 0,-1 0 0,1 0 0,0 0 0,-8 0 0,-166-5 0,177 4 7,1 0 0,-1 0-1,0-1 1,0 0 0,0 0-1,1 1 1,-1-1-1,0-1 1,1 1 0,-1 0-1,1-1 1,-1 1 0,1-1-1,0 0 1,0 0 0,0 0-1,-3-3 1,4 3-47,0 1 0,1 0 0,-1-1-1,1 1 1,-1 0 0,1-1 0,0 1 0,-1 0 0,1-1 0,0 1 0,0-1-1,0 1 1,0-1 0,0 1 0,1 0 0,-1-1 0,0 1 0,1 0-1,-1-1 1,1 1 0,-1 0 0,1-1 0,-1 1 0,1 0 0,0 0-1,0-1 1,0 1 0,0 0 0,0 0 0,0 0 0,0 0 0,0 0 0,0 1-1,0-1 1,0 0 0,2 0 0,9-7-6786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3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0 24575,'-1'1'0,"0"-1"0,1 0 0,-1 1 0,0-1 0,0 1 0,0-1 0,0 1 0,0 0 0,0-1 0,1 1 0,-1 0 0,0 0 0,1-1 0,-1 1 0,0 0 0,1 0 0,-1 0 0,1 0 0,-1 0 0,1 0 0,0 0 0,-1 0 0,1 0 0,0 0 0,0 0 0,0 0 0,-1 1 0,-3 34 0,4-32 0,0 2 0,0 1 0,0-1 0,1 0 0,0 0 0,0 1 0,0-1 0,1 0 0,0 0 0,0 0 0,0 0 0,1-1 0,4 9 0,-5-12 0,-1 1 0,1-1 0,0 0 0,0 0 0,0 0 0,0-1 0,0 1 0,0 0 0,0-1 0,0 1 0,1-1 0,-1 0 0,0 0 0,1 0 0,-1 0 0,1 0 0,0 0 0,-1-1 0,1 1 0,0-1 0,-1 0 0,1 0 0,0 0 0,-1 0 0,1 0 0,0-1 0,-1 1 0,1-1 0,-1 1 0,1-1 0,4-2 0,-6 3 0,0-1 0,0 1 0,0-1 0,0 1 0,1-1 0,-1 0 0,0 1 0,0-1 0,0 0 0,-1 0 0,1 1 0,0-1 0,0 0 0,0 0 0,0 0 0,-1 0 0,1 0 0,-1 0 0,1 0 0,-1-1 0,1 1 0,-1 0 0,1 0 0,-1 0 0,0-1 0,0 1 0,0 0 0,0 0 0,0 0 0,0-1 0,0 1 0,0 0 0,0 0 0,0-1 0,-1 1 0,1 0 0,0 0 0,-1 0 0,1 0 0,-1 0 0,1 0 0,-1-1 0,0 1 0,1 0 0,-1 1 0,-2-3 0,-4-6 0,0 0 0,-1 0 0,-16-14 0,18 18 0,-32-19-556,33 21-253,-11-5-6017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3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24575,'4'0'0,"5"0"0,0-4 0,3-1 0,3 0 0,3 1 0,2 2 0,1 0 0,-3 5 0,-5 2-8191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3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0 285 24575,'2'-1'0,"0"-1"0,0 1 0,-1-1 0,1 1 0,0-1 0,-1 1 0,0-1 0,1 0 0,-1 0 0,0 0 0,0 0 0,0 0 0,0 0 0,0 0 0,1-3 0,9-14 0,81-71 0,-78 78 0,-1 1 0,1 0 0,16-9 0,-16 11 0,0 0 0,-1-1 0,21-20 0,-31 27-80,1 0 0,-1 0-1,1 0 1,0 1 0,-1-1-1,1 1 1,0 0 0,1 0-1,-1 0 1,0 1 0,1-1 0,-1 1-1,0 0 1,1 0 0,0 1-1,5-1 1,8 0-6746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4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24575,'4'0'0,"5"0"0,4 0 0,4 0 0,3 0 0,1 0 0,1 0 0,1 0 0,0 0 0,-1 0 0,0 0 0,1 0 0,-2 0 0,-2 0-8191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4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0 114 24575,'29'1'0,"1"-2"0,-1-1 0,44-9 0,-13-1 0,46-13 0,-58 12-48,-31 9-215,0-1-1,0 0 1,-1-1-1,29-15 1,-30 12-6563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4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 24575,'-3'0'0,"0"0"0,0 0 0,0 0 0,1 0 0,-1 1 0,0-1 0,0 1 0,0 0 0,1 0 0,-1 0 0,0 0 0,1 0 0,-1 0 0,1 1 0,-5 3 0,5-3 0,0 1 0,0 0 0,0-1 0,1 1 0,-1 0 0,1 0 0,0 0 0,-1 0 0,2 0 0,-1 0 0,0 1 0,1-1 0,-1 0 0,1 4 0,-1 1 0,1 1 0,0-1 0,0 1 0,1-1 0,0 1 0,1-1 0,0 0 0,0 0 0,1 0 0,0 0 0,4 9 0,5 4 0,1-1 0,22 30 0,0-3 0,13 8 0,-18-23 0,15 10 0,-22-22 0,-22-20 0,0 0 0,0 1 0,-1 0 0,1-1 0,0 1 0,0-1 0,-1 1 0,1 0 0,-1 0 0,1-1 0,0 1 0,-1 0 0,1 0 0,-1 0 0,0-1 0,1 1 0,-1 0 0,0 0 0,1 0 0,-1 0 0,0 0 0,0 0 0,0 0 0,0 0 0,0 0 0,0 0 0,0 0 0,0 0 0,-1 1 0,0 0 0,0-1 0,0 0 0,0 0 0,-1 0 0,1 0 0,-1 0 0,1 0 0,-1 0 0,1-1 0,-1 1 0,1 0 0,-1-1 0,0 1 0,1-1 0,-3 1 0,-10 1 0,-1-1 0,-24 1 0,38-2 0,-23 0-118,8 1 201,-1-1 0,-21-3 0,35 3-166,0-1 0,0 1 0,-1-1 0,1 0 0,0 0-1,0 0 1,0 0 0,0-1 0,1 1 0,-1-1 0,0 1 0,1-1 0,-1 0-1,1 0 1,-1 0 0,1-1 0,-4-4 0,0-5-6743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5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24575,'2'24'0,"0"-1"0,1 1 0,1-1 0,14 43 0,-11-43 0,-3-1 0,0 1 0,-2-1 0,-1 1 0,0-1 0,-3 25 0,0 3 0,-2-11-1365,-1-25-5461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5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64 24575,'0'-2'0,"0"1"0,0-1 0,1 0 0,-1 1 0,1-1 0,-1 1 0,1-1 0,0 1 0,-1 0 0,1-1 0,0 1 0,0 0 0,0 0 0,0-1 0,0 1 0,0 0 0,0 0 0,1 0 0,-1 0 0,0 0 0,1 0 0,-1 1 0,0-1 0,1 0 0,-1 1 0,3-1 0,44-10 0,-39 9 0,26-5 0,-23 4 0,1 0 0,0 1 0,0 0 0,0 1 0,23 1 0,-33 0 0,0 0 0,0 1 0,0 0 0,0 0 0,0 0 0,-1 0 0,1 0 0,0 1 0,0-1 0,-1 1 0,1-1 0,-1 1 0,0 0 0,1 0 0,-1 0 0,0 0 0,0 1 0,0-1 0,-1 1 0,1-1 0,-1 1 0,1-1 0,-1 1 0,0 0 0,0 0 0,0 0 0,0-1 0,0 1 0,-1 0 0,1 4 0,1 12-1365,-1-1-5461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5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24575,'26'1'0,"47"9"0,-48-5 0,47 1 0,-60-5-83,15-1-174,0 0 1,0-1 0,0-2-1,36-8 1,-48 7-6570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6.1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24575,'-2'62'0,"4"71"0,9-74 0,-8-43 0,0 1 0,2 22 0,-5 17 0,-1-132 0,2-79 0,0 149 0,0 1 0,0 0 0,1-1 0,0 1 0,0 0 0,0 0 0,1 0 0,0 1 0,0-1 0,0 1 0,0-1 0,1 1 0,-1 0 0,1 0 0,0 1 0,0-1 0,1 1 0,-1 0 0,1 0 0,0 0 0,0 0 0,0 1 0,0 0 0,0 0 0,0 1 0,0-1 0,10-1 0,-9 2 0,1 0 0,-1 0 0,0 0 0,0 1 0,1 0 0,-1 0 0,0 1 0,0-1 0,1 1 0,-1 1 0,0-1 0,0 1 0,0 0 0,0 0 0,-1 1 0,1 0 0,-1 0 0,1 0 0,-1 1 0,0-1 0,0 1 0,-1 1 0,1-1 0,4 6 0,31 43 0,-27-37 0,-1 1 0,0 0 0,-1 0 0,0 1 0,-2 0 0,9 23 0,-15-32 0,-1 1 0,0 0 0,0-1 0,-1 1 0,-1 0 0,1 0 0,-2 0 0,-1 14 0,2-21 0,-1 0 0,1 1 0,-1-1 0,0 0 0,0 0 0,0-1 0,-1 1 0,1 0 0,-1 0 0,1-1 0,-1 1 0,0 0 0,0-1 0,0 0 0,0 1 0,-1-1 0,1 0 0,-1 0 0,1-1 0,-1 1 0,1 0 0,-1-1 0,0 1 0,0-1 0,0 0 0,0 0 0,0 0 0,0-1 0,-5 2 0,-31 0 0,0-1 0,-58-7 0,79 3-1365,4-2-5461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6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3 24575,'-34'-1'0,"16"0"0,0 1 0,1 0 0,-20 4 0,33-4 0,0 1 0,0 0 0,0 0 0,0 0 0,0 1 0,1-1 0,-1 1 0,0 0 0,1 0 0,0 0 0,-1 0 0,1 1 0,0-1 0,0 1 0,0 0 0,1 0 0,-1 0 0,-4 6 0,-4 13 0,1 0 0,0 1 0,2 0 0,0 1 0,2 0 0,1 0 0,0 0 0,2 1 0,1-1 0,2 45 0,0-53 0,-1 1 0,1 0 0,1-1 0,0 1 0,2 0 0,0-1 0,0 1 0,2-1 0,9 24 0,-7-25 0,-3-5 0,1 0 0,0-1 0,12 17 0,-12-19-195,1 0 0,0-1 0,1 1 0,-1-1 0,1 0 0,12 7 0,-7-6-6631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6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24575,'48'-2'0,"-34"1"0,1 0 0,-1 0 0,0 1 0,1 1 0,-1 1 0,0 0 0,25 7 0,-33-6 0,0 0 0,0 1 0,-1-1 0,0 1 0,1 0 0,-1 1 0,0-1 0,-1 1 0,1 0 0,-1 0 0,0 1 0,0-1 0,-1 1 0,0 0 0,0 0 0,3 8 0,-2-3 0,-1-1 0,0 1 0,0 0 0,-1 1 0,-1-1 0,0 0 0,-1 0 0,-1 20 0,0-27 0,0 0 0,0 0 0,0 0 0,-1 0 0,1-1 0,-1 1 0,0-1 0,0 1 0,0-1 0,-1 1 0,1-1 0,-1 0 0,0 0 0,0-1 0,0 1 0,0 0 0,0-1 0,-1 0 0,1 0 0,-1 0 0,-6 3 0,-8 3 0,-1-2 0,1 0 0,-23 4 0,35-8 0,-12 2-1365,2-2-5461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7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24575,'0'48'0,"1"55"0,0-98 9,0 1-1,0 0 1,1-1-1,0 0 1,0 1 0,0-1-1,1 0 1,0 0-1,0 0 1,0 0-1,0-1 1,1 1-1,7 6 1,-5-5-174,0 0 0,1-1 0,0 0 0,0 0 0,0 0 0,1-1 0,0 0 0,11 3 0,-5-2-6661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7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24575,'4'0'0,"4"0"0,2 4 0,-2 5 0,3 0 0,-2 4 0,-2 2 0,-2 2 0,-2 3 0,-1 1 0,-2 1 0,0 0 0,0 0 0,-4-3 0,-5-6 0,-1-1 0,1-2-8191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7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24575,'1'1'0,"0"-1"0,0 1 0,-1-1 0,1 1 0,0-1 0,0 1 0,0 0 0,0-1 0,0 1 0,-1 0 0,1 0 0,0 0 0,0-1 0,-1 1 0,1 0 0,-1 0 0,1 0 0,-1 0 0,1 2 0,11 27 0,-10-23 0,8 17 0,-2-5 0,9 38 0,-14-47 0,0 0 0,1-1 0,0 1 0,0-1 0,7 11 0,-10-18 0,0 0 0,0 0 0,0 0 0,1 0 0,-1 0 0,1 0 0,-1 0 0,1 0 0,0 0 0,-1-1 0,1 1 0,0-1 0,0 1 0,0-1 0,0 0 0,1 0 0,-1 0 0,0 0 0,0 0 0,1 0 0,-1-1 0,0 1 0,1-1 0,-1 0 0,1 1 0,3-1 0,-4-1 0,-1 0 0,0 1 0,1-1 0,-1 0 0,0 0 0,1 1 0,-1-1 0,0 0 0,0 0 0,0 0 0,0-1 0,0 1 0,0 0 0,0 0 0,0-1 0,0 1 0,-1 0 0,1-1 0,-1 1 0,1-1 0,-1 1 0,1-3 0,5-40 0,-3 19 0,0 8 0,1 0 0,1 0 0,0 1 0,14-29 0,-18 44 0,-1 0 0,0 1 0,1-1 0,-1 0 0,1 0 0,-1 1 0,1-1 0,-1 0 0,1 1 0,-1-1 0,1 0 0,0 1 0,-1-1 0,1 1 0,0-1 0,-1 1 0,1 0 0,0-1 0,0 1 0,0-1 0,-1 1 0,1 0 0,0 0 0,0 0 0,0 0 0,0-1 0,0 1 0,1 1 0,0-1 0,-1 1 0,0 0 0,1 0 0,-1-1 0,1 1 0,-1 0 0,0 0 0,0 1 0,0-1 0,0 0 0,0 0 0,0 1 0,0-1 0,1 2 0,3 6 0,0 0 0,-1 0 0,5 16 0,52 153 0,-40-124 0,-14-37 0,0 1 0,-2-1 0,7 30 0,-8-25 0,13 35 0,-10-36 0,8 45 0,-14-60 0,0 1 0,0 0 0,-1-1 0,-1 1 0,1 0 0,-1-1 0,0 1 0,0-1 0,-1 1 0,0-1 0,-3 7 0,3-9 0,-1 0 0,1 0 0,-1-1 0,-1 1 0,1-1 0,0 0 0,-1 0 0,1 0 0,-1 0 0,0-1 0,0 1 0,0-1 0,0 0 0,0 0 0,-1-1 0,1 1 0,-7 0 0,4 0 0,1 0 0,-1-1 0,1 0 0,-1-1 0,1 1 0,-1-1 0,1-1 0,-1 1 0,1-1 0,-1 0 0,-10-3 0,15 2 0,-1 1 0,1 0 0,0-1 0,0 0 0,0 1 0,0-1 0,1 0 0,-1 0 0,0 0 0,1 0 0,-1 0 0,1-1 0,0 1 0,0 0 0,0-1 0,0 1 0,0-1 0,0 1 0,1-1 0,-1 1 0,1-1 0,0-4 0,-1-9 0,0 0 0,4-25 0,-2 18 0,-1 18 0,0 1 0,1-1 0,-1 1 0,1-1 0,0 1 0,0-1 0,0 1 0,1-1 0,-1 1 0,1 0 0,0 0 0,1-1 0,-1 1 0,1 1 0,-1-1 0,1 0 0,0 1 0,0-1 0,1 1 0,-1 0 0,1 0 0,0 1 0,-1-1 0,6-2 0,48-36-1365,-42 28-5461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8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24575,'0'3'0,"0"6"0,0 4 0,0 4 0,0 3 0,-4 1 0,-1 2 0,-3-4 0,-1-2 0,2-2-8191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8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24575,'0'-1'0,"0"0"0,1 0 0,-1 0 0,1 0 0,-1 0 0,1 0 0,-1 0 0,1 1 0,0-1 0,-1 0 0,1 0 0,0 1 0,0-1 0,0 0 0,-1 1 0,1-1 0,0 1 0,0-1 0,0 1 0,0-1 0,0 1 0,0 0 0,0-1 0,0 1 0,0 0 0,0 0 0,2 0 0,32-4 0,-31 4 0,74-4 0,108 8 0,-178-4 0,0 1 0,0 1 0,0 0 0,-1 0 0,1 0 0,-1 1 0,1 0 0,-1 0 0,8 5 0,-13-7 0,0 1 0,0 0 0,0-1 0,0 1 0,0 0 0,0 0 0,-1 0 0,1 0 0,-1 0 0,1 0 0,-1 1 0,0-1 0,0 0 0,0 1 0,0-1 0,0 1 0,0-1 0,-1 1 0,1-1 0,-1 1 0,0 0 0,0-1 0,0 1 0,0-1 0,0 1 0,-1 0 0,1-1 0,-1 1 0,1-1 0,-1 1 0,-1 2 0,-2 3 0,0 1 0,0-1 0,-1 0 0,0 0 0,0 0 0,-1-1 0,1 0 0,-9 7 0,-59 49 0,47-43 0,-1 0 0,20-16 0,1 0 0,-1 1 0,0 0 0,1 0 0,0 1 0,1 0 0,-1 0 0,1 0 0,0 0 0,-8 14 0,13-19 0,0 0 0,-1 0 0,1 0 0,0 0 0,0-1 0,0 1 0,0 0 0,0 0 0,0 0 0,0 0 0,0 0 0,0 0 0,0-1 0,0 1 0,0 0 0,1 0 0,-1 0 0,0 0 0,0-1 0,1 1 0,-1 0 0,1 0 0,-1 0 0,1-1 0,0 2 0,1-1 0,0 1 0,0-1 0,0 0 0,-1 0 0,1 0 0,0 0 0,0 0 0,1-1 0,-1 1 0,3 0 0,7 1 0,0-1 0,0 0 0,13-1 0,-19-1 0,129-1-1365,-116 2-5461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9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24575,'522'0'-1365,"-503"0"-5461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9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0 24575,'1'7'0,"-1"0"0,1 0 0,1 0 0,4 13 0,4 19 0,-8-20 0,0-1 0,-1 1 0,-1 0 0,0 0 0,-2 0 0,0-1 0,-1 1 0,-1-1 0,0 1 0,-12 28 0,5-20 10,9-21-206,0 1-1,-1-1 1,1-1-1,-1 1 1,-1 0-1,-3 5 1,-2-1-6630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19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24575,'0'0'-8191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20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24575,'0'21'0,"1"0"0,1 0 0,8 32 0,-4-25 0,2 1 0,-2 0 0,-1 1 0,1 42 0,-4-44 0,2 0 0,0-1 0,15 47 0,-9-36 0,-2-6 0,10 47 0,-14-60 0,1 1 0,7 19 0,-7-24 0,0 1 0,-1 0 0,-1 0 0,2 16 0,-5-24 0,0-5 0,0-1 0,0 1 0,0 0 0,1 0 0,-1-1 0,0 1 0,1 0 0,0-1 0,0 1 0,0-1 0,0 1 0,2 4 0,-2-7 0,-1 0 0,0 0 0,0 0 0,0 0 0,1 0 0,-1 0 0,0 0 0,0 0 0,0 0 0,1 0 0,-1 0 0,0 0 0,0 0 0,0 0 0,1 0 0,-1 0 0,0 0 0,0 0 0,0 0 0,1 0 0,-1-1 0,0 1 0,0 0 0,0 0 0,1 0 0,-1 0 0,0 0 0,0 0 0,0-1 0,0 1 0,0 0 0,0 0 0,1 0 0,-1 0 0,0-1 0,0 1 0,0 0 0,0 0 0,0 0 0,0-1 0,0 1 0,0 0 0,0 0 0,0-1 0,0 1 0,0 0 0,0 0 0,0 0 0,0-1 0,4-14 0,-4 13 0,2-5 0,0 0 0,0 0 0,0 0 0,1 0 0,0 0 0,1 0 0,-1 1 0,8-10 0,-9 14 0,0 0 0,-1 0 0,1 0 0,0 1 0,0-1 0,0 0 0,1 1 0,-1 0 0,0-1 0,0 1 0,1 0 0,-1 0 0,1 0 0,-1 0 0,1 1 0,-1-1 0,1 1 0,-1 0 0,1-1 0,0 1 0,-1 0 0,1 1 0,-1-1 0,1 0 0,-1 1 0,1-1 0,-1 1 0,4 1 0,-3-1 0,-1 0 0,0 1 0,0-1 0,0 1 0,0-1 0,0 1 0,0 0 0,0 0 0,-1 0 0,1 0 0,-1 0 0,1 0 0,-1 0 0,0 0 0,0 1 0,0-1 0,1 3 0,13 51 0,-7-20 0,-7-32-85,1 0 0,0 0-1,0 0 1,0 0 0,0 0-1,0 0 1,1 0 0,0-1-1,0 1 1,0-1 0,0 0-1,0 0 1,1 0 0,-1 0-1,7 3 1,3 0-6741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20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1 24575,'-6'0'0,"1"0"0,-1 0 0,0 0 0,1 1 0,-1 0 0,1 0 0,-1 0 0,1 1 0,-6 2 0,8-3 0,1 1 0,0-1 0,0 1 0,0 0 0,1 0 0,-1 0 0,0 0 0,1 0 0,-1 1 0,1-1 0,0 0 0,-1 1 0,1-1 0,0 1 0,1-1 0,-1 1 0,0-1 0,1 1 0,-1-1 0,1 1 0,0 4 0,0-4 0,-3 59 0,3-59 0,0 1 0,0 0 0,0-1 0,1 1 0,0 0 0,-1-1 0,1 1 0,1-1 0,-1 0 0,0 1 0,1-1 0,0 0 0,0 0 0,2 3 0,-4-5 0,1 0 0,0-1 0,-1 1 0,1-1 0,0 0 0,0 1 0,-1-1 0,1 1 0,0-1 0,0 0 0,-1 0 0,1 1 0,0-1 0,0 0 0,0 0 0,0 0 0,0 0 0,-1 0 0,1 0 0,0 0 0,0 0 0,0-1 0,0 1 0,-1 0 0,1 0 0,0-1 0,0 1 0,0 0 0,-1-1 0,1 1 0,0-1 0,-1 1 0,1-1 0,0 1 0,-1-1 0,1 0 0,-1 1 0,1-1 0,-1 0 0,1 1 0,-1-1 0,1 0 0,-1 0 0,1-1 0,2-2 0,0-1 0,-1 0 0,0-1 0,0 1 0,2-7 0,0-6 0,-3 11 0,1-1 0,0 1 0,0 0 0,1 0 0,3-9 0,-3 20 0,0 0 0,0 0 0,-1 0 0,0 0 0,0 1 0,0-1 0,-1 1 0,2 5 0,2 11-120,-2-4 205,1-1-1,10 28 0,-13-41-162,1 0-1,-1 1 0,1-1 0,0 0 0,-1 0 0,2 0 0,-1 0 1,0 0-1,0-1 0,1 1 0,0-1 0,-1 0 0,1 1 0,0-1 0,0 0 1,0-1-1,0 1 0,6 1 0,6 1-6747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21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38 24575,'-5'-1'0,"-1"0"0,1 0 0,-1-1 0,1 1 0,0-1 0,0-1 0,-10-5 0,-17-6 0,30 13 0,0 1 0,0-1 0,0 0 0,-1 1 0,1-1 0,0 1 0,0 0 0,-1 0 0,1 0 0,0 0 0,-1 0 0,1 0 0,0 1 0,0-1 0,-1 1 0,1-1 0,0 1 0,0 0 0,0 0 0,0 0 0,0 0 0,0 0 0,0 1 0,0-1 0,-2 3 0,2-2 0,1 1 0,-1 0 0,1 0 0,-1 0 0,1-1 0,0 2 0,0-1 0,1 0 0,-1 0 0,1 0 0,-1 0 0,1 0 0,0 0 0,0 1 0,0-1 0,1 0 0,-1 0 0,2 4 0,-1 0 0,1-1 0,0 0 0,1 1 0,-1-1 0,1 0 0,0 0 0,1-1 0,-1 1 0,1-1 0,0 0 0,6 6 0,6 5 0,1-2 0,20 14 0,-19-14 0,29 25 0,-15-14 0,3 3 0,-35-28 0,0 1 0,1-1 0,-1 0 0,0 1 0,1-1 0,-1 0 0,0 1 0,1-1 0,-1 1 0,0-1 0,0 1 0,1-1 0,-1 0 0,0 1 0,0-1 0,0 1 0,0-1 0,0 1 0,0-1 0,0 1 0,0-1 0,0 1 0,0-1 0,0 1 0,0-1 0,0 0 0,0 1 0,0-1 0,0 1 0,0-1 0,-1 1 0,1-1 0,0 1 0,-1 0 0,-17 6 0,-27-3 0,42-4 0,-31 0 0,-112-3 0,143 3-27,1 0 1,-1 0-1,0-1 0,0 0 0,0 1 1,0-1-1,1 0 0,-1 0 0,0 0 1,1-1-1,-1 1 0,1-1 0,-1 1 0,1-1 1,0 0-1,-1 0 0,1 0 0,0 0 1,0 0-1,1 0 0,-1-1 0,0 1 1,1-1-1,0 1 0,-1-1 0,1 0 0,0 1 1,0-1-1,0 0 0,1 0 0,-1 0 1,1 0-1,-1 0 0,1 1 0,0-1 1,0 0-1,1 0 0,-1 0 0,0 0 0,1 0 1,0 0-1,0 1 0,0-1 0,0 0 1,0 0-1,0 1 0,1-1 0,-1 1 0,1-1 1,1-1-1,7-7-6799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21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24575,'0'18'0,"0"12"0,0 0 0,2 0 0,9 45 0,-6-51 0,-2-1 0,0 39 0,-2-39 0,0 1 0,8 38 0,-5-40 0,0 1 0,-2 0 0,-1 0 0,0 0 0,-4 27 0,3-48 0,-1-1 0,1 1 0,0-1 0,-1 1 0,1 0 0,-1-1 0,1 1 0,-1-1 0,0 1 0,0-1 0,0 0 0,0 1 0,0-1 0,-1 2 0,-3-4 0,5-14 0,0 13 0,1-1 0,-1 1 0,1 0 0,-1-1 0,1 1 0,0 0 0,0 0 0,0 0 0,0 0 0,1 0 0,-1 0 0,0 0 0,1 0 0,-1 0 0,1 1 0,0-1 0,-1 1 0,1-1 0,0 1 0,0-1 0,0 1 0,0 0 0,0 0 0,1 0 0,-1 0 0,0 1 0,0-1 0,1 0 0,-1 1 0,0 0 0,1-1 0,4 1 0,-4 1 0,1-1 0,0 0 0,0 1 0,-1 0 0,1 0 0,0 0 0,-1 0 0,1 0 0,-1 1 0,1 0 0,-1 0 0,0 0 0,0 0 0,0 0 0,0 1 0,0-1 0,0 1 0,0 0 0,3 5 0,11 19 0,-10-14 0,0-1 0,2 0 0,13 16 0,-21-28 0,-1 1 0,0-1 0,1 1 0,-1-1 0,1 1 0,-1-1 0,1 0 0,-1 1 0,1-1 0,-1 0 0,1 1 0,-1-1 0,1 0 0,-1 0 0,1 1 0,0-1 0,-1 0 0,1 0 0,-1 0 0,1 0 0,0 0 0,-1 0 0,1 0 0,-1 0 0,1 0 0,0 0 0,-1 0 0,1 0 0,-1-1 0,1 1 0,0 0 0,0-1 0,0 0 0,0 0 0,1 0 0,-1-1 0,0 1 0,0 0 0,0-1 0,0 1 0,0-1 0,0 1 0,0-1 0,0-2 0,10-43 0,-9 34-106,-2 0-51,2 0 0,0-1-1,0 1 1,1 0-1,1 0 1,0 1-1,6-14 1,-3 14-6669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22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24575,'1'0'0,"0"1"0,-1-1 0,1 0 0,0 0 0,0 1 0,0-1 0,-1 1 0,1-1 0,0 1 0,-1-1 0,1 1 0,-1-1 0,1 1 0,0 0 0,-1-1 0,1 1 0,-1 0 0,0-1 0,1 1 0,-1 0 0,1 0 0,-1-1 0,0 1 0,0 0 0,1 1 0,6 27 0,-4-15 0,13 49 0,-14-51 0,0 1 0,2 0 0,-1-1 0,2 0 0,8 18 0,-8-21 30,0 0 0,1 0 0,12 13 0,-17-21-43,0 1-1,0-1 1,1 0-1,-1 0 1,0 0 0,0 0-1,1 0 1,-1-1-1,1 1 1,-1 0 0,1-1-1,-1 1 1,1-1-1,2 1 1,-3-1-35,0 0 1,0 0-1,0-1 1,0 1-1,-1 0 1,1-1-1,0 1 1,0 0-1,0-1 0,0 1 1,0-1-1,0 0 1,-1 1-1,1-1 1,0 0-1,-1 1 1,1-1-1,0 0 0,-1 0 1,1 0-1,-1 1 1,1-1-1,-1 0 1,1 0-1,-1 0 1,1-1-1,3-11-6778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23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24575,'4'0'0,"4"0"0,6 0 0,3 0 0,2 0 0,3 0 0,-4 0-8191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23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24575,'1'0'0,"0"1"0,1-1 0,-1 1 0,0 0 0,1 0 0,-1 0 0,0 0 0,0 0 0,0 0 0,1 0 0,-1 0 0,0 0 0,-1 0 0,1 1 0,0-1 0,0 0 0,1 3 0,11 25 0,6 21 0,-11-28 0,0-1 0,-1 1 0,5 31 0,-8-32 0,1-2 0,0 1 0,13 27 0,-12-35 0,-1 1 0,0 1 0,-1-1 0,0 1 0,-1 0 0,-1 0 0,0 0 0,-1 0 0,0 17 0,-2-29-59,1 0 0,0 0-1,0 0 1,-1 0-1,1 0 1,-1 0 0,0 0-1,0 0 1,0-1 0,0 1-1,0 0 1,0 0 0,0-1-1,0 1 1,0-1-1,-1 1 1,1-1 0,-1 1-1,1-1 1,-1 0 0,0 0-1,-2 2 1,-10 2-6767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24.3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0 128 24575,'1'-1'0,"0"0"0,-1-1 0,1 1 0,0 0 0,0-1 0,0 1 0,0 0 0,0 0 0,0 0 0,0 0 0,0 0 0,0 0 0,0 0 0,1 0 0,-1 0 0,0 0 0,3 0 0,25-13 0,2 6 0,1 1 0,0 1 0,50-2 0,-47 5 0,-24 2 0,0-1 0,0 0 0,21-7 0,-30 8 0,1 1 0,-1-1 0,1 0 0,-1 0 0,0-1 0,0 1 0,1 0 0,-1-1 0,0 1 0,0-1 0,0 0 0,-1 0 0,1 1 0,0-1 0,-1 0 0,1-1 0,-1 1 0,1 0 0,-1 0 0,0-1 0,0 1 0,1-4 0,-3 0 0,-4 11 0,-4 11 0,7-6 0,0 1 0,1-1 0,0 1 0,1-1 0,0 1 0,1-1 0,2 17 0,-2-22 0,0 0 0,0-1 0,0 1 0,1 0 0,-1-1 0,1 1 0,0-1 0,0 0 0,1 1 0,-1-1 0,1 0 0,0-1 0,0 1 0,1 0 0,-1-1 0,1 0 0,-1 0 0,7 5 0,-9-8 0,0 0 0,0 1 0,0-1 0,0 0 0,1 0 0,-1 0 0,0 1 0,0-1 0,0 0 0,0 0 0,0-1 0,0 1 0,0 0 0,0 0 0,0 0 0,0-1 0,0 1 0,0-1 0,0 1 0,0-1 0,0 1 0,0-1 0,0 1 0,0-1 0,0 0 0,1-1 0,23-26 0,-9 8 0,-15 19 0,0-1 0,1 1 0,-1 0 0,0 0 0,1 0 0,-1 0 0,1 0 0,-1 0 0,1 0 0,-1 1 0,1-1 0,0 0 0,-1 1 0,1-1 0,0 1 0,-1 0 0,1 0 0,0-1 0,0 1 0,-1 0 0,1 0 0,0 1 0,0-1 0,-1 0 0,1 1 0,0-1 0,-1 1 0,1-1 0,0 1 0,-1 0 0,1 0 0,-1-1 0,1 1 0,-1 0 0,0 1 0,1-1 0,-1 0 0,0 0 0,0 0 0,0 1 0,0-1 0,0 1 0,0-1 0,0 1 0,0-1 0,1 3 0,25-48 0,-25 42 0,0-1 0,0 1 0,0 0 0,1-1 0,-1 1 0,0 1 0,1-1 0,-1 0 0,1 0 0,0 1 0,-1-1 0,1 1 0,0 0 0,0 0 0,0 0 0,0 0 0,0 1 0,0-1 0,0 1 0,0 0 0,0 0 0,0 0 0,0 0 0,1 0 0,-1 1 0,0-1 0,0 1 0,0 0 0,-1 0 0,1 0 0,0 0 0,0 1 0,0-1 0,-1 1 0,1-1 0,-1 1 0,1 0 0,-1 0 0,0 0 0,0 1 0,1-1 0,-2 0 0,1 1 0,0-1 0,0 1 0,2 5 0,2 7 0,-1 0 0,-1 1 0,4 17 0,-9-37 0,1 1 0,0 0 0,0-1 0,0 1 0,1 0 0,-1 0 0,1-1 0,0 1 0,-1 0 0,1 0 0,1 0 0,-1 0 0,0 0 0,1 0 0,0 0 0,-1 0 0,4-3 0,-3 4 0,-1 1 0,1-1 0,-1 1 0,1-1 0,0 1 0,0 0 0,0 0 0,0 0 0,0 0 0,0 0 0,0 0 0,0 0 0,0 1 0,0-1 0,0 1 0,1 0 0,-1-1 0,0 1 0,0 0 0,0 0 0,1 1 0,-1-1 0,0 0 0,0 1 0,0-1 0,0 1 0,1 0 0,-1-1 0,0 1 0,3 2 0,3 2-114,-1-1 1,0 1-1,0 1 0,0-1 0,0 1 1,-1 0-1,0 0 0,0 1 0,-1 0 1,0 0-1,8 14 0,-8-6-6712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1:24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24575,'33'39'0,"-27"-30"0,1-1 0,1 1 0,-1-2 0,1 1 0,0-1 0,10 7 0,-8-7 0,0 2 0,-1-1 0,0 1 0,0 0 0,9 14 0,21 21 0,-20-24 0,22 30 0,4 4 0,-20-24 0,-1 1 0,21 37 0,-14-21 0,-13-16 0,-1 2 0,-2 0 0,-1 0 0,-1 1 0,-2 1 0,6 38 0,-12-42 0,-1-1 0,-2 0 0,-3 60 0,-1-34 0,0-36 0,0 0 0,-2 0 0,-1 0 0,0-1 0,-1 0 0,-1 0 0,-15 27 0,-3 12 0,10-26 0,-2 0 0,-34 51 0,4-11 0,-23 38-1365,57-92-5461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38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396 88 24575,'0'-3'0,"-1"-1"0,0 1 0,0 0 0,0-1 0,0 1 0,0 0 0,-1 0 0,0 0 0,0 0 0,0 0 0,0 0 0,0 0 0,0 1 0,-1-1 0,1 1 0,-1-1 0,0 1 0,1 0 0,-1 0 0,0 0 0,0 1 0,-1-1 0,1 1 0,-6-2 0,-2-2 0,-1 1 0,0 1 0,0 0 0,0 0 0,-23-1 0,-161 6 0,194-2 0,0 0 0,0 1 0,0-1 0,0 1 0,0-1 0,0 1 0,0 0 0,0-1 0,0 1 0,0 0 0,0 0 0,1 0 0,-1 1 0,0-1 0,1 0 0,-1 1 0,1-1 0,-1 1 0,1 0 0,-3 2 0,3-1 0,0 0 0,-1 1 0,1-1 0,0 0 0,1 0 0,-1 0 0,1 1 0,-1-1 0,1 0 0,0 1 0,0-1 0,1 5 0,0-2 0,0 1 0,0-1 0,1 1 0,0-1 0,0 0 0,1 0 0,0 1 0,0-2 0,0 1 0,0 0 0,1-1 0,0 1 0,5 4 0,47 33 0,11 11 0,22 16 0,-11-4 0,-77-65 0,1 0 0,-1 0 0,0 0 0,0 1 0,1-1 0,-1 1 0,0-1 0,0 0 0,0 1 0,-1-1 0,1 1 0,0 0 0,-1-1 0,1 1 0,-1 0 0,1-1 0,-1 1 0,0 0 0,1 0 0,-1-1 0,0 1 0,-1 3 0,1-3 0,-1 1 0,0-1 0,0 1 0,0-1 0,-1 0 0,1 0 0,-1 0 0,1 0 0,-1 0 0,0 0 0,1 0 0,-1 0 0,-4 2 0,-2 2 0,-1-1 0,1 0 0,-1 0 0,0-1 0,0 0 0,-20 4 0,-13 7 0,35-11 0,0-1 0,-1-1 0,0 1 0,-11 1 0,57-38-1365,-26 26-5461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38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24575,'1'13'0,"0"1"0,1-1 0,6 20 0,0-1 0,11 37 0,-13-53 0,-2 0 0,1 0 0,-2 0 0,3 30 0,-6-45 6,0 1 0,0-1-1,0 1 1,0-1 0,0 0-1,0 1 1,-1-1 0,1 0 0,-1 1-1,1-1 1,-1 0 0,1 1-1,-1-1 1,1 0 0,-1 0-1,0 0 1,0 0 0,0 0 0,0 1-1,-1 0 1,1-2-59,0 0 0,1 1 0,-1-1 0,0 0 0,0 1 0,0-1 0,0 0 0,0 0 0,0 0 0,0 0 0,0 0 0,0 0 0,0 0-1,0 0 1,0-1 0,0 1 0,0 0 0,0-1 0,0 1 0,0 0 0,0-1 0,0 1 0,0-1 0,1 1 0,-1-1 0,0 0 0,-1 0 0,-7-7-6773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38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24575,'0'-4'0,"4"-1"0,5 1 0,4 0 0,4 1 0,3 2 0,1 0 0,2 0 0,-1 1 0,1 0 0,-1 1 0,1-1 0,-1 0 0,0 0 0,-4 0-8191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39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24575,'0'1'0,"1"0"0,-1 0 0,1 0 0,-1 0 0,1 0 0,-1 0 0,1 0 0,-1 0 0,1-1 0,0 1 0,-1 0 0,1 0 0,0-1 0,0 1 0,0-1 0,0 1 0,-1 0 0,1-1 0,0 0 0,0 1 0,0-1 0,0 0 0,0 1 0,0-1 0,0 0 0,0 0 0,2 0 0,33 4 0,-32-3 0,232 1 64,-122-4-1493,-95 2-5397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39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24575,'1'1'0,"0"-1"0,0 0 0,0 1 0,0-1 0,0 1 0,0-1 0,0 1 0,0 0 0,-1-1 0,1 1 0,0 0 0,0-1 0,-1 1 0,1 0 0,-1 0 0,1 0 0,-1 0 0,1 0 0,-1 0 0,1 0 0,-1 0 0,0-1 0,1 1 0,-1 1 0,0-1 0,0 0 0,0 1 0,4 34 0,-3-32 0,-1 213 0,0-191 0,-1-88 0,3-74 0,-2 131 0,1 0 0,0 0 0,1 1 0,-1-1 0,1 0 0,0 1 0,0-1 0,0 1 0,1 0 0,0-1 0,-1 1 0,1 0 0,1 1 0,-1-1 0,1 0 0,-1 1 0,1 0 0,0 0 0,0 0 0,0 0 0,1 1 0,-1 0 0,1 0 0,-1 0 0,1 0 0,0 1 0,5-2 0,6-1 0,1 1 0,0 1 0,0 0 0,0 1 0,0 1 0,28 3 0,-41-3 0,0 0 0,0 1 0,-1 0 0,1 0 0,0 0 0,-1 0 0,1 0 0,-1 1 0,1 0 0,-1 0 0,0 0 0,0 0 0,0 0 0,0 0 0,3 4 0,-1 0 0,0 0 0,-1 1 0,0 0 0,0 0 0,4 11 0,2 4 0,2 1 0,-3-7 0,0 2 0,11 34 0,-19-47 0,0 0 0,0 0 0,0 0 0,0 0 0,-1 0 0,0 0 0,0 0 0,0 0 0,0 0 0,-1 0 0,0 0 0,0 0 0,-1 0 0,1 0 0,-5 8 0,0-1 0,-1-1 0,-1 0 0,1 0 0,-2-1 0,-11 12 0,16-18 0,0 0 0,0 0 0,-1-1 0,1 0 0,-1 0 0,0 0 0,0-1 0,0 1 0,0-1 0,0 0 0,-1-1 0,1 1 0,-1-1 0,1 0 0,-7 0 0,11-1 5,-1 0-1,1 0 0,0 0 0,-1 0 1,1 0-1,0 0 0,-1 0 0,1-1 1,0 1-1,0-1 0,-1 1 1,1-1-1,0 1 0,0-1 0,0 0 1,0 1-1,0-1 0,0 0 1,0 0-1,0 0 0,0 0 0,0 0 1,0 0-1,0 0 0,1 0 0,-1 0 1,0-2-1,0 1-91,0 0-1,1-1 1,0 1 0,-1 0-1,1 0 1,0 0 0,0 0-1,0-1 1,1 1-1,-1 0 1,0 0 0,1 0-1,-1 0 1,1 0 0,0 0-1,1-2 1,5-10-6739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0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24575,'106'-2'0,"115"4"0,-113 17-1365,-89-17-5461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0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24575,'92'2'0,"100"-4"0,-173-1 42,0-1 0,37-11 0,6-2-1533,-47 14-5335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0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0 24575,'-10'0'0,"1"0"0,-1 1 0,1 0 0,-15 3 0,21-3 0,0 0 0,0 0 0,1 0 0,-1 1 0,0-1 0,1 1 0,0-1 0,-1 1 0,1 0 0,0 0 0,0 0 0,0 0 0,0 1 0,0-1 0,0 0 0,1 1 0,-1 0 0,-1 4 0,-7 16 0,2 0 0,0 1 0,2 0 0,0 1 0,-2 36 0,5-18 0,2-1 0,6 61 0,-4-92 0,1 0 0,1 0 0,0 0 0,0 0 0,1 0 0,1 0 0,0-1 0,0 0 0,1 0 0,0-1 0,1 1 0,0-1 0,0 0 0,1-1 0,0 0 0,15 11 0,-19-16-151,0-1-1,1 0 0,-1 0 0,1-1 1,-1 1-1,1-1 0,0 0 1,8 1-1,3-1-6674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1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24575,'0'-1'0,"1"0"0,-1 0 0,0 0 0,1 0 0,-1 0 0,1 0 0,0 1 0,-1-1 0,1 0 0,0 0 0,-1 0 0,1 1 0,0-1 0,0 0 0,0 1 0,-1-1 0,1 1 0,0-1 0,0 1 0,0-1 0,0 1 0,0 0 0,0 0 0,0-1 0,0 1 0,0 0 0,2 0 0,33-4 0,-32 4 0,8-1 0,10-1 0,44 3 0,-60 0 0,0-1 0,0 1 0,0 1 0,0-1 0,-1 1 0,1 0 0,0 0 0,-1 1 0,1 0 0,-1 0 0,0 0 0,5 5 0,-8-7 0,12 10 0,-1 1 0,0 1 0,-1 0 0,0 0 0,11 19 0,-21-29 0,0 0 0,0 1 0,0-1 0,-1 1 0,1 0 0,-1 0 0,0-1 0,0 1 0,0 0 0,-1 0 0,0 0 0,1 0 0,-1 0 0,0 0 0,-1 0 0,1 0 0,-1 0 0,0 0 0,0 0 0,0-1 0,0 1 0,-1 0 0,1-1 0,-1 1 0,0-1 0,0 1 0,0-1 0,-1 0 0,-4 5 0,-17 17 0,-2-1 0,-45 33 0,12-11 0,56-42-1365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1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24575,'-1'48'0,"3"55"0,-2-98 5,1-1 1,0 1-1,1-1 0,-1 1 0,1-1 0,0 0 1,0 0-1,0 0 0,0 0 0,1 0 1,0 0-1,0 0 0,0-1 0,0 0 0,0 1 1,1-1-1,-1 0 0,1-1 0,0 1 0,0-1 1,0 1-1,5 0 0,1 2-191,1 0 1,1-1-1,-1-1 0,1 0 1,-1-1-1,1 0 1,16 1-1,-9-3-6640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1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24575,'4'0'0,"1"4"0,3 1 0,1 3 0,-2 5 0,-1 3 0,-2 2 0,-2 3 0,-2 1 0,1 0 0,-2 1 0,1-1 0,0 0 0,-1 1 0,-3-5 0,-1-1 0,1 0 0,0-3-8191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2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24575,'10'29'0,"-3"-13"0,-1 1 0,4 16 0,2 0 0,27 54 0,-34-79 0,-1 0 0,1 0 0,1-1 0,-1 0 0,1 0 0,1 0 0,-1 0 0,1-1 0,0 0 0,1-1 0,-1 0 0,1 0 0,0 0 0,1-1 0,12 5 0,-19-9 0,-1 1 0,1 0 0,0-1 0,-1 1 0,1-1 0,0 0 0,0 0 0,-1 0 0,1 0 0,0 0 0,0 0 0,-1 0 0,1 0 0,0-1 0,0 1 0,-1 0 0,1-1 0,0 0 0,-1 1 0,1-1 0,-1 0 0,1 0 0,-1 0 0,1 0 0,-1 0 0,0 0 0,1 0 0,-1-1 0,0 1 0,0 0 0,0-1 0,0 1 0,0-1 0,0 1 0,0-1 0,-1 0 0,1 1 0,0-1 0,-1 0 0,0 1 0,1-1 0,-1-2 0,2-10 0,0 0 0,-1 0 0,-1-1 0,-2-19 0,1 14 0,0 10 0,2-15 0,-1 25 0,0 0 0,0 0 0,0 0 0,0 0 0,0 0 0,0 0 0,0 0 0,0-1 0,0 1 0,0 0 0,0 0 0,0 0 0,0 0 0,0 0 0,0 0 0,0 0 0,0 0 0,0 0 0,0 0 0,1 0 0,-1 0 0,0 0 0,0 0 0,0 0 0,0 0 0,0-1 0,0 1 0,0 0 0,0 0 0,0 0 0,0 0 0,0 0 0,1 0 0,-1 0 0,0 0 0,0 0 0,0 0 0,0 0 0,0 0 0,0 0 0,0 0 0,0 0 0,0 1 0,0-1 0,1 0 0,-1 0 0,0 0 0,0 0 0,0 0 0,0 0 0,0 0 0,0 0 0,0 0 0,0 0 0,0 0 0,0 0 0,0 0 0,0 0 0,0 0 0,0 0 0,0 1 0,1-1 0,7 14 0,5 15 0,-4-11 0,-1 0 0,-1 0 0,7 27 0,5 24 0,-13-51 0,0 1 0,-2 0 0,0 0 0,2 34 0,-4-21 0,2 0 0,12 48 0,-10-55 0,-1 0 0,-1 0 0,-1 0 0,-1 0 0,-2 31 0,0-50 0,-1 0 0,-1 0 0,1 0 0,-1 0 0,0 0 0,0 0 0,-1-1 0,0 1 0,0-1 0,0 1 0,0-1 0,-1 0 0,0 0 0,0-1 0,-1 1 0,1-1 0,-1 0 0,0 0 0,0-1 0,-9 6 0,6-5 0,1-1 0,-1 1 0,0-2 0,0 1 0,0-1 0,0-1 0,0 1 0,0-1 0,0-1 0,0 1 0,-1-1 0,1-1 0,0 0 0,0 0 0,-11-3 0,15 3 0,0 0 0,0-1 0,0 0 0,1 0 0,-1 0 0,0 0 0,1-1 0,-1 1 0,1-1 0,0 0 0,0 0 0,0 0 0,0 0 0,0-1 0,1 1 0,0-1 0,-1 0 0,1 0 0,1 1 0,-1-1 0,0 0 0,1-1 0,0 1 0,0 0 0,0 0 0,0-5 0,-1-11 0,1-1 0,1 1 0,1 0 0,4-24 0,-5 42 0,1-7 0,1 1 0,1-1 0,0 1 0,0-1 0,0 1 0,1 0 0,1 0 0,-1 0 0,1 1 0,9-12 0,9-7 0,34-31 0,-50 51 0,40-33 0,-34 30 0,-1-1 0,0-1 0,-1 1 0,17-22 0,-16 16-52,15-24-1261,-22 27-5513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2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0 24575,'3'0'0,"0"0"0,-1 1 0,1-1 0,0 1 0,0-1 0,-1 1 0,1 0 0,0 0 0,-1 0 0,1 0 0,-1 1 0,0-1 0,1 1 0,-1-1 0,0 1 0,0 0 0,0 0 0,0 0 0,0 0 0,0 0 0,-1 0 0,1 1 0,-1-1 0,1 0 0,-1 1 0,0-1 0,0 1 0,0 0 0,0-1 0,-1 1 0,1 3 0,2 6 0,-2 0 0,0 0 0,0 0 0,-1 1 0,-2 21 0,-1-26-9,0 1-1,0 0 1,-1-1-1,0 1 1,0-1-1,-1 0 1,0-1-1,0 1 1,-1-1-1,0 0 1,-11 10-1,-7 10-1241,15-16-5575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2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24575,'63'-1'0,"70"3"0,-132-2 0,1 0 0,0 0 0,-1 0 0,1 0 0,0 0 0,0 0 0,-1 1 0,1-1 0,0 1 0,-1-1 0,1 1 0,-1 0 0,1-1 0,-1 1 0,1 0 0,-1 0 0,1 0 0,-1 0 0,0 0 0,0 0 0,1 1 0,-1-1 0,0 0 0,0 1 0,0-1 0,0 1 0,-1-1 0,1 1 0,0-1 0,0 1 0,-1 0 0,1-1 0,-1 1 0,0 0 0,0-1 0,1 1 0,-1 0 0,0-1 0,0 1 0,0 0 0,-1 0 0,1-1 0,0 1 0,-1 0 0,1-1 0,-2 3 0,0 3 0,-1 0 0,0 0 0,-1 0 0,1 0 0,-1 0 0,-1-1 0,1 0 0,-1 0 0,-7 6 0,-3 1 0,0-1 0,-1-1 0,-24 13 0,9-6 0,22-11 0,-1 1 0,1 0 0,0 0 0,1 1 0,0 0 0,0 1 0,1 0 0,-7 13 0,13-22 0,0 0 0,1 0 0,-1 0 0,0 0 0,1 0 0,-1 1 0,1-1 0,-1 0 0,1 0 0,0 1 0,0-1 0,-1 0 0,1 0 0,0 1 0,0-1 0,0 0 0,0 1 0,0-1 0,1 0 0,-1 1 0,0-1 0,1 0 0,-1 0 0,1 1 0,-1-1 0,1 0 0,-1 0 0,1 0 0,0 0 0,0 0 0,-1 0 0,1 0 0,0 0 0,0 0 0,0 0 0,0 0 0,0 0 0,0-1 0,0 1 0,1 0 0,-1-1 0,0 1 0,0-1 0,0 1 0,1-1 0,-1 0 0,0 0 0,1 1 0,2-1 0,9 2 0,0-1 0,0 0 0,27-2 0,-29 1 0,24-1 0,-1-1 0,0-2 0,40-9 0,-71 12-124,0 1 0,0-1 0,-1 0 0,1-1 0,0 1 0,-1 0-1,1-1 1,-1 1 0,0-1 0,3-2 0,4-7-6702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3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24575,'98'-2'0,"109"5"0,-135 7 0,-45-5 0,47 2 0,-31-7-1365,-24-1-5461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3.2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0 24575,'1'41'0,"0"-9"0,-5 43 0,2-64 0,1 0 0,-2-1 0,0 1 0,0-1 0,-1 0 0,0 1 0,-10 16 0,-36 38 134,9-12-1633,37-48-5327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4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24575,'-1'78'0,"2"83"0,10-102 0,-7-43 0,-1 0 0,1 24 0,-3 15 0,-2-29 0,2 1 0,0 0 0,10 42 0,18 65 0,-30-154 0,2 1 0,0-1 0,1 1 0,1 0 0,9-32 0,-10 45 0,0 1 0,1-1 0,-1 1 0,1 0 0,0 0 0,1 0 0,-1 0 0,1 0 0,0 1 0,0-1 0,0 1 0,0 0 0,1 1 0,0-1 0,0 1 0,8-5 0,-5 4 0,1 0 0,-1 1 0,1 0 0,-1 1 0,1 0 0,0 0 0,0 0 0,0 2 0,0-1 0,13 1 0,-19 0 0,0 1 0,0-1 0,0 1 0,0 0 0,0 0 0,0 0 0,0 0 0,0 0 0,0 1 0,-1-1 0,1 1 0,0 0 0,-1 0 0,1 0 0,-1 0 0,0 0 0,0 1 0,3 3 0,2 4 0,-1 1 0,0-1 0,7 20 0,-9-20 0,0 0 0,0-1 0,12 18 0,7 4 0,-16-19 0,2-1 0,17 19 0,-23-26 0,1-1 0,-1-1 0,1 1 0,0-1 0,-1 1 0,1-1 0,0 0 0,0 0 0,1-1 0,-1 1 0,0-1 0,0 0 0,6 1 0,1-1 0,-1 0 0,1 0 0,0-1 0,-1-1 0,1 0 0,0 0 0,-1-1 0,13-3 0,-19 4 0,-1-1 0,1 0 0,0 0 0,-1 0 0,1 0 0,-1 0 0,1-1 0,-1 1 0,0-1 0,0 0 0,-1 0 0,1 0 0,0-1 0,-1 1 0,0-1 0,0 1 0,0-1 0,0 0 0,0 1 0,-1-1 0,0 0 0,0 0 0,1-8 0,-1 6 0,0 1 0,0-1 0,-1 0 0,0 0 0,0 0 0,0 0 0,-1 0 0,0 1 0,0-1 0,-1 0 0,1 1 0,-1-1 0,-4-7 0,4 9 0,0 1 0,-1 0 0,1 0 0,-1 0 0,1 0 0,-1 0 0,0 1 0,0-1 0,0 1 0,0-1 0,-1 1 0,1 0 0,-1 1 0,1-1 0,-1 1 0,0-1 0,1 1 0,-1 0 0,0 0 0,-8 0 0,8 0 0,-1 1 0,1-1 0,-1 1 0,1 0 0,-1 1 0,1-1 0,0 1 0,-1 0 0,1 0 0,-1 0 0,1 0 0,-6 4 0,8-4 0,-1 1 0,1 0 0,0 0 0,0 0 0,1 0 0,-1 0 0,0 0 0,1 1 0,-1-1 0,1 1 0,0-1 0,-1 1 0,1-1 0,0 1 0,1 0 0,-1-1 0,0 1 0,1 0 0,0 0 0,0 0 0,0 2 0,-1 0 0,1 0 0,0 0 0,0 0 0,0 0 0,1-1 0,0 1 0,-1 0 0,2 0 0,-1-1 0,1 1 0,-1-1 0,1 1 0,4 5 0,-4-8 0,0 0 0,0 0 0,-1 0 0,1 0 0,1-1 0,-1 1 0,0-1 0,0 0 0,1 0 0,-1 1 0,0-1 0,1-1 0,-1 1 0,1 0 0,-1-1 0,1 1 0,0-1 0,-1 0 0,1 0 0,-1 0 0,1 0 0,0 0 0,-1 0 0,1-1 0,-1 1 0,5-3 0,-1 1 0,0 0 0,0-1 0,0 0 0,0 0 0,-1 0 0,1-1 0,8-7 0,-10 7 0,1 1 0,-1-1 0,1 1 0,0 0 0,0 0 0,0 1 0,7-3 0,-9 4 0,-1 1 0,1 0 0,-1 0 0,1 0 0,-1 0 0,1 0 0,-1 0 0,1 1 0,-1-1 0,1 1 0,-1 0 0,1 0 0,-1 0 0,0 0 0,1 0 0,-1 0 0,0 0 0,0 1 0,0-1 0,0 1 0,2 2 0,0 0 0,1 0 0,-1-1 0,1 0 0,0 1 0,0-1 0,1-1 0,10 5 0,-15-7 0,0 0 0,0 1 0,0-1 0,1 0 0,-1 0 0,0 0 0,0 0 0,0 0 0,1 0 0,-1-1 0,0 1 0,0 0 0,0-1 0,0 1 0,0-1 0,0 1 0,0-1 0,2 0 0,-2 0 0,1-1 0,-1 1 0,1-1 0,-1 0 0,0 0 0,0 1 0,0-1 0,0 0 0,0 0 0,0 0 0,0 0 0,0 0 0,0-4 0,3-11 0,14-60 0,-16 69 0,-1 0 0,-1 0 0,1 0 0,-1 1 0,0-1 0,-1 0 0,-2-12 0,-4 10 0,2 19 0,2 21 0,5-25 0,-1 0 0,0 0 0,1 0 0,0 0 0,0 0 0,1 0 0,-1-1 0,1 1 0,0-1 0,1 1 0,-1-1 0,1 0 0,-1 0 0,1-1 0,5 4 0,7 5 0,1-1 0,33 15 0,-35-19 0,-1 0 0,0 1 0,-1 1 0,20 15 0,1 0 0,-28-21 0,-1 0 0,0 0 0,0 0 0,-1 1 0,1 0 0,-1 0 0,1 0 0,3 6 0,-7-10 0,-1 1 0,0-1 0,1 1 0,-1-1 0,0 1 0,0-1 0,1 1 0,-1-1 0,0 1 0,0-1 0,0 1 0,0-1 0,0 1 0,0-1 0,0 1 0,0 0 0,0-1 0,0 1 0,0-1 0,0 1 0,0-1 0,0 1 0,0-1 0,0 1 0,-1-1 0,1 1 0,0-1 0,0 1 0,-1-1 0,1 1 0,-1-1 0,-17 10 0,-25-5 0,42-5 0,-21 1 0,9 1 0,1-2 0,0 1 0,-1-1 0,1-1 0,0-1 0,-23-4 0,33 5 0,1 1 0,0-1 0,-1 0 0,1 1 0,0-1 0,-1 0 0,1 0 0,0 0 0,0 0 0,0 0 0,0 0 0,0 0 0,0 0 0,0 0 0,0-1 0,0 1 0,1 0 0,-1-1 0,0 1 0,1 0 0,-1-1 0,0-1 0,1 0 0,0 0 0,0 0 0,0 0 0,0 0 0,0 1 0,1-1 0,-1 0 0,1 0 0,0 0 0,2-5 0,1-1 0,1 0 0,0 1 0,1-1 0,-1 1 0,13-13 0,-8 9-93,-1-1 0,0 0 0,-1 0 0,-1-1 0,8-19 0,-8 19-714,0-2-6019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5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24575,'0'25'0,"1"1"0,1-1 0,8 37 0,13 48 0,-20-92 0,-1 0 0,0 0 0,-2 25 0,0-26 0,0 0 0,1-1 0,1 1 0,4 19 0,-1-15 0,-1 0 0,-2 0 0,0 0 0,-1 24 0,-1-50 0,1 0 0,-1 0 0,1 0 0,0 0 0,0 0 0,0 0 0,1 0 0,0 0 0,2-5 0,-3 9 0,0-1 0,0 0 0,1 1 0,-1-1 0,0 1 0,1 0 0,-1-1 0,1 1 0,-1 0 0,1 0 0,-1 0 0,1 0 0,0 0 0,-1 0 0,1 0 0,0 1 0,0-1 0,0 1 0,0-1 0,-1 1 0,1 0 0,0 0 0,0-1 0,0 1 0,0 1 0,0-1 0,0 0 0,0 0 0,0 1 0,0-1 0,-1 1 0,1 0 0,0-1 0,2 2 0,2 1 0,0 1 0,0 0 0,0 0 0,-1 0 0,1 0 0,-1 1 0,0 0 0,0 0 0,-1 0 0,1 1 0,-1-1 0,4 10 0,-4-10 0,-1 1 0,1 0 0,0-1 0,0 1 0,1-1 0,-1-1 0,1 1 0,0 0 0,1-1 0,-1 0 0,1 0 0,-1-1 0,1 0 0,8 3 0,5-2 0,1-1 0,0-1 0,0 0 0,0-2 0,0 0 0,27-5 0,-43 4 0,1 0 0,0-1 0,-1 1 0,0-1 0,1 0 0,-1 0 0,0-1 0,0 1 0,0-1 0,0 0 0,-1 0 0,1 0 0,-1-1 0,1 1 0,-1-1 0,0 1 0,-1-1 0,1 0 0,-1-1 0,0 1 0,0 0 0,3-9 0,1-2 0,-1 0 0,-1 0 0,-1 0 0,0-1 0,2-29 0,-6-40-1365,1 66-5461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5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1 24575,'5'0'0,"0"1"0,-1 0 0,1 0 0,0 0 0,0 1 0,-1 0 0,1 0 0,-1 0 0,0 0 0,1 1 0,-1-1 0,0 1 0,0 0 0,-1 0 0,1 1 0,-1-1 0,5 6 0,5 8 0,0 0 0,16 29 0,-28-44 0,17 36 0,7 11 0,-17-35 0,0 0 0,-1 0 0,0 1 0,-1 0 0,-1 1 0,0 0 0,-1-1 0,-1 1 0,2 19 0,-2 3 0,-1 0 0,-7 69 0,4-100 0,-1 1 0,1 0 0,-2 0 0,1-1 0,-1 1 0,0-1 0,-1 0 0,0 0 0,-6 9 0,-7 7 0,-25 27 0,26-32 0,-4 3 0,-2 0 0,-1-1 0,-34 24 0,-82 44 0,100-65 0,8-5-87,-34 12-1,37-18-1102,8-2-5636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6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199 224 24575,'-9'-1'0,"0"0"0,0-1 0,0 0 0,-12-5 0,-8-1 0,22 6 0,1 0 0,0 0 0,-1-1 0,1 0 0,1 0 0,-1 0 0,0-1 0,1 0 0,0 0 0,-1-1 0,2 1 0,-1-1 0,1 0 0,-7-10 0,8 11 0,0 0 0,0 0 0,1-1 0,0 1 0,0-1 0,0 1 0,0-1 0,1 0 0,0 0 0,0 0 0,0 0 0,0 0 0,1 0 0,0 0 0,0 0 0,1 0 0,-1 0 0,1 0 0,0 0 0,2-6 0,-2 9 0,1 0 0,-1-1 0,1 1 0,-1 0 0,1 1 0,0-1 0,0 0 0,0 0 0,0 1 0,0-1 0,0 1 0,0-1 0,0 1 0,1 0 0,-1 0 0,1 0 0,-1 0 0,0 1 0,1-1 0,-1 1 0,1-1 0,5 1 0,8-1 0,0 1 0,26 2 0,-20-1 0,-11 0 0,1-1 0,0 2 0,0 0 0,-1 0 0,1 1 0,20 7 0,-28-8 0,1 1 0,-1-1 0,1 1 0,-1 0 0,0 0 0,0 0 0,-1 0 0,1 1 0,-1 0 0,1 0 0,-1 0 0,0 0 0,0 0 0,-1 0 0,1 1 0,-1-1 0,0 1 0,2 8 0,1 6 0,0-8 0,-1 0 0,-1 0 0,0 0 0,-1 1 0,0-1 0,-1 1 0,0 0 0,-1 0 0,0-1 0,-1 1 0,-4 22 0,3-25 0,-1-1 0,0 1 0,-1-1 0,0 0 0,0 0 0,0 0 0,-1-1 0,0 0 0,-1 0 0,0 0 0,0 0 0,0-1 0,-1 0 0,-9 6 0,-61 61 0,69-67 0,10-6 0,13-12 0,42-55 45,27-37-1455,-76 93-5416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6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 24575,'-1'0'0,"0"0"0,0 1 0,0-1 0,0 1 0,0-1 0,0 1 0,0-1 0,0 1 0,1 0 0,-1-1 0,0 1 0,0 0 0,1 0 0,-1-1 0,0 1 0,1 0 0,-1 0 0,1 0 0,0 0 0,-1 0 0,1 0 0,-1 0 0,1 0 0,0 0 0,0 0 0,0 0 0,0 2 0,-5 32 0,5-31 0,0 4 0,-2 88 0,2-87 0,1 0 0,0 0 0,1-1 0,-1 1 0,2-1 0,-1 1 0,1-1 0,7 14 0,-6-17 0,0 1 0,0-1 0,0 0 0,1-1 0,0 1 0,0-1 0,0 0 0,0 0 0,12 6 0,57 22 0,-38-18 0,-27-10 15,0-1 0,0-1 0,1 1 0,-1-1 0,1-1 0,0 0 0,16 0 0,-20-1-108,-1-1 0,0 1 1,0-1-1,1 0 0,-1 0 0,0 0 0,0-1 0,0 0 1,0 0-1,0 0 0,0-1 0,-1 0 0,1 1 1,-1-2-1,5-3 0,3-6-6733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8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1 24575,'0'479'0,"0"-474"0,0 0 0,0-1 0,0 1 0,0 0 0,-1 0 0,0 0 0,0 0 0,-1 0 0,1-1 0,-1 1 0,0-1 0,0 1 0,0-1 0,-1 0 0,0 0 0,-3 4 0,6-7 0,0-1 0,0 0 0,0 0 0,0 0 0,0 1 0,-1-1 0,1 0 0,0 0 0,0 0 0,-1 0 0,1 1 0,0-1 0,0 0 0,0 0 0,-1 0 0,1 0 0,0 0 0,0 0 0,-1 0 0,1 0 0,0 0 0,-1 0 0,1 0 0,0 0 0,0 0 0,-1 0 0,1 0 0,0 0 0,0 0 0,-1 0 0,1 0 0,0 0 0,0 0 0,-1 0 0,1-1 0,0 1 0,0 0 0,0 0 0,-1 0 0,1 0 0,0-1 0,0 1 0,0 0 0,-1 0 0,1 0 0,0-1 0,0 1 0,0 0 0,0 0 0,0-1 0,0 1 0,0 0 0,-1 0 0,1-1 0,0 1 0,0 0 0,0 0 0,0-1 0,0 1 0,0 0 0,0-1 0,0 0 0,0 0 0,0 0 0,0 0 0,0 0 0,1 0 0,-1 0 0,0 0 0,0 0 0,1 0 0,-1 0 0,0 0 0,1 0 0,-1 0 0,1 0 0,-1 0 0,2-1 0,2-1 0,0 1 0,1-1 0,-1 1 0,1 0 0,-1 0 0,1 1 0,0-1 0,-1 1 0,1 0 0,0 0 0,0 1 0,6-1 0,61 3 0,-63-1 0,0 2 0,1-1 0,-1 1 0,-1 0 0,1 1 0,0 0 0,-1 0 0,14 10 0,1 3 0,33 30 0,-53-45 0,0 1 0,0 0 0,0 0 0,0 1 0,-1-1 0,0 0 0,1 1 0,-1-1 0,0 1 0,-1 0 0,3 7 0,-4-9 0,0-1 0,1 1 0,-1-1 0,-1 1 0,1 0 0,0-1 0,0 1 0,-1-1 0,1 1 0,0-1 0,-1 1 0,0-1 0,1 1 0,-1-1 0,0 0 0,0 1 0,0-1 0,0 0 0,0 0 0,0 0 0,0 1 0,0-1 0,0 0 0,0 0 0,-1-1 0,1 1 0,0 0 0,-1 0 0,1-1 0,-1 1 0,1 0 0,-1-1 0,1 0 0,-3 1 0,-12 3 0,-1-1 0,0-1 0,1 0 0,-1-1 0,0-1 0,-26-3 0,-7 0 0,46 4 0,1-1 0,0-1 0,-1 1 0,1 0 0,0-1 0,-1 0 0,1 0 0,0 0 0,0 0 0,0 0 0,0 0 0,0-1 0,-4-2 0,6 3 0,1 0 0,-1 1 0,0-1 0,1 0 0,-1 1 0,1-1 0,-1 0 0,1 0 0,0 0 0,-1 1 0,1-1 0,0 0 0,-1 0 0,1 0 0,0 0 0,0 0 0,0 0 0,0 1 0,0-1 0,0-1 0,0 0 0,1-1 0,0 1 0,-1 0 0,1 0 0,0 0 0,0 0 0,0 0 0,0 0 0,0 0 0,1 0 0,1-2 0,6-4 0,0 1 0,0-1 0,0 1 0,1 1 0,0 0 0,0 0 0,1 1 0,11-4 0,-5 2 0,-1-1 0,22-15 0,-28 16 0,-1 0 0,0 0 0,10-11 0,-16 14 0,0 1 0,-1-1 0,1 0 0,-1 0 0,0 0 0,0 0 0,0 0 0,-1 0 0,1-1 0,-1 1 0,0-6 0,0 14 0,0 1 0,0-1 0,1 0 0,-1 0 0,1 0 0,0 0 0,0-1 0,4 7 0,25 37 0,-28-43 0,1 1 0,0-1 0,0 1 0,1-1 0,-1-1 0,1 1 0,-1 0 0,1-1 0,1 0 0,-1 0 0,9 3 0,-4-4 0,0 1 0,-1-2 0,1 1 0,0-1 0,0-1 0,12 0 0,86 0 0,68-4 0,-171 4 0,0-1 0,-1 0 0,1 1 0,0-2 0,-1 1 0,1 0 0,-1-1 0,1 0 0,-1 0 0,0-1 0,0 1 0,0-1 0,0 0 0,0 0 0,0 0 0,-1 0 0,1-1 0,-1 1 0,0-1 0,0 0 0,-1 0 0,1 0 0,-1 0 0,0 0 0,0-1 0,0 1 0,-1-1 0,1 1 0,-1-1 0,0 0 0,0 0 0,-1 1 0,1-7 0,-2 8 0,1 1 0,-1-1 0,0 0 0,1 0 0,-1 0 0,0 0 0,-1 1 0,1-1 0,0 0 0,-1 1 0,0-1 0,1 1 0,-1 0 0,0 0 0,0-1 0,0 1 0,-1 0 0,1 1 0,0-1 0,-1 0 0,1 1 0,-1-1 0,0 1 0,1 0 0,-6-2 0,-6-2 0,0 0 0,0 1 0,-27-4 0,32 6 0,0 1 0,0 0 0,-1 1 0,1 0 0,0 0 0,0 1 0,0 0 0,-10 3 0,15-3 0,0 1 0,0 0 0,0 0 0,0 0 0,0 0 0,0 1 0,1 0 0,0-1 0,-1 1 0,1 0 0,0 1 0,0-1 0,1 0 0,-1 1 0,1 0 0,-1 0 0,1-1 0,-3 9 0,2-3 0,0 0 0,0-1 0,1 1 0,0 0 0,0 1 0,1-1 0,0 0 0,1 0 0,1 16 0,0-22 0,-1 0 0,0 0 0,1 0 0,0 0 0,0 0 0,0 0 0,0 0 0,0 0 0,0 0 0,1 0 0,0-1 0,-1 1 0,1 0 0,0-1 0,0 0 0,0 1 0,1-1 0,-1 0 0,0 0 0,1 0 0,0-1 0,-1 1 0,1-1 0,0 1 0,0-1 0,0 0 0,0 0 0,0 0 0,0 0 0,0-1 0,4 1 0,-3 0 0,0-1 0,0 0 0,1 0 0,-1 0 0,0-1 0,1 1 0,-1-1 0,0 0 0,0-1 0,0 1 0,0 0 0,0-1 0,0 0 0,0 0 0,-1 0 0,1-1 0,5-4 0,-2 0 0,-1 1 0,-1-1 0,0 0 0,0 0 0,0 0 0,0-1 0,5-14 0,-9 20 0,-1 0 0,1 0 0,0 0 0,0 0 0,1 0 0,-1 0 0,0 0 0,1 1 0,-1-1 0,1 0 0,-1 1 0,4-3 0,-4 4 0,-1 0 0,1 0 0,0-1 0,-1 1 0,1 0 0,0 0 0,0 0 0,-1 0 0,1 0 0,0 0 0,-1 0 0,1 0 0,0 0 0,0 0 0,-1 0 0,1 0 0,0 0 0,-1 1 0,1-1 0,0 0 0,-1 1 0,1-1 0,0 0 0,-1 1 0,2 0 0,2 4 0,1 0 0,0 0 0,-1 1 0,0-1 0,-1 1 0,5 9 0,10 13 0,-15-24 0,0-1 0,1 1 0,0-1 0,-1 0 0,1 0 0,1 0 0,-1-1 0,0 1 0,0-1 0,1 0 0,5 2 0,-8-4 0,0 1 0,0-1 0,1 1 0,-1-1 0,0 0 0,0 0 0,0 0 0,1 0 0,-1 0 0,0 0 0,0-1 0,0 1 0,0-1 0,0 1 0,0-1 0,0 0 0,0 0 0,0 0 0,0 0 0,0 0 0,0 0 0,0-1 0,-1 1 0,1-1 0,-1 1 0,1-1 0,1-2 0,2-3 0,-1 1 0,0 1 0,1-1 0,0 1 0,0-1 0,0 1 0,9-6 0,-13 10 0,0 1 0,0-1 0,1 0 0,-1 1 0,0-1 0,0 1 0,0 0 0,1-1 0,-1 1 0,0 0 0,0 0 0,1 0 0,-1 0 0,0 0 0,1 0 0,-1 0 0,2 1 0,-1 0 0,0 0 0,0 0 0,0 0 0,0 0 0,-1 1 0,1-1 0,0 0 0,-1 1 0,0-1 0,1 1 0,-1 0 0,0-1 0,1 1 0,0 3 0,11 20 0,-11-20 0,1 1 0,-1-1 0,1 0 0,0 0 0,1 0 0,-1 0 0,1-1 0,5 6 0,-9-10 0,1 0 0,-1 0 0,0 0 0,1 0 0,-1 1 0,0-1 0,1 0 0,-1 0 0,0 0 0,1 0 0,-1 0 0,0 0 0,1 0 0,-1 0 0,0-1 0,1 1 0,-1 0 0,0 0 0,1 0 0,-1 0 0,0 0 0,1 0 0,-1-1 0,0 1 0,1 0 0,-1 0 0,0-1 0,0 1 0,1 0 0,-1 0 0,0-1 0,0 1 0,0 0 0,1-1 0,-1 1 0,0 0 0,0-1 0,0 1 0,0 0 0,0-1 0,0 1 0,1 0 0,-1-1 0,0 1 0,0 0 0,0-1 0,0 1 0,0 0 0,0-1 0,-1 1 0,1 0 0,0-1 0,2-24 0,-2 24 0,-1-33 0,0 23 0,1 0 0,0 1 0,1-1 0,0 0 0,3-16 0,-3 24 0,0 1 0,0-1 0,0 1 0,0 0 0,1-1 0,-1 1 0,1 0 0,-1 0 0,1 0 0,0 0 0,-1 0 0,1 0 0,0 0 0,1 0 0,-1 1 0,0-1 0,0 1 0,1 0 0,-1 0 0,1-1 0,-1 2 0,1-1 0,-1 0 0,1 0 0,-1 1 0,1-1 0,3 1 0,-1-1 0,-1 1 0,1 0 0,-1 0 0,1 0 0,-1 0 0,0 1 0,1 0 0,-1-1 0,1 2 0,-1-1 0,0 0 0,0 1 0,0 0 0,0 0 0,0 0 0,0 1 0,0-1 0,6 6 0,-2 1 0,-1 1 0,1 0 0,-2 0 0,1 0 0,6 16 0,0-2 0,-10-27 0,-1-13 0,-1-16 0,-2 12 0,0 12 0,1-1 0,0 1 0,0-1 0,1 1 0,1-10 0,-1 16 0,-1 0 0,1 0 0,0 0 0,0 1 0,0-1 0,0 0 0,0 0 0,0 0 0,0 1 0,0-1 0,1 0 0,-1 1 0,1-1 0,-1 1 0,1 0 0,-1 0 0,1-1 0,0 1 0,0 0 0,0 0 0,0 1 0,-1-1 0,1 0 0,0 0 0,4 0 0,0 0 0,1 0 0,-1 0 0,0 1 0,1 0 0,-1 0 0,0 0 0,1 1 0,-1-1 0,0 2 0,0-1 0,0 1 0,0 0 0,0 0 0,0 0 0,10 7 0,-2 1 0,0 1 0,-1 0 0,0 1 0,17 20 0,40 49 0,-50-51 0,-17-24 0,0-1 0,1 0 0,0 0 0,0 0 0,0 0 0,0-1 0,7 5 0,-5-4-151,0-1-1,1 0 0,-1 0 0,1-1 1,0 0-1,0 0 0,0-1 1,10 2-1,1-1-6674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9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24575,'98'-2'0,"108"4"0,-147 9 0,-43-7 0,0-1 0,24 1 0,-7-4-25,-22-1-243,0 1 0,1 0 0,-1 1 0,15 3 0,-12 0-6558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49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24575,'414'0'0,"-402"0"-341,0-1 0,0-1-1,16-3 1,-9 0-6485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59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308 23 24575,'-3'-2'0,"0"0"0,-1 0 0,1 0 0,0 0 0,-1 0 0,1 0 0,-1 1 0,0 0 0,1 0 0,-1 0 0,0 0 0,-6 0 0,-50-1 0,43 2 0,10 0 0,-1 1 0,1 1 0,0-1 0,0 1 0,0 0 0,0 1 0,0 0 0,0 0 0,1 0 0,-1 1 0,1 0 0,0 0 0,0 0 0,0 1 0,1 0 0,0 0 0,0 1 0,0-1 0,0 1 0,1 0 0,0 0 0,-6 13 0,5-9 0,0 0 0,0 0 0,1 1 0,1 0 0,0 0 0,0 0 0,1 0 0,0 0 0,1 0 0,0 1 0,1-1 0,0 0 0,1 0 0,3 18 0,-3-26 0,0 0 0,0-1 0,1 1 0,-1 0 0,1-1 0,-1 1 0,1-1 0,0 1 0,0-1 0,0 0 0,0 1 0,0-1 0,0 0 0,1-1 0,-1 1 0,1 0 0,0-1 0,-1 1 0,1-1 0,0 0 0,0 0 0,0 0 0,0 0 0,0 0 0,5 0 0,9 0 0,0 0 0,0 0 0,28-4 0,-9 0 0,-15 3 0,-10 0 0,-1 1 0,0-2 0,0 1 0,0-2 0,0 1 0,0-1 0,0-1 0,0 0 0,-1 0 0,19-9 0,26-24-1365,-40 27-5461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59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 13 24575,'-17'0'0,"7"-1"0,-1 1 0,0 1 0,1-1 0,-14 4 0,21-3 0,1-1 0,-1 1 0,1 0 0,0 0 0,-1 0 0,1 0 0,0 1 0,0-1 0,0 0 0,0 1 0,0 0 0,0-1 0,0 1 0,0 0 0,1 0 0,-1 0 0,1 0 0,-1 0 0,1 1 0,0-1 0,0 0 0,0 0 0,-1 4 0,-4 13 0,1 1 0,0 0 0,2 0 0,0 0 0,1 0 0,2 32 0,0-49 0,1 1 0,0 0 0,0 0 0,0-1 0,0 1 0,1 0 0,-1-1 0,1 0 0,0 1 0,0-1 0,0 0 0,1 0 0,-1 0 0,1 0 0,0 0 0,-1-1 0,1 1 0,0-1 0,1 0 0,-1 0 0,0 0 0,0 0 0,1-1 0,0 1 0,6 1 0,4 1 0,0-1 0,0 0 0,0-1 0,0-1 0,23 0 0,-24-2 0,0 2 0,0-1 0,0-1 0,0 0 0,0-1 0,24-7 0,-33 8 0,-1-1 0,1 0 0,-1 0 0,1 0 0,-1 0 0,0-1 0,0 1 0,0-1 0,0 0 0,0 0 0,-1 0 0,1 0 0,-1 0 0,0 0 0,0-1 0,0 1 0,-1-1 0,1 0 0,-1 1 0,1-1 0,-1 0 0,-1 0 0,2-8 0,0 0 0,-1-1 0,0 1 0,0-1 0,-1 1 0,-1-1 0,0 1 0,-4-18 0,3 24 0,0 0 0,0 0 0,-1 0 0,1 0 0,-1 1 0,0 0 0,-1-1 0,0 1 0,1 0 0,-1 0 0,-1 1 0,1 0 0,-1-1 0,0 1 0,0 1 0,-9-6 0,9 5 0,-16-8 0,20 12 0,1-1 0,-1 1 0,1 0 0,-1-1 0,0 1 0,1 0 0,-1 0 0,0-1 0,1 1 0,-1 0 0,0 0 0,0 0 0,1 0 0,-1 0 0,0 0 0,1 0 0,-1 0 0,0 0 0,0 0 0,1 0 0,-1 0 0,0 1 0,0-1 0,30 26 0,-21-21 0,1 0 0,-1 0 0,1 0 0,0-2 0,1 1 0,-1-1 0,18 4 0,20 7 0,-30-9-195,0 0 0,0-1 0,1-1 0,-1 0 0,1-2 0,25 0 0,-24-1-6631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2:59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263 24 24575,'-7'-1'0,"0"1"0,0-2 0,0 1 0,-12-5 0,-21-4 0,23 8 0,0 1 0,-1 0 0,1 1 0,-29 4 0,42-3 0,0 0 0,1-1 0,-1 2 0,1-1 0,0 0 0,-1 1 0,1-1 0,0 1 0,0 0 0,0 0 0,0 0 0,-4 5 0,5-5 0,1 0 0,-1 1 0,1-1 0,0 0 0,0 1 0,0-1 0,0 1 0,0-1 0,0 1 0,1 0 0,-1-1 0,1 1 0,0 0 0,-1-1 0,1 1 0,1 0 0,-1-1 0,0 1 0,2 3 0,-2-4 0,0 0 0,0 1 0,1-1 0,-1 0 0,1 0 0,0 0 0,-1 0 0,1-1 0,0 1 0,0 0 0,0 0 0,0 0 0,1-1 0,-1 1 0,0 0 0,1-1 0,-1 0 0,1 1 0,0-1 0,-1 0 0,1 0 0,0 1 0,0-1 0,0-1 0,-1 1 0,1 0 0,0 0 0,4 0 0,-3-1 0,-1 0 0,1 0 0,0 0 0,0-1 0,0 1 0,0-1 0,-1 0 0,1 0 0,0 0 0,0 0 0,-1 0 0,1 0 0,-1-1 0,1 1 0,-1-1 0,0 0 0,0 0 0,0 0 0,0 0 0,2-2 0,0-1-136,0 1-1,0-1 1,-1 0-1,0 1 1,0-1-1,0-1 1,-1 1-1,0 0 0,3-10 1,-2-1-6690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00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24575,'-1'100'0,"3"105"0,19-75 0,-19-118 0,1 0 0,0 0 0,1 0 0,0-1 0,1 0 0,0 0 0,0 0 0,1-1 0,1 1 0,0-1 0,0-1 0,1 1 0,0-2 0,1 1 0,0-1 0,0 0 0,1-1 0,0 0 0,13 7 0,-10-9 0,1-1 0,-1-1 0,0-1 0,1 0 0,-1 0 0,1-2 0,0 1 0,-1-2 0,1 0 0,0 0 0,15-5 0,-26 5 0,0 0 0,0 0 0,-1 0 0,1-1 0,0 1 0,-1-1 0,1 1 0,-1-1 0,0 0 0,1 0 0,-1 0 0,0 0 0,0-1 0,0 1 0,-1 0 0,1-1 0,-1 0 0,1 1 0,-1-1 0,0 0 0,0 1 0,0-1 0,0 0 0,0 0 0,-1 0 0,1-3 0,0-7 0,0 0 0,-1 0 0,0 0 0,-4-21 0,4 31 0,-1 0 0,1 1 0,-1-1 0,0 1 0,0-1 0,0 1 0,-1 0 0,1-1 0,-1 1 0,1 0 0,-1 0 0,0 0 0,1 0 0,-1 0 0,0 0 0,0 1 0,0-1 0,-1 1 0,1-1 0,0 1 0,-1 0 0,1 0 0,-1 0 0,1 0 0,-1 0 0,1 1 0,-1-1 0,1 1 0,-1-1 0,0 1 0,-4 0 0,4 0 0,0 0 0,1 0 0,-1 0 0,0 1 0,0-1 0,0 1 0,1-1 0,-1 1 0,0 0 0,1 0 0,-1 0 0,1 0 0,-1 1 0,1-1 0,-1 1 0,1-1 0,0 1 0,0 0 0,0 0 0,0 0 0,0 0 0,0 0 0,1 1 0,-1-1 0,1 0 0,-1 1 0,1-1 0,0 1 0,-2 5 0,2 0 0,-1 1 0,2 0 0,-1 0 0,1-1 0,0 1 0,1 0 0,0-1 0,4 17 0,-4-22 0,0 1 0,0-1 0,0 0 0,1 0 0,-1 0 0,1 0 0,-1 0 0,1 0 0,0 0 0,0-1 0,1 1 0,-1-1 0,0 1 0,1-1 0,-1 0 0,1 0 0,0 0 0,0 0 0,0 0 0,0-1 0,0 1 0,0-1 0,0 0 0,1 0 0,3 1 0,0-2 14,-1 1-1,1-1 0,-1 0 0,1 0 1,0-1-1,-1 0 0,1 0 1,11-4-1,-14 4-100,-1 0-1,1-1 1,-1 0 0,1 0-1,-1 0 1,0 0 0,0 0-1,0-1 1,0 1-1,0-1 1,-1 0 0,1 0-1,-1 0 1,1 0 0,-1 0-1,2-5 1,2-6-6739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00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24575,'0'16'0,"-1"14"0,2 1 0,1-1 0,9 46 0,-5-38 0,-2 0 0,-1 0 0,-2 0 0,-4 40 0,1 10 0,1-70 0,1-10 0,-1 0 0,1-1 0,1 1 0,0-1 0,2 12 0,-2-17 0,-1 0 0,1-1 0,0 1 0,0 0 0,0 0 0,0 0 0,0-1 0,0 1 0,0-1 0,1 1 0,-1-1 0,1 1 0,-1-1 0,1 0 0,-1 1 0,1-1 0,0 0 0,0 0 0,0 0 0,-1-1 0,1 1 0,0 0 0,0-1 0,0 1 0,3-1 0,21 3 0,1-1 0,0-1 0,37-5 0,11 1 0,-66 3 0,0 0 0,0 0 0,0 2 0,0-1 0,13 4 0,-20-4 0,-1-1 0,1 1 0,0-1 0,0 1 0,0 0 0,-1 0 0,1 0 0,0 0 0,-1 0 0,1 0 0,-1 1 0,1-1 0,-1 0 0,0 1 0,0-1 0,0 1 0,1 0 0,-1-1 0,0 1 0,-1 0 0,1-1 0,0 1 0,-1 0 0,1 0 0,0 0 0,-1 0 0,0 0 0,0-1 0,1 1 0,-1 0 0,0 0 0,-1 3 0,1-3 0,-1-1 0,1 1 0,-1-1 0,0 1 0,0-1 0,1 1 0,-1-1 0,0 1 0,0-1 0,0 0 0,-1 0 0,1 1 0,0-1 0,0 0 0,-1 0 0,1 0 0,0 0 0,-1-1 0,1 1 0,-1 0 0,0 0 0,1-1 0,-1 1 0,1-1 0,-1 0 0,0 1 0,-2-1 0,-52 3 0,49-3 0,-32 1 0,-48 8 0,57-5 0,0 0 0,-1-3 0,-39-2 0,46-6 0,23 7 0,1-1 0,-1 1 0,1 0 0,-1-1 0,1 1 0,-1-1 0,1 1 0,0-1 0,-1 1 0,1-1 0,0 1 0,-1-1 0,1 1 0,0-1 0,0 1 0,0-1 0,-1 0 0,1 1 0,0-1 0,0 1 0,0-1 0,0 0 0,0 0 0,1-1 0,-1 0 0,1 1 0,0-1 0,0 0 0,0 0 0,0 0 0,0 1 0,0-1 0,1 1 0,-1-1 0,1 1 0,-1-1 0,1 1 0,-1 0 0,1 0 0,0 0 0,-1 0 0,4-2 0,15-7-1365,-1 0-5461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01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59 24575,'-1'0'0,"0"0"0,0 1 0,0-1 0,0 1 0,0-1 0,1 1 0,-1-1 0,0 1 0,0 0 0,0-1 0,1 1 0,-1 0 0,0 0 0,1-1 0,-1 1 0,1 0 0,-1 0 0,1 0 0,-1 0 0,1 0 0,-1 0 0,1 0 0,0 0 0,0 0 0,-1 0 0,1 0 0,0 2 0,-4 32 0,4-31 0,-1 4 0,1-1 0,0 1 0,0-1 0,1 1 0,-1-1 0,2 1 0,3 13 0,-4-19 0,0 1 0,1-1 0,-1 0 0,0 1 0,1-1 0,0 0 0,-1 0 0,1 0 0,0 0 0,0 0 0,0 0 0,1-1 0,-1 1 0,0-1 0,1 1 0,-1-1 0,0 0 0,1 0 0,0 0 0,-1 0 0,1 0 0,0-1 0,-1 1 0,6-1 0,9 2 0,0-1 0,28-2 0,-38 0 0,-1 0 0,1 0 0,-1 0 0,0-1 0,1 1 0,-1-2 0,0 1 0,0-1 0,-1 1 0,8-6 0,-10 6 0,-1-1 0,0 1 0,0-1 0,0 0 0,0 0 0,0 1 0,0-1 0,-1-1 0,1 1 0,-1 0 0,0 0 0,0 0 0,0-1 0,-1 1 0,1 0 0,-1-1 0,0 1 0,1 0 0,-1-1 0,-1 1 0,1-1 0,-1 1 0,1 0 0,-3-7 0,1 4 0,1-1 0,-2 1 0,1 0 0,-1 0 0,0 0 0,0 0 0,-1 0 0,1 1 0,-1-1 0,-1 1 0,-7-8 0,-5-3 0,15 13 0,-1 0 0,1 0 0,-1 1 0,0-1 0,1 1 0,-1-1 0,0 1 0,-1 0 0,1 0 0,0 1 0,0-1 0,-1 1 0,1 0 0,-5-2 0,2 5-1365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01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10 24575,'-1'35'0,"0"-23"0,0 1 0,1-1 0,1 1 0,0-1 0,0 1 0,1-1 0,1 0 0,0 0 0,1 0 0,9 23 0,-8-27 0,0 0 0,0-1 0,1 1 0,0-1 0,0 0 0,1-1 0,0 0 0,0 0 0,0 0 0,1-1 0,0 0 0,0 0 0,0-1 0,1 0 0,-1 0 0,1-1 0,0 0 0,15 2 0,-22-5 0,-1 0 0,1 0 0,-1 0 0,0 0 0,1 0 0,-1 0 0,1 0 0,-1-1 0,1 1 0,-1 0 0,0-1 0,1 0 0,-1 1 0,0-1 0,0 0 0,1 1 0,-1-1 0,0 0 0,0 0 0,0 0 0,0 0 0,0 0 0,0 0 0,1-3 0,0 1 0,0 0 0,-1-1 0,0 0 0,1 1 0,-1-1 0,-1 0 0,1 1 0,0-1 0,-1-6 0,0 2 0,0-1 0,0 0 0,-1 1 0,0-1 0,-1 1 0,0 0 0,0-1 0,-5-9 0,-3 2-86,-1 1 0,-1-1 0,-1 2 0,0 0 0,-1 0 0,0 1-1,-1 1 1,-30-20 0,29 21-504,5 3-6236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01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24575,'2'0'0,"-1"1"0,1-1 0,-1 0 0,1 1 0,-1-1 0,0 1 0,1-1 0,-1 1 0,0-1 0,1 1 0,-1 0 0,0 0 0,0 0 0,0 0 0,0 0 0,1 0 0,-2 0 0,1 0 0,0 0 0,0 0 0,0 1 0,0-1 0,-1 0 0,2 2 0,11 39 0,-8-25 0,13 34 0,-6-20 0,-2 0 0,12 58 0,-13-40-22,-5-26-426,0 1 0,0 31 1,-4-36-6379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02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1 213 24575,'0'-3'0,"0"1"0,0-1 0,1 0 0,-1 0 0,1 1 0,0-1 0,0 1 0,0-1 0,0 0 0,0 1 0,0 0 0,1-1 0,-1 1 0,1 0 0,0 0 0,0 0 0,0 0 0,0 0 0,0 0 0,0 0 0,3-1 0,5-3 0,1 0 0,-1 1 0,21-7 0,-3 1 0,-15 6 0,0 1 0,1 0 0,14-2 0,-15 4 0,-1-1 0,1-1 0,-1 0 0,16-7 0,20-11-4,-24 11-677,42-26 1,-56 30-6146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02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24575,'-1'0'0,"0"1"0,0-1 0,0 1 0,0-1 0,0 1 0,0 0 0,0-1 0,0 1 0,0 0 0,1 0 0,-1 0 0,0 0 0,0 0 0,1 0 0,-1 0 0,1 0 0,-1 0 0,1 0 0,-1 0 0,1 0 0,-1 0 0,1 0 0,0 0 0,0 0 0,0 1 0,-1-1 0,1 1 0,-2 34 0,2-33 0,0 1 0,0 0 0,1-1 0,0 1 0,-1-1 0,1 0 0,1 1 0,-1-1 0,0 0 0,1 0 0,0 1 0,0-1 0,0 0 0,0-1 0,0 1 0,0 0 0,1-1 0,-1 1 0,1-1 0,0 0 0,0 0 0,0 0 0,5 3 0,5 1 0,1-1 0,-1 0 0,1-1 0,23 3 0,-15-2 0,11 0 0,0-2 0,0-1 0,54-4 0,-20 1 0,-24-3-1365,-24-1-5461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02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24575,'-1'18'0,"1"-1"0,1 1 0,0-1 0,1 1 0,1-1 0,1 1 0,0-1 0,2 0 0,13 31 0,-3-17-9,17 28-1347,-24-45-5470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02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24575,'0'4'0,"0"5"0,3 0 0,2 0-8191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03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1 177 24575,'0'142'0,"0"-142"0,0 0 0,0 0 0,0 0 0,0 0 0,0 0 0,0 0 0,0 0 0,0 0 0,0 0 0,0 0 0,0 0 0,0-1 0,0 1 0,0 0 0,0 0 0,0 0 0,0 0 0,0 0 0,0 0 0,0 0 0,1 0 0,-1 0 0,0 0 0,0 0 0,0 0 0,0 0 0,0 0 0,0 0 0,0 0 0,0 0 0,0 0 0,0 0 0,1 0 0,-1 0 0,0 0 0,0 0 0,0 0 0,0 0 0,0 0 0,0 0 0,0 0 0,0 0 0,0 0 0,0 0 0,0 0 0,1 0 0,-1 0 0,0 0 0,0 0 0,0 0 0,0 0 0,0 1 0,0-1 0,0 0 0,0 0 0,0 0 0,0 0 0,0 0 0,0 0 0,0 0 0,9-13 0,7-16 0,-3-5 0,-5 13 0,1 1 0,15-27 0,-20 42 0,-1 0 0,1-1 0,0 1 0,0 1 0,1-1 0,0 0 0,-1 1 0,2 0 0,-1 0 0,0 1 0,1-1 0,9-3 0,0 1 0,0 1 0,0 0 0,1 1 0,0 1 0,0 0 0,0 2 0,0-1 0,0 2 0,0 0 0,0 1 0,25 5 0,-37-5 0,0 0 0,-1 1 0,1 0 0,0 0 0,-1 0 0,1 0 0,-1 0 0,0 1 0,0-1 0,0 1 0,0 0 0,0 0 0,-1 0 0,1 0 0,-1 0 0,3 6 0,3 7 0,-1-1 0,9 31 0,-12-34 0,0 0 0,0-1 0,1 1 0,1-1 0,7 13 0,-7-17 0,0 1 0,0-2 0,0 1 0,1-1 0,-1 0 0,2 0 0,-1 0 0,10 5 0,-11-9 0,1 1 0,-1-1 0,0 0 0,1 0 0,-1-1 0,1 1 0,0-2 0,-1 1 0,1-1 0,0 0 0,-1 0 0,8-2 0,-8 1 0,-1-1 0,1 1 0,-1-1 0,1-1 0,-1 1 0,0-1 0,0 0 0,0 0 0,-1-1 0,1 1 0,4-5 0,0-1 0,0 1 0,-1-2 0,0 1 0,8-13 0,-11 13 0,0 0 0,0 0 0,-1-1 0,0 1 0,-1-1 0,0 0 0,0 0 0,-1 0 0,1-14 0,-3 19 0,1 1 0,-2-1 0,1 1 0,0 0 0,-1-1 0,0 1 0,0 0 0,0 0 0,0-1 0,-1 1 0,0 0 0,0 0 0,0 0 0,0 1 0,0-1 0,-1 0 0,0 1 0,1 0 0,-1 0 0,-1-1 0,1 2 0,0-1 0,-1 0 0,-4-2 0,-11-6 0,1 1 0,-34-12 0,46 20 0,0 0 0,0 1 0,0-1 0,0 1 0,0 0 0,0 1 0,0-1 0,0 1 0,-1 0 0,1 1 0,0 0 0,0-1 0,-10 5 0,12-4 0,1 1 0,0 0 0,0 1 0,1-1 0,-1 0 0,0 1 0,1-1 0,-1 1 0,1 0 0,0 0 0,0 0 0,0 0 0,1 0 0,-1 1 0,1-1 0,-1 0 0,1 1 0,0-1 0,0 1 0,0 5 0,-2 9 0,1-1 0,1 31 0,1-37 0,0-1 0,1 1 0,0 0 0,1-1 0,0 1 0,1-1 0,5 12 0,-7-19 0,1 1 0,-1-1 0,1 0 0,0 0 0,0 0 0,0 0 0,1 0 0,-1 0 0,1 0 0,0-1 0,-1 0 0,1 1 0,0-1 0,0 0 0,1 0 0,-1-1 0,0 1 0,1-1 0,-1 1 0,1-1 0,-1 0 0,1 0 0,-1-1 0,6 1 0,-8-1 2,1 0-1,-1 0 1,1 0 0,-1 0-1,1 0 1,-1 0-1,1-1 1,-1 1-1,1-1 1,-1 1 0,0-1-1,1 1 1,-1-1-1,0 0 1,1 0-1,-1 0 1,0 1-1,0-1 1,0 0 0,0-1-1,0 1 1,0 0-1,0 0 1,0 0-1,0-1 1,0 1 0,-1 0-1,2-2 1,0-5-51,1 1 0,-1-1 1,0 0-1,1-10 0,2-5-1118,-1 8-5659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03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24575,'0'20'0,"1"1"0,1 0 0,8 32 0,0 23 0,-9-60 0,1 0 0,0 0 0,1 0 0,1 0 0,6 16 0,0-5 0,-2 1 0,0 1 0,-2-1 0,5 57 0,-8-68 0,1-1 0,0 1 0,1 0 0,1-1 0,1 0 0,15 28 0,-19-41 0,-1 0 0,1 0 0,0 0 0,0-1 0,0 1 0,0-1 0,1 0 0,-1 0 0,0 0 0,1 0 0,0-1 0,-1 1 0,1-1 0,0 0 0,0 0 0,0 0 0,-1-1 0,1 0 0,7 1 0,10-1 0,-1 0 0,27-5 0,-46 5 0,6-1 0,-1-1 0,1 0 0,-1 0 0,1 0 0,-1-1 0,0 0 0,0-1 0,0 1 0,0-1 0,6-5 0,27-16 0,-34 22 0,-1 0 0,0 0 0,1 0 0,-1-1 0,0 0 0,-1 0 0,1 0 0,-1 0 0,0-1 0,0 1 0,0-1 0,0 0 0,-1 1 0,0-1 0,0 0 0,0-1 0,1-9 0,-1 8 0,-1-1 0,0 1 0,0-1 0,-1 1 0,1-1 0,-2 1 0,1-1 0,-1 0 0,0 1 0,-1 0 0,0-1 0,-4-8 0,5 13 0,0 1 0,-1-1 0,0 1 0,1 0 0,-1 0 0,0 0 0,0 0 0,0 0 0,0 0 0,-1 0 0,1 1 0,0-1 0,-1 1 0,1 0 0,-1 0 0,0 0 0,1 0 0,-1 0 0,0 0 0,1 1 0,-1-1 0,0 1 0,0 0 0,0 0 0,1 0 0,-5 0 0,5 1 0,-1-1 0,1 0 0,-1 1 0,0-1 0,1 1 0,-1 0 0,1 0 0,-1 0 0,1 0 0,0 0 0,-1 0 0,1 1 0,0-1 0,0 1 0,0 0 0,0-1 0,0 1 0,0 0 0,1 0 0,-1 0 0,1 1 0,-1-1 0,1 0 0,0 0 0,0 1 0,0-1 0,-2 5 0,1 4 0,1 0 0,-1 0 0,2 0 0,-1 0 0,1-1 0,4 22 0,-4-28 0,1 0 0,0 1 0,1-1 0,-1 0 0,1 0 0,-1 0 0,1 0 0,0 0 0,1-1 0,-1 1 0,1 0 0,0-1 0,-1 0 0,1 0 0,1 0 0,-1 0 0,0 0 0,1-1 0,6 4 0,-2-2 0,0 0 0,0-1 0,0 0 0,0 0 0,0-1 0,1 0 0,0-1 0,-1 0 0,1 0 0,16-1 0,-22 0 0,1-1 0,0 0 0,0 0 0,-1 0 0,1 0 0,-1-1 0,1 1 0,-1-1 0,1 0 0,-1 0 0,0 0 0,0 0 0,0-1 0,0 1 0,-1-1 0,1 0 0,0 0 0,-1 0 0,0 0 0,0 0 0,0-1 0,0 1 0,-1 0 0,1-1 0,-1 0 0,2-6 0,1-8-1365,-1 2-5461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04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24575,'6'2'0,"0"0"0,0 1 0,-1-1 0,1 1 0,-1 0 0,1 0 0,6 6 0,-9-7 0,10 8 0,0 1 0,-1 0 0,19 22 0,-22-22 0,1 0 0,0 0 0,1-1 0,0-1 0,18 12 0,-21-16 0,0 1 0,-1 0 0,11 11 0,21 16 0,-24-23-113,27 15 354,-41-24-305,0 0-1,1 0 0,0-1 0,-1 1 0,1 0 0,-1-1 0,1 0 0,0 1 0,-1-1 0,1 0 0,0 0 0,-1 0 0,1 0 0,0 0 0,-1 0 1,1 0-1,0-1 0,-1 1 0,1 0 0,-1-1 0,1 0 0,2-1 0,4-5-6761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04.3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397 1 24575,'-4'-1'0,"-1"1"0,1 1 0,0-1 0,0 1 0,0-1 0,0 1 0,0 0 0,0 1 0,0-1 0,0 1 0,1-1 0,-1 1 0,1 0 0,-1 1 0,1-1 0,-4 3 0,0 3 0,1-1 0,0 1 0,0 1 0,1-1 0,-7 14 0,-15 24 0,-3-2 0,-58 67 0,9-16 0,28-23-1365,40-60-5461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1.8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24575,'32'0'0,"-1"1"0,35 6 0,-55-5 0,-1 0 0,1 1 0,-1 1 0,0-1 0,0 1 0,0 1 0,0 0 0,-1 1 0,16 11 0,-23-16 0,9 8 0,-1 0 0,0 0 0,9 12 0,-15-17 0,-1 1 0,0 0 0,0 0 0,-1 1 0,1-1 0,-1 0 0,0 1 0,-1 0 0,1-1 0,0 7 0,-2-8 0,0 0 0,0 0 0,0 0 0,0 0 0,-1 0 0,1 0 0,-1 0 0,0 0 0,-1 0 0,1 0 0,-1-1 0,1 1 0,-1-1 0,0 1 0,0-1 0,-1 1 0,1-1 0,-1 0 0,1 0 0,-4 2 0,-9 8 0,1 0 0,-2-2 0,-17 11 0,1-1 0,23-11-80,18-11 280,20-11-1685,-17 4-5341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2.0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114 1 24575,'-18'0'0,"11"-1"0,-1 1 0,0 0 0,1 1 0,-1 0 0,-10 2 0,16-2 0,0-1 0,0 1 0,0 0 0,0 0 0,0 0 0,1 0 0,-1 0 0,0 1 0,1-1 0,-1 1 0,0-1 0,1 1 0,0-1 0,-1 1 0,1 0 0,0 0 0,0-1 0,0 1 0,0 0 0,0 0 0,0 0 0,1 0 0,-2 4 0,1 1 6,0-1-1,0 0 1,0 1-1,1-1 0,0 1 1,0-1-1,0 0 1,1 1-1,0-1 1,1 1-1,-1-1 1,1 0-1,0 0 0,1 0 1,-1 0-1,1 0 1,0-1-1,1 1 1,-1-1-1,1 0 1,7 7-1,-5-6-98,0 0 0,1-1 1,0 0-1,0 0 0,1-1 0,-1 0 0,1 0 0,0 0 1,0-1-1,0-1 0,1 1 0,-1-1 0,1 0 1,-1-1-1,14 0 0,-4 0-6733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2.3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0 24575,'3'0'0,"2"4"0,4 1 0,-1 3 0,0 5 0,-3 3 0,-1 2 0,-2 3 0,-5-3 0,-2-1 0,-3-2 0,-1-2 0,-3-1 0,2-1 0,1-4 0,3-9 0,2-2-8191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2.9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24575,'-1'39'0,"2"42"0,-1-75 0,1 0 0,0 0 0,0 0 0,1 0 0,0 0 0,0-1 0,0 1 0,1-1 0,0 1 0,5 7 0,-7-12 0,-1-1 0,0 1 0,0-1 0,0 0 0,1 1 0,-1-1 0,0 0 0,1 1 0,-1-1 0,0 0 0,1 0 0,-1 1 0,0-1 0,1 0 0,-1 0 0,0 1 0,1-1 0,-1 0 0,1 0 0,-1 0 0,0 0 0,1 0 0,-1 0 0,1 0 0,-1 0 0,1 0 0,-1 0 0,0 0 0,1 0 0,-1 0 0,1 0 0,-1 0 0,0 0 0,1 0 0,-1 0 0,1-1 0,0 1 0,10-18 0,0-24 0,-10 11 0,-1 26 0,-1 0 0,1 0 0,0 0 0,1 0 0,-1 1 0,1-1 0,0 0 0,0 0 0,1 0 0,0 0 0,3-8 0,-4 13 0,-1-1 0,1 1 0,-1 0 0,1-1 0,-1 1 0,1 0 0,-1 0 0,1-1 0,-1 1 0,1 0 0,-1 0 0,1 0 0,0 0 0,-1 0 0,1 0 0,-1 0 0,1 0 0,-1 0 0,1 0 0,0 0 0,-1 0 0,1 0 0,-1 0 0,1 0 0,-1 1 0,1-1 0,-1 0 0,1 0 0,-1 1 0,1-1 0,-1 0 0,1 1 0,-1-1 0,1 0 0,-1 1 0,0-1 0,1 1 0,-1-1 0,0 1 0,1-1 0,-1 1 0,0-1 0,0 1 0,1-1 0,-1 2 0,16 29 0,-13-26 0,57 101 0,8 15 0,-60-101 0,-1 0 0,0 1 0,-2-1 0,0 1 0,-1 0 0,-1 0 0,-2 1 0,0-1 0,0 0 0,-5 28 0,4-45 0,-1 0 0,1 0 0,-1 0 0,0 0 0,0-1 0,0 1 0,-1 0 0,1-1 0,-1 1 0,0-1 0,0 1 0,0-1 0,-1 0 0,1 0 0,-1 0 0,0 0 0,1 0 0,-1-1 0,0 1 0,-1-1 0,1 0 0,0 0 0,-1 0 0,1 0 0,-1-1 0,0 1 0,1-1 0,-7 1 0,-4 1 0,0-1 0,-1-1 0,0 0 0,1-1 0,-1 0 0,-20-4 0,31 3 0,0 0 0,-1 0 0,1 0 0,0 0 0,0-1 0,0 1 0,0-1 0,1 0 0,-1-1 0,0 1 0,1-1 0,-1 1 0,1-1 0,0 0 0,0 0 0,0 0 0,0-1 0,1 1 0,-1-1 0,1 0 0,0 1 0,0-1 0,0 0 0,1 0 0,-2-6 0,0 1 0,1 0 0,1 0 0,-1-1 0,1 1 0,1-1 0,0 1 0,0-1 0,1 1 0,0 0 0,4-17 0,-3 21 0,0 0 0,0 1 0,1-1 0,-1 0 0,1 1 0,0 0 0,0 0 0,1 0 0,-1 0 0,1 0 0,7-5 0,53-35 0,-37 27 0,2 0 0,0 1 0,44-16 0,-37 17 0,41-24 0,45-31 0,-42 21-1365,-69 41-5461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4.8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 24575,'0'544'0,"0"-550"0,-1 1 0,2-1 0,-1 0 0,1 0 0,0 0 0,0 0 0,1 0 0,3-8 0,-4 12 0,0-1 0,1 1 0,0 0 0,-1 0 0,1 0 0,0 1 0,0-1 0,0 0 0,0 1 0,1-1 0,-1 1 0,0 0 0,1-1 0,-1 1 0,0 0 0,1 1 0,-1-1 0,1 0 0,0 1 0,-1-1 0,1 1 0,2 0 0,14-2 0,0 2 0,0 0 0,-1 0 0,20 5 0,-27-4 0,-1 2 0,0-1 0,0 1 0,0 1 0,0 0 0,-1 0 0,0 1 0,16 10 0,-24-15 0,0 1 0,0-1 0,0 1 0,0-1 0,-1 1 0,1 0 0,0-1 0,0 1 0,0 0 0,-1-1 0,1 1 0,0 0 0,-1 0 0,1 0 0,-1 0 0,1 0 0,-1 0 0,0 0 0,1 0 0,-1 0 0,0 0 0,1 0 0,-1 0 0,0 0 0,0 0 0,0 0 0,0 0 0,0 0 0,-1 2 0,0-1 0,0-1 0,0 1 0,0-1 0,-1 1 0,1-1 0,-1 0 0,1 1 0,-1-1 0,1 0 0,-1 0 0,0 0 0,1 0 0,-1 0 0,-3 0 0,-9 4 0,0-1 0,-1 0 0,-17 1 0,-17 0 0,34-4 0,0 0 0,0 1 0,0 0 0,1 1 0,-19 7 0,-18 8 0,69-14 0,14-2 0,-12-2 0,4 0 0,1 0 0,-1-2 0,1 0 0,-1-2 0,38-10 0,6-6 0,-42 14 0,47-20 0,-52 17 0,-11 5 0,-1 0 0,0 0 0,0-1 0,-1 0 0,15-11 0,-20 13 0,0 0 0,-1 0 0,0 0 0,0 0 0,1 0 0,-2 0 0,1-1 0,0 1 0,-1-1 0,1 1 0,-1-1 0,0 0 0,-1 1 0,1-1 0,0 0 0,-1 0 0,0 1 0,0-1 0,-1-5 0,1 4 0,-1 1 0,0 0 0,0 0 0,-1-1 0,1 1 0,-1 0 0,0 0 0,0 1 0,0-1 0,-1 0 0,1 1 0,-1-1 0,0 1 0,0 0 0,-5-5 0,6 6 0,-1 0 0,1 0 0,-1 0 0,1 0 0,-1 1 0,0-1 0,0 1 0,0-1 0,0 1 0,0 0 0,0 0 0,0 1 0,-1-1 0,1 1 0,0-1 0,0 1 0,0 0 0,-1 0 0,1 0 0,0 1 0,-5 0 0,6 0 0,0 0 0,0 0 0,1 1 0,-1-1 0,0 0 0,0 1 0,1-1 0,-1 1 0,1 0 0,0-1 0,-1 1 0,1 0 0,0 0 0,0 0 0,0 0 0,0 0 0,0 0 0,1 0 0,-1 0 0,1 0 0,-1 0 0,1 0 0,0 4 0,-2 9 0,2-1 0,1 22 0,0-21 0,-1-8 0,1 0 0,0 0 0,0 0 0,1-1 0,-1 1 0,2 0 0,-1-1 0,1 1 0,0-1 0,0 0 0,0 0 0,1 0 0,0 0 0,0-1 0,1 1 0,0-1 0,0 0 0,0 0 0,0-1 0,1 0 0,0 0 0,-1 0 0,1-1 0,1 1 0,-1-1 0,0-1 0,1 1 0,0-1 0,-1 0 0,1-1 0,0 0 0,12 1 0,264-4 0,-275 1 0,0 0 0,0 0 0,0 0 0,0-1 0,0 0 0,0-1 0,12-5 0,50-31 0,-48 26 0,-6 4 0,-1 0 0,-1-2 0,25-21 0,-36 29 0,0-1 0,0 1 0,0 0 0,-1-1 0,0 1 0,1-1 0,-1 1 0,-1-1 0,1 0 0,1-5 0,-3 7 0,1 0 0,-1 0 0,0 0 0,0 0 0,0 0 0,0 0 0,0 0 0,-1 0 0,1 0 0,0 0 0,-1 0 0,0 0 0,1 0 0,-1 0 0,0 0 0,0 0 0,0 0 0,0 0 0,-1 1 0,1-1 0,-2-2 0,0 2 0,0-1 0,-1 1 0,1 0 0,0 0 0,0 0 0,-1 0 0,1 1 0,-1 0 0,0-1 0,1 1 0,-1 0 0,0 1 0,0-1 0,-6 0 0,-62 3 0,44-1 0,25-1 0,0 0 0,-1 0 0,1 1 0,0-1 0,-1 1 0,1 0 0,0-1 0,0 1 0,-1 1 0,1-1 0,0 0 0,0 1 0,-5 3 0,6-3 0,0 1 0,0-1 0,1 0 0,-1 1 0,1-1 0,-1 1 0,1 0 0,0-1 0,0 1 0,0 0 0,0 0 0,1-1 0,-1 1 0,1 0 0,-1 0 0,1 5 0,-1 36 0,7 66 0,-6-108 0,-1 0 0,1 0 0,0-1 0,1 1 0,-1 0 0,0-1 0,0 1 0,1 0 0,-1-1 0,1 1 0,0 0 0,-1-1 0,1 1 0,0-1 0,0 1 0,0-1 0,0 1 0,0-1 0,0 0 0,1 0 0,-1 1 0,0-1 0,0 0 0,1 0 0,-1 0 0,1 0 0,-1-1 0,1 1 0,0 0 0,-1-1 0,1 1 0,0-1 0,-1 1 0,1-1 0,0 0 0,-1 1 0,1-1 0,0 0 0,0 0 0,-1-1 0,1 1 0,0 0 0,-1 0 0,1-1 0,3 0 0,2-2 0,0 0 0,0 0 0,-1 0 0,1-1 0,0 0 0,-1 0 0,0-1 0,0 0 0,6-6 0,19-24 0,-18 20 0,0 0 0,1 1 0,23-18 0,-36 31 0,1 0 0,-1 0 0,1 0 0,-1 0 0,1 0 0,-1 0 0,1 1 0,-1-1 0,1 1 0,0-1 0,-1 1 0,1 0 0,0-1 0,0 1 0,-1 0 0,1 0 0,0 0 0,0 0 0,-1 1 0,1-1 0,0 0 0,-1 1 0,1-1 0,2 2 0,0 1 0,1 0 0,-1 0 0,0 0 0,0 1 0,0 0 0,4 5 0,20 16 0,-25-23 0,0 0 0,-1 1 0,0-1 0,1 1 0,-1 0 0,0 0 0,-1 0 0,1 0 0,0 0 0,-1 0 0,0 0 0,1 1 0,-1-1 0,-1 0 0,1 1 0,0-1 0,-1 1 0,0-1 0,0 7 0,1 0 0,-1-18 0,1 1 0,0-1 0,0 1 0,0 0 0,1 0 0,0 0 0,1 0 0,-1 0 0,6-9 0,-6 11 0,0 1 0,0 0 0,0 0 0,1 1 0,-1-1 0,1 0 0,0 1 0,0 0 0,0-1 0,1 1 0,-1 1 0,1-1 0,0 0 0,-1 1 0,1 0 0,0 0 0,1 0 0,6-3 0,-7 5 0,0-1 0,0 0 0,0 1 0,0 0 0,0 0 0,-1 0 0,1 0 0,0 1 0,0 0 0,0 0 0,0 0 0,0 0 0,-1 0 0,1 1 0,-1-1 0,1 1 0,-1 0 0,1 0 0,-1 0 0,0 1 0,0-1 0,0 1 0,0 0 0,-1 0 0,1 0 0,-1 0 0,0 0 0,1 0 0,-2 1 0,1-1 0,0 1 0,1 3 0,-2-18 0,0 0 0,0-1 0,7-19 0,-6 26 0,0 1 0,0-1 0,0 1 0,1-1 0,0 1 0,0 0 0,0 0 0,1 0 0,-1 0 0,1 0 0,0 1 0,0 0 0,0 0 0,0 0 0,1 0 0,-1 0 0,1 1 0,-1 0 0,1 0 0,0 0 0,8-1 0,6 0 0,0 1 0,0 0 0,1 2 0,27 2 0,-8-1 0,-30 0 0,-1-1 0,1 1 0,-1 1 0,1 0 0,-1 0 0,0 0 0,0 1 0,0 0 0,0 1 0,0 0 0,-1 0 0,0 1 0,0 0 0,0 0 0,0 0 0,-1 1 0,0 0 0,0 0 0,0 1 0,6 10 0,17 18 37,-24-29-238,1 0 1,-1 1 0,0 0 0,0 0-1,0 0 1,4 11 0,-4-4-6626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5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24575,'106'-1'0,"114"3"0,-217-2-68,0 0 0,0 0-1,-1 1 1,1-1 0,0 1 0,0-1-1,-1 1 1,1 0 0,0 0 0,-1 0-1,1 0 1,-1 1 0,0-1 0,1 1-1,-1-1 1,0 1 0,0 0 0,0 0-1,4 4 1,-5 1-6758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5.2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24575,'543'0'-1365,"-524"0"-5461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6.3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308 90 24575,'0'-3'0,"0"0"0,0 0 0,-1 0 0,1 0 0,-1 0 0,0 0 0,0 0 0,0 0 0,0 1 0,0-1 0,-1 0 0,1 0 0,-1 1 0,1-1 0,-1 1 0,0 0 0,-3-3 0,1 1 0,0 1 0,-1 0 0,1 0 0,-1 0 0,0 1 0,0-1 0,0 1 0,0 0 0,-6-1 0,-3 0 0,-1 0 0,1 1 0,-1 1 0,0 0 0,0 1 0,-17 2 0,27-1 0,0 0 0,0 0 0,0 0 0,0 1 0,1-1 0,-1 1 0,0 1 0,1-1 0,-1 0 0,1 1 0,0 0 0,0 0 0,0 0 0,0 1 0,1-1 0,-1 1 0,1 0 0,0 0 0,0 0 0,0 0 0,1 1 0,-1-1 0,1 1 0,0-1 0,0 1 0,-2 9 0,1 3 0,0 0 0,0 0 0,2-1 0,0 1 0,1 0 0,4 30 0,-3-42 0,0-1 0,1 1 0,-1 0 0,1-1 0,1 1 0,-1-1 0,0 0 0,1 0 0,0 0 0,0 0 0,0 0 0,1-1 0,-1 1 0,1-1 0,0 0 0,-1 0 0,2 0 0,-1-1 0,0 1 0,7 1 0,-1 2 0,1-2 0,0 0 0,1 0 0,-1-1 0,1 0 0,-1-1 0,17 2 0,243-6 0,-262 1-195,-1 0 0,1 0 0,-1 0 0,0-1 0,1-1 0,11-4 0,-4-2-6631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6.6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225 70 24575,'0'-2'0,"-1"0"0,0 0 0,0 1 0,0-1 0,0 0 0,0 1 0,0-1 0,0 1 0,0-1 0,-1 1 0,1-1 0,0 1 0,-1 0 0,1 0 0,-1 0 0,0 0 0,-3-2 0,-31-15 0,35 17 0,-9-3 0,0 0 0,0 1 0,0 0 0,0 0 0,-1 2 0,-19-3 0,28 4 0,-1 0 0,1 0 0,-1 0 0,1 0 0,-1 0 0,1 0 0,-1 1 0,1-1 0,0 1 0,-1-1 0,1 1 0,-1 0 0,1 0 0,0 0 0,0 1 0,0-1 0,-1 0 0,1 1 0,1-1 0,-1 1 0,0 0 0,0 0 0,1 0 0,-1 0 0,0 0 0,1 0 0,0 0 0,0 0 0,0 0 0,0 1 0,0-1 0,0 0 0,0 4 0,-2 8 0,1 1 0,1-1 0,1 1 0,0 0 0,1-1 0,0 1 0,1-1 0,1 1 0,6 21 0,-7-33 0,1 1 0,-1-1 0,1 0 0,0 0 0,-1 0 0,2 0 0,-1 0 0,0 0 0,0-1 0,1 0 0,-1 0 0,1 0 0,0 0 0,-1 0 0,1-1 0,0 1 0,0-1 0,0 0 0,7 0 0,8 2 0,1 0 0,32-2 0,-51-1 0,7 0 0,0 0 0,1 0 0,-1-1 0,0-1 0,0 1 0,0-1 0,0 0 0,14-7 0,-19 8 0,0-1 0,0 0 0,0-1 0,0 1 0,0 0 0,-1-1 0,1 0 0,-1 0 0,1 1 0,-1-1 0,0 0 0,0-1 0,-1 1 0,1 0 0,-1-1 0,1 1 0,-1-1 0,0 1 0,0-1 0,-1 1 0,1-1 0,-1-4 0,1-55-1365,-1 44-5461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6.9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245 42 24575,'-16'-1'0,"0"-1"0,-29-7 0,36 6 0,0 1 0,0 0 0,0 0 0,-1 1 0,1 0 0,0 1 0,-1 0 0,1 0 0,0 1 0,0 0 0,-1 1 0,-11 3 0,18-3 0,1 0 0,-1 0 0,1 0 0,0 0 0,-1 0 0,1 0 0,0 1 0,0-1 0,1 1 0,-1-1 0,0 1 0,1 0 0,0 0 0,-1 0 0,1 0 0,0 0 0,0 0 0,1 0 0,-1 0 0,1 0 0,0 0 0,-1 4 0,1 9 0,0 0 0,4 31 0,-4-45 0,1 1 0,-1 0 0,1 0 0,0-1 0,0 1 0,0 0 0,0-1 0,1 1 0,-1-1 0,1 1 0,-1-1 0,1 0 0,0 0 0,0 0 0,0 0 0,0 0 0,3 2 0,0-1 0,-1 0 0,1-1 0,0 1 0,0-1 0,0-1 0,0 1 0,0-1 0,0 0 0,6 1 0,-4-1 0,0 0 0,-1-1 0,1 0 0,0 0 0,-1-1 0,1 0 0,0 0 0,-1 0 0,1-1 0,-1 0 0,1 0 0,-1-1 0,0 1 0,0-2 0,7-3 0,-8 0 0,1 0 0,-1 0 0,0 0 0,-1-1 0,0 0 0,0 0 0,-1 0 0,0 0 0,4-15 0,8-21 0,-7 28-77,10-29-1211,-15 29-5538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7.4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24575,'0'3'0,"-1"23"0,1 0 0,1 0 0,2 0 0,0 0 0,2-1 0,14 49 0,-5-17 0,-12-46 0,0 0 0,0 0 0,1-1 0,6 14 0,1-2 0,-8-16 0,0 1 0,1-1 0,0 0 0,0 0 0,1 0 0,0 0 0,0-1 0,0 1 0,1-1 0,7 7 0,9 5 0,-16-13 0,-1 0 0,1 0 0,0-1 0,0 0 0,0 0 0,1 0 0,-1 0 0,1-1 0,6 3 0,2-2 0,-1 1 0,0 0 0,0-1 0,0-1 0,0 0 0,22 0 0,-33-2 0,1 0 0,0-1 0,-1 1 0,1-1 0,0 0 0,-1 1 0,1-1 0,-1 0 0,1 0 0,-1-1 0,0 1 0,1 0 0,-1-1 0,0 0 0,0 1 0,0-1 0,0 0 0,0 0 0,0 0 0,-1 0 0,1 0 0,-1-1 0,1 1 0,-1 0 0,0-1 0,0 1 0,0-1 0,0 1 0,-1-1 0,1 0 0,0 1 0,-1-1 0,0-5 0,2-10 0,-1-1 0,-2-34 0,0 47 0,1-1 0,-1 0 0,-1 1 0,0-1 0,0 1 0,0-1 0,0 1 0,-1 0 0,0 0 0,-8-11 0,11 17 0,0-1 0,0 1 0,-1 0 0,1-1 0,0 1 0,0 0 0,0-1 0,0 1 0,-1 0 0,1 0 0,0-1 0,0 1 0,-1 0 0,1 0 0,0 0 0,0-1 0,-1 1 0,1 0 0,0 0 0,-1 0 0,1 0 0,0 0 0,-1 0 0,1-1 0,0 1 0,-1 0 0,1 0 0,0 0 0,-1 0 0,1 0 0,0 0 0,-1 0 0,1 0 0,0 1 0,-1-1 0,1 0 0,0 0 0,-1 0 0,1 0 0,-1 0 0,-4 16 0,2 27 0,3-41 0,0 6 0,0 0 0,1 0 0,-1 0 0,1 0 0,1 0 0,0-1 0,0 1 0,0 0 0,5 9 0,-4-14 0,-1 1 0,0-1 0,1 0 0,0 0 0,-1 0 0,1 0 0,1 0 0,-1-1 0,0 1 0,1-1 0,-1 0 0,1 0 0,-1 0 0,1 0 0,0-1 0,0 0 0,0 1 0,0-1 0,0-1 0,5 1 0,-3 1 0,0-2 0,0 1 0,1-1 0,-1 0 0,0 0 0,1 0 0,-1-1 0,0 0 0,0 0 0,0-1 0,0 0 0,0 0 0,7-3 0,-9 2 0,1 0 0,-1-1 0,0 1 0,0 0 0,0-1 0,-1 0 0,1 0 0,-1 0 0,0-1 0,0 1 0,-1-1 0,1 1 0,-1-1 0,0 0 0,0 0 0,1-7 0,4-12-682,6-35-1,-11 40-6143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7.9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24575,'0'479'0,"0"-477"0,-1 1 0,1-1 0,0 1 0,0-1 0,0 1 0,1-1 0,-1 1 0,0-1 0,1 1 0,0-1 0,-1 1 0,1-1 0,0 0 0,0 0 0,0 1 0,1-1 0,-1 0 0,0 0 0,1 0 0,0 0 0,-1 0 0,1-1 0,0 1 0,0 0 0,0-1 0,0 1 0,0-1 0,0 0 0,0 0 0,1 0 0,-1 0 0,0 0 0,1 0 0,-1-1 0,1 1 0,-1-1 0,0 1 0,1-1 0,-1 0 0,6 0 0,38 1 0,-33-2 0,1 1 0,-1 1 0,0 0 0,1 1 0,-1 1 0,0 0 0,0 0 0,12 6 0,8 5 0,-2 1 0,1 2 0,53 38 0,-83-54 0,-1 0 0,0 0 0,0-1 0,0 1 0,1 0 0,-1 0 0,0 0 0,0 0 0,-1 0 0,1 1 0,0-1 0,0 0 0,0 0 0,-1 1 0,1-1 0,-1 0 0,1 1 0,-1-1 0,1 0 0,-1 1 0,0 2 0,0-3 0,-1 0 0,1 0 0,-1-1 0,1 1 0,-1 0 0,0 0 0,1 0 0,-1 0 0,0-1 0,0 1 0,0 0 0,1-1 0,-1 1 0,0-1 0,0 1 0,0-1 0,0 1 0,0-1 0,0 1 0,0-1 0,-2 0 0,-8 3 0,0-2 0,-1 1 0,-22-1 0,-42-1 0,-92-3 0,159 2 20,-1-1 0,1 0 0,0 0 0,0-1 0,-9-5 0,15 7-42,0 0-1,1-1 1,-1 1 0,1-1-1,-1 0 1,1 0 0,-1 0-1,-2-4 1,4 5-32,0 0 1,1 1-1,-1-1 1,1 0-1,-1 0 1,1 0-1,0 0 1,-1 0-1,1 0 1,0-1-1,-1 1 1,1 0-1,0 0 1,0 0-1,0 0 1,0 0-1,0 0 1,0 0-1,1 0 1,-1 0-1,0 0 1,0 0-1,2-2 1,4-8-6773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8.5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1 121 24575,'0'12'0,"0"-2"0,0 0 0,0 1 0,1-1 0,0 0 0,5 16 0,-5-23 0,0-1 0,0 1 0,0-1 0,1 0 0,-1 1 0,1-1 0,-1 0 0,1 0 0,0 0 0,0 0 0,0 0 0,0 0 0,0 0 0,0-1 0,1 1 0,-1-1 0,0 0 0,1 1 0,-1-1 0,1 0 0,0-1 0,-1 1 0,1 0 0,0-1 0,4 1 0,5 1 0,0-1 0,0 0 0,0-1 0,19-2 0,-29 2 0,1-1 0,-1 1 0,1-1 0,-1 1 0,1-1 0,-1 0 0,0 0 0,1 0 0,-1 0 0,0 0 0,0-1 0,0 1 0,0-1 0,0 1 0,0-1 0,0 0 0,0 0 0,-1 1 0,1-1 0,-1 0 0,1-1 0,-1 1 0,0 0 0,0 0 0,0-1 0,0 1 0,0 0 0,0-4 0,1 0 0,-1 0 0,-1 0 0,1 0 0,-1-1 0,0 1 0,-1 0 0,1-1 0,-1 1 0,0 0 0,-1 0 0,0 0 0,0 0 0,0 0 0,0 0 0,-5-7 0,-4-1 0,1 0 0,-1 0 0,-1 2 0,-17-15 0,24 22 0,-2-1 0,-4-4 0,21 12 0,39 18 0,-37-16 0,0 1 0,0 0 0,0 1 0,13 8 0,-22-11 0,0 0 0,-1-1 0,0 1 0,1 1 0,-1-1 0,0 0 0,-1 0 0,1 1 0,-1-1 0,1 1 0,-1-1 0,0 1 0,0 0 0,-1-1 0,1 1 0,-1 0 0,0 0 0,0 7 0,0-7 0,0 0 0,0 0 0,0 0 0,1 0 0,-1 0 0,1 0 0,0 0 0,0 0 0,1 0 0,-1 0 0,1 0 0,0-1 0,0 1 0,0-1 0,0 1 0,1-1 0,2 4 0,8 4 0,-7-5 0,1 0 0,0 0 0,0-1 0,12 7 0,-18-11 0,1 0 0,-1 0 0,1-1 0,0 1 0,-1-1 0,1 1 0,0-1 0,-1 1 0,1-1 0,0 0 0,-1 0 0,1 0 0,0 0 0,-1 0 0,1 0 0,0-1 0,0 1 0,-1 0 0,1-1 0,-1 0 0,1 1 0,0-1 0,-1 0 0,1 0 0,-1 0 0,1 1 0,-1-2 0,0 1 0,2-1 0,-1-1 0,-1 1 0,1 0 0,-1-1 0,0 1 0,0-1 0,0 0 0,0 1 0,0-1 0,-1 0 0,1 1 0,-1-1 0,0 0 0,0 1 0,0-1 0,0 0 0,0 0 0,0 1 0,-1-1 0,0 0 0,1 0 0,-2-3 0,-3-9 0,0 1 0,-11-20 0,15 32 0,-8-13-1365,1 3-5461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9.1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24575,'0'35'0,"2"-1"0,9 49 0,33 144 0,-41-215 0,0 0 0,-1-1 0,-1 1 0,0 0 0,0 0 0,-1 0 0,-1 0 0,0 0 0,-4 19 0,5-30 0,0 0 0,-1 0 0,1 0 0,-1 0 0,1 0 0,-1 0 0,1 0 0,-1 0 0,1 0 0,-1 0 0,0 0 0,1 0 0,-1-1 0,0 1 0,0 0 0,0-1 0,1 1 0,-1 0 0,-2 0 0,2-1 0,1 0 0,-1 0 0,1 0 0,-1 0 0,0-1 0,1 1 0,-1 0 0,1 0 0,-1-1 0,1 1 0,-1 0 0,1-1 0,-1 1 0,1 0 0,-1-1 0,1 1 0,-1-1 0,1 1 0,0-1 0,-1 1 0,1-1 0,0 1 0,-1-1 0,1 0 0,-3-3 0,1-1 0,0 0 0,1 1 0,-1-1 0,1 0 0,-2-9 0,3 9 0,1 0 0,-1 0 0,1 0 0,0 0 0,0 0 0,0 0 0,1 0 0,-1 0 0,1 0 0,1 1 0,-1-1 0,1 1 0,-1-1 0,1 1 0,0 0 0,1 0 0,-1 0 0,1 1 0,6-6 0,10-7 0,0 2 0,39-23 0,-43 28 0,28-19 0,-40 26 0,0-1 0,-1 0 0,1 0 0,-1 0 0,0 0 0,0-1 0,0 1 0,0-1 0,2-4 0,-6 3 0,-7 7 0,-6 8 0,8-4 0,1 1 0,0 0 0,1 0 0,0 0 0,0 1 0,1-1 0,-1 1 0,2 0 0,-1 0 0,1 0 0,-1 9 0,2-11 0,0-1 0,1 1 0,-1 0 0,1 0 0,1 0 0,-1 0 0,1 0 0,0 0 0,0 0 0,1 0 0,0-1 0,0 1 0,0-1 0,0 1 0,1-1 0,5 7 0,-4-7 0,1-1 0,-1 0 0,1-1 0,0 1 0,0-1 0,0 0 0,1 0 0,10 3 0,47 16 0,-40-18 0,1 0 0,-1-2 0,1 0 0,0-2 0,28-3 0,9 1 0,-18-2-1365,-24 0-5461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9.4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24575,'-1'21'0,"1"-1"0,1 1 0,1-1 0,1 1 0,1-1 0,1 0 0,9 25 0,10 22 31,-15-38-729,24 50 0,-26-66-6128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19.6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10 24575,'0'-4'0,"-3"-1"0,-2 4 0,0 6 0,1 6 0,5 0 0,3 3 0,-1 3 0,4 1 0,1 2 0,-1-2-8191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20.1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1 135 24575,'1'1'0,"1"0"0,-1 0 0,0-1 0,1 2 0,-1-1 0,0 0 0,0 0 0,0 0 0,0 0 0,0 1 0,0-1 0,0 0 0,0 1 0,-1-1 0,1 1 0,0-1 0,-1 1 0,1-1 0,-1 1 0,0-1 0,1 1 0,-1 1 0,4 9 0,34 91 0,-30-79 0,2-1 0,-5-24 0,-3-15 0,-2-30 0,0 35 0,-1-1 0,1 1 0,1 0 0,0 0 0,1 0 0,0 0 0,0 0 0,8-18 0,-2 10 0,-6 14 0,0 0 0,0 0 0,0 0 0,0 0 0,0 0 0,1 1 0,0 0 0,0-1 0,1 1 0,-1 0 0,1 0 0,-1 1 0,1-1 0,1 1 0,-1 0 0,0 0 0,10-5 0,2 3 0,0 0 0,1 1 0,0 0 0,0 1 0,0 1 0,0 1 0,1 1 0,17 1 0,-32-1 0,1 1 0,0-1 0,-1 1 0,1 0 0,-1 0 0,1 1 0,-1-1 0,1 1 0,-1 0 0,0-1 0,0 1 0,0 1 0,6 4 0,-3 0 0,0 0 0,0 1 0,8 15 0,13 16 0,-12-20 0,1-1 0,0-1 0,28 22 0,-38-35 0,1 1 0,0-1 0,0 0 0,0 0 0,0-1 0,1 0 0,-1 0 0,1-1 0,0 0 0,0 0 0,0-1 0,0 0 0,0 0 0,9-1 0,-14 0 0,0 0 0,0-1 0,0 1 0,0-1 0,0 0 0,0 0 0,0 0 0,0 0 0,-1 0 0,1 0 0,0-1 0,-1 1 0,1-1 0,-1 0 0,1 0 0,-1 0 0,0 0 0,0 0 0,0-1 0,0 1 0,0 0 0,0-1 0,-1 0 0,1 1 0,-1-1 0,0 0 0,0 0 0,0 0 0,0 0 0,0 1 0,-1-1 0,1-4 0,1-10 0,-1 1 0,-1 0 0,-1 0 0,-3-28 0,3 40 0,0-1 0,-1 1 0,0 0 0,1-1 0,-1 1 0,0 0 0,-1 0 0,1 1 0,-1-1 0,0 0 0,0 1 0,0-1 0,0 1 0,0 0 0,-1 0 0,0 0 0,1 1 0,-1-1 0,0 1 0,0 0 0,-5-2 0,3 2 0,1-1 0,-1 1 0,0 1 0,0-1 0,1 1 0,-1 0 0,0 0 0,0 0 0,0 1 0,0 0 0,0 0 0,0 1 0,0-1 0,0 2 0,-10 1 0,14-1 0,-1 0 0,1 0 0,0 0 0,-1 0 0,1 0 0,0 1 0,0-1 0,0 0 0,1 1 0,-1 0 0,0-1 0,1 1 0,0 0 0,0 0 0,0 0 0,0 0 0,0 0 0,0 0 0,1 0 0,0 0 0,-1 0 0,1 0 0,1 3 0,-2 5 0,1 1 0,1-1 0,0 0 0,1 0 0,3 12 0,-2-14 0,1 0 0,0 0 0,1-1 0,0 0 0,0 0 0,0 0 0,1 0 0,1-1 0,-1 0 0,1-1 0,11 9 0,-17-14-33,0 0 0,1 0-1,-1-1 1,0 1 0,0-1-1,0 1 1,1-1 0,-1 1 0,0-1-1,0 0 1,1 1 0,-1-1-1,0 0 1,1 0 0,-1 0-1,0 0 1,1 0 0,-1 0 0,0-1-1,1 1 1,-1 0 0,0-1-1,0 1 1,1-1 0,-1 1-1,0-1 1,0 0 0,0 1 0,0-1-1,0 0 1,0 0 0,0 0-1,0 0 1,0 0 0,0 0-1,0 0 1,0 0 0,-1 0 0,1 0-1,0-2 1,4-10-6793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20.7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24575,'1'1'0,"0"-1"0,0 1 0,0-1 0,0 1 0,0-1 0,0 1 0,-1 0 0,1-1 0,0 1 0,0 0 0,0 0 0,-1 0 0,1-1 0,-1 1 0,1 0 0,0 0 0,-1 0 0,1 0 0,-1 0 0,1 1 0,10 28 0,-8-22 0,2 9 0,-1 0 0,0 1 0,-1-1 0,0 29 0,5 24 0,6-17 0,-10-39 0,0 0 0,-1 1 0,2 20 0,-3-13 0,1 1 0,1-1 0,1-1 0,1 1 0,1-1 0,16 37 0,-9-25 0,-11-25 0,-1 0 0,2-1 0,-1 1 0,1-1 0,0 0 0,9 12 0,-11-17 0,1 0 0,-1 0 0,0 0 0,1-1 0,-1 1 0,1-1 0,-1 1 0,1-1 0,0 0 0,0 0 0,-1 0 0,1-1 0,0 1 0,0-1 0,0 1 0,0-1 0,0 0 0,0 0 0,0-1 0,0 1 0,0 0 0,-1-1 0,7-1 0,0-1 0,0 0 0,0-1 0,-1 0 0,1 0 0,-1-1 0,0 0 0,0 0 0,0-1 0,-1 0 0,0 0 0,0-1 0,0 0 0,-1 0 0,0-1 0,-1 0 0,1 0 0,-2 0 0,1 0 0,-1-1 0,0 0 0,-1 0 0,0 0 0,0 0 0,-1 0 0,0-1 0,-1 1 0,0-1 0,-1-12 0,1 12 0,-1 6 0,1 0 0,-1 0 0,0 0 0,0 0 0,0 1 0,-1-1 0,1 0 0,-1 0 0,0 0 0,0 1 0,0-1 0,-1 0 0,-2-6 0,3 10 0,1 0 0,-1 0 0,1 0 0,-1 0 0,1-1 0,-1 1 0,1 0 0,-1 0 0,0 0 0,1 0 0,-1 0 0,1 0 0,-1 0 0,1 1 0,-1-1 0,1 0 0,-1 0 0,1 0 0,-1 0 0,1 1 0,0-1 0,-1 0 0,1 1 0,-1-1 0,1 0 0,0 1 0,-1-1 0,1 0 0,-1 1 0,1-1 0,0 1 0,0-1 0,-1 0 0,1 1 0,0-1 0,0 1 0,-1-1 0,1 2 0,-10 18 0,3 2 0,1 0 0,0 0 0,2 1 0,-2 38 0,6-58 0,0 0 0,1 0 0,-1 0 0,1 0 0,-1 1 0,1-1 0,0 0 0,1 0 0,-1-1 0,0 1 0,1 0 0,-1 0 0,1 0 0,0-1 0,0 1 0,0-1 0,0 0 0,1 0 0,-1 1 0,0-1 0,6 3 0,-2-2 0,-1 0 0,1 0 0,0-1 0,0 0 0,1 0 0,-1 0 0,0-1 0,1 0 0,11 1 0,-16-2-50,0 0-1,-1 0 1,1 0-1,-1 0 0,1 0 1,-1-1-1,1 1 1,0 0-1,-1-1 1,0 0-1,1 1 0,-1-1 1,1 0-1,-1 0 1,0 1-1,1-1 1,-1 0-1,0 0 0,0 0 1,0-1-1,0 1 1,0 0-1,0 0 1,0-1-1,0 1 1,1-3-1,3-9-6775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20.9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24575,'4'2'0,"1"0"0,-1 0 0,0 0 0,0 0 0,-1 1 0,1-1 0,0 1 0,-1 0 0,0 0 0,1 0 0,4 8 0,1-2 0,100 85 0,-90-79 0,-5-5-341,0 0 0,0-1-1,18 8 1,-14-9-6485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21.1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281 0 24575,'-1'1'0,"-1"-1"0,1 1 0,0 0 0,-1-1 0,1 1 0,0 0 0,0 0 0,-1 0 0,1 0 0,0 0 0,0 0 0,0 1 0,0-1 0,0 0 0,1 0 0,-1 1 0,-1 1 0,-11 27 0,-1 15 0,9-27 0,-1 1 0,-1 0 0,-14 27 0,-1 1 0,19-39 0,0 1 0,-1-1 0,0 0 0,0 0 0,-1-1 0,0 1 0,0-1 0,-1 0 0,-7 6 0,-12 12-65,19-18-65,0-1 0,0 0 0,-1 0 0,0 0 0,0-1 0,0 0 0,0-1 0,-1 0 0,-10 5 0,3-5-6696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22.9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24575,'3'1'0,"0"0"0,0 1 0,0-1 0,0 1 0,-1 0 0,1 0 0,0 0 0,-1 0 0,0 0 0,1 1 0,1 2 0,4 3 0,12 8 0,0 0 0,25 12 0,20 15 0,-32-19 0,1-2 0,47 23 0,-4 5 0,-49-36 0,-1 2 0,46 36 0,-60-43 0,45 25 0,-26-18 0,99 70 0,-85-55 0,-15-8 0,49 49 0,-57-51 0,-13-10 0,0 0 0,-1 0 0,0 1 0,0 0 0,-2 0 0,1 1 0,-2 0 0,0 0 0,0 1 0,-1 0 0,5 21 0,-5-9 0,-1 0 0,-2 0 0,0 0 0,-1 0 0,-5 42 0,2-60 0,0 0 0,0 0 0,0 0 0,-1 0 0,-1 0 0,-4 9 0,-11 29 0,-18 47-1365,33-79-5461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23.2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45 24575,'0'-4'0,"4"-1"0,5 1 0,4 0 0,4 1 0,-1-2 0,1-1 0,0 1 0,2 1 0,1 2 0,1 0 0,0 2 0,1-1 0,-4 2-8191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23.4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24575,'0'2'0,"0"-1"0,1 1 0,-1 0 0,1-1 0,-1 1 0,1-1 0,-1 1 0,1-1 0,0 0 0,0 1 0,-1-1 0,1 0 0,0 1 0,0-1 0,1 0 0,-1 0 0,0 0 0,0 0 0,0 0 0,1 0 0,-1 0 0,0-1 0,1 1 0,-1 0 0,1-1 0,2 1 0,43 10 0,-38-9 0,30 5 0,-13-2 0,0-1 0,38 1 0,-57-5-87,46-3 305,-51 3-306,1-1 0,0 0 0,-1 0 0,1 0 0,-1 0 0,1 0 0,-1 0 0,0 0 0,1-1 0,-1 1 0,0-1 0,0 0 0,0 0 0,0 1 0,0-1 0,2-5 0,3-5-6738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23.6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151 1 24575,'38'34'0,"-28"-26"0,0 0 0,-1 1 0,0 0 0,0 1 0,-1 0 0,7 11 0,-8-10 0,-1 1 0,0 0 0,-1 0 0,0 0 0,-1 1 0,-1-1 0,0 1 0,0 0 0,-1 0 0,-1 0 0,-1 24 0,-1-19 0,-1-1 0,-1 1 0,0-1 0,-1 0 0,-1 0 0,-1 0 0,0-1 0,-2 1 0,-13 22 0,-7 6 0,-64 77 0,67-94-455,0-1 0,-34 28 0,44-43-6371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24.4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28 24575,'0'392'0,"0"-386"0,0-1 0,0 0 0,0 0 0,1 0 0,0 0 0,0 0 0,0 0 0,0 0 0,1-1 0,0 1 0,2 5 0,-3-10 0,-1 0 0,1-1 0,-1 1 0,1 0 0,-1-1 0,0 1 0,1 0 0,-1-1 0,1 1 0,-1-1 0,0 1 0,0-1 0,1 1 0,-1-1 0,0 1 0,0-1 0,1 1 0,-1-1 0,0 1 0,0-1 0,0 1 0,0-1 0,0 1 0,0-1 0,0 1 0,0-1 0,0 1 0,0-1 0,0 1 0,0-2 0,2-21 0,-3-142 0,3-68 0,-2 231 0,0 0 0,1 0 0,-1 0 0,1 0 0,-1-1 0,1 1 0,0 0 0,0 0 0,0 0 0,0 1 0,1-1 0,-1 0 0,0 0 0,1 1 0,-1-1 0,1 0 0,0 1 0,-1 0 0,1-1 0,0 1 0,0 0 0,0 0 0,0 0 0,0 0 0,0 0 0,0 1 0,0-1 0,0 0 0,0 1 0,4-1 0,7 0 0,0 0 0,0 1 0,0 0 0,15 2 0,-5 0 0,-16-2 0,-1 0 0,1 1 0,0 0 0,-1 0 0,1 0 0,-1 1 0,0 0 0,0 1 0,0-1 0,0 1 0,0 0 0,0 1 0,0-1 0,-1 1 0,0 0 0,0 0 0,0 1 0,0 0 0,-1-1 0,0 2 0,0-1 0,0 0 0,-1 1 0,1 0 0,-1 0 0,-1 0 0,1 0 0,-1 0 0,0 0 0,0 1 0,-1-1 0,0 1 0,0-1 0,0 11 0,-2-15 0,1 0 0,0 1 0,-1-1 0,0 0 0,1 0 0,-1 0 0,0 0 0,0 1 0,0-1 0,0-1 0,0 1 0,-1 0 0,1 0 0,-1 0 0,1-1 0,-3 3 0,-1 0 0,0 0 0,0-1 0,0 0 0,-1 0 0,-10 5 0,-1-2 0,0-1 0,0 0 0,-24 2 0,27-4-195,0-1 0,-1-1 0,1-1 0,-1 0 0,1 0 0,-27-6 0,27 1-6631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25.4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24575,'1'1'0,"1"-1"0,-1 1 0,0-1 0,0 1 0,0 0 0,1-1 0,-1 1 0,0 0 0,0 0 0,0 0 0,0 0 0,0 0 0,-1 0 0,1 0 0,0 0 0,0 0 0,-1 0 0,1 2 0,14 26 0,-14-26 0,5 11 0,0 1 0,-1-1 0,-1 2 0,-1-1 0,0 0 0,-1 0 0,1 18 0,-4-48 0,0 5 0,1-1 0,0 0 0,0 0 0,1 0 0,3-14 0,-3 23 0,0-1 0,0 0 0,0 0 0,0 1 0,0-1 0,0 1 0,1-1 0,-1 1 0,1-1 0,0 1 0,0 0 0,0 0 0,0 0 0,0 0 0,0 0 0,0 1 0,1-1 0,-1 0 0,1 1 0,-1 0 0,1 0 0,-1-1 0,1 2 0,0-1 0,0 0 0,-1 0 0,6 0 0,9-1 0,1 1 0,0 1 0,34 3 0,-46-3 0,1 1 0,-1 1 0,0-1 0,0 1 0,-1 0 0,1 0 0,0 1 0,-1-1 0,1 1 0,-1 1 0,0-1 0,0 1 0,0 0 0,8 8 0,6 14 0,25 43 0,-37-59 0,-6-8 0,-1 0 0,1 0 0,0 1 0,0-1 0,-1 0 0,0 0 0,1 0 0,-1 0 0,0 0 0,0 3 0,-4 1 0,-5-16 0,6 4 0,-1 0 0,2 0 0,-1-1 0,1 1 0,0 0 0,0-1 0,1 0 0,-1 1 0,2-1 0,-1 0 0,1 1 0,0-1 0,1-10 0,-1 14 0,1-1 0,0 1 0,-1 0 0,1 0 0,0-1 0,0 1 0,1 0 0,-1 0 0,0 0 0,1 0 0,0 1 0,0-1 0,0 0 0,0 1 0,0-1 0,1 1 0,-1 0 0,1 0 0,-1-1 0,1 2 0,0-1 0,0 0 0,0 1 0,0-1 0,0 1 0,0 0 0,0 0 0,5-1 0,4 0 0,1 0 0,-1 1 0,1 1 0,-1 0 0,20 3 0,-26-2 0,-1 0 0,1 0 0,-1 1 0,1 0 0,-1 0 0,0 0 0,0 1 0,0-1 0,0 1 0,-1 0 0,1 1 0,-1-1 0,0 1 0,6 6 0,-3-2 0,-1-1 0,0 2 0,-1-1 0,0 1 0,0-1 0,6 16 0,-10-21-151,0 0-1,0 0 0,0-1 0,1 1 1,-1-1-1,1 1 0,0-1 1,3 4-1,4 2-6674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25.8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1 24575,'-18'0'0,"11"-1"0,-1 1 0,0 0 0,1 1 0,-1 0 0,-10 2 0,16-2 0,0-1 0,0 1 0,0 0 0,0 0 0,0 0 0,1 0 0,-1 0 0,0 1 0,1-1 0,-1 1 0,0-1 0,1 1 0,0-1 0,-1 1 0,1 0 0,0 0 0,0-1 0,0 1 0,0 0 0,0 0 0,0 0 0,1 0 0,-2 4 0,0 6 0,0 0 0,1 0 0,0 0 0,1-1 0,0 1 0,1 0 0,1 0 0,4 19 0,-6-30 0,0-1 0,0 1 0,0 0 0,0-1 0,1 1 0,-1-1 0,0 1 0,1 0 0,-1-1 0,0 1 0,1-1 0,-1 1 0,1-1 0,-1 1 0,1-1 0,-1 1 0,1-1 0,-1 1 0,1-1 0,-1 0 0,1 1 0,0-1 0,-1 0 0,1 1 0,-1-1 0,1 0 0,0 0 0,-1 0 0,1 0 0,0 0 0,-1 0 0,1 0 0,1 0 0,0 0 0,0-1 0,0 0 0,0 1 0,-1-1 0,1 0 0,0 0 0,0-1 0,0 1 0,-1 0 0,4-3 0,2-4 0,0 1 0,-1-1 0,9-14 0,-10 14 0,-3 4 0,1 0 0,-1 0 0,1 0 0,-1 0 0,1 1 0,4-5 0,-6 8 0,0-1 0,-1 1 0,1-1 0,0 1 0,0 0 0,0-1 0,-1 1 0,1 0 0,0-1 0,0 1 0,0 0 0,0 0 0,0 0 0,0 0 0,0 0 0,0 0 0,-1 0 0,1 0 0,0 0 0,0 0 0,0 0 0,0 1 0,0-1 0,0 0 0,-1 1 0,1-1 0,0 1 0,0-1 0,0 1 0,-1-1 0,1 1 0,0-1 0,-1 1 0,1 0 0,0-1 0,0 2 0,0-1 0,17 17 0,-1 0 0,0 1 0,25 40 0,-26-40-1365,-9-16-5461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26.0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24575,'3'0'0,"2"4"0,4 1 0,-1 3 0,3 1 0,0 2 0,1-1 0,-2 2 0,2-1 0,-1 1 0,1-2 0,-2 2 0,-2 2 0,1-1 0,-1-3-8191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53:26.3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497 1 24575,'-7'0'0,"0"1"0,0-1 0,1 1 0,-1 1 0,0-1 0,1 1 0,-1 1 0,1-1 0,-1 1 0,1 0 0,0 0 0,0 1 0,1 0 0,-1 0 0,1 0 0,-8 8 0,-3 6 0,1 0 0,1 1 0,-18 31 0,19-28 0,-1-1 0,-24 27 0,16-21 0,17-20 0,0-1 0,-1 0 0,1 0 0,-1 0 0,-1-1 0,-9 7 0,-8 3 0,-1-3 0,-1 0 0,-28 9 0,33-13-1365,3 1-5461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0:54.6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219 1 24575,'-1'0'0,"0"1"0,0-1 0,0 0 0,0 1 0,0-1 0,1 1 0,-1 0 0,0-1 0,0 1 0,0 0 0,1-1 0,-1 1 0,0 0 0,1 0 0,-1 0 0,0-1 0,1 1 0,-1 0 0,1 0 0,0 0 0,-1 0 0,1 0 0,0 0 0,-1 0 0,1 0 0,0 0 0,0 2 0,-4 33 0,4-32 0,-23 173 0,-3-21 0,-3-37 0,15-67 0,7-32 0,0 1 0,-18 31 0,0 1 0,14-28 0,-14 39 0,24-60 0,-1 0 0,1 0 0,1 1 0,-1-1 0,1 0 0,0 1 0,0-1 0,0 0 0,0 1 0,1-1 0,-1 0 0,3 7 0,-2-9 0,1 0 0,-1 0 0,1 0 0,-1 0 0,1 0 0,0 0 0,0 0 0,0-1 0,0 1 0,0-1 0,0 1 0,0-1 0,0 0 0,1 0 0,-1 0 0,0 0 0,1 0 0,-1 0 0,1-1 0,-1 1 0,1-1 0,-1 0 0,4 0 0,10 1 0,1 0 0,24-4 0,-20 2 0,5 0 0,0-1 0,-1-1 0,0-1 0,1-1 0,-2-1 0,47-18 0,-59 19-273,0 1 0,1 0 0,-1 1 0,20-2 0,-13 3-6553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0:55.1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158 1 24575,'-12'0'0,"2"0"0,1 0 0,-1 0 0,0 1 0,-17 4 0,24-4 0,1 0 0,-1 0 0,0 0 0,0 0 0,1 1 0,-1-1 0,1 1 0,0 0 0,-1 0 0,1 0 0,0 0 0,0 0 0,0 0 0,0 0 0,0 1 0,1-1 0,-1 1 0,1-1 0,0 1 0,-2 4 0,-5 15 0,1 1 0,-8 43 0,14-57 0,0 0 0,0 1 0,1-1 0,0 0 0,1 0 0,0 0 0,0 0 0,1 0 0,0 0 0,5 13 0,-5-18 0,1 0 0,-1-1 0,1 0 0,0 1 0,0-1 0,0 0 0,0 0 0,0-1 0,1 1 0,0-1 0,-1 1 0,1-1 0,0 0 0,0-1 0,0 1 0,5 1 0,-4-1 0,0-1 0,0 0 0,0 0 0,1 0 0,-1 0 0,0-1 0,0 0 0,1 0 0,-1 0 0,0 0 0,0-1 0,10-3 0,-13 3 0,0 0 0,0 0 0,0 0 0,0-1 0,0 1 0,-1-1 0,1 0 0,-1 1 0,1-1 0,-1 0 0,1 0 0,-1 0 0,0 0 0,0 0 0,0 0 0,1-2 0,11-42 0,-6 19 0,8-41 0,-1 7 0,-14 61 0,0-1 0,0 1 0,0-1 0,0 1 0,0 0 0,0-1 0,0 1 0,0-1 0,0 1 0,0 0 0,0-1 0,1 1 0,-1 0 0,0-1 0,0 1 0,0 0 0,1-1 0,-1 1 0,0 0 0,0 0 0,1-1 0,-1 1 0,0 0 0,1 0 0,-1-1 0,0 1 0,1 0 0,-1 0 0,0 0 0,1 0 0,0-1 0,4 12 0,-1 21 0,-4 15 10,-1-33-285,1 0 0,0 0 0,1 0 0,3 16 0,1-15-6551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0:55.6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 1 24575,'14'0'0,"0"0"0,-1 0 0,1 2 0,-1 0 0,1 0 0,-1 1 0,0 1 0,0 0 0,0 1 0,0 0 0,16 10 0,-21-10 0,-2-2 0,-1 0 0,1 1 0,0 0 0,-1 0 0,0 0 0,7 8 0,-11-10 0,0-1 0,0 1 0,0-1 0,-1 1 0,1-1 0,0 1 0,-1-1 0,1 1 0,-1 0 0,0-1 0,1 1 0,-1 0 0,0-1 0,0 1 0,0 0 0,0-1 0,0 1 0,-1 0 0,1-1 0,0 1 0,-1 0 0,1-1 0,-1 1 0,0-1 0,1 1 0,-1-1 0,0 1 0,0-1 0,0 1 0,0-1 0,-3 3 0,-5 5 0,-1 1 0,0-2 0,0 1 0,-1-1 0,0-1 0,-14 7 0,-32 23 0,53-33 0,-11 8 0,0 0 0,0 1 0,-14 18 0,23-23 0,0-1 0,0 1 0,1 0 0,0 1 0,0 0 0,-4 12 0,8-19 0,0 0 0,1-1 0,-1 1 0,1 0 0,0-1 0,0 1 0,-1 0 0,1 0 0,0-1 0,1 1 0,-1 0 0,0 0 0,0-1 0,1 1 0,-1 0 0,1 0 0,-1-1 0,1 1 0,0-1 0,0 1 0,0-1 0,-1 1 0,2-1 0,-1 1 0,0-1 0,0 0 0,0 1 0,1-1 0,-1 0 0,0 0 0,1 0 0,-1 0 0,1 0 0,-1-1 0,1 1 0,0 0 0,-1-1 0,1 1 0,0-1 0,-1 1 0,1-1 0,0 0 0,2 0 0,56 10 0,0-3 0,106-2 0,-155-5-114,-3 0-136,0 0 0,0 0 0,0-1-1,10-2 1,-5-2-6576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0:56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53 24575,'0'13'0,"2"-1"0,0 0 0,0 0 0,1 0 0,0 0 0,1-1 0,0 1 0,1-1 0,1 0 0,-1-1 0,2 1 0,14 18 0,-7-7 0,-11-16 0,1-1 0,0 1 0,0 0 0,1-1 0,-1 0 0,7 5 0,-9-9 0,-1 1 0,1-1 0,0 0 0,1 0 0,-1 0 0,0 0 0,0-1 0,0 1 0,0-1 0,1 1 0,-1-1 0,0 0 0,1 1 0,-1-1 0,0-1 0,1 1 0,-1 0 0,0 0 0,0-1 0,1 1 0,-1-1 0,0 0 0,3-1 0,-3 1 0,0 0 0,0 0 0,-1-1 0,1 1 0,0-1 0,0 1 0,-1-1 0,1 1 0,-1-1 0,1 0 0,-1 0 0,0 0 0,1 0 0,-1 0 0,1-3 0,12-40 0,-3 12 0,-7 21 0,0 0 0,-1 0 0,3-23 0,6-25 0,-11 56 0,1 0 0,0 0 0,-1-1 0,1 1 0,1 0 0,-1 1 0,1-1 0,-1 0 0,1 1 0,5-6 0,-8 9 0,1 0 0,-1-1 0,0 1 0,1-1 0,-1 1 0,0 0 0,1 0 0,-1-1 0,1 1 0,-1 0 0,0 0 0,1-1 0,-1 1 0,1 0 0,-1 0 0,1 0 0,-1 0 0,1 0 0,-1 0 0,0 0 0,1 0 0,-1 0 0,1 0 0,-1 0 0,1 0 0,-1 0 0,1 0 0,-1 0 0,1 0 0,-1 0 0,0 1 0,1-1 0,-1 0 0,1 0 0,-1 0 0,1 1 0,7 18 0,-4 28 0,-4-46 0,-1 440 0,0-431 0,0-1 0,0 1 0,-1 0 0,-1-1 0,1 1 0,-2-1 0,1 1 0,-1-1 0,0-1 0,-1 1 0,0 0 0,-1-1 0,1 0 0,-2 0 0,1-1 0,-1 0 0,0 0 0,0 0 0,-1-1 0,0 0 0,0-1 0,-1 0 0,1 0 0,-1 0 0,0-1 0,0-1 0,-1 0 0,1 0 0,-1 0 0,1-1 0,-1-1 0,-11 1 0,16-2 0,-1 1 0,1-1 0,0 0 0,-1-1 0,1 1 0,0-1 0,0 0 0,-1 0 0,1-1 0,-6-2 0,9 3 0,0-1 0,0 0 0,0 1 0,0-1 0,0 0 0,1 0 0,-1 0 0,0 0 0,1 0 0,0-1 0,-1 1 0,1 0 0,0-1 0,0 1 0,0-1 0,1 1 0,-1-1 0,1 0 0,-1 1 0,1-1 0,0 1 0,0-5 0,-1-12 0,2-1 0,0 1 0,1 0 0,1-1 0,0 1 0,9-25 0,-9 38 0,0 0 0,0 1 0,1-1 0,0 1 0,0 0 0,0 0 0,0 0 0,1 1 0,0-1 0,0 1 0,10-6 0,23-23 0,-26 21 0,0 1 0,1 1 0,1 0 0,26-15 0,-21 14 0,-1-1 0,18-15 0,70-51 19,-61 47-1403,-34 23-5442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0:56.4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232 1 24575,'-2'26'0,"-2"-1"0,0 1 0,-1-1 0,-2 0 0,-17 45 0,2-6 0,-7 4 0,21-54 0,1 2 0,1-1 0,-7 24 0,-20 68 0,18-66 0,10-25 0,-1 0 0,-1 0 0,-13 22 0,20-37 4,0-1 1,0 1-1,-1-1 0,1 0 0,0 1 0,0-1 1,-1 1-1,1-1 0,0 1 0,-1-1 0,1 0 1,0 1-1,-1-1 0,1 0 0,-1 1 0,1-1 0,-1 0 1,1 0-1,-1 1 0,1-1 0,-1 0 0,1 0 1,-1 0-1,1 0 0,-1 0 0,1 0 0,-2 0 0,2 0-61,0 0 0,-1-1 0,1 1 0,0-1 0,0 1 0,-1-1 0,1 1 0,0-1 0,0 1 0,0-1 0,0 1 0,0-1 0,0 1 0,-1-1 0,1 1 0,0-1 0,1 1 0,-1-1 0,0 0 0,0 1 0,0-1 0,0 1 0,0-1 0,0 1 0,1-1 0,2-10-6769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0:56.8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324 0 24575,'1'1'0,"0"-1"0,0 0 0,0 0 0,0 1 0,-1-1 0,1 1 0,0-1 0,0 1 0,-1-1 0,1 1 0,0-1 0,-1 1 0,1 0 0,0-1 0,-1 1 0,1 0 0,-1 0 0,1-1 0,-1 1 0,1 0 0,-1 0 0,0 0 0,1-1 0,-1 1 0,0 0 0,0 0 0,0 1 0,5 32 0,-4-25 0,7 35 0,-2-19 0,-2-1 0,1 39 0,-5-30 0,1-7 0,-1 0 0,-1-1 0,-7 36 0,6-53 0,0 1 0,-1-1 0,0 0 0,0 0 0,-1 0 0,0 0 0,-1-1 0,1 1 0,-1-1 0,-1 0 0,1-1 0,-1 1 0,-14 10 0,14-12 0,-1 0 0,-1-1 0,1 1 0,0-2 0,-1 1 0,0-1 0,0 0 0,0-1 0,0 0 0,-1 0 0,1-1 0,-15 1 0,18-2 0,0 0 0,0 0 0,0 0 0,0-1 0,0 0 0,0 0 0,1 0 0,-1-1 0,0 1 0,1-1 0,-1 0 0,1-1 0,-1 1 0,1-1 0,0 0 0,0 0 0,0 0 0,1 0 0,-1-1 0,1 1 0,0-1 0,-5-7 0,-4-9 0,0 0 0,2 0 0,1-1 0,0 0 0,-7-27 0,16 45 0,-1 0 0,1 0 0,0-1 0,0 1 0,0 0 0,0 0 0,0 0 0,1-1 0,-1 1 0,1 0 0,0 0 0,0 0 0,0 0 0,0 0 0,1 0 0,-1 1 0,1-1 0,0 0 0,0 1 0,0-1 0,0 1 0,0-1 0,0 1 0,1 0 0,-1 0 0,1 0 0,0 0 0,-1 1 0,1-1 0,4-1 0,9-4 0,0 1 0,0 1 0,1 1 0,25-5 0,-23 6 0,51-7 0,-54 9 0,0-1 0,-1 0 0,1-1 0,-1-1 0,1 0 0,-1-1 0,20-10 0,-18 7 21,0 0-1,35-9 1,-39 14-200,-1-1 1,1 0 0,-1-1-1,0 0 1,0-1 0,-1 0-1,21-16 1,-22 13-6648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0:57.4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114 19 24575,'1'63'0,"-3"70"0,-3-103 0,-1 0 0,-2 0 0,0-1 0,-3 0 0,-18 39 0,28-66 0,0 0 0,0 0 0,0 0 0,0 0 0,0 0 0,-1 0 0,1 0 0,-1 0 0,1 0 0,-1-1 0,0 1 0,1-1 0,-4 3 0,4-4 0,1 0 0,0 0 0,-1 0 0,1 1 0,-1-1 0,1 0 0,0 0 0,-1 0 0,1 0 0,0 0 0,-1 0 0,1 0 0,-1-1 0,1 1 0,0 0 0,-1 0 0,1 0 0,0 0 0,-1 0 0,1-1 0,0 1 0,-1 0 0,1 0 0,0 0 0,-1-1 0,1 1 0,0 0 0,0 0 0,-1-1 0,-6-20 0,4-19 0,1 0 0,2 0 0,5-39 0,-4 68 0,1 0 0,0 1 0,0-1 0,1 1 0,1 0 0,0 0 0,0 0 0,1 0 0,0 1 0,1 0 0,0 0 0,0 0 0,1 1 0,8-8 0,5-5 0,-14 15 0,-1 0 0,2 0 0,-1 0 0,1 1 0,-1 0 0,14-8 0,-15 11 0,0 0 0,-1 0 0,1 0 0,0 0 0,0 1 0,0 0 0,0 0 0,0 0 0,0 0 0,0 1 0,0 0 0,0 0 0,7 1 0,-10 0 0,0 0 0,0-1 0,0 1 0,0 0 0,0 0 0,0 0 0,0 0 0,-1 1 0,1-1 0,0 0 0,0 1 0,-1 0 0,1-1 0,-1 1 0,0 0 0,0-1 0,1 1 0,-1 0 0,0 0 0,0 0 0,-1 0 0,1 0 0,0 0 0,-1 0 0,1 0 0,-1 1 0,1-1 0,-1 0 0,0 0 0,0 0 0,0 1 0,-1 2 0,1 1 0,-1 1 0,1-1 0,-1 1 0,-1-1 0,1 1 0,-1-1 0,0 0 0,-1 0 0,1 1 0,-1-2 0,0 1 0,-1 0 0,-5 7 0,1-4 0,-1-1 0,1 1 0,-2-2 0,1 1 0,-1-1 0,-14 8 0,-9 6 0,22-14 0,0 1 0,-1-2 0,0 0 0,-17 7 0,27-13 0,1 0 0,-1 1 0,0-1 0,1 1 0,-1 0 0,0-1 0,1 1 0,-1 0 0,1 0 0,-1 0 0,1 0 0,0 0 0,-1 0 0,1 0 0,0 1 0,0-1 0,0 0 0,0 1 0,0-1 0,0 1 0,0-1 0,0 1 0,1-1 0,-1 1 0,1 0 0,-1-1 0,1 1 0,-1 0 0,1 0 0,0-1 0,0 3 0,1-1 0,-1 0 0,1 1 0,0-1 0,1 0 0,-1 0 0,0 0 0,1 0 0,0-1 0,0 1 0,-1 0 0,2-1 0,-1 1 0,0-1 0,0 0 0,6 4 0,18 12 0,0-2 0,1-1 0,34 14 0,-46-22 0,15 5 0,36 10 0,-9-4 0,-48-14-90,13 4-229,1 0 0,1-2 1,30 6-1,-38-11-6507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0:57.7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25 24575,'1'-1'0,"-1"0"0,1 0 0,-1 0 0,0 0 0,1 0 0,0 0 0,-1 1 0,1-1 0,-1 0 0,1 0 0,0 0 0,0 1 0,-1-1 0,1 0 0,0 1 0,0-1 0,0 1 0,0-1 0,0 1 0,0-1 0,0 1 0,0 0 0,0 0 0,0-1 0,0 1 0,0 0 0,1 0 0,34-4 0,-32 4 0,54-3 0,83 6 0,-140-3 0,1 0 0,0 0 0,-1 0 0,1 0 0,-1 1 0,1-1 0,-1 1 0,1-1 0,-1 1 0,0-1 0,1 1 0,-1 0 0,1 0 0,-1 0 0,0-1 0,0 1 0,0 0 0,1 1 0,-1-1 0,0 0 0,0 0 0,0 0 0,-1 1 0,2 1 0,-2-2 0,1 0 0,-1 1 0,0-1 0,0 1 0,0-1 0,0 0 0,-1 1 0,1-1 0,0 0 0,0 1 0,-1-1 0,1 0 0,-1 1 0,1-1 0,-1 0 0,0 0 0,1 1 0,-1-1 0,0 0 0,0 0 0,0 0 0,0 0 0,0 0 0,0 0 0,0-1 0,0 1 0,-2 1 0,-32 31-1365,24-23-5461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0:57.8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37 24575,'52'0'0,"-2"1"0,0-2 0,82-12 0,-82 6 58,-35 6-532,-1-1-1,28-6 1,-28 3-6352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0:58.2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83 0 24575,'1'63'0,"-2"70"0,-10-74 0,8-43 0,0 0 0,-2 24 0,5-26 0,-1 12 0,0-1 0,-10 49 0,6-22 0,6-44 0,-2 1 0,0 0 0,0-1 0,0 1 0,-4 12 0,4-19-85,0-1 0,0 1-1,0-1 1,0 1 0,0-1-1,0 1 1,0-1 0,0 1-1,-1-1 1,1 0 0,0 0-1,-1 0 1,1 0 0,-1 0-1,-1 1 1,-10 4-6741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0:59.4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0 113 24575,'1'-1'0,"0"0"0,-1-1 0,1 1 0,0-1 0,0 1 0,0 0 0,0 0 0,0 0 0,0-1 0,0 1 0,0 0 0,0 0 0,0 1 0,1-1 0,-1 0 0,0 0 0,3-1 0,25-11 0,-17 10 0,0 0 0,0 1 0,0 1 0,0 0 0,13 0 0,-11 1 0,0 0 0,0-2 0,19-3 0,-1-2 0,0 3 0,1 0 0,0 2 0,-1 2 0,53 5 0,-81-5 0,1 1 0,-1-1 0,1 1 0,-1 0 0,0 0 0,1 1 0,-1-1 0,0 1 0,0 0 0,0 0 0,0 1 0,-1-1 0,1 1 0,-1 0 0,1 0 0,-1 0 0,0 0 0,5 7 0,-2 0 0,0 1 0,-1 0 0,0 0 0,-1 1 0,4 15 0,3 7 0,-8-26 0,3 6 0,-2 1 0,1-1 0,-2 1 0,0 0 0,2 18 0,-7-58 0,0 0 0,2 0 0,2-25 0,-2 43 0,1 1 0,0-1 0,0 1 0,1-1 0,0 1 0,0-1 0,1 1 0,0 0 0,0 0 0,0 0 0,0 1 0,1-1 0,5-5 0,1 0 0,5-4 0,0 0 0,21-15 0,-30 26 0,-1 0 0,1 1 0,0 0 0,0 0 0,0 0 0,0 1 0,0 0 0,1 0 0,-1 0 0,1 1 0,8-1 0,4 0 0,0 1 0,0 1 0,0 1 0,0 0 0,-1 2 0,1 0 0,0 1 0,-1 0 0,24 10 0,-19-3 0,-10-5 0,0 0 0,0 0 0,-1 2 0,13 9 0,-31-20 0,0 1 0,0 0 0,-1 0 0,1 1 0,-1-1 0,1 1 0,-1 1 0,1-1 0,-12 2 0,5-1 0,5-1 0,0 1 0,0 1 0,0-1 0,0 1 0,0 1 0,1 0 0,-1 0 0,-8 3 0,12-3 0,0 0 0,1 0 0,-1 0 0,0 0 0,1 1 0,0-1 0,-1 1 0,1 0 0,0 0 0,1 0 0,-1 0 0,0 0 0,1 1 0,0-1 0,0 1 0,-3 7 0,-18 61 0,22-67 0,0 1 0,0-1 0,1 1 0,0 0 0,0 0 0,0-1 0,0 1 0,1 0 0,0-1 0,3 12 0,-3-15 0,0 0 0,0 0 0,0-1 0,1 1 0,-1 0 0,0 0 0,1 0 0,-1-1 0,1 1 0,0-1 0,-1 1 0,1-1 0,0 0 0,0 0 0,0 0 0,0 0 0,0 0 0,0 0 0,0 0 0,0-1 0,1 1 0,-1-1 0,0 1 0,0-1 0,0 0 0,1 0 0,-1 0 0,0 0 0,0-1 0,1 1 0,-1 0 0,0-1 0,3-1 0,2 0 0,1 0 0,-1-1 0,-1 1 0,1-2 0,0 1 0,-1-1 0,0 0 0,11-9 0,-11 6 0,-1 1 0,0-1 0,0 0 0,-1-1 0,0 1 0,0-1 0,-1 1 0,5-17 0,12-26 0,-20 51 0,0-1 0,0 0 0,0 0 0,0 1 0,0-1 0,0 0 0,0 0 0,0 1 0,0-1 0,0 0 0,1 0 0,-1 1 0,0-1 0,0 0 0,0 0 0,0 0 0,1 1 0,-1-1 0,0 0 0,0 0 0,0 0 0,1 0 0,-1 1 0,0-1 0,0 0 0,0 0 0,1 0 0,-1 0 0,0 0 0,0 0 0,1 0 0,-1 0 0,0 0 0,0 0 0,1 0 0,-1 0 0,0 0 0,1 0 0,-1 0 0,0 0 0,0 0 0,1 0 0,-1 0 0,0 0 0,0 0 0,0 0 0,1 0 0,-1-1 0,0 1 0,0 0 0,1 0 0,-1 0 0,0 0 0,0-1 0,0 1 0,0 0 0,1 0 0,-1 0 0,0-1 0,0 1 0,0 0 0,0-1 0,6 35 0,-4-18 0,0-7 0,1 0 0,0 0 0,0-1 0,1 1 0,1-1 0,-1 0 0,1 0 0,0 0 0,13 13 0,-18-21 0,1 1 0,-1-1 0,1 0 0,-1 1 0,0-1 0,1 0 0,-1 1 0,1-1 0,-1 0 0,1 1 0,-1-1 0,1 0 0,0 0 0,-1 0 0,1 0 0,-1 0 0,1 0 0,-1 0 0,1 0 0,-1 0 0,1 0 0,0 0 0,-1 0 0,1 0 0,-1 0 0,1 0 0,-1 0 0,1 0 0,-1-1 0,1 1 0,0-1 0,11-17 0,2-33 0,-13 45 0,3-18 0,-2 0 0,-1-46 0,-2 238 0,1-185 0,3-49 0,-2 61 0,0 0 0,0 0 0,1 1 0,-1-1 0,1 0 0,0 1 0,0-1 0,0 1 0,1 0 0,0 0 0,4-5 0,0 1 0,0 0 0,0 1 0,15-12 0,-18 17 0,1 0 0,-1 0 0,0 0 0,1 0 0,-1 1 0,1-1 0,-1 1 0,1 0 0,0 1 0,8-1 0,-3 0 0,0 1 0,0 0 0,0 0 0,1 1 0,-1 1 0,0 0 0,17 5 0,-23-5 0,-1 0 0,1-1 0,-1 1 0,0 0 0,0 1 0,0-1 0,0 0 0,0 1 0,-1 0 0,1 0 0,-1-1 0,1 2 0,-1-1 0,0 0 0,0 0 0,-1 1 0,1-1 0,-1 1 0,1-1 0,-1 1 0,0-1 0,0 1 0,0 7 0,2 14-114,-2-13-64,0 0-1,1 0 0,0 0 0,1-1 1,1 1-1,7 18 0,-4-18-6647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0:59.9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1 24575,'-6'0'0,"0"0"0,0 0 0,1 1 0,-1 0 0,0 0 0,0 0 0,0 1 0,1 0 0,-10 4 0,13-5 0,1 0 0,-1 0 0,1 1 0,-1-1 0,1 0 0,0 1 0,0-1 0,0 1 0,-1-1 0,1 1 0,1 0 0,-1-1 0,0 1 0,0 0 0,1 0 0,-1 0 0,1-1 0,-1 1 0,1 0 0,0 0 0,0 0 0,0 0 0,0 0 0,0 0 0,0 0 0,0 0 0,1-1 0,-1 1 0,1 0 0,-1 0 0,1 0 0,0 0 0,-1-1 0,3 3 0,3 9 0,2 1 0,0-1 0,1-1 0,0 0 0,19 20 0,17 22 0,-41-49 0,0 0 0,1 0 0,0 0 0,9 7 0,12 11 0,-26-22 0,1-1 0,-1 0 0,0 1 0,1-1 0,-1 0 0,0 1 0,0-1 0,1 0 0,-1 1 0,0-1 0,0 1 0,0-1 0,1 0 0,-1 1 0,0-1 0,0 1 0,0-1 0,0 1 0,0-1 0,0 0 0,0 1 0,0-1 0,0 1 0,0-1 0,0 1 0,0-1 0,0 1 0,-1-1 0,1 0 0,0 1 0,0-1 0,0 1 0,0-1 0,-1 0 0,1 1 0,-18 7 0,-27-5 0,42-3 0,-65-4 0,65 4 0,-1-1 0,1 1 0,-1-1 0,1 0 0,-1 0 0,1 0 0,0-1 0,0 1 0,0-1 0,0 0 0,0 0 0,0 0 0,0 0 0,0 0 0,1 0 0,-5-6 0,3-3-1365,5 1-5461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00.2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300 2 24575,'-18'0'0,"10"-1"0,1 1 0,-1 0 0,1 1 0,-1-1 0,-10 4 0,16-4 0,0 1 0,0 0 0,0 0 0,0 0 0,0 0 0,1 0 0,-1 0 0,0 1 0,0-1 0,1 0 0,-1 1 0,1-1 0,0 1 0,-1 0 0,1 0 0,0-1 0,0 1 0,0 0 0,0 0 0,0 0 0,0 0 0,1 0 0,-2 4 0,-2 14 0,-34 181 0,36-138 0,3-45 0,-2 0 0,0 0 0,-6 28 0,-1-1 0,3 0 0,1 1 0,2-1 0,6 53 0,-2 1 0,-2-83 0,1-3 0,-1 0 0,-1 0 0,0 1 0,-1-1 0,-5 22 0,6-31 0,-1-1 0,1 0 0,-1 0 0,0 1 0,0-1 0,0-1 0,0 1 0,0 0 0,0 0 0,-1-1 0,0 1 0,1-1 0,-1 0 0,0 0 0,0 0 0,0 0 0,0 0 0,0-1 0,-1 0 0,1 1 0,0-1 0,-1 0 0,1-1 0,-1 1 0,1 0 0,-6-1 0,-11 1-1365,2 0-5461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00.4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0 195 24575,'0'-3'0,"1"0"0,-1 0 0,0 0 0,1 0 0,0 0 0,0 0 0,0 1 0,0-1 0,0 0 0,0 0 0,1 1 0,-1-1 0,1 1 0,0 0 0,0-1 0,0 1 0,0 0 0,0 0 0,0 0 0,0 0 0,1 1 0,-1-1 0,4-2 0,8-2 0,-1 0 0,1 1 0,25-7 0,18-7 0,-43 13 0,1 0 0,0 1 0,0 1 0,28-4 0,-23 4 0,-1 0 0,26-9 0,-15 3-455,-1 2 0,53-7 0,-64 12-6371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00.7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198 1 24575,'-16'0'0,"0"0"0,0 1 0,0 1 0,0 0 0,-29 8 0,41-8 0,0 0 0,0-1 0,0 1 0,0 1 0,0-1 0,0 1 0,0-1 0,1 1 0,0 0 0,-1 1 0,1-1 0,0 0 0,1 1 0,-1 0 0,1 0 0,-1-1 0,1 1 0,0 1 0,0-1 0,1 0 0,0 0 0,-1 1 0,1-1 0,1 1 0,-2 7 0,2-8 0,-1 1 0,1-1 0,0 1 0,0-1 0,0 1 0,0-1 0,1 1 0,0-1 0,0 0 0,0 1 0,0-1 0,3 5 0,-2-7 0,0 1 0,-1-1 0,1 0 0,0 0 0,0-1 0,1 1 0,-1 0 0,0-1 0,0 1 0,1-1 0,-1 0 0,1 0 0,-1 0 0,1 0 0,0 0 0,-1 0 0,1-1 0,0 1 0,-1-1 0,1 0 0,3 0 0,4 1 0,0-1 0,-1 0 0,1 0 0,0-1 0,-1 0 0,1-1 0,0 0 0,12-5 0,-18 6 0,-1-1 0,1 0 0,-1 0 0,1 0 0,-1 0 0,0-1 0,0 1 0,0-1 0,-1 0 0,1 0 0,-1 0 0,1 0 0,-1 0 0,0 0 0,0-1 0,0 1 0,-1-1 0,1 1 0,-1-1 0,0 0 0,0 0 0,0 1 0,0-7 0,1-12-375,-2-37 0,-1 52-240,0-13-6211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01.0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36 24575,'1'0'0,"1"0"0,-1 1 0,1-1 0,-1 0 0,0 1 0,1-1 0,-1 1 0,0 0 0,1-1 0,-1 1 0,0 0 0,0 0 0,1 0 0,-1 0 0,0 0 0,0 0 0,0 0 0,0 0 0,-1 1 0,1-1 0,1 2 0,15 34 0,-8-17 0,-4-11 0,0 0 0,-1 1 0,1-1 0,-2 1 0,0 0 0,0 0 0,-1 1 0,0-1 0,0 0 0,-1 1 0,-1 12 0,0-34 0,0-6 0,1-1 0,0 1 0,7-29 0,-7 39 0,1 1 0,1 0 0,-1 0 0,1 0 0,0 0 0,0 0 0,0 0 0,1 1 0,0 0 0,0 0 0,1 0 0,-1 0 0,1 1 0,9-8 0,40-25-1365,-43 29-5461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02.0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24575,'1'9'0,"0"0"0,1 0 0,0 1 0,1-1 0,-1-1 0,8 15 0,9 34 0,-17-39 0,0 1 0,-1 18 0,-1-43 0,0-5 0,0-1 0,1 1 0,0-1 0,5-19 0,-5 27 0,0 1 0,0 0 0,0 0 0,1 0 0,-1 0 0,1 0 0,0 0 0,-1 0 0,1 0 0,1 1 0,-1-1 0,0 1 0,1-1 0,-1 1 0,1 0 0,0 0 0,0 0 0,0 0 0,0 1 0,0-1 0,0 1 0,0 0 0,6-2 0,-5 2 0,1 0 0,0 1 0,0-1 0,0 1 0,0 0 0,0 0 0,0 0 0,-1 1 0,1 0 0,8 2 0,-10-2 0,0 0 0,0 0 0,0 1 0,-1-1 0,1 1 0,-1 0 0,1 0 0,-1 0 0,0 0 0,1 0 0,-1 0 0,0 1 0,-1-1 0,1 1 0,0-1 0,-1 1 0,3 5 0,12 27 0,-11-25 0,0 0 0,-1 0 0,0 1 0,-1 0 0,0-1 0,3 22 0,-6-29 0,0-7 0,-1-8 0,2-1 0,-1 1 0,1 0 0,1-1 0,0 1 0,1 0 0,5-13 0,-5 20 0,0 0 0,1 0 0,0 0 0,0 1 0,1-1 0,-1 1 0,1 0 0,0 0 0,0 0 0,8-4 0,-10 7 0,1-1 0,-1 0 0,1 1 0,0 0 0,-1 0 0,1 0 0,0 0 0,0 0 0,0 1 0,0 0 0,0 0 0,0 0 0,0 0 0,-1 0 0,1 1 0,0 0 0,6 2 0,-5 0 0,-1 0 0,0 1 0,1-1 0,-1 1 0,-1 0 0,1 1 0,-1-1 0,1 1 0,-1-1 0,-1 1 0,1 0 0,-1 0 0,4 10 0,14 23 0,-14-29 0,0-1 0,1 0 0,0 0 0,0-1 0,0 0 0,17 11 0,-18-14 0,0-1 0,0 0 0,0 0 0,1-1 0,-1 1 0,1-1 0,0-1 0,0 0 0,-1 0 0,1 0 0,9 0 0,-7-1 0,1 0 0,0-1 0,-1 0 0,1-1 0,-1 0 0,1 0 0,-1-1 0,16-6 0,-20 6 0,-1 0 0,1 0 0,0 0 0,-1 0 0,0-1 0,0 1 0,0-1 0,0 0 0,0-1 0,-1 1 0,0 0 0,0-1 0,0 0 0,0 0 0,-1 0 0,4-10 0,-4 5 0,0 1 0,0 0 0,-1 0 0,-1-1 0,1 1 0,-1 0 0,-3-16 0,3 21 0,-1 1 0,0 0 0,0 0 0,0-1 0,0 1 0,0 0 0,-1 0 0,1 0 0,-1 0 0,0 1 0,-2-4 0,3 5 0,-1-1 0,1 1 0,0 0 0,-1 0 0,1 0 0,-1 0 0,0 1 0,1-1 0,-1 0 0,0 1 0,1-1 0,-1 1 0,0-1 0,0 1 0,1 0 0,-1 0 0,0 0 0,0 0 0,1 0 0,-1 0 0,-3 1 0,3-1 0,0 1 0,0 0 0,1-1 0,-1 1 0,1 0 0,-1 0 0,1 0 0,-1 0 0,1 0 0,0 1 0,-1-1 0,1 0 0,0 1 0,0-1 0,0 1 0,0-1 0,0 1 0,0-1 0,0 1 0,1 0 0,-1-1 0,1 1 0,-1 0 0,1 0 0,0-1 0,-1 4 0,-2 51 0,3-49 0,0 4 0,1 0 0,0-1 0,0 1 0,1-1 0,0 0 0,1 0 0,5 15 0,-6-22 0,-1 1 0,2 0 0,-1-1 0,0 1 0,1-1 0,-1 0 0,1 0 0,0 0 0,0 0 0,0 0 0,1 0 0,-1-1 0,1 0 0,-1 0 0,1 0 0,0 0 0,0 0 0,0-1 0,0 0 0,0 1 0,6 0 0,-5-1-80,0 0 0,0-1-1,0 1 1,0-1 0,0 0-1,0 0 1,0-1 0,0 1-1,-1-1 1,1 0 0,0-1 0,0 1-1,-1-1 1,1 0 0,0 0-1,5-4 1,1-3-6746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02.3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0 240 24575,'3'1'0,"0"-1"0,0 0 0,0 1 0,-1-1 0,1 1 0,0 0 0,-1 0 0,1 0 0,0 0 0,-1 0 0,0 1 0,1-1 0,-1 1 0,0 0 0,1-1 0,-1 1 0,0 0 0,-1 0 0,4 4 0,4 3 0,-5-10 0,-2-10 0,-1-10 0,-1 6 0,0 1 0,2-1 0,0 0 0,0 1 0,1 0 0,10-27 0,-11 34 0,1 1 0,0 0 0,0 0 0,1 0 0,-1 1 0,1-1 0,1 1 0,-1 0 0,1 0 0,0 0 0,0 0 0,0 1 0,0 0 0,1 0 0,0 1 0,0-1 0,7-2 0,5 0-170,0 1-1,1 1 0,0 1 1,0 0-1,0 1 0,0 1 1,20 2-1,-20-1-6655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04.2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179 18 24575,'-1'-1'0,"1"0"0,0 0 0,-1 0 0,1 0 0,-1 0 0,1 0 0,-1 0 0,0 0 0,1 1 0,-1-1 0,0 0 0,1 0 0,-1 1 0,0-1 0,0 1 0,0-1 0,1 0 0,-1 1 0,0 0 0,0-1 0,0 1 0,0-1 0,0 1 0,0 0 0,0 0 0,0 0 0,0-1 0,0 1 0,-2 0 0,-31 0 0,30 1 0,0 0 0,-1 0 0,1 0 0,0 0 0,0 1 0,1-1 0,-1 1 0,0 0 0,0 0 0,1 1 0,0-1 0,-1 1 0,-4 5 0,3-2 0,1 0 0,0 0 0,0 1 0,1-1 0,0 1 0,0 0 0,-2 7 0,-2 9 0,0-1 0,2 1 0,-5 40 0,9-50 0,1 0 0,0 0 0,0 0 0,1-1 0,1 1 0,0 0 0,1-1 0,7 19 0,-8-27 0,0 0 0,1 0 0,0 0 0,0 0 0,0 0 0,1 0 0,-1-1 0,1 0 0,0 1 0,0-1 0,0-1 0,0 1 0,0-1 0,7 4 0,0-2 0,0 0 0,-1 0 0,1 0 0,0-2 0,14 3 0,-6-2 0,1-1 0,0-1 0,0-1 0,-1-1 0,1 0 0,0-2 0,-1 0 0,30-9 0,-45 10 0,1 0 0,-1-1 0,0 1 0,0-1 0,0 0 0,0-1 0,0 1 0,-1 0 0,1-1 0,-1 0 0,0 0 0,0 0 0,0 0 0,-1-1 0,0 1 0,4-9 0,-2 3 0,-1-1 0,0 0 0,-1 0 0,0 0 0,-1 0 0,1-16 0,-2 18 0,-1 1 0,0-1 0,-1 0 0,1 1 0,-1 0 0,-1-1 0,0 1 0,0 0 0,-1 0 0,0 0 0,0 1 0,-1-1 0,0 1 0,0 0 0,0 0 0,-1 1 0,0 0 0,-1 0 0,1 0 0,-1 1 0,0 0 0,-14-7 0,5 0 0,13 9 0,-1 1 0,0-1 0,0 1 0,0-1 0,0 1 0,-8-3 0,12 5 0,0 0 0,-1 0 0,1 0 0,0 0 0,0 0 0,0 0 0,0 0 0,0 0 0,0 0 0,-1 0 0,1 0 0,0 0 0,0 0 0,0 0 0,0 0 0,0 0 0,0 0 0,-1 0 0,1 0 0,0 0 0,0 0 0,0 0 0,0 0 0,0 0 0,0 0 0,-1 0 0,1 0 0,0 0 0,0 1 0,0-1 0,0 0 0,0 0 0,0 0 0,0 0 0,0 0 0,-1 0 0,1 0 0,0 0 0,0 1 0,0-1 0,0 0 0,0 0 0,0 0 0,0 0 0,0 0 0,0 0 0,0 1 0,0-1 0,4 9 0,8 7 0,3-2-1365,0-1-5461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04.8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1 24575,'0'804'0,"-5"-772"0,0-25 0,-2-23 0,2-20 0,2 0 0,1-1 0,5-56 0,0 9 0,-6-30 0,6-119 0,-2 226 0,1 0 0,-1 0 0,1 0 0,1 1 0,-1-1 0,1 1 0,0-1 0,0 1 0,1 0 0,0 0 0,0 1 0,1-1 0,-1 1 0,1 0 0,0 0 0,1 1 0,-1-1 0,8-4 0,-10 7 0,0 0 0,1 0 0,-1 0 0,1 1 0,0-1 0,-1 1 0,1 0 0,0 0 0,0 0 0,0 1 0,0-1 0,0 1 0,-1 0 0,1 0 0,0 0 0,0 0 0,0 1 0,0 0 0,0 0 0,0 0 0,-1 0 0,1 0 0,0 1 0,-1 0 0,1-1 0,-1 1 0,0 1 0,1-1 0,-1 0 0,0 1 0,0 0 0,-1-1 0,5 6 0,-3-3 0,0 1 0,1 0 0,-2-1 0,1 2 0,-1-1 0,3 7 0,-5-12 0,-1 1 0,1-1 0,-1 1 0,1-1 0,-1 1 0,0-1 0,0 1 0,0-1 0,1 1 0,-1-1 0,-1 1 0,1-1 0,0 1 0,0-1 0,-1 1 0,1-1 0,0 1 0,-1-1 0,0 1 0,1-1 0,-1 0 0,0 1 0,0-1 0,0 0 0,0 0 0,0 0 0,0 1 0,0-1 0,0 0 0,0 0 0,0 0 0,-3 1 0,-16 8 0,-1-1 0,-1-1 0,1-1 0,-27 6 0,17-5 0,31-8 2,-1 1 0,1-1 0,-1 0 0,1 0 0,-1 1 0,1-1 0,0 0 0,-1 0 0,1 0 0,-1 0 0,1 0 0,-1 1 0,1-1 0,-1 0-1,1 0 1,-1 0 0,0 0 0,1 0 0,-1-1 0,1 1 0,-1 0 0,1 0 0,0 0 0,-1 0 0,1 0 0,-1-1 0,1 1 0,-1 0 0,1 0 0,-1-1 0,1 1 0,0 0 0,-1-1-1,1 1 1,0-1 0,-1 1 0,1 0 0,0-1 0,-1 1 0,1-1 0,0 1 0,0-1 0,0 1 0,-1 0 0,1-1 0,0 1 0,0-1 0,0 1 0,0-1 0,0 1 0,0-1 0,0 0-1,0 1 1,0-1 0,0 1 0,0-1 0,0 1 0,0 0 0,1-1 0,-1 0 0,1-3-214,0 1 0,1-1 0,-1 1 0,1 0 0,0-1 0,4-5 0,6-4-6614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05.0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0 24575,'0'522'0,"1"-518"-62,-1-1 0,0 1 0,-1 0 0,1-1 0,0 1 0,-1-1 0,0 1 0,0-1 0,0 0 0,0 1 0,-1-1 0,1 0-1,-1 0 1,0 0 0,0 0 0,0 0 0,0 0 0,0 0 0,-1-1 0,1 1 0,-7 3 0,-2 2-6764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05.2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24575,'0'-4'0,"3"-1"0,2-3 0,4-1 0,3 2 0,4 2 0,-1-3 0,1 1 0,1 2 0,1 1 0,2 1 0,1 2 0,0 0 0,1 1 0,0 1 0,-4-1-8191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05.4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24575,'1'10'0,"0"-1"0,1 0 0,0 0 0,0 0 0,1 0 0,7 14 0,8 34 0,9 69 0,-26-119-151,1-1-1,0 0 0,0 1 0,0-1 1,1 0-1,0 0 0,0-1 1,4 7-1,1-1-6674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05.5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24575,'4'0'0,"1"4"0,0 5 0,2 0 0,1 3 0,2 3 0,3-1 0,0-3-8191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06.4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19 24575,'0'328'0,"-2"-376"0,1 27 0,0 1 0,2-1 0,0 1 0,4-23 0,-2 35 0,0 0 0,0 0 0,1 0 0,0 1 0,0-1 0,1 1 0,6-8 0,41-44 0,-52 59 0,5-5 0,0 0 0,0 1 0,1-1 0,-1 1 0,1 1 0,0-1 0,0 1 0,1 0 0,11-3 0,-16 5 0,-1 0 0,1 1 0,0-1 0,0 1 0,-1 0 0,1 0 0,0 0 0,0 0 0,-1 0 0,1 0 0,0 0 0,0 0 0,-1 1 0,1-1 0,0 1 0,-1-1 0,1 1 0,0 0 0,-1-1 0,1 1 0,-1 0 0,1 0 0,-1 0 0,1 0 0,-1 0 0,0 1 0,0-1 0,0 0 0,1 1 0,-1-1 0,0 1 0,-1-1 0,1 1 0,0-1 0,0 1 0,-1 0 0,1-1 0,-1 1 0,1 0 0,-1-1 0,1 4 0,1 10 0,-1-1 0,-1 27 0,-1-31 0,1-1 0,0 1 0,0-1 0,1 1 0,0 0 0,1-1 0,0 0 0,7 18 0,-9-27 0,0 0 0,0 0 0,0 0 0,1 1 0,-1-1 0,0 0 0,0 0 0,0 0 0,1 0 0,-1 0 0,0 0 0,0 0 0,1 1 0,-1-1 0,0 0 0,0 0 0,1 0 0,-1 0 0,0 0 0,0 0 0,1 0 0,-1 0 0,0 0 0,1 0 0,-1-1 0,0 1 0,0 0 0,1 0 0,-1 0 0,0 0 0,0 0 0,0 0 0,1-1 0,-1 1 0,0 0 0,0 0 0,0 0 0,1 0 0,-1-1 0,0 1 0,0 0 0,0 0 0,0-1 0,0 1 0,1 0 0,-1 0 0,0 0 0,0-1 0,0 1 0,0 0 0,0 0 0,0-1 0,0 1 0,0-1 0,9-15 0,-9 15 0,2-3 0,0 0 0,0 0 0,0 0 0,0 0 0,1 0 0,0 1 0,0-1 0,0 1 0,0 0 0,0 0 0,1 0 0,-1 0 0,1 0 0,0 1 0,0-1 0,0 1 0,0 0 0,0 1 0,0-1 0,1 1 0,-1 0 0,0 0 0,1 0 0,-1 0 0,1 1 0,0-1 0,-1 1 0,1 1 0,-1-1 0,1 1 0,-1-1 0,1 1 0,5 2 0,-5-1 0,-1 0 0,0 0 0,0 1 0,0-1 0,0 1 0,0 0 0,0 0 0,-1 0 0,1 1 0,-1-1 0,4 6 0,25 46 0,-27-45 0,0 0 0,1-1 0,0 1 0,0-1 0,10 11 0,-12-16 0,-1 0 0,1 1 0,-1 0 0,0 0 0,0 0 0,2 6 0,-3-6 0,0 0 0,1 0 0,-1-1 0,1 1 0,6 6 0,-8-11 0,-1 0 0,1 0 0,-1-1 0,1 1 0,-1 0 0,0 0 0,1-1 0,-1 1 0,0 0 0,1-1 0,-1 1 0,0 0 0,1-1 0,-1 1 0,0-1 0,0 1 0,1-1 0,-1 1 0,0 0 0,0-1 0,0 1 0,0-1 0,0 1 0,0-1 0,0 1 0,0-1 0,0 1 0,0-1 0,0 1 0,0-1 0,0 1 0,0-1 0,0 1 0,0-1 0,1-22 0,-1-16 0,-1 13 0,1 0 0,6-40 0,-5 60 0,0 0 0,0 1 0,0-1 0,1 0 0,0 1 0,0-1 0,1 1 0,0 0 0,0-1 0,0 2 0,0-1 0,1 0 0,-1 0 0,1 1 0,1 0 0,7-7 0,-11 11 0,-1 0 0,1-1 0,-1 1 0,1 0 0,-1-1 0,1 1 0,-1 0 0,1 0 0,0 0 0,-1-1 0,1 1 0,-1 0 0,1 0 0,0 0 0,-1 0 0,1 0 0,-1 0 0,1 0 0,0 0 0,-1 1 0,1-1 0,-1 0 0,1 0 0,-1 0 0,1 1 0,0-1 0,-1 0 0,1 1 0,12 17 0,3 30 0,-15-41 0,6 18-273,-1 1 0,-1 0 0,-2 0 0,1 44 0,-4-51-6553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06.6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24575,'0'4'0,"0"0"-8191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07.2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24575,'43'-1'0,"47"1"0,-82 1 0,1 0 0,-1 0 0,0 1 0,0 0 0,0 0 0,0 1 0,0 0 0,8 4 0,-14-6 0,0 1 0,0-1 0,0 0 0,-1 1 0,1-1 0,0 1 0,-1-1 0,1 1 0,-1 0 0,1 0 0,-1 0 0,0 0 0,0 0 0,0 0 0,0 0 0,0 0 0,0 0 0,0 0 0,-1 1 0,1-1 0,-1 0 0,0 0 0,0 1 0,0-1 0,0 0 0,0 1 0,0-1 0,0 0 0,-1 0 0,1 1 0,-1-1 0,0 0 0,0 0 0,0 0 0,0 0 0,0 0 0,0 0 0,-2 2 0,-1 3 0,-1 0 0,0 0 0,0 0 0,-1-1 0,0 0 0,0 0 0,0-1 0,-1 0 0,-8 6 0,8-7 0,1 1 0,-1 0 0,1 0 0,0 1 0,1-1 0,-1 2 0,1-1 0,0 0 0,-5 11 0,7-13 0,1 0 0,0 0 0,0 0 0,0 0 0,1 1 0,-1-1 0,1 0 0,0 1 0,0-1 0,1 1 0,0-1 0,-1 1 0,1-1 0,1 1 0,-1-1 0,1 1 0,-1-1 0,3 5 0,-2-6 0,0-1 0,0 0 0,1-1 0,-1 1 0,0 0 0,1 0 0,0 0 0,0-1 0,-1 1 0,1-1 0,0 0 0,0 1 0,0-1 0,0 0 0,0 0 0,1 0 0,-1 0 0,0-1 0,0 1 0,1-1 0,-1 1 0,4-1 0,7 2 0,0-2 0,25-1 0,-22 0 0,-3 0 0,0-1 0,0-1 0,0 0 0,-1 0 0,1-2 0,17-7 0,0-1 0,-23 10 0,0 0 0,0-1 0,-1 0 0,1-1 0,-1 1 0,0-1 0,9-11 0,33-44 0,-42 51 0,0 0 0,-1-1 0,0 1 0,-1-1 0,6-18 0,-9 23 0,1-1 0,-1 1 0,0-1 0,-1 0 0,1 1 0,-1-1 0,0 0 0,0 1 0,-1-1 0,0 0 0,0 1 0,-3-10 0,3 13 0,-1 0 0,0-1 0,0 1 0,0 0 0,0 0 0,0 0 0,0 0 0,0 0 0,-1 0 0,1 1 0,-1-1 0,1 1 0,-1 0 0,0 0 0,1 0 0,-1 0 0,0 0 0,0 0 0,0 1 0,0-1 0,0 1 0,1 0 0,-1 0 0,0 0 0,-6 1 0,5-1 0,0 0 0,1 1 0,-1-1 0,0 1 0,0 0 0,0 0 0,1 0 0,-1 1 0,0-1 0,1 1 0,-1 0 0,1 0 0,0 0 0,-1 0 0,1 0 0,0 1 0,1 0 0,-1-1 0,-2 4 0,2 1 0,0 0 0,1 1 0,0-1 0,0 0 0,1 1 0,0-1 0,0 1 0,1 14 0,6 62 0,-6-82 0,2 5 0,-1-1 0,1 1 0,0-1 0,0 0 0,1 1 0,-1-1 0,2 0 0,-1-1 0,0 1 0,1-1 0,0 1 0,1-1 0,-1 0 0,1 0 0,0-1 0,0 0 0,0 0 0,1 0 0,-1 0 0,9 3 0,8 4 0,1-1 0,1-1 0,47 12 0,-34-14-1365,-20-6-5461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1.5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238 0 24575,'-2'0'0,"0"1"0,0-1 0,0 1 0,0-1 0,0 1 0,0 0 0,1 0 0,-1 0 0,0 0 0,0 0 0,1 0 0,-1 0 0,0 1 0,1-1 0,-1 0 0,1 1 0,0-1 0,-1 1 0,1 0 0,0-1 0,0 1 0,0 0 0,0 0 0,1 0 0,-1 0 0,0 0 0,0 2 0,-3 10 0,0 1 0,-2 26 0,3-20 0,-27 134 0,26-131 0,-2 0 0,-1-1 0,-9 24 0,5-19 0,-9 41 0,0 10 0,11-49 0,-6 35 0,-6 44 0,19-98 0,0-1 0,-1 1 0,-8 18 0,9-26-1365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1.9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107 24 24575,'3'-2'0,"0"0"0,1-1 0,-1 1 0,0 1 0,1-1 0,-1 0 0,1 1 0,0 0 0,-1 0 0,1 0 0,0 0 0,5 0 0,52-1 0,-44 2 0,5-1 0,-11 0 0,0 1 0,0 0 0,14 3 0,-24-3 0,-1 0 0,0 0 0,0 0 0,0 0 0,0 0 0,0 0 0,1 0 0,-1 0 0,0 0 0,0 0 0,0 0 0,0 0 0,0 0 0,0 0 0,1 0 0,-1 0 0,0 0 0,0 1 0,0-1 0,0 0 0,0 0 0,0 0 0,0 0 0,1 0 0,-1 0 0,0 1 0,0-1 0,0 0 0,0 0 0,0 0 0,0 0 0,0 0 0,0 0 0,0 1 0,0-1 0,0 0 0,0 0 0,0 0 0,0 0 0,0 0 0,0 1 0,0-1 0,0 0 0,0 0 0,0 0 0,-7 8 0,-10 5 0,-81 32 0,66-25 0,1 2 0,-35 30 0,53-41 0,7-6 0,1 1 0,-1 0 0,1-1 0,0 2 0,1-1 0,-1 0 0,1 1 0,1 0 0,-4 8 0,6-14 0,0 1 0,1-1 0,-1 1 0,1 0 0,-1-1 0,1 1 0,-1 0 0,1-1 0,0 1 0,0 0 0,0 0 0,0-1 0,0 1 0,0 0 0,1-1 0,-1 1 0,0 0 0,1-1 0,-1 1 0,1 0 0,0-1 0,0 1 0,-1-1 0,1 1 0,0-1 0,0 1 0,1-1 0,-1 0 0,0 0 0,0 1 0,0-1 0,1 0 0,-1 0 0,1 0 0,-1 0 0,1-1 0,-1 1 0,1 0 0,-1-1 0,1 1 0,0-1 0,-1 1 0,1-1 0,0 0 0,2 1 0,23 2 0,1-1 0,0-2 0,38-3 0,6 0 0,-62 3-114,0 0 1,0-1-1,-1-1 0,1 0 0,0 0 1,0-1-1,-1 0 0,0-1 0,1 0 1,-1 0-1,10-7 0,-5 0-6712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2.1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114 2 24575,'-17'0'0,"9"-1"0,0 1 0,1 0 0,-1 0 0,1 1 0,-11 3 0,16-4 0,0 1 0,0 0 0,0 0 0,0 0 0,0 0 0,0 0 0,0 0 0,1 0 0,-1 1 0,0-1 0,1 1 0,-1-1 0,1 1 0,0 0 0,0-1 0,-1 1 0,1 0 0,0 0 0,0 0 0,1 0 0,-1 0 0,0 0 0,0 4 0,-1-1 0,1 0 0,0 0 0,0 0 0,1 0 0,0 1 0,-1-1 0,2 0 0,-1 0 0,1 0 0,-1 0 0,1 0 0,1 0 0,-1 0 0,1 0 0,0 0 0,0 0 0,0 0 0,1-1 0,-1 0 0,1 1 0,0-1 0,1 0 0,-1 0 0,1 0 0,-1-1 0,1 1 0,0-1 0,1 0 0,-1 0 0,0-1 0,1 1 0,-1-1 0,1 0 0,10 3 0,1 1 30,1 0 0,0-1 0,32 4 0,-45-8-92,0-1 0,0 0 0,0 0 0,0 0 1,0 0-1,0 0 0,-1-1 0,1 0 0,0 0 0,0 0 0,0 0 0,-1-1 1,1 1-1,-1-1 0,1 0 0,-1 0 0,0 0 0,0-1 0,1 1 0,-2-1 1,1 1-1,0-1 0,3-4 0,1-5-6764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2.6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223 0 24575,'-3'0'0,"-6"0"0,-4 0 0,-4 0 0,-3 0 0,-2 0 0,0 0 0,-1 4 0,1 1 0,-1-1 0,5 4 0,1 3 0,3 0-8191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3.7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0 637 24575,'4'-1'0,"0"0"0,0 0 0,0 0 0,-1 0 0,1 0 0,-1-1 0,1 0 0,-1 1 0,1-1 0,-1-1 0,4-2 0,37-33 0,-36 31 0,56-46 0,19-19 0,-25 22 0,-44 38 0,0 0 0,-1-1 0,21-27 0,-22 24 0,-1 0 0,-1-1 0,-1 0 0,0-1 0,10-29 0,-16 38 0,-1 0 0,0 0 0,-1 0 0,1-1 0,-2 1 0,0 0 0,0 0 0,0-1 0,-1 1 0,-1 0 0,1 0 0,-1 0 0,-1 0 0,-4-10 0,5 16 0,0 0 0,0 0 0,0 0 0,-1 1 0,1-1 0,-1 1 0,0-1 0,1 1 0,-1 0 0,0 0 0,-1 0 0,1 0 0,0 1 0,0-1 0,-1 1 0,1 0 0,-1 0 0,1 0 0,-1 1 0,1-1 0,-1 1 0,0 0 0,-6 0 0,5 0 0,1 0 0,-1 0 0,0 0 0,0 1 0,1-1 0,-1 1 0,0 0 0,1 1 0,-1-1 0,1 1 0,0 0 0,-1 0 0,1 0 0,0 1 0,0 0 0,0-1 0,-6 7 0,3 1 0,1 1 0,0-1 0,1 1 0,0 0 0,1 0 0,-5 18 0,3-3 0,-5 50 0,8 131 0,4-112 0,0-84 0,0 0 0,1 0 0,0-1 0,1 1 0,0-1 0,0 1 0,1-1 0,0 0 0,1 0 0,0-1 0,1 1 0,0-1 0,0-1 0,1 1 0,0-1 0,1 0 0,-1 0 0,2-1 0,11 8 0,-9-7 0,1-2 0,-1 0 0,1 0 0,24 7 0,-32-12 0,1 0 0,-1 0 0,1 0 0,-1-1 0,0 0 0,1 0 0,-1 0 0,1 0 0,-1-1 0,1 1 0,-1-1 0,1-1 0,-1 1 0,0 0 0,0-1 0,0 0 0,0 0 0,5-3 0,-2-1 0,0 1 0,-1-1 0,0 0 0,0-1 0,0 1 0,0-1 0,-1 0 0,-1-1 0,1 1 0,-1-1 0,0 0 0,3-11 0,-2 4 0,-1 0 0,0 0 0,-1 0 0,-1 0 0,-1 0 0,0-18 0,-2-46 0,0 168 0,2 76 0,-1-163-105,1 0 0,-1 1 0,0-1 0,1 0 0,0 0 0,-1 1 0,1-1 0,0 0 0,0 0 0,0 0 0,1 0 0,1 3 0,6 4-6721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3.9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18 24575,'0'-3'0,"0"-6"0,0 3 0,0 6 0,0 7 0,0 2-8191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4.6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0 283 24575,'2'0'0,"14"1"0,0-1 0,-1 0 0,1-1 0,-1-1 0,0-1 0,1 0 0,-1-1 0,25-9 0,-23 5 0,-1 1 0,1-1 0,-1-1 0,28-18 0,-40 23 0,1 0 0,-1 0 0,0 0 0,0 0 0,-1 0 0,1-1 0,-1 0 0,0 0 0,0 0 0,-1 0 0,1 0 0,-1 0 0,0-1 0,-1 1 0,1-1 0,0-9 0,-1 11 0,-1 0 0,1 0 0,-1-1 0,0 1 0,0 0 0,-1 0 0,1 0 0,-1 0 0,0 0 0,0 0 0,0 0 0,0 0 0,-4-6 0,3 7 0,-1 0 0,0 0 0,1 0 0,-1 0 0,0 1 0,-1 0 0,1-1 0,0 1 0,0 0 0,-1 1 0,0-1 0,1 0 0,-1 1 0,-6-2 0,2 1 0,1 0 0,0 0 0,-1 1 0,1 0 0,-1 0 0,0 0 0,1 1 0,-1 0 0,1 1 0,-12 2 0,16-2 0,-1 0 0,1 1 0,0-1 0,0 1 0,0 0 0,0 0 0,0 0 0,0 0 0,0 0 0,1 1 0,-1-1 0,1 1 0,0 0 0,-1-1 0,1 1 0,1 0 0,-1 1 0,0-1 0,1 0 0,0 0 0,-1 1 0,1-1 0,0 1 0,0 3 0,-1 6 0,0 0 0,0-1 0,1 1 0,1 0 0,0 0 0,1-1 0,0 1 0,1 0 0,1-1 0,0 1 0,5 14 0,-7-23 0,1 0 0,0 0 0,0 0 0,0 0 0,0 0 0,1 0 0,0-1 0,0 1 0,-1-1 0,2 0 0,-1 0 0,0 0 0,1 0 0,-1 0 0,1-1 0,0 1 0,0-1 0,0 0 0,0-1 0,0 1 0,1-1 0,-1 1 0,0-1 0,1 0 0,-1-1 0,1 1 0,-1-1 0,0 0 0,1 0 0,-1 0 0,1-1 0,-1 0 0,1 1 0,6-4 0,-8 3 0,0 1 0,0-1 0,0-1 0,0 1 0,0 0 0,0-1 0,0 0 0,-1 1 0,1-1 0,0 0 0,-1 0 0,0-1 0,1 1 0,-1 0 0,0-1 0,0 0 0,1-3 0,1-2 0,0 0 0,-1-1 0,0 0 0,2-14 0,9-25 0,-14 47 0,1 0 0,-1 0 0,1 0 0,-1-1 0,1 1 0,-1 0 0,1 0 0,-1 0 0,1 0 0,0 0 0,0 0 0,0 0 0,0 0 0,-1 1 0,1-1 0,0 0 0,1 0 0,-1 1 0,0-1 0,0 0 0,0 1 0,0-1 0,0 1 0,0 0 0,1-1 0,-1 1 0,0 0 0,0 0 0,1 0 0,1 0 0,-2 0 0,1 1 0,-1 0 0,0-1 0,1 1 0,-1 0 0,0 0 0,0 0 0,0 0 0,1 0 0,-1 0 0,0 1 0,0-1 0,-1 0 0,1 0 0,0 1 0,0-1 0,-1 1 0,1-1 0,0 0 0,-1 1 0,1-1 0,-1 1 0,0 0 0,0 1 0,3 12 0,-2 1 0,0 0 0,-2 16 0,1-53 0,-1 9 0,1 0 0,1 0 0,0 0 0,5-22 0,-6 31 0,1 0 0,0 0 0,1 0 0,-1-1 0,0 1 0,1 1 0,0-1 0,0 0 0,0 0 0,0 1 0,0-1 0,0 1 0,1-1 0,-1 1 0,1 0 0,-1 0 0,1 0 0,0 1 0,0-1 0,0 1 0,0-1 0,0 1 0,0 0 0,5-1 0,-3 1 0,0 0 0,0 0 0,0 0 0,0 1 0,1-1 0,-1 1 0,0 1 0,0-1 0,0 1 0,0 0 0,0 0 0,0 0 0,0 1 0,0 0 0,0 0 0,-1 0 0,1 0 0,-1 1 0,1 0 0,-1 0 0,0 0 0,0 0 0,-1 1 0,1 0 0,0-1 0,-1 1 0,0 0 0,0 1 0,0-1 0,-1 1 0,0-1 0,1 1 0,-1 0 0,-1-1 0,1 1 0,-1 0 0,0 0 0,0 0 0,0 7 0,0-2 17,0-1 0,-1 1 1,0 0-1,-1 0 0,0 0 0,-4 15 0,4-22-72,0-1 0,0 1 0,0 0 0,0-1 0,-1 1 0,1-1 0,-1 0 0,1 1 0,-1-1 0,0 0 0,0 0 0,0 0 0,0 0 0,-1 0 0,1-1 0,0 1 0,-1-1 0,1 1 0,-1-1 0,0 0 0,1 0 0,-1 0 0,0 0 0,0-1 0,1 1 0,-6 0 0,-9 0-6771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4.8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68 24575,'0'-3'0,"0"0"0,1 0 0,-1 1 0,1-1 0,0 0 0,0 1 0,0-1 0,0 1 0,1-1 0,-1 1 0,0-1 0,1 1 0,0 0 0,0 0 0,-1 0 0,1 0 0,0 0 0,1 0 0,-1 0 0,0 1 0,0-1 0,1 1 0,-1 0 0,1-1 0,-1 1 0,1 0 0,0 1 0,-1-1 0,1 0 0,4 0 0,9-2 0,0 1 0,0 0 0,29 2 0,-38-1 0,0 1 0,0 1 0,0-1 0,1 1 0,-1 0 0,0 1 0,-1 0 0,1 0 0,0 0 0,0 1 0,-1 0 0,0 0 0,1 1 0,-1 0 0,-1 0 0,1 0 0,0 1 0,-1-1 0,0 1 0,5 6 0,42 44-1365,-41-46-5461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5.4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285 26 24575,'-46'-17'0,"24"14"0,-38-2 0,51 4 0,0 2 0,1-1 0,-1 1 0,0 0 0,1 1 0,-1 0 0,-11 4 0,18-4 0,-1-1 0,1 1 0,0-1 0,0 1 0,0 0 0,0 0 0,0 0 0,0 0 0,1 0 0,-1 0 0,1 0 0,-1 0 0,1 1 0,0-1 0,-2 5 0,-11 46 0,5-16 0,4-24 0,1 0 0,0 0 0,1 0 0,1 1 0,0-1 0,1 1 0,0 0 0,2 19 0,-1-32 0,0-1 0,0 0 0,0 1 0,0-1 0,0 0 0,0 0 0,0 1 0,0-1 0,0 0 0,0 1 0,0-1 0,1 0 0,-1 0 0,0 1 0,0-1 0,0 0 0,0 0 0,1 1 0,-1-1 0,0 0 0,0 0 0,1 1 0,-1-1 0,0 0 0,0 0 0,1 0 0,-1 0 0,0 0 0,0 1 0,1-1 0,-1 0 0,0 0 0,1 0 0,-1 0 0,0 0 0,1 0 0,12-7 0,14-20 0,-23 22 0,5-5 0,-1-1 0,-1 0 0,0-1 0,10-21 0,-1 1 0,-2-1 0,-13 28 0,1 0 0,-1 1 0,1-1 0,0 1 0,1-1 0,-1 1 0,1 0 0,0 0 0,0 0 0,0 0 0,5-5 0,-7 9 0,0-1 0,-1 1 0,1 0 0,0 0 0,-1 0 0,1-1 0,-1 1 0,1 0 0,0 0 0,-1 0 0,1 0 0,0 0 0,-1 0 0,1 0 0,0 1 0,-1-1 0,1 0 0,-1 0 0,1 0 0,0 1 0,-1-1 0,1 0 0,-1 1 0,1-1 0,-1 0 0,1 1 0,-1-1 0,1 1 0,-1-1 0,1 1 0,-1-1 0,1 1 0,-1-1 0,0 1 0,1-1 0,-1 1 0,0-1 0,0 1 0,1 0 0,-1-1 0,0 1 0,0 0 0,0 0 0,9 28 0,-6-3 0,0 40 0,-3-40 0,6 41 0,24 142 0,-25-134 0,-5 84 0,-1-132 0,1-34-108,4-43-1149,1 35-5569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5.8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2 126 24575,'-1'84'0,"3"93"0,-2-176 0,0 0 0,0 1 0,0-1 0,0 0 0,0 0 0,0 0 0,0 0 0,0 0 0,0 0 0,0 0 0,1 0 0,-1 0 0,0 0 0,1 0 0,-1 0 0,1 0 0,0 0 0,-1 0 0,1 0 0,-1-1 0,1 1 0,0 0 0,0 0 0,-1-1 0,3 2 0,-2-2 0,0-1 0,0 1 0,0 0 0,0-1 0,0 0 0,0 1 0,0-1 0,0 1 0,0-1 0,0 0 0,0 0 0,-1 1 0,1-1 0,0 0 0,0 0 0,-1 0 0,1 0 0,0-2 0,5-7 0,0 0 0,-1 0 0,6-18 0,1-11 0,24-99 0,-28 57 0,-7 73 0,-1 1 0,-1-1 0,1 0 0,-1 1 0,0-1 0,-1 1 0,0 0 0,-4-11 0,6 18 0,0 0 0,0-1 0,0 1 0,0 0 0,0 0 0,0 0 0,0 0 0,-1-1 0,1 1 0,0 0 0,0 0 0,0 0 0,0 0 0,0 0 0,0-1 0,0 1 0,0 0 0,0 0 0,-1 0 0,1 0 0,0 0 0,0 0 0,0 0 0,0 0 0,0-1 0,-1 1 0,1 0 0,0 0 0,0 0 0,0 0 0,0 0 0,0 0 0,-1 0 0,1 0 0,0 0 0,0 0 0,0 0 0,0 0 0,-1 0 0,1 0 0,0 0 0,0 0 0,0 0 0,0 0 0,-1 0 0,1 1 0,-4 8 0,1 14 0,5 16-1365,3-23-5461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6.1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1 24575,'-1'0'0,"0"0"0,0 1 0,0-1 0,0 1 0,1 0 0,-1-1 0,0 1 0,0 0 0,0-1 0,0 1 0,1 0 0,-1 0 0,0 0 0,1 0 0,-1 0 0,1-1 0,-1 1 0,1 0 0,-1 3 0,-11 25 0,9-21 0,0 1 0,-23 66 0,25-69 0,-1 0 0,1 1 0,0-1 0,0 0 0,1 1 0,0-1 0,0 0 0,0 1 0,3 10 0,-3-17 2,0 1 0,0-1 0,0 1 0,0-1 1,0 1-1,0-1 0,0 1 0,0-1 0,0 1 0,0-1 0,1 1 0,-1-1 0,0 1 0,0-1 0,0 1 0,1-1 0,-1 0 0,0 1 0,0-1 0,1 1 0,-1-1 0,1 0 0,-1 1 1,0-1-1,1 0 0,-1 0 0,0 1 0,1-1 0,-1 0 0,1 0 0,-1 1 0,1-1 0,-1 0 0,1 0 0,-1 0 0,1 0 0,-1 0 0,1 0 0,-1 0 0,1 0 0,-1 0 0,1 0 1,-1 0-1,1 0 0,-1 0 0,1 0 0,-1 0 0,0-1 0,1 1 0,-1 0 0,1 0 0,-1-1 0,1 1 0,-1 0 0,0 0 0,1-1 0,0 0 0,1 0-167,-1-2 0,1 1 1,0 0-1,-1 0 0,1 0 0,-1-1 0,0 1 0,2-5 0,1-8-6661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6.6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0 134 24575,'0'10'0,"1"0"0,1 0 0,-1 0 0,1 0 0,1 0 0,0-1 0,0 1 0,1-1 0,0 0 0,1 0 0,11 16 0,-16-24 0,1 1 0,0-1 0,0 0 0,0 1 0,0-1 0,0 0 0,0 0 0,0 0 0,1 0 0,-1 0 0,0 0 0,1 0 0,-1 0 0,1 0 0,-1-1 0,0 1 0,1-1 0,0 1 0,-1-1 0,1 1 0,-1-1 0,1 0 0,0 0 0,-1 0 0,1 0 0,-1 0 0,1 0 0,0 0 0,-1 0 0,1-1 0,-1 1 0,3-1 0,1-3 0,0 1 0,-1-1 0,1 0 0,-1 0 0,0 0 0,0 0 0,4-8 0,-5 7 0,1 1 0,-1 0 0,1 0 0,0 0 0,0 1 0,6-6 0,-9 9 0,0-1 0,0 1 0,0 0 0,-1-1 0,1 1 0,0 0 0,0 0 0,0 0 0,0 0 0,0 0 0,-1 0 0,1 0 0,0 0 0,0 0 0,0 0 0,0 0 0,-1 0 0,1 1 0,0-1 0,0 0 0,0 1 0,-1-1 0,1 0 0,0 1 0,0-1 0,-1 1 0,1-1 0,0 1 0,-1 0 0,1-1 0,-1 1 0,1 0 0,-1-1 0,1 1 0,-1 0 0,1 0 0,-1-1 0,0 1 0,1 0 0,-1 0 0,0 0 0,1 1 0,-1 0 0,1 0 0,-1 0 0,1 0 0,-1 0 0,0-1 0,1 1 0,-1 0 0,0 0 0,0 0 0,-1 0 0,1 0 0,0 0 0,-1 0 0,1 0 0,-1 0 0,1 0 0,-3 3 0,3-5 0,0 0 0,0 0 0,0 0 0,0 0 0,0 0 0,0 1 0,-1-1 0,1 0 0,0 0 0,0 0 0,0 0 0,0 0 0,0 0 0,0 0 0,0 0 0,-1 0 0,1 0 0,0 0 0,0 0 0,0 0 0,0 0 0,0 0 0,0 0 0,-1 0 0,1 0 0,0 0 0,0 0 0,0 0 0,0 0 0,0 0 0,0 0 0,-1 0 0,1 0 0,0 0 0,0 0 0,0 0 0,0 0 0,0-1 0,0 1 0,0 0 0,0 0 0,-1 0 0,1 0 0,0 0 0,0 0 0,0 0 0,0 0 0,0-1 0,0 1 0,0 0 0,0 0 0,0 0 0,-4-12 0,0-12 0,5 15 0,0 1 0,0 0 0,1 0 0,0 0 0,1 0 0,0 1 0,6-13 0,0 3 0,0 2 0,16-22 0,-19 30 0,0 1 0,1-1 0,0 1 0,0 0 0,0 1 0,1 0 0,0 0 0,0 0 0,0 1 0,1 1 0,-1-1 0,1 1 0,0 1 0,13-3 0,0 1 0,-1 2 0,1 0 0,0 2 0,42 3 0,-61-2 0,0-1 0,1 0 0,-1 1 0,0 0 0,0 0 0,0 0 0,0 0 0,0 0 0,-1 1 0,1-1 0,0 1 0,-1 0 0,1 0 0,-1 0 0,1 0 0,-1 0 0,0 1 0,0-1 0,0 0 0,0 1 0,0 0 0,-1-1 0,1 1 0,-1 0 0,0 0 0,0 0 0,0 0 0,0 0 0,1 5 0,0 9 0,-1 0 0,0-1 0,-1 1 0,-4 27 0,2 0 0,1-37-85,1 1 0,1-1-1,0 0 1,0 0 0,0 0-1,1 0 1,0 0 0,0 0-1,1 0 1,-1-1 0,2 1-1,-1-1 1,1 0 0,0 0-1,4 6 1,2-3-6741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7.4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371 2 24575,'-70'-2'0,"-78"4"0,142-1 0,0 0 0,-1 1 0,1 0 0,0 0 0,0 0 0,0 1 0,1 0 0,-1 0 0,1 0 0,-1 1 0,1-1 0,0 2 0,0-1 0,1 0 0,-1 1 0,1 0 0,0 0 0,0 0 0,1 0 0,-1 1 0,-4 10 0,1-1 0,1 0 0,1 0 0,0 1 0,1 0 0,1-1 0,0 1 0,0 26 0,2-36 0,1 0 0,0-1 0,0 1 0,1 0 0,0 0 0,0 0 0,0 0 0,5 10 0,-5-14 0,0 0 0,0 0 0,1 0 0,-1 0 0,1-1 0,-1 1 0,1-1 0,0 1 0,-1-1 0,1 1 0,0-1 0,0 0 0,0 0 0,0 0 0,0 0 0,1-1 0,-1 1 0,0 0 0,0-1 0,0 1 0,1-1 0,-1 0 0,0 0 0,0 0 0,1 0 0,2-1 0,0 1 0,0-1 0,0 0 0,-1 0 0,1-1 0,0 0 0,0 1 0,-1-1 0,1-1 0,-1 1 0,0-1 0,0 0 0,0 0 0,8-7 0,2-5 0,0 0 0,13-18 0,-17 20 0,3-4 0,-3 4 0,0 0 0,1 0 0,0 1 0,14-12 0,-22 22 0,-1 1 0,0-1 0,1 0 0,-1 0 0,1 1 0,-1-1 0,1 1 0,0 0 0,-1 0 0,1 0 0,0 0 0,0 1 0,0-1 0,0 1 0,0-1 0,0 1 0,0 0 0,0 0 0,0 0 0,0 1 0,0-1 0,-1 1 0,1 0 0,0-1 0,0 1 0,0 1 0,-1-1 0,1 0 0,3 3 0,-2 0 0,1 0 0,-1 0 0,0 1 0,-1 0 0,1-1 0,-1 2 0,0-1 0,0 0 0,4 12 0,16 53 0,-19-52 0,-1 0 0,1 37 0,-3-34 0,7 40 0,-2-22 0,-1 0 0,-3 1 0,-4 73 0,0-26 0,2-78 0,0 0 0,-1-1 0,0 1 0,0 0 0,-1-1 0,0 1 0,-1-1 0,0 1 0,0-1 0,-1 0 0,0 0 0,0-1 0,0 1 0,-1-1 0,-1 0 0,1 0 0,-1 0 0,0-1 0,0 0 0,-1 0 0,0-1 0,-14 9 0,14-9 0,-1-1 0,1 0 0,-1-1 0,0 0 0,0 0 0,-1 0 0,1-1 0,0 0 0,-16 0 0,21-2 0,0 0 0,1 0 0,-1 0 0,0 0 0,1-1 0,-1 1 0,0-1 0,1 0 0,-1 0 0,1 0 0,-1 0 0,1 0 0,-1-1 0,1 1 0,0-1 0,0 0 0,0 1 0,0-1 0,0 0 0,0 0 0,0 0 0,1 0 0,-1-1 0,1 1 0,-1 0 0,1-1 0,0 1 0,0-1 0,0 1 0,0-1 0,1 0 0,-1 1 0,0-1 0,1-3 0,-3-9 0,2 0 0,0 0 0,0 0 0,1-1 0,5-28 0,-4 36 0,1 1 0,0-1 0,1 0 0,-1 0 0,2 1 0,-1-1 0,1 1 0,0 0 0,0 0 0,1 1 0,0-1 0,9-8 0,10-9 0,41-51 0,-27 31 0,-26 31 0,-1 0 0,0-1 0,12-19 0,19-35 0,-25 43 0,-2-1 0,18-37 0,-27 50 0,1 1 0,1-1 0,0 2 0,13-16 0,18-27 0,-16 23 0,-18 25 0,0 0 0,0-1 0,-1 0 0,1 0 0,4-12 0,-14 47-72,2 0 0,1 0 0,2 52 0,1-42-1005,-1-20-5749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7.6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25 24575,'1'-1'0,"-1"0"0,1 0 0,-1 1 0,0-1 0,1 0 0,0 0 0,-1 0 0,1 0 0,-1 0 0,1 1 0,0-1 0,0 0 0,-1 1 0,1-1 0,0 0 0,0 1 0,0-1 0,0 1 0,0-1 0,0 1 0,0 0 0,0-1 0,0 1 0,0 0 0,0 0 0,0 0 0,1-1 0,34-3 0,-32 4 0,63-3 0,87 6 0,-89 10-1365,-47-9-5461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7.8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59 1 24575,'0'587'0,"0"-583"12,0 0 0,0 0 0,-1 0 0,1 0 0,-1-1 0,0 1 0,0 0 0,0 0 0,-2 3 0,2-5-86,0 0-1,0-1 1,-1 1 0,1 0 0,0-1-1,-1 0 1,1 1 0,-1-1 0,0 0-1,1 0 1,-1 0 0,0 0 0,0 0-1,1 0 1,-1 0 0,0 0 0,0-1-1,0 1 1,-3-1 0,-11 3-6752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8.4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0 133 24575,'1'-2'0,"-1"0"0,0 0 0,1 1 0,-1-1 0,1 0 0,0 1 0,0-1 0,-1 1 0,1-1 0,0 1 0,0-1 0,1 1 0,-1 0 0,0-1 0,0 1 0,1 0 0,-1 0 0,0 0 0,1 0 0,-1 0 0,1 0 0,0 0 0,-1 1 0,1-1 0,0 0 0,3 0 0,3-1 0,1-1 0,0 2 0,16-2 0,52-8 0,-52 7 0,49-3 0,-36 5 0,-26 1 0,1 0 0,0 1 0,-1 0 0,1 1 0,-1 0 0,24 6 0,-34-6 0,0 1 0,0-1 0,0 0 0,0 1 0,0 0 0,-1 0 0,1-1 0,0 1 0,-1 0 0,1 0 0,-1 0 0,0 0 0,1 1 0,-1-1 0,0 0 0,-1 1 0,1-1 0,0 0 0,-1 1 0,1-1 0,-1 1 0,0-1 0,1 3 0,0 11 0,-1 0 0,-3 25 0,1-18 0,2-11 0,-1 11 0,0-1 0,2 0 0,4 25 0,-4-41 0,0 1 0,1 0 0,0-1 0,0 0 0,1 1 0,-1-1 0,2 0 0,-1 0 0,1 0 0,-1-1 0,1 0 0,1 1 0,-1-1 0,10 7 0,-12-10 0,1 0 0,-1 0 0,1 0 0,-1-1 0,1 1 0,0-1 0,0 0 0,0 0 0,0 0 0,0 0 0,0 0 0,0-1 0,0 1 0,0-1 0,0 0 0,0 0 0,0 0 0,0 0 0,0 0 0,0-1 0,0 0 0,0 1 0,0-1 0,0 0 0,0-1 0,0 1 0,-1 0 0,1-1 0,0 1 0,-1-1 0,1 0 0,-1 0 0,0 0 0,1 0 0,-1 0 0,0-1 0,0 1 0,-1-1 0,1 1 0,0-1 0,-1 0 0,2-3 0,2-8 0,0-1 0,-1 1 0,-1-1 0,0 0 0,-1-1 0,0 1 0,-2 0 0,0-1 0,0 1 0,-1 0 0,-1 0 0,-1-1 0,0 1 0,-7-17 0,5 21 0,0 0 0,-2 1 0,1 0 0,-1 1 0,-1-1 0,0 1 0,0 1 0,-10-9 0,2 1 0,10 10-80,0 0 0,0 1-1,-1 0 1,0 0 0,0 1-1,0 0 1,0 0 0,0 0-1,-1 1 1,0 0 0,0 0 0,0 1-1,0 0 1,0 1 0,0 0-1,-9 0 1,-1 0-6746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8.6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 24575,'41'-1'0,"-28"-1"0,0 2 0,-1-1 0,1 2 0,0 0 0,-1 0 0,1 1 0,21 6 0,-31-6 0,0 0 0,-1-1 0,0 1 0,1 0 0,-1 1 0,0-1 0,0 0 0,0 0 0,0 1 0,0-1 0,-1 1 0,1 0 0,-1 0 0,0-1 0,0 1 0,0 0 0,0 0 0,0 0 0,0 0 0,-1 0 0,0 0 0,1 6 0,-1 6 0,1 0 0,-2 1 0,-2 16 0,-1-14-1365,-2-3-5461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8.9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88 0 24575,'-17'46'0,"-22"126"0,29-135-341,2 1 0,2-1-1,-2 67 1,8-85-6485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9.2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24575,'-1'62'0,"3"72"0,0-115 0,1 1 0,1-1 0,1 0 0,1 0 0,0-1 0,11 21 0,26 26-1365,-35-55-5461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19.4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24575,'3'0'0,"6"0"0,1 4 0,2 1 0,3 3 0,-1 1-8191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20.0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275 115 24575,'6'0'0,"0"0"0,0 0 0,0-1 0,0 0 0,0 0 0,0 0 0,0 0 0,8-4 0,-12 4 0,-1-1 0,1 1 0,0 0 0,0-1 0,0 1 0,-1-1 0,1 0 0,-1 0 0,1 0 0,-1 1 0,0-1 0,0 0 0,0-1 0,0 1 0,0 0 0,0 0 0,-1 0 0,1 0 0,0-1 0,-1 1 0,0 0 0,0-1 0,0 1 0,0-4 0,0 4 0,0 0 0,0 0 0,0 0 0,-1 1 0,1-1 0,0 0 0,-1 0 0,1 1 0,-1-1 0,0 0 0,0 1 0,1-1 0,-1 0 0,0 1 0,0-1 0,-1 1 0,1 0 0,0-1 0,0 1 0,-1 0 0,-1-1 0,0-1 0,-1 1 0,0 1 0,1-1 0,-1 0 0,0 1 0,0 0 0,0 0 0,-8-1 0,-5 1 0,1 0 0,0 2 0,-27 3 0,39-4 0,0 1 0,0 0 0,0 0 0,0 0 0,0 0 0,0 1 0,1-1 0,-1 1 0,0 0 0,1 0 0,0 1 0,-1-1 0,1 1 0,0 0 0,0 0 0,0 0 0,1 0 0,-1 0 0,1 0 0,0 1 0,-1-1 0,2 1 0,-1 0 0,0-1 0,1 1 0,0 0 0,-2 7 0,0 9 0,0-1 0,1 1 0,1 0 0,3 31 0,-1-17 0,1-23 0,-1 0 0,1 0 0,1 0 0,0 0 0,0 0 0,1 0 0,9 16 0,-7-14 0,0 1 0,-1-1 0,5 23 0,-10-34 0,1-1 0,-1 0 0,0 0 0,0 0 0,0 0 0,0 1 0,0-1 0,0 0 0,0 0 0,-1 0 0,1 0 0,0 0 0,-1 1 0,1-1 0,-1 0 0,1 0 0,-1 0 0,1 0 0,-1 0 0,0 0 0,0 0 0,1-1 0,-1 1 0,0 0 0,0 0 0,0 0 0,0-1 0,0 1 0,0-1 0,0 1 0,0-1 0,0 1 0,0-1 0,-2 1 0,-4 1 0,-1 0 0,1-1 0,-1 0 0,-11 0 0,-5 2 0,-63 11 0,92-15-136,0 0-1,0 0 1,0 0-1,0-1 1,-1 0-1,1 0 1,-1-1-1,1 1 0,3-4 1,4-3-6690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20.3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24575,'1'15'0,"0"0"0,2 0 0,0 0 0,0-1 0,2 1 0,-1-1 0,8 15 0,14 43 0,-24-64-136,0 0-1,-1 0 1,1 1-1,-1-1 1,-1 1-1,0-1 1,0 1-1,-1-1 0,-2 12 1,-2-6-6690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20.5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49 24575,'3'-1'0,"0"0"0,0 1 0,-1-2 0,1 1 0,0 0 0,-1 0 0,1-1 0,-1 0 0,4-2 0,10-6 0,1 4 0,-1 1 0,1 1 0,0 1 0,0 1 0,0 0 0,1 1 0,-1 1 0,0 0 0,24 4 0,-38-4-40,0 1 0,-1-1 0,1 0 0,0 1-1,0-1 1,0 1 0,-1 0 0,1 0 0,0 0 0,-1 0 0,1 1-1,-1-1 1,1 1 0,-1 0 0,0-1 0,0 1 0,1 0-1,-1 0 1,-1 0 0,1 1 0,0-1 0,0 0 0,-1 1 0,1-1-1,-1 1 1,0-1 0,0 1 0,0 0 0,0-1 0,0 1-1,-1 0 1,1 0 0,-1 4 0,2 11-6786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20.7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65 24575,'0'4'0,"4"1"0,4 0 0,6-1 0,3-2 0,2 0 0,3-1 0,0-1 0,1 0 0,-4-4 0,-2-1 0,-3-3 0,0-1 0,-3-2 0,0 0 0,2-1 0,3-2 0,-1 1-8191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9:11:21.2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24575,'1'13'0,"0"0"0,1 0 0,4 16 0,5 31 0,-9 172 0,-4-122 0,-14-161 0,11 4 0,4-89 0,2 72 0,-2 60 0,1 0 0,1 0 0,-1 0 0,0 0 0,1 0 0,0 0 0,0 0 0,0 0 0,1 0 0,-1 1 0,1-1 0,0 0 0,0 1 0,0 0 0,0-1 0,0 1 0,1 0 0,0 0 0,3-3 0,0 2 0,-1 1 0,1-1 0,1 1 0,-1 0 0,0 1 0,1-1 0,-1 1 0,1 1 0,0-1 0,11 0 0,-2-1 0,1 2 0,0 0 0,-1 0 0,1 2 0,28 4 0,-39-4 0,0 1 0,0-1 0,0 1 0,0 1 0,0-1 0,0 1 0,-1 0 0,1 0 0,-1 1 0,0 0 0,0 0 0,-1 0 0,1 0 0,-1 1 0,1 0 0,-2 0 0,1 0 0,3 6 0,3 6 0,1 0 0,-1 1 0,-1 0 0,0 1 0,-1 0 0,5 22 0,-12-36 0,0-1 0,0 1 0,0 0 0,-1-1 0,0 1 0,0 0 0,0 0 0,-1-1 0,1 1 0,-1 0 0,0-1 0,-1 1 0,1 0 0,-1-1 0,0 0 0,0 1 0,0-1 0,-1 0 0,1 0 0,-1 0 0,0 0 0,0-1 0,0 1 0,-1-1 0,1 0 0,-1 0 0,-7 5 0,1-2 0,0-1 0,-1 1 0,0-2 0,0 0 0,0 0 0,0-1 0,-15 3 0,1-2 0,0-1 0,-34-1 0,-28-3-1365,69 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E4588-2B9B-2695-6871-46615DD9D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0DAE3-E6D2-B740-DE40-1DDE3F8D5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DC31B-8DBA-7FCB-33A5-E9199E78C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FAF1-7242-4FDD-B9B5-4640C6F90C4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EC20A-78DF-E66E-9FCC-FDFB089FC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07702-0158-EBB4-B113-16E99470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F8231-7582-4005-8F59-B00EB2E2A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63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78AD-6E92-52D9-4F78-F197401C0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24E16-699B-0F24-18F8-03A6FEE84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96083-57E9-8F95-5167-A7778239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FAF1-7242-4FDD-B9B5-4640C6F90C4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BDE72-3FF2-6B02-EA90-A3AEE3A2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159FB-9A20-ADDB-DEEB-D485BB7F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F8231-7582-4005-8F59-B00EB2E2A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75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010-FF97-FA57-80A3-52A99DE9A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7696-DECC-20C8-FFCC-1F214C5FA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69678-A6F3-4E55-F6FE-9AACEA270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FAF1-7242-4FDD-B9B5-4640C6F90C4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27CC8-FFF7-D4B3-A9E8-A3D3B51E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79022-503F-E952-29A0-D2ED445C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F8231-7582-4005-8F59-B00EB2E2A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921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CDFF3-5DFC-705E-EFE1-01B0F78C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5A6C7-6C6C-4357-A4F2-48BE61A30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C55D9-32B4-6A4E-4C18-2651B89D3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AF700-F554-90E3-8D6B-F1B4BE2F1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FAF1-7242-4FDD-B9B5-4640C6F90C4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E5425-F180-074E-930B-473216280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6F6CC-D123-92E2-4326-4BA344535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F8231-7582-4005-8F59-B00EB2E2A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56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E55F-64EE-84CF-B2E3-12BBC3C4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D569B-6CE6-CB46-F206-1401879B3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93718-9F20-6E54-CB0D-2F2FB5F2F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4E8413-6FDA-5385-2FFF-5A159B9FE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C47AA2-3243-AA87-F9A7-3D278BF5B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5FA4D-5CB1-385B-00AF-578AF7B65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FAF1-7242-4FDD-B9B5-4640C6F90C4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0B932-89E6-BCA0-E01A-BA629E9FD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CEA831-66E3-8392-3636-2B99FBF98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F8231-7582-4005-8F59-B00EB2E2A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01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FB69C-9300-D8B3-1415-91D21F5D3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87C40-D041-B3BB-7B7A-766469FEC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FAF1-7242-4FDD-B9B5-4640C6F90C4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4AD259-02F9-AE4D-BDE8-3B89EE053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D6BC6-E288-2FC5-4CC2-07D01F960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F8231-7582-4005-8F59-B00EB2E2A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26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C1CB9-31DC-EE2A-44A4-4B514C95A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FAF1-7242-4FDD-B9B5-4640C6F90C4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502BC4-C41C-D29C-031F-7C1C001D6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D2C4F-890B-AB95-53E6-D4A31B035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F8231-7582-4005-8F59-B00EB2E2A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38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27DE-71E4-B792-4560-800F744EE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3BE3D-AF21-2DF0-67F4-F154856B3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08BB1-F04C-1A0F-F87E-8832DD17E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B2185-54F7-A883-E404-E2AB0728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FAF1-7242-4FDD-B9B5-4640C6F90C4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78BBA-EE5C-CF79-E7A7-0607E2693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AFF68-AAEB-4D8E-557F-988FD912D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F8231-7582-4005-8F59-B00EB2E2A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93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A1CAB-E870-DE90-C094-63A79F525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61CBEF-1555-951B-217A-8FA43303AF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54432-C077-3495-6CCB-480CD1CFB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4DDD1-7336-9F8C-8B25-8D0D08B6E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FAF1-7242-4FDD-B9B5-4640C6F90C4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F490B-5058-3B69-0D58-E5B6B694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F1003-7624-572F-3BE3-399A7A5A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F8231-7582-4005-8F59-B00EB2E2A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71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65093-A31E-393C-A13D-7BC3C12D0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E484B-A832-2720-E82A-42B24AC85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556CE-4142-DE94-EACB-DAE7B94CA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FAF1-7242-4FDD-B9B5-4640C6F90C4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43268-E607-0556-9014-AE6D0D1A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29DCB-25E0-2F37-5993-764BB4DCF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F8231-7582-4005-8F59-B00EB2E2A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77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79DD26-4B3C-3AEA-2556-1A32E65AF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2BC51-FB2A-16D6-7676-8CAC4DE47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A5893-10FD-E2BD-838D-255339E71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FAF1-7242-4FDD-B9B5-4640C6F90C4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1C8F6-F752-A7AD-7F87-81624F6E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2A2D4-368D-030E-277D-844730DC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F8231-7582-4005-8F59-B00EB2E2A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0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DCD18-0422-3C6D-A5E5-AFB5A73AA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65B20-F0BF-0AED-94CF-9CB07B537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53634-EBDC-0531-9951-9B586A709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AFAF1-7242-4FDD-B9B5-4640C6F90C4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BA6F3-BE71-8735-6BA4-39DC54A11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E4808-FE77-20FE-30ED-93C8002E0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5F8231-7582-4005-8F59-B00EB2E2A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671" Type="http://schemas.openxmlformats.org/officeDocument/2006/relationships/image" Target="../media/image330.png"/><Relationship Id="rId21" Type="http://schemas.openxmlformats.org/officeDocument/2006/relationships/image" Target="../media/image10.png"/><Relationship Id="rId324" Type="http://schemas.openxmlformats.org/officeDocument/2006/relationships/image" Target="../media/image159.png"/><Relationship Id="rId531" Type="http://schemas.openxmlformats.org/officeDocument/2006/relationships/image" Target="../media/image260.png"/><Relationship Id="rId629" Type="http://schemas.openxmlformats.org/officeDocument/2006/relationships/image" Target="../media/image309.png"/><Relationship Id="rId170" Type="http://schemas.openxmlformats.org/officeDocument/2006/relationships/image" Target="../media/image84.png"/><Relationship Id="rId268" Type="http://schemas.openxmlformats.org/officeDocument/2006/relationships/customXml" Target="../ink/ink136.xml"/><Relationship Id="rId475" Type="http://schemas.openxmlformats.org/officeDocument/2006/relationships/customXml" Target="../ink/ink242.xml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customXml" Target="../ink/ink170.xml"/><Relationship Id="rId542" Type="http://schemas.openxmlformats.org/officeDocument/2006/relationships/customXml" Target="../ink/ink276.xml"/><Relationship Id="rId181" Type="http://schemas.openxmlformats.org/officeDocument/2006/relationships/customXml" Target="../ink/ink91.xml"/><Relationship Id="rId402" Type="http://schemas.openxmlformats.org/officeDocument/2006/relationships/customXml" Target="../ink/ink205.xml"/><Relationship Id="rId279" Type="http://schemas.openxmlformats.org/officeDocument/2006/relationships/image" Target="../media/image137.png"/><Relationship Id="rId486" Type="http://schemas.openxmlformats.org/officeDocument/2006/relationships/image" Target="../media/image238.png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346" Type="http://schemas.openxmlformats.org/officeDocument/2006/relationships/image" Target="../media/image170.png"/><Relationship Id="rId553" Type="http://schemas.openxmlformats.org/officeDocument/2006/relationships/image" Target="../media/image271.png"/><Relationship Id="rId192" Type="http://schemas.openxmlformats.org/officeDocument/2006/relationships/image" Target="../media/image95.png"/><Relationship Id="rId206" Type="http://schemas.openxmlformats.org/officeDocument/2006/relationships/image" Target="../media/image102.png"/><Relationship Id="rId413" Type="http://schemas.openxmlformats.org/officeDocument/2006/relationships/customXml" Target="../ink/ink211.xml"/><Relationship Id="rId497" Type="http://schemas.openxmlformats.org/officeDocument/2006/relationships/customXml" Target="../ink/ink253.xml"/><Relationship Id="rId620" Type="http://schemas.openxmlformats.org/officeDocument/2006/relationships/customXml" Target="../ink/ink315.xml"/><Relationship Id="rId357" Type="http://schemas.openxmlformats.org/officeDocument/2006/relationships/customXml" Target="../ink/ink181.xml"/><Relationship Id="rId54" Type="http://schemas.openxmlformats.org/officeDocument/2006/relationships/customXml" Target="../ink/ink27.xml"/><Relationship Id="rId217" Type="http://schemas.openxmlformats.org/officeDocument/2006/relationships/customXml" Target="../ink/ink109.xml"/><Relationship Id="rId564" Type="http://schemas.openxmlformats.org/officeDocument/2006/relationships/customXml" Target="../ink/ink287.xml"/><Relationship Id="rId424" Type="http://schemas.openxmlformats.org/officeDocument/2006/relationships/image" Target="../media/image207.png"/><Relationship Id="rId631" Type="http://schemas.openxmlformats.org/officeDocument/2006/relationships/image" Target="../media/image310.png"/><Relationship Id="rId270" Type="http://schemas.openxmlformats.org/officeDocument/2006/relationships/customXml" Target="../ink/ink137.xml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image" Target="../media/image181.png"/><Relationship Id="rId575" Type="http://schemas.openxmlformats.org/officeDocument/2006/relationships/image" Target="../media/image282.png"/><Relationship Id="rId228" Type="http://schemas.openxmlformats.org/officeDocument/2006/relationships/customXml" Target="../ink/ink115.xml"/><Relationship Id="rId435" Type="http://schemas.openxmlformats.org/officeDocument/2006/relationships/customXml" Target="../ink/ink222.xml"/><Relationship Id="rId642" Type="http://schemas.openxmlformats.org/officeDocument/2006/relationships/customXml" Target="../ink/ink326.xml"/><Relationship Id="rId281" Type="http://schemas.openxmlformats.org/officeDocument/2006/relationships/customXml" Target="../ink/ink143.xml"/><Relationship Id="rId502" Type="http://schemas.openxmlformats.org/officeDocument/2006/relationships/image" Target="../media/image246.png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customXml" Target="../ink/ink193.xml"/><Relationship Id="rId586" Type="http://schemas.openxmlformats.org/officeDocument/2006/relationships/customXml" Target="../ink/ink298.xml"/><Relationship Id="rId7" Type="http://schemas.openxmlformats.org/officeDocument/2006/relationships/image" Target="../media/image3.png"/><Relationship Id="rId239" Type="http://schemas.openxmlformats.org/officeDocument/2006/relationships/image" Target="../media/image118.png"/><Relationship Id="rId446" Type="http://schemas.openxmlformats.org/officeDocument/2006/relationships/image" Target="../media/image218.png"/><Relationship Id="rId653" Type="http://schemas.openxmlformats.org/officeDocument/2006/relationships/image" Target="../media/image321.png"/><Relationship Id="rId292" Type="http://schemas.openxmlformats.org/officeDocument/2006/relationships/image" Target="../media/image143.png"/><Relationship Id="rId306" Type="http://schemas.openxmlformats.org/officeDocument/2006/relationships/image" Target="../media/image150.png"/><Relationship Id="rId87" Type="http://schemas.openxmlformats.org/officeDocument/2006/relationships/image" Target="../media/image43.png"/><Relationship Id="rId513" Type="http://schemas.openxmlformats.org/officeDocument/2006/relationships/customXml" Target="../ink/ink261.xml"/><Relationship Id="rId597" Type="http://schemas.openxmlformats.org/officeDocument/2006/relationships/image" Target="../media/image293.png"/><Relationship Id="rId152" Type="http://schemas.openxmlformats.org/officeDocument/2006/relationships/customXml" Target="../ink/ink76.xml"/><Relationship Id="rId457" Type="http://schemas.openxmlformats.org/officeDocument/2006/relationships/customXml" Target="../ink/ink233.xml"/><Relationship Id="rId664" Type="http://schemas.openxmlformats.org/officeDocument/2006/relationships/customXml" Target="../ink/ink337.xml"/><Relationship Id="rId14" Type="http://schemas.openxmlformats.org/officeDocument/2006/relationships/customXml" Target="../ink/ink7.xml"/><Relationship Id="rId317" Type="http://schemas.openxmlformats.org/officeDocument/2006/relationships/customXml" Target="../ink/ink161.xml"/><Relationship Id="rId524" Type="http://schemas.openxmlformats.org/officeDocument/2006/relationships/customXml" Target="../ink/ink267.xml"/><Relationship Id="rId98" Type="http://schemas.openxmlformats.org/officeDocument/2006/relationships/customXml" Target="../ink/ink49.xml"/><Relationship Id="rId163" Type="http://schemas.openxmlformats.org/officeDocument/2006/relationships/customXml" Target="../ink/ink82.xml"/><Relationship Id="rId370" Type="http://schemas.openxmlformats.org/officeDocument/2006/relationships/customXml" Target="../ink/ink188.xml"/><Relationship Id="rId230" Type="http://schemas.openxmlformats.org/officeDocument/2006/relationships/customXml" Target="../ink/ink116.xml"/><Relationship Id="rId468" Type="http://schemas.openxmlformats.org/officeDocument/2006/relationships/image" Target="../media/image229.png"/><Relationship Id="rId675" Type="http://schemas.openxmlformats.org/officeDocument/2006/relationships/image" Target="../media/image332.png"/><Relationship Id="rId25" Type="http://schemas.openxmlformats.org/officeDocument/2006/relationships/image" Target="../media/image12.png"/><Relationship Id="rId328" Type="http://schemas.openxmlformats.org/officeDocument/2006/relationships/image" Target="../media/image161.png"/><Relationship Id="rId535" Type="http://schemas.openxmlformats.org/officeDocument/2006/relationships/image" Target="../media/image262.png"/><Relationship Id="rId174" Type="http://schemas.openxmlformats.org/officeDocument/2006/relationships/image" Target="../media/image86.png"/><Relationship Id="rId381" Type="http://schemas.openxmlformats.org/officeDocument/2006/relationships/customXml" Target="../ink/ink194.xml"/><Relationship Id="rId602" Type="http://schemas.openxmlformats.org/officeDocument/2006/relationships/customXml" Target="../ink/ink306.xml"/><Relationship Id="rId241" Type="http://schemas.openxmlformats.org/officeDocument/2006/relationships/image" Target="../media/image119.png"/><Relationship Id="rId479" Type="http://schemas.openxmlformats.org/officeDocument/2006/relationships/customXml" Target="../ink/ink244.xml"/><Relationship Id="rId36" Type="http://schemas.openxmlformats.org/officeDocument/2006/relationships/customXml" Target="../ink/ink18.xml"/><Relationship Id="rId339" Type="http://schemas.openxmlformats.org/officeDocument/2006/relationships/customXml" Target="../ink/ink172.xml"/><Relationship Id="rId546" Type="http://schemas.openxmlformats.org/officeDocument/2006/relationships/customXml" Target="../ink/ink278.xml"/><Relationship Id="rId101" Type="http://schemas.openxmlformats.org/officeDocument/2006/relationships/image" Target="../media/image50.png"/><Relationship Id="rId185" Type="http://schemas.openxmlformats.org/officeDocument/2006/relationships/customXml" Target="../ink/ink93.xml"/><Relationship Id="rId406" Type="http://schemas.openxmlformats.org/officeDocument/2006/relationships/customXml" Target="../ink/ink207.xml"/><Relationship Id="rId392" Type="http://schemas.openxmlformats.org/officeDocument/2006/relationships/customXml" Target="../ink/ink200.xml"/><Relationship Id="rId613" Type="http://schemas.openxmlformats.org/officeDocument/2006/relationships/image" Target="../media/image301.png"/><Relationship Id="rId252" Type="http://schemas.openxmlformats.org/officeDocument/2006/relationships/customXml" Target="../ink/ink127.xml"/><Relationship Id="rId47" Type="http://schemas.openxmlformats.org/officeDocument/2006/relationships/image" Target="../media/image23.png"/><Relationship Id="rId112" Type="http://schemas.openxmlformats.org/officeDocument/2006/relationships/customXml" Target="../ink/ink56.xml"/><Relationship Id="rId557" Type="http://schemas.openxmlformats.org/officeDocument/2006/relationships/image" Target="../media/image273.png"/><Relationship Id="rId196" Type="http://schemas.openxmlformats.org/officeDocument/2006/relationships/image" Target="../media/image97.png"/><Relationship Id="rId417" Type="http://schemas.openxmlformats.org/officeDocument/2006/relationships/customXml" Target="../ink/ink213.xml"/><Relationship Id="rId624" Type="http://schemas.openxmlformats.org/officeDocument/2006/relationships/customXml" Target="../ink/ink317.xml"/><Relationship Id="rId263" Type="http://schemas.openxmlformats.org/officeDocument/2006/relationships/customXml" Target="../ink/ink133.xml"/><Relationship Id="rId470" Type="http://schemas.openxmlformats.org/officeDocument/2006/relationships/image" Target="../media/image230.png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image" Target="../media/image162.png"/><Relationship Id="rId568" Type="http://schemas.openxmlformats.org/officeDocument/2006/relationships/customXml" Target="../ink/ink289.xml"/><Relationship Id="rId428" Type="http://schemas.openxmlformats.org/officeDocument/2006/relationships/image" Target="../media/image209.png"/><Relationship Id="rId635" Type="http://schemas.openxmlformats.org/officeDocument/2006/relationships/image" Target="../media/image312.png"/><Relationship Id="rId274" Type="http://schemas.openxmlformats.org/officeDocument/2006/relationships/customXml" Target="../ink/ink139.xml"/><Relationship Id="rId481" Type="http://schemas.openxmlformats.org/officeDocument/2006/relationships/customXml" Target="../ink/ink245.xml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579" Type="http://schemas.openxmlformats.org/officeDocument/2006/relationships/image" Target="../media/image284.png"/><Relationship Id="rId341" Type="http://schemas.openxmlformats.org/officeDocument/2006/relationships/customXml" Target="../ink/ink173.xml"/><Relationship Id="rId439" Type="http://schemas.openxmlformats.org/officeDocument/2006/relationships/customXml" Target="../ink/ink224.xml"/><Relationship Id="rId646" Type="http://schemas.openxmlformats.org/officeDocument/2006/relationships/customXml" Target="../ink/ink328.xml"/><Relationship Id="rId201" Type="http://schemas.openxmlformats.org/officeDocument/2006/relationships/customXml" Target="../ink/ink101.xml"/><Relationship Id="rId285" Type="http://schemas.openxmlformats.org/officeDocument/2006/relationships/customXml" Target="../ink/ink145.xml"/><Relationship Id="rId506" Type="http://schemas.openxmlformats.org/officeDocument/2006/relationships/image" Target="../media/image248.png"/><Relationship Id="rId492" Type="http://schemas.openxmlformats.org/officeDocument/2006/relationships/image" Target="../media/image241.png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87" Type="http://schemas.openxmlformats.org/officeDocument/2006/relationships/customXml" Target="../ink/ink94.xml"/><Relationship Id="rId352" Type="http://schemas.openxmlformats.org/officeDocument/2006/relationships/image" Target="../media/image173.png"/><Relationship Id="rId394" Type="http://schemas.openxmlformats.org/officeDocument/2006/relationships/customXml" Target="../ink/ink201.xml"/><Relationship Id="rId408" Type="http://schemas.openxmlformats.org/officeDocument/2006/relationships/image" Target="../media/image199.png"/><Relationship Id="rId615" Type="http://schemas.openxmlformats.org/officeDocument/2006/relationships/image" Target="../media/image302.png"/><Relationship Id="rId212" Type="http://schemas.openxmlformats.org/officeDocument/2006/relationships/image" Target="../media/image105.png"/><Relationship Id="rId254" Type="http://schemas.openxmlformats.org/officeDocument/2006/relationships/image" Target="../media/image125.png"/><Relationship Id="rId657" Type="http://schemas.openxmlformats.org/officeDocument/2006/relationships/image" Target="../media/image323.png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96" Type="http://schemas.openxmlformats.org/officeDocument/2006/relationships/image" Target="../media/image145.png"/><Relationship Id="rId461" Type="http://schemas.openxmlformats.org/officeDocument/2006/relationships/customXml" Target="../ink/ink235.xml"/><Relationship Id="rId517" Type="http://schemas.openxmlformats.org/officeDocument/2006/relationships/customXml" Target="../ink/ink263.xml"/><Relationship Id="rId559" Type="http://schemas.openxmlformats.org/officeDocument/2006/relationships/image" Target="../media/image274.png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image" Target="../media/image98.png"/><Relationship Id="rId321" Type="http://schemas.openxmlformats.org/officeDocument/2006/relationships/customXml" Target="../ink/ink163.xml"/><Relationship Id="rId363" Type="http://schemas.openxmlformats.org/officeDocument/2006/relationships/customXml" Target="../ink/ink184.xml"/><Relationship Id="rId419" Type="http://schemas.openxmlformats.org/officeDocument/2006/relationships/customXml" Target="../ink/ink214.xml"/><Relationship Id="rId570" Type="http://schemas.openxmlformats.org/officeDocument/2006/relationships/customXml" Target="../ink/ink290.xml"/><Relationship Id="rId626" Type="http://schemas.openxmlformats.org/officeDocument/2006/relationships/customXml" Target="../ink/ink318.xml"/><Relationship Id="rId223" Type="http://schemas.openxmlformats.org/officeDocument/2006/relationships/image" Target="../media/image110.png"/><Relationship Id="rId430" Type="http://schemas.openxmlformats.org/officeDocument/2006/relationships/image" Target="../media/image210.png"/><Relationship Id="rId668" Type="http://schemas.openxmlformats.org/officeDocument/2006/relationships/customXml" Target="../ink/ink339.xml"/><Relationship Id="rId18" Type="http://schemas.openxmlformats.org/officeDocument/2006/relationships/customXml" Target="../ink/ink9.xml"/><Relationship Id="rId265" Type="http://schemas.openxmlformats.org/officeDocument/2006/relationships/customXml" Target="../ink/ink134.xml"/><Relationship Id="rId472" Type="http://schemas.openxmlformats.org/officeDocument/2006/relationships/image" Target="../media/image231.png"/><Relationship Id="rId528" Type="http://schemas.openxmlformats.org/officeDocument/2006/relationships/customXml" Target="../ink/ink269.xml"/><Relationship Id="rId125" Type="http://schemas.openxmlformats.org/officeDocument/2006/relationships/image" Target="../media/image62.png"/><Relationship Id="rId167" Type="http://schemas.openxmlformats.org/officeDocument/2006/relationships/customXml" Target="../ink/ink84.xml"/><Relationship Id="rId332" Type="http://schemas.openxmlformats.org/officeDocument/2006/relationships/image" Target="../media/image163.png"/><Relationship Id="rId374" Type="http://schemas.openxmlformats.org/officeDocument/2006/relationships/customXml" Target="../ink/ink190.xml"/><Relationship Id="rId581" Type="http://schemas.openxmlformats.org/officeDocument/2006/relationships/image" Target="../media/image285.png"/><Relationship Id="rId71" Type="http://schemas.openxmlformats.org/officeDocument/2006/relationships/image" Target="../media/image35.png"/><Relationship Id="rId234" Type="http://schemas.openxmlformats.org/officeDocument/2006/relationships/customXml" Target="../ink/ink118.xml"/><Relationship Id="rId637" Type="http://schemas.openxmlformats.org/officeDocument/2006/relationships/image" Target="../media/image313.png"/><Relationship Id="rId679" Type="http://schemas.openxmlformats.org/officeDocument/2006/relationships/image" Target="../media/image334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76" Type="http://schemas.openxmlformats.org/officeDocument/2006/relationships/customXml" Target="../ink/ink140.xml"/><Relationship Id="rId441" Type="http://schemas.openxmlformats.org/officeDocument/2006/relationships/customXml" Target="../ink/ink225.xml"/><Relationship Id="rId483" Type="http://schemas.openxmlformats.org/officeDocument/2006/relationships/customXml" Target="../ink/ink246.xml"/><Relationship Id="rId539" Type="http://schemas.openxmlformats.org/officeDocument/2006/relationships/image" Target="../media/image264.png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image" Target="../media/image88.png"/><Relationship Id="rId301" Type="http://schemas.openxmlformats.org/officeDocument/2006/relationships/customXml" Target="../ink/ink153.xml"/><Relationship Id="rId343" Type="http://schemas.openxmlformats.org/officeDocument/2006/relationships/customXml" Target="../ink/ink174.xml"/><Relationship Id="rId550" Type="http://schemas.openxmlformats.org/officeDocument/2006/relationships/customXml" Target="../ink/ink280.xml"/><Relationship Id="rId82" Type="http://schemas.openxmlformats.org/officeDocument/2006/relationships/customXml" Target="../ink/ink41.xml"/><Relationship Id="rId203" Type="http://schemas.openxmlformats.org/officeDocument/2006/relationships/customXml" Target="../ink/ink102.xml"/><Relationship Id="rId385" Type="http://schemas.openxmlformats.org/officeDocument/2006/relationships/customXml" Target="../ink/ink196.xml"/><Relationship Id="rId592" Type="http://schemas.openxmlformats.org/officeDocument/2006/relationships/customXml" Target="../ink/ink301.xml"/><Relationship Id="rId606" Type="http://schemas.openxmlformats.org/officeDocument/2006/relationships/customXml" Target="../ink/ink308.xml"/><Relationship Id="rId648" Type="http://schemas.openxmlformats.org/officeDocument/2006/relationships/customXml" Target="../ink/ink329.xml"/><Relationship Id="rId245" Type="http://schemas.openxmlformats.org/officeDocument/2006/relationships/image" Target="../media/image121.png"/><Relationship Id="rId287" Type="http://schemas.openxmlformats.org/officeDocument/2006/relationships/customXml" Target="../ink/ink146.xml"/><Relationship Id="rId410" Type="http://schemas.openxmlformats.org/officeDocument/2006/relationships/image" Target="../media/image200.png"/><Relationship Id="rId452" Type="http://schemas.openxmlformats.org/officeDocument/2006/relationships/image" Target="../media/image221.png"/><Relationship Id="rId494" Type="http://schemas.openxmlformats.org/officeDocument/2006/relationships/image" Target="../media/image242.png"/><Relationship Id="rId508" Type="http://schemas.openxmlformats.org/officeDocument/2006/relationships/image" Target="../media/image249.png"/><Relationship Id="rId105" Type="http://schemas.openxmlformats.org/officeDocument/2006/relationships/image" Target="../media/image52.png"/><Relationship Id="rId147" Type="http://schemas.openxmlformats.org/officeDocument/2006/relationships/image" Target="../media/image73.png"/><Relationship Id="rId312" Type="http://schemas.openxmlformats.org/officeDocument/2006/relationships/image" Target="../media/image153.png"/><Relationship Id="rId354" Type="http://schemas.openxmlformats.org/officeDocument/2006/relationships/image" Target="../media/image174.png"/><Relationship Id="rId51" Type="http://schemas.openxmlformats.org/officeDocument/2006/relationships/image" Target="../media/image25.png"/><Relationship Id="rId93" Type="http://schemas.openxmlformats.org/officeDocument/2006/relationships/image" Target="../media/image46.png"/><Relationship Id="rId189" Type="http://schemas.openxmlformats.org/officeDocument/2006/relationships/customXml" Target="../ink/ink95.xml"/><Relationship Id="rId396" Type="http://schemas.openxmlformats.org/officeDocument/2006/relationships/customXml" Target="../ink/ink202.xml"/><Relationship Id="rId561" Type="http://schemas.openxmlformats.org/officeDocument/2006/relationships/image" Target="../media/image275.png"/><Relationship Id="rId617" Type="http://schemas.openxmlformats.org/officeDocument/2006/relationships/image" Target="../media/image303.png"/><Relationship Id="rId659" Type="http://schemas.openxmlformats.org/officeDocument/2006/relationships/image" Target="../media/image324.png"/><Relationship Id="rId214" Type="http://schemas.openxmlformats.org/officeDocument/2006/relationships/image" Target="../media/image106.png"/><Relationship Id="rId256" Type="http://schemas.openxmlformats.org/officeDocument/2006/relationships/image" Target="../media/image126.png"/><Relationship Id="rId298" Type="http://schemas.openxmlformats.org/officeDocument/2006/relationships/image" Target="../media/image146.png"/><Relationship Id="rId421" Type="http://schemas.openxmlformats.org/officeDocument/2006/relationships/customXml" Target="../ink/ink215.xml"/><Relationship Id="rId463" Type="http://schemas.openxmlformats.org/officeDocument/2006/relationships/customXml" Target="../ink/ink236.xml"/><Relationship Id="rId519" Type="http://schemas.openxmlformats.org/officeDocument/2006/relationships/customXml" Target="../ink/ink264.xml"/><Relationship Id="rId670" Type="http://schemas.openxmlformats.org/officeDocument/2006/relationships/customXml" Target="../ink/ink340.xml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customXml" Target="../ink/ink164.xml"/><Relationship Id="rId530" Type="http://schemas.openxmlformats.org/officeDocument/2006/relationships/customXml" Target="../ink/ink270.xml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customXml" Target="../ink/ink185.xml"/><Relationship Id="rId572" Type="http://schemas.openxmlformats.org/officeDocument/2006/relationships/customXml" Target="../ink/ink291.xml"/><Relationship Id="rId628" Type="http://schemas.openxmlformats.org/officeDocument/2006/relationships/customXml" Target="../ink/ink319.xml"/><Relationship Id="rId225" Type="http://schemas.openxmlformats.org/officeDocument/2006/relationships/image" Target="../media/image111.png"/><Relationship Id="rId267" Type="http://schemas.openxmlformats.org/officeDocument/2006/relationships/customXml" Target="../ink/ink135.xml"/><Relationship Id="rId432" Type="http://schemas.openxmlformats.org/officeDocument/2006/relationships/image" Target="../media/image211.png"/><Relationship Id="rId474" Type="http://schemas.openxmlformats.org/officeDocument/2006/relationships/image" Target="../media/image232.png"/><Relationship Id="rId127" Type="http://schemas.openxmlformats.org/officeDocument/2006/relationships/image" Target="../media/image63.png"/><Relationship Id="rId681" Type="http://schemas.openxmlformats.org/officeDocument/2006/relationships/image" Target="../media/image335.png"/><Relationship Id="rId31" Type="http://schemas.openxmlformats.org/officeDocument/2006/relationships/image" Target="../media/image15.png"/><Relationship Id="rId73" Type="http://schemas.openxmlformats.org/officeDocument/2006/relationships/image" Target="../media/image36.png"/><Relationship Id="rId169" Type="http://schemas.openxmlformats.org/officeDocument/2006/relationships/customXml" Target="../ink/ink85.xml"/><Relationship Id="rId334" Type="http://schemas.openxmlformats.org/officeDocument/2006/relationships/image" Target="../media/image164.png"/><Relationship Id="rId376" Type="http://schemas.openxmlformats.org/officeDocument/2006/relationships/customXml" Target="../ink/ink191.xml"/><Relationship Id="rId541" Type="http://schemas.openxmlformats.org/officeDocument/2006/relationships/image" Target="../media/image265.png"/><Relationship Id="rId583" Type="http://schemas.openxmlformats.org/officeDocument/2006/relationships/image" Target="../media/image286.png"/><Relationship Id="rId639" Type="http://schemas.openxmlformats.org/officeDocument/2006/relationships/image" Target="../media/image314.png"/><Relationship Id="rId4" Type="http://schemas.openxmlformats.org/officeDocument/2006/relationships/customXml" Target="../ink/ink2.xml"/><Relationship Id="rId180" Type="http://schemas.openxmlformats.org/officeDocument/2006/relationships/image" Target="../media/image89.png"/><Relationship Id="rId236" Type="http://schemas.openxmlformats.org/officeDocument/2006/relationships/customXml" Target="../ink/ink119.xml"/><Relationship Id="rId278" Type="http://schemas.openxmlformats.org/officeDocument/2006/relationships/customXml" Target="../ink/ink141.xml"/><Relationship Id="rId401" Type="http://schemas.openxmlformats.org/officeDocument/2006/relationships/image" Target="../media/image196.png"/><Relationship Id="rId443" Type="http://schemas.openxmlformats.org/officeDocument/2006/relationships/customXml" Target="../ink/ink226.xml"/><Relationship Id="rId650" Type="http://schemas.openxmlformats.org/officeDocument/2006/relationships/customXml" Target="../ink/ink330.xml"/><Relationship Id="rId303" Type="http://schemas.openxmlformats.org/officeDocument/2006/relationships/customXml" Target="../ink/ink154.xml"/><Relationship Id="rId485" Type="http://schemas.openxmlformats.org/officeDocument/2006/relationships/customXml" Target="../ink/ink247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customXml" Target="../ink/ink175.xml"/><Relationship Id="rId387" Type="http://schemas.openxmlformats.org/officeDocument/2006/relationships/image" Target="../media/image189.png"/><Relationship Id="rId510" Type="http://schemas.openxmlformats.org/officeDocument/2006/relationships/image" Target="../media/image250.png"/><Relationship Id="rId552" Type="http://schemas.openxmlformats.org/officeDocument/2006/relationships/customXml" Target="../ink/ink281.xml"/><Relationship Id="rId594" Type="http://schemas.openxmlformats.org/officeDocument/2006/relationships/customXml" Target="../ink/ink302.xml"/><Relationship Id="rId608" Type="http://schemas.openxmlformats.org/officeDocument/2006/relationships/customXml" Target="../ink/ink309.xml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247" Type="http://schemas.openxmlformats.org/officeDocument/2006/relationships/image" Target="../media/image122.png"/><Relationship Id="rId412" Type="http://schemas.openxmlformats.org/officeDocument/2006/relationships/image" Target="../media/image201.png"/><Relationship Id="rId107" Type="http://schemas.openxmlformats.org/officeDocument/2006/relationships/image" Target="../media/image53.png"/><Relationship Id="rId289" Type="http://schemas.openxmlformats.org/officeDocument/2006/relationships/customXml" Target="../ink/ink147.xml"/><Relationship Id="rId454" Type="http://schemas.openxmlformats.org/officeDocument/2006/relationships/image" Target="../media/image222.png"/><Relationship Id="rId496" Type="http://schemas.openxmlformats.org/officeDocument/2006/relationships/image" Target="../media/image243.png"/><Relationship Id="rId661" Type="http://schemas.openxmlformats.org/officeDocument/2006/relationships/image" Target="../media/image325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image" Target="../media/image154.png"/><Relationship Id="rId356" Type="http://schemas.openxmlformats.org/officeDocument/2006/relationships/image" Target="../media/image175.png"/><Relationship Id="rId398" Type="http://schemas.openxmlformats.org/officeDocument/2006/relationships/customXml" Target="../ink/ink203.xml"/><Relationship Id="rId521" Type="http://schemas.openxmlformats.org/officeDocument/2006/relationships/customXml" Target="../ink/ink265.xml"/><Relationship Id="rId563" Type="http://schemas.openxmlformats.org/officeDocument/2006/relationships/image" Target="../media/image276.png"/><Relationship Id="rId619" Type="http://schemas.openxmlformats.org/officeDocument/2006/relationships/image" Target="../media/image304.png"/><Relationship Id="rId95" Type="http://schemas.openxmlformats.org/officeDocument/2006/relationships/image" Target="../media/image47.png"/><Relationship Id="rId160" Type="http://schemas.openxmlformats.org/officeDocument/2006/relationships/image" Target="../media/image79.png"/><Relationship Id="rId216" Type="http://schemas.openxmlformats.org/officeDocument/2006/relationships/image" Target="../media/image107.png"/><Relationship Id="rId423" Type="http://schemas.openxmlformats.org/officeDocument/2006/relationships/customXml" Target="../ink/ink216.xml"/><Relationship Id="rId258" Type="http://schemas.openxmlformats.org/officeDocument/2006/relationships/image" Target="../media/image127.png"/><Relationship Id="rId465" Type="http://schemas.openxmlformats.org/officeDocument/2006/relationships/customXml" Target="../ink/ink237.xml"/><Relationship Id="rId630" Type="http://schemas.openxmlformats.org/officeDocument/2006/relationships/customXml" Target="../ink/ink320.xml"/><Relationship Id="rId672" Type="http://schemas.openxmlformats.org/officeDocument/2006/relationships/customXml" Target="../ink/ink341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customXml" Target="../ink/ink165.xml"/><Relationship Id="rId367" Type="http://schemas.openxmlformats.org/officeDocument/2006/relationships/customXml" Target="../ink/ink186.xml"/><Relationship Id="rId532" Type="http://schemas.openxmlformats.org/officeDocument/2006/relationships/customXml" Target="../ink/ink271.xml"/><Relationship Id="rId574" Type="http://schemas.openxmlformats.org/officeDocument/2006/relationships/customXml" Target="../ink/ink292.xml"/><Relationship Id="rId171" Type="http://schemas.openxmlformats.org/officeDocument/2006/relationships/customXml" Target="../ink/ink86.xml"/><Relationship Id="rId227" Type="http://schemas.openxmlformats.org/officeDocument/2006/relationships/image" Target="../media/image112.png"/><Relationship Id="rId269" Type="http://schemas.openxmlformats.org/officeDocument/2006/relationships/image" Target="../media/image132.png"/><Relationship Id="rId434" Type="http://schemas.openxmlformats.org/officeDocument/2006/relationships/image" Target="../media/image212.png"/><Relationship Id="rId476" Type="http://schemas.openxmlformats.org/officeDocument/2006/relationships/image" Target="../media/image233.png"/><Relationship Id="rId641" Type="http://schemas.openxmlformats.org/officeDocument/2006/relationships/image" Target="../media/image315.png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42.xml"/><Relationship Id="rId336" Type="http://schemas.openxmlformats.org/officeDocument/2006/relationships/image" Target="../media/image165.png"/><Relationship Id="rId501" Type="http://schemas.openxmlformats.org/officeDocument/2006/relationships/customXml" Target="../ink/ink255.xml"/><Relationship Id="rId543" Type="http://schemas.openxmlformats.org/officeDocument/2006/relationships/image" Target="../media/image266.png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image" Target="../media/image90.png"/><Relationship Id="rId378" Type="http://schemas.openxmlformats.org/officeDocument/2006/relationships/image" Target="../media/image185.png"/><Relationship Id="rId403" Type="http://schemas.openxmlformats.org/officeDocument/2006/relationships/image" Target="../media/image197.png"/><Relationship Id="rId585" Type="http://schemas.openxmlformats.org/officeDocument/2006/relationships/image" Target="../media/image287.png"/><Relationship Id="rId6" Type="http://schemas.openxmlformats.org/officeDocument/2006/relationships/customXml" Target="../ink/ink3.xml"/><Relationship Id="rId238" Type="http://schemas.openxmlformats.org/officeDocument/2006/relationships/customXml" Target="../ink/ink120.xml"/><Relationship Id="rId445" Type="http://schemas.openxmlformats.org/officeDocument/2006/relationships/customXml" Target="../ink/ink227.xml"/><Relationship Id="rId487" Type="http://schemas.openxmlformats.org/officeDocument/2006/relationships/customXml" Target="../ink/ink248.xml"/><Relationship Id="rId610" Type="http://schemas.openxmlformats.org/officeDocument/2006/relationships/customXml" Target="../ink/ink310.xml"/><Relationship Id="rId652" Type="http://schemas.openxmlformats.org/officeDocument/2006/relationships/customXml" Target="../ink/ink331.xml"/><Relationship Id="rId291" Type="http://schemas.openxmlformats.org/officeDocument/2006/relationships/customXml" Target="../ink/ink148.xml"/><Relationship Id="rId305" Type="http://schemas.openxmlformats.org/officeDocument/2006/relationships/customXml" Target="../ink/ink155.xml"/><Relationship Id="rId347" Type="http://schemas.openxmlformats.org/officeDocument/2006/relationships/customXml" Target="../ink/ink176.xml"/><Relationship Id="rId512" Type="http://schemas.openxmlformats.org/officeDocument/2006/relationships/image" Target="../media/image251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image" Target="../media/image190.png"/><Relationship Id="rId554" Type="http://schemas.openxmlformats.org/officeDocument/2006/relationships/customXml" Target="../ink/ink282.xml"/><Relationship Id="rId596" Type="http://schemas.openxmlformats.org/officeDocument/2006/relationships/customXml" Target="../ink/ink303.xml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249" Type="http://schemas.openxmlformats.org/officeDocument/2006/relationships/image" Target="../media/image123.png"/><Relationship Id="rId414" Type="http://schemas.openxmlformats.org/officeDocument/2006/relationships/image" Target="../media/image202.png"/><Relationship Id="rId456" Type="http://schemas.openxmlformats.org/officeDocument/2006/relationships/image" Target="../media/image223.png"/><Relationship Id="rId498" Type="http://schemas.openxmlformats.org/officeDocument/2006/relationships/image" Target="../media/image244.png"/><Relationship Id="rId621" Type="http://schemas.openxmlformats.org/officeDocument/2006/relationships/image" Target="../media/image305.png"/><Relationship Id="rId663" Type="http://schemas.openxmlformats.org/officeDocument/2006/relationships/image" Target="../media/image326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image" Target="../media/image128.png"/><Relationship Id="rId316" Type="http://schemas.openxmlformats.org/officeDocument/2006/relationships/image" Target="../media/image155.png"/><Relationship Id="rId523" Type="http://schemas.openxmlformats.org/officeDocument/2006/relationships/image" Target="../media/image256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image" Target="../media/image176.png"/><Relationship Id="rId565" Type="http://schemas.openxmlformats.org/officeDocument/2006/relationships/image" Target="../media/image277.png"/><Relationship Id="rId162" Type="http://schemas.openxmlformats.org/officeDocument/2006/relationships/image" Target="../media/image80.png"/><Relationship Id="rId218" Type="http://schemas.openxmlformats.org/officeDocument/2006/relationships/image" Target="../media/image108.png"/><Relationship Id="rId425" Type="http://schemas.openxmlformats.org/officeDocument/2006/relationships/customXml" Target="../ink/ink217.xml"/><Relationship Id="rId467" Type="http://schemas.openxmlformats.org/officeDocument/2006/relationships/customXml" Target="../ink/ink238.xml"/><Relationship Id="rId632" Type="http://schemas.openxmlformats.org/officeDocument/2006/relationships/customXml" Target="../ink/ink321.xml"/><Relationship Id="rId271" Type="http://schemas.openxmlformats.org/officeDocument/2006/relationships/image" Target="../media/image133.png"/><Relationship Id="rId674" Type="http://schemas.openxmlformats.org/officeDocument/2006/relationships/customXml" Target="../ink/ink342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customXml" Target="../ink/ink166.xml"/><Relationship Id="rId369" Type="http://schemas.openxmlformats.org/officeDocument/2006/relationships/customXml" Target="../ink/ink187.xml"/><Relationship Id="rId534" Type="http://schemas.openxmlformats.org/officeDocument/2006/relationships/customXml" Target="../ink/ink272.xml"/><Relationship Id="rId576" Type="http://schemas.openxmlformats.org/officeDocument/2006/relationships/customXml" Target="../ink/ink293.xml"/><Relationship Id="rId173" Type="http://schemas.openxmlformats.org/officeDocument/2006/relationships/customXml" Target="../ink/ink87.xml"/><Relationship Id="rId229" Type="http://schemas.openxmlformats.org/officeDocument/2006/relationships/image" Target="../media/image113.png"/><Relationship Id="rId380" Type="http://schemas.openxmlformats.org/officeDocument/2006/relationships/image" Target="../media/image186.png"/><Relationship Id="rId436" Type="http://schemas.openxmlformats.org/officeDocument/2006/relationships/image" Target="../media/image213.png"/><Relationship Id="rId601" Type="http://schemas.openxmlformats.org/officeDocument/2006/relationships/image" Target="../media/image295.png"/><Relationship Id="rId643" Type="http://schemas.openxmlformats.org/officeDocument/2006/relationships/image" Target="../media/image316.png"/><Relationship Id="rId240" Type="http://schemas.openxmlformats.org/officeDocument/2006/relationships/customXml" Target="../ink/ink121.xml"/><Relationship Id="rId478" Type="http://schemas.openxmlformats.org/officeDocument/2006/relationships/image" Target="../media/image234.png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image" Target="../media/image138.png"/><Relationship Id="rId338" Type="http://schemas.openxmlformats.org/officeDocument/2006/relationships/image" Target="../media/image166.png"/><Relationship Id="rId503" Type="http://schemas.openxmlformats.org/officeDocument/2006/relationships/customXml" Target="../ink/ink256.xml"/><Relationship Id="rId545" Type="http://schemas.openxmlformats.org/officeDocument/2006/relationships/image" Target="../media/image267.png"/><Relationship Id="rId587" Type="http://schemas.openxmlformats.org/officeDocument/2006/relationships/image" Target="../media/image288.png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image" Target="../media/image91.png"/><Relationship Id="rId391" Type="http://schemas.openxmlformats.org/officeDocument/2006/relationships/image" Target="../media/image191.png"/><Relationship Id="rId405" Type="http://schemas.openxmlformats.org/officeDocument/2006/relationships/image" Target="../media/image198.png"/><Relationship Id="rId447" Type="http://schemas.openxmlformats.org/officeDocument/2006/relationships/customXml" Target="../ink/ink228.xml"/><Relationship Id="rId612" Type="http://schemas.openxmlformats.org/officeDocument/2006/relationships/customXml" Target="../ink/ink311.xml"/><Relationship Id="rId251" Type="http://schemas.openxmlformats.org/officeDocument/2006/relationships/image" Target="../media/image124.png"/><Relationship Id="rId489" Type="http://schemas.openxmlformats.org/officeDocument/2006/relationships/customXml" Target="../ink/ink249.xml"/><Relationship Id="rId654" Type="http://schemas.openxmlformats.org/officeDocument/2006/relationships/customXml" Target="../ink/ink332.xml"/><Relationship Id="rId46" Type="http://schemas.openxmlformats.org/officeDocument/2006/relationships/customXml" Target="../ink/ink23.xml"/><Relationship Id="rId293" Type="http://schemas.openxmlformats.org/officeDocument/2006/relationships/customXml" Target="../ink/ink149.xml"/><Relationship Id="rId307" Type="http://schemas.openxmlformats.org/officeDocument/2006/relationships/customXml" Target="../ink/ink156.xml"/><Relationship Id="rId349" Type="http://schemas.openxmlformats.org/officeDocument/2006/relationships/customXml" Target="../ink/ink177.xml"/><Relationship Id="rId514" Type="http://schemas.openxmlformats.org/officeDocument/2006/relationships/image" Target="../media/image252.png"/><Relationship Id="rId556" Type="http://schemas.openxmlformats.org/officeDocument/2006/relationships/customXml" Target="../ink/ink283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360" Type="http://schemas.openxmlformats.org/officeDocument/2006/relationships/image" Target="../media/image177.png"/><Relationship Id="rId416" Type="http://schemas.openxmlformats.org/officeDocument/2006/relationships/image" Target="../media/image203.png"/><Relationship Id="rId598" Type="http://schemas.openxmlformats.org/officeDocument/2006/relationships/customXml" Target="../ink/ink304.xml"/><Relationship Id="rId220" Type="http://schemas.openxmlformats.org/officeDocument/2006/relationships/image" Target="../media/image109.png"/><Relationship Id="rId458" Type="http://schemas.openxmlformats.org/officeDocument/2006/relationships/image" Target="../media/image224.png"/><Relationship Id="rId623" Type="http://schemas.openxmlformats.org/officeDocument/2006/relationships/image" Target="../media/image306.png"/><Relationship Id="rId665" Type="http://schemas.openxmlformats.org/officeDocument/2006/relationships/image" Target="../media/image327.png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image" Target="../media/image129.png"/><Relationship Id="rId318" Type="http://schemas.openxmlformats.org/officeDocument/2006/relationships/image" Target="../media/image156.png"/><Relationship Id="rId525" Type="http://schemas.openxmlformats.org/officeDocument/2006/relationships/image" Target="../media/image257.png"/><Relationship Id="rId567" Type="http://schemas.openxmlformats.org/officeDocument/2006/relationships/image" Target="../media/image278.png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image" Target="../media/image81.png"/><Relationship Id="rId371" Type="http://schemas.openxmlformats.org/officeDocument/2006/relationships/image" Target="../media/image182.png"/><Relationship Id="rId427" Type="http://schemas.openxmlformats.org/officeDocument/2006/relationships/customXml" Target="../ink/ink218.xml"/><Relationship Id="rId469" Type="http://schemas.openxmlformats.org/officeDocument/2006/relationships/customXml" Target="../ink/ink239.xml"/><Relationship Id="rId634" Type="http://schemas.openxmlformats.org/officeDocument/2006/relationships/customXml" Target="../ink/ink322.xml"/><Relationship Id="rId676" Type="http://schemas.openxmlformats.org/officeDocument/2006/relationships/customXml" Target="../ink/ink343.xml"/><Relationship Id="rId26" Type="http://schemas.openxmlformats.org/officeDocument/2006/relationships/customXml" Target="../ink/ink13.xml"/><Relationship Id="rId231" Type="http://schemas.openxmlformats.org/officeDocument/2006/relationships/image" Target="../media/image114.png"/><Relationship Id="rId273" Type="http://schemas.openxmlformats.org/officeDocument/2006/relationships/image" Target="../media/image134.png"/><Relationship Id="rId329" Type="http://schemas.openxmlformats.org/officeDocument/2006/relationships/customXml" Target="../ink/ink167.xml"/><Relationship Id="rId480" Type="http://schemas.openxmlformats.org/officeDocument/2006/relationships/image" Target="../media/image235.png"/><Relationship Id="rId536" Type="http://schemas.openxmlformats.org/officeDocument/2006/relationships/customXml" Target="../ink/ink273.xml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customXml" Target="../ink/ink88.xml"/><Relationship Id="rId340" Type="http://schemas.openxmlformats.org/officeDocument/2006/relationships/image" Target="../media/image167.png"/><Relationship Id="rId578" Type="http://schemas.openxmlformats.org/officeDocument/2006/relationships/customXml" Target="../ink/ink294.xml"/><Relationship Id="rId200" Type="http://schemas.openxmlformats.org/officeDocument/2006/relationships/image" Target="../media/image99.png"/><Relationship Id="rId382" Type="http://schemas.openxmlformats.org/officeDocument/2006/relationships/image" Target="../media/image187.png"/><Relationship Id="rId438" Type="http://schemas.openxmlformats.org/officeDocument/2006/relationships/image" Target="../media/image214.png"/><Relationship Id="rId603" Type="http://schemas.openxmlformats.org/officeDocument/2006/relationships/image" Target="../media/image296.png"/><Relationship Id="rId645" Type="http://schemas.openxmlformats.org/officeDocument/2006/relationships/image" Target="../media/image317.png"/><Relationship Id="rId242" Type="http://schemas.openxmlformats.org/officeDocument/2006/relationships/customXml" Target="../ink/ink122.xml"/><Relationship Id="rId284" Type="http://schemas.openxmlformats.org/officeDocument/2006/relationships/image" Target="../media/image139.png"/><Relationship Id="rId491" Type="http://schemas.openxmlformats.org/officeDocument/2006/relationships/customXml" Target="../ink/ink250.xml"/><Relationship Id="rId505" Type="http://schemas.openxmlformats.org/officeDocument/2006/relationships/customXml" Target="../ink/ink257.xml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image" Target="../media/image268.png"/><Relationship Id="rId589" Type="http://schemas.openxmlformats.org/officeDocument/2006/relationships/image" Target="../media/image289.png"/><Relationship Id="rId90" Type="http://schemas.openxmlformats.org/officeDocument/2006/relationships/customXml" Target="../ink/ink45.xml"/><Relationship Id="rId186" Type="http://schemas.openxmlformats.org/officeDocument/2006/relationships/image" Target="../media/image92.png"/><Relationship Id="rId351" Type="http://schemas.openxmlformats.org/officeDocument/2006/relationships/customXml" Target="../ink/ink178.xml"/><Relationship Id="rId393" Type="http://schemas.openxmlformats.org/officeDocument/2006/relationships/image" Target="../media/image192.png"/><Relationship Id="rId407" Type="http://schemas.openxmlformats.org/officeDocument/2006/relationships/customXml" Target="../ink/ink208.xml"/><Relationship Id="rId449" Type="http://schemas.openxmlformats.org/officeDocument/2006/relationships/customXml" Target="../ink/ink229.xml"/><Relationship Id="rId614" Type="http://schemas.openxmlformats.org/officeDocument/2006/relationships/customXml" Target="../ink/ink312.xml"/><Relationship Id="rId656" Type="http://schemas.openxmlformats.org/officeDocument/2006/relationships/customXml" Target="../ink/ink333.xml"/><Relationship Id="rId211" Type="http://schemas.openxmlformats.org/officeDocument/2006/relationships/customXml" Target="../ink/ink106.xml"/><Relationship Id="rId253" Type="http://schemas.openxmlformats.org/officeDocument/2006/relationships/customXml" Target="../ink/ink128.xml"/><Relationship Id="rId295" Type="http://schemas.openxmlformats.org/officeDocument/2006/relationships/customXml" Target="../ink/ink150.xml"/><Relationship Id="rId309" Type="http://schemas.openxmlformats.org/officeDocument/2006/relationships/customXml" Target="../ink/ink157.xml"/><Relationship Id="rId460" Type="http://schemas.openxmlformats.org/officeDocument/2006/relationships/image" Target="../media/image225.png"/><Relationship Id="rId516" Type="http://schemas.openxmlformats.org/officeDocument/2006/relationships/image" Target="../media/image253.png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image" Target="../media/image157.png"/><Relationship Id="rId558" Type="http://schemas.openxmlformats.org/officeDocument/2006/relationships/customXml" Target="../ink/ink284.xml"/><Relationship Id="rId155" Type="http://schemas.openxmlformats.org/officeDocument/2006/relationships/image" Target="../media/image77.png"/><Relationship Id="rId197" Type="http://schemas.openxmlformats.org/officeDocument/2006/relationships/customXml" Target="../ink/ink99.xml"/><Relationship Id="rId362" Type="http://schemas.openxmlformats.org/officeDocument/2006/relationships/image" Target="../media/image178.png"/><Relationship Id="rId418" Type="http://schemas.openxmlformats.org/officeDocument/2006/relationships/image" Target="../media/image204.png"/><Relationship Id="rId625" Type="http://schemas.openxmlformats.org/officeDocument/2006/relationships/image" Target="../media/image307.png"/><Relationship Id="rId222" Type="http://schemas.openxmlformats.org/officeDocument/2006/relationships/customXml" Target="../ink/ink112.xml"/><Relationship Id="rId264" Type="http://schemas.openxmlformats.org/officeDocument/2006/relationships/image" Target="../media/image130.png"/><Relationship Id="rId471" Type="http://schemas.openxmlformats.org/officeDocument/2006/relationships/customXml" Target="../ink/ink240.xml"/><Relationship Id="rId667" Type="http://schemas.openxmlformats.org/officeDocument/2006/relationships/image" Target="../media/image328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Relationship Id="rId527" Type="http://schemas.openxmlformats.org/officeDocument/2006/relationships/image" Target="../media/image258.png"/><Relationship Id="rId569" Type="http://schemas.openxmlformats.org/officeDocument/2006/relationships/image" Target="../media/image279.png"/><Relationship Id="rId70" Type="http://schemas.openxmlformats.org/officeDocument/2006/relationships/customXml" Target="../ink/ink35.xml"/><Relationship Id="rId166" Type="http://schemas.openxmlformats.org/officeDocument/2006/relationships/image" Target="../media/image82.png"/><Relationship Id="rId331" Type="http://schemas.openxmlformats.org/officeDocument/2006/relationships/customXml" Target="../ink/ink168.xml"/><Relationship Id="rId373" Type="http://schemas.openxmlformats.org/officeDocument/2006/relationships/image" Target="../media/image183.png"/><Relationship Id="rId429" Type="http://schemas.openxmlformats.org/officeDocument/2006/relationships/customXml" Target="../ink/ink219.xml"/><Relationship Id="rId580" Type="http://schemas.openxmlformats.org/officeDocument/2006/relationships/customXml" Target="../ink/ink295.xml"/><Relationship Id="rId636" Type="http://schemas.openxmlformats.org/officeDocument/2006/relationships/customXml" Target="../ink/ink323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115.png"/><Relationship Id="rId440" Type="http://schemas.openxmlformats.org/officeDocument/2006/relationships/image" Target="../media/image215.png"/><Relationship Id="rId678" Type="http://schemas.openxmlformats.org/officeDocument/2006/relationships/customXml" Target="../ink/ink344.xml"/><Relationship Id="rId28" Type="http://schemas.openxmlformats.org/officeDocument/2006/relationships/customXml" Target="../ink/ink14.xml"/><Relationship Id="rId275" Type="http://schemas.openxmlformats.org/officeDocument/2006/relationships/image" Target="../media/image135.png"/><Relationship Id="rId300" Type="http://schemas.openxmlformats.org/officeDocument/2006/relationships/image" Target="../media/image147.png"/><Relationship Id="rId482" Type="http://schemas.openxmlformats.org/officeDocument/2006/relationships/image" Target="../media/image236.png"/><Relationship Id="rId538" Type="http://schemas.openxmlformats.org/officeDocument/2006/relationships/customXml" Target="../ink/ink274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77" Type="http://schemas.openxmlformats.org/officeDocument/2006/relationships/customXml" Target="../ink/ink89.xml"/><Relationship Id="rId342" Type="http://schemas.openxmlformats.org/officeDocument/2006/relationships/image" Target="../media/image168.png"/><Relationship Id="rId384" Type="http://schemas.openxmlformats.org/officeDocument/2006/relationships/image" Target="../media/image188.png"/><Relationship Id="rId591" Type="http://schemas.openxmlformats.org/officeDocument/2006/relationships/image" Target="../media/image290.png"/><Relationship Id="rId605" Type="http://schemas.openxmlformats.org/officeDocument/2006/relationships/image" Target="../media/image297.png"/><Relationship Id="rId202" Type="http://schemas.openxmlformats.org/officeDocument/2006/relationships/image" Target="../media/image100.png"/><Relationship Id="rId244" Type="http://schemas.openxmlformats.org/officeDocument/2006/relationships/customXml" Target="../ink/ink123.xml"/><Relationship Id="rId647" Type="http://schemas.openxmlformats.org/officeDocument/2006/relationships/image" Target="../media/image318.png"/><Relationship Id="rId39" Type="http://schemas.openxmlformats.org/officeDocument/2006/relationships/image" Target="../media/image19.png"/><Relationship Id="rId286" Type="http://schemas.openxmlformats.org/officeDocument/2006/relationships/image" Target="../media/image140.png"/><Relationship Id="rId451" Type="http://schemas.openxmlformats.org/officeDocument/2006/relationships/customXml" Target="../ink/ink230.xml"/><Relationship Id="rId493" Type="http://schemas.openxmlformats.org/officeDocument/2006/relationships/customXml" Target="../ink/ink251.xml"/><Relationship Id="rId507" Type="http://schemas.openxmlformats.org/officeDocument/2006/relationships/customXml" Target="../ink/ink258.xml"/><Relationship Id="rId549" Type="http://schemas.openxmlformats.org/officeDocument/2006/relationships/image" Target="../media/image26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image" Target="../media/image93.png"/><Relationship Id="rId311" Type="http://schemas.openxmlformats.org/officeDocument/2006/relationships/customXml" Target="../ink/ink158.xml"/><Relationship Id="rId353" Type="http://schemas.openxmlformats.org/officeDocument/2006/relationships/customXml" Target="../ink/ink179.xml"/><Relationship Id="rId395" Type="http://schemas.openxmlformats.org/officeDocument/2006/relationships/image" Target="../media/image193.png"/><Relationship Id="rId409" Type="http://schemas.openxmlformats.org/officeDocument/2006/relationships/customXml" Target="../ink/ink209.xml"/><Relationship Id="rId560" Type="http://schemas.openxmlformats.org/officeDocument/2006/relationships/customXml" Target="../ink/ink285.xml"/><Relationship Id="rId92" Type="http://schemas.openxmlformats.org/officeDocument/2006/relationships/customXml" Target="../ink/ink46.xml"/><Relationship Id="rId213" Type="http://schemas.openxmlformats.org/officeDocument/2006/relationships/customXml" Target="../ink/ink107.xml"/><Relationship Id="rId420" Type="http://schemas.openxmlformats.org/officeDocument/2006/relationships/image" Target="../media/image205.png"/><Relationship Id="rId616" Type="http://schemas.openxmlformats.org/officeDocument/2006/relationships/customXml" Target="../ink/ink313.xml"/><Relationship Id="rId658" Type="http://schemas.openxmlformats.org/officeDocument/2006/relationships/customXml" Target="../ink/ink334.xml"/><Relationship Id="rId255" Type="http://schemas.openxmlformats.org/officeDocument/2006/relationships/customXml" Target="../ink/ink129.xml"/><Relationship Id="rId297" Type="http://schemas.openxmlformats.org/officeDocument/2006/relationships/customXml" Target="../ink/ink151.xml"/><Relationship Id="rId462" Type="http://schemas.openxmlformats.org/officeDocument/2006/relationships/image" Target="../media/image226.png"/><Relationship Id="rId518" Type="http://schemas.openxmlformats.org/officeDocument/2006/relationships/image" Target="../media/image254.png"/><Relationship Id="rId115" Type="http://schemas.openxmlformats.org/officeDocument/2006/relationships/image" Target="../media/image57.png"/><Relationship Id="rId157" Type="http://schemas.openxmlformats.org/officeDocument/2006/relationships/image" Target="../media/image78.png"/><Relationship Id="rId322" Type="http://schemas.openxmlformats.org/officeDocument/2006/relationships/image" Target="../media/image158.png"/><Relationship Id="rId364" Type="http://schemas.openxmlformats.org/officeDocument/2006/relationships/image" Target="../media/image179.png"/><Relationship Id="rId61" Type="http://schemas.openxmlformats.org/officeDocument/2006/relationships/image" Target="../media/image30.png"/><Relationship Id="rId199" Type="http://schemas.openxmlformats.org/officeDocument/2006/relationships/customXml" Target="../ink/ink100.xml"/><Relationship Id="rId571" Type="http://schemas.openxmlformats.org/officeDocument/2006/relationships/image" Target="../media/image280.png"/><Relationship Id="rId627" Type="http://schemas.openxmlformats.org/officeDocument/2006/relationships/image" Target="../media/image308.png"/><Relationship Id="rId669" Type="http://schemas.openxmlformats.org/officeDocument/2006/relationships/image" Target="../media/image329.png"/><Relationship Id="rId19" Type="http://schemas.openxmlformats.org/officeDocument/2006/relationships/image" Target="../media/image9.png"/><Relationship Id="rId224" Type="http://schemas.openxmlformats.org/officeDocument/2006/relationships/customXml" Target="../ink/ink113.xml"/><Relationship Id="rId266" Type="http://schemas.openxmlformats.org/officeDocument/2006/relationships/image" Target="../media/image131.png"/><Relationship Id="rId431" Type="http://schemas.openxmlformats.org/officeDocument/2006/relationships/customXml" Target="../ink/ink220.xml"/><Relationship Id="rId473" Type="http://schemas.openxmlformats.org/officeDocument/2006/relationships/customXml" Target="../ink/ink241.xml"/><Relationship Id="rId529" Type="http://schemas.openxmlformats.org/officeDocument/2006/relationships/image" Target="../media/image259.png"/><Relationship Id="rId680" Type="http://schemas.openxmlformats.org/officeDocument/2006/relationships/customXml" Target="../ink/ink345.xml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image" Target="../media/image83.png"/><Relationship Id="rId333" Type="http://schemas.openxmlformats.org/officeDocument/2006/relationships/customXml" Target="../ink/ink169.xml"/><Relationship Id="rId540" Type="http://schemas.openxmlformats.org/officeDocument/2006/relationships/customXml" Target="../ink/ink275.xml"/><Relationship Id="rId72" Type="http://schemas.openxmlformats.org/officeDocument/2006/relationships/customXml" Target="../ink/ink36.xml"/><Relationship Id="rId375" Type="http://schemas.openxmlformats.org/officeDocument/2006/relationships/image" Target="../media/image184.png"/><Relationship Id="rId582" Type="http://schemas.openxmlformats.org/officeDocument/2006/relationships/customXml" Target="../ink/ink296.xml"/><Relationship Id="rId638" Type="http://schemas.openxmlformats.org/officeDocument/2006/relationships/customXml" Target="../ink/ink324.xml"/><Relationship Id="rId3" Type="http://schemas.openxmlformats.org/officeDocument/2006/relationships/image" Target="../media/image1.png"/><Relationship Id="rId235" Type="http://schemas.openxmlformats.org/officeDocument/2006/relationships/image" Target="../media/image116.png"/><Relationship Id="rId277" Type="http://schemas.openxmlformats.org/officeDocument/2006/relationships/image" Target="../media/image136.png"/><Relationship Id="rId400" Type="http://schemas.openxmlformats.org/officeDocument/2006/relationships/customXml" Target="../ink/ink204.xml"/><Relationship Id="rId442" Type="http://schemas.openxmlformats.org/officeDocument/2006/relationships/image" Target="../media/image216.png"/><Relationship Id="rId484" Type="http://schemas.openxmlformats.org/officeDocument/2006/relationships/image" Target="../media/image237.png"/><Relationship Id="rId137" Type="http://schemas.openxmlformats.org/officeDocument/2006/relationships/image" Target="../media/image68.png"/><Relationship Id="rId302" Type="http://schemas.openxmlformats.org/officeDocument/2006/relationships/image" Target="../media/image148.png"/><Relationship Id="rId344" Type="http://schemas.openxmlformats.org/officeDocument/2006/relationships/image" Target="../media/image169.png"/><Relationship Id="rId41" Type="http://schemas.openxmlformats.org/officeDocument/2006/relationships/image" Target="../media/image20.png"/><Relationship Id="rId83" Type="http://schemas.openxmlformats.org/officeDocument/2006/relationships/image" Target="../media/image41.png"/><Relationship Id="rId179" Type="http://schemas.openxmlformats.org/officeDocument/2006/relationships/customXml" Target="../ink/ink90.xml"/><Relationship Id="rId386" Type="http://schemas.openxmlformats.org/officeDocument/2006/relationships/customXml" Target="../ink/ink197.xml"/><Relationship Id="rId551" Type="http://schemas.openxmlformats.org/officeDocument/2006/relationships/image" Target="../media/image270.png"/><Relationship Id="rId593" Type="http://schemas.openxmlformats.org/officeDocument/2006/relationships/image" Target="../media/image291.png"/><Relationship Id="rId607" Type="http://schemas.openxmlformats.org/officeDocument/2006/relationships/image" Target="../media/image298.png"/><Relationship Id="rId649" Type="http://schemas.openxmlformats.org/officeDocument/2006/relationships/image" Target="../media/image319.png"/><Relationship Id="rId190" Type="http://schemas.openxmlformats.org/officeDocument/2006/relationships/image" Target="../media/image94.png"/><Relationship Id="rId204" Type="http://schemas.openxmlformats.org/officeDocument/2006/relationships/image" Target="../media/image101.png"/><Relationship Id="rId246" Type="http://schemas.openxmlformats.org/officeDocument/2006/relationships/customXml" Target="../ink/ink124.xml"/><Relationship Id="rId288" Type="http://schemas.openxmlformats.org/officeDocument/2006/relationships/image" Target="../media/image141.png"/><Relationship Id="rId411" Type="http://schemas.openxmlformats.org/officeDocument/2006/relationships/customXml" Target="../ink/ink210.xml"/><Relationship Id="rId453" Type="http://schemas.openxmlformats.org/officeDocument/2006/relationships/customXml" Target="../ink/ink231.xml"/><Relationship Id="rId509" Type="http://schemas.openxmlformats.org/officeDocument/2006/relationships/customXml" Target="../ink/ink259.xml"/><Relationship Id="rId660" Type="http://schemas.openxmlformats.org/officeDocument/2006/relationships/customXml" Target="../ink/ink335.xml"/><Relationship Id="rId106" Type="http://schemas.openxmlformats.org/officeDocument/2006/relationships/customXml" Target="../ink/ink53.xml"/><Relationship Id="rId313" Type="http://schemas.openxmlformats.org/officeDocument/2006/relationships/customXml" Target="../ink/ink159.xml"/><Relationship Id="rId495" Type="http://schemas.openxmlformats.org/officeDocument/2006/relationships/customXml" Target="../ink/ink252.xml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customXml" Target="../ink/ink180.xml"/><Relationship Id="rId397" Type="http://schemas.openxmlformats.org/officeDocument/2006/relationships/image" Target="../media/image194.png"/><Relationship Id="rId520" Type="http://schemas.openxmlformats.org/officeDocument/2006/relationships/image" Target="../media/image255.png"/><Relationship Id="rId562" Type="http://schemas.openxmlformats.org/officeDocument/2006/relationships/customXml" Target="../ink/ink286.xml"/><Relationship Id="rId618" Type="http://schemas.openxmlformats.org/officeDocument/2006/relationships/customXml" Target="../ink/ink314.xml"/><Relationship Id="rId215" Type="http://schemas.openxmlformats.org/officeDocument/2006/relationships/customXml" Target="../ink/ink108.xml"/><Relationship Id="rId257" Type="http://schemas.openxmlformats.org/officeDocument/2006/relationships/customXml" Target="../ink/ink130.xml"/><Relationship Id="rId422" Type="http://schemas.openxmlformats.org/officeDocument/2006/relationships/image" Target="../media/image206.png"/><Relationship Id="rId464" Type="http://schemas.openxmlformats.org/officeDocument/2006/relationships/image" Target="../media/image227.png"/><Relationship Id="rId299" Type="http://schemas.openxmlformats.org/officeDocument/2006/relationships/customXml" Target="../ink/ink152.xml"/><Relationship Id="rId63" Type="http://schemas.openxmlformats.org/officeDocument/2006/relationships/image" Target="../media/image31.png"/><Relationship Id="rId159" Type="http://schemas.openxmlformats.org/officeDocument/2006/relationships/customXml" Target="../ink/ink80.xml"/><Relationship Id="rId366" Type="http://schemas.openxmlformats.org/officeDocument/2006/relationships/image" Target="../media/image180.png"/><Relationship Id="rId573" Type="http://schemas.openxmlformats.org/officeDocument/2006/relationships/image" Target="../media/image281.png"/><Relationship Id="rId226" Type="http://schemas.openxmlformats.org/officeDocument/2006/relationships/customXml" Target="../ink/ink114.xml"/><Relationship Id="rId433" Type="http://schemas.openxmlformats.org/officeDocument/2006/relationships/customXml" Target="../ink/ink221.xml"/><Relationship Id="rId640" Type="http://schemas.openxmlformats.org/officeDocument/2006/relationships/customXml" Target="../ink/ink325.xml"/><Relationship Id="rId74" Type="http://schemas.openxmlformats.org/officeDocument/2006/relationships/customXml" Target="../ink/ink37.xml"/><Relationship Id="rId377" Type="http://schemas.openxmlformats.org/officeDocument/2006/relationships/customXml" Target="../ink/ink192.xml"/><Relationship Id="rId500" Type="http://schemas.openxmlformats.org/officeDocument/2006/relationships/image" Target="../media/image245.png"/><Relationship Id="rId584" Type="http://schemas.openxmlformats.org/officeDocument/2006/relationships/customXml" Target="../ink/ink297.xml"/><Relationship Id="rId5" Type="http://schemas.openxmlformats.org/officeDocument/2006/relationships/image" Target="../media/image2.png"/><Relationship Id="rId237" Type="http://schemas.openxmlformats.org/officeDocument/2006/relationships/image" Target="../media/image117.png"/><Relationship Id="rId444" Type="http://schemas.openxmlformats.org/officeDocument/2006/relationships/image" Target="../media/image217.png"/><Relationship Id="rId651" Type="http://schemas.openxmlformats.org/officeDocument/2006/relationships/image" Target="../media/image320.png"/><Relationship Id="rId290" Type="http://schemas.openxmlformats.org/officeDocument/2006/relationships/image" Target="../media/image142.png"/><Relationship Id="rId304" Type="http://schemas.openxmlformats.org/officeDocument/2006/relationships/image" Target="../media/image149.png"/><Relationship Id="rId388" Type="http://schemas.openxmlformats.org/officeDocument/2006/relationships/customXml" Target="../ink/ink198.xml"/><Relationship Id="rId511" Type="http://schemas.openxmlformats.org/officeDocument/2006/relationships/customXml" Target="../ink/ink260.xml"/><Relationship Id="rId609" Type="http://schemas.openxmlformats.org/officeDocument/2006/relationships/image" Target="../media/image29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595" Type="http://schemas.openxmlformats.org/officeDocument/2006/relationships/image" Target="../media/image292.png"/><Relationship Id="rId248" Type="http://schemas.openxmlformats.org/officeDocument/2006/relationships/customXml" Target="../ink/ink125.xml"/><Relationship Id="rId455" Type="http://schemas.openxmlformats.org/officeDocument/2006/relationships/customXml" Target="../ink/ink232.xml"/><Relationship Id="rId662" Type="http://schemas.openxmlformats.org/officeDocument/2006/relationships/customXml" Target="../ink/ink336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60.xml"/><Relationship Id="rId522" Type="http://schemas.openxmlformats.org/officeDocument/2006/relationships/customXml" Target="../ink/ink266.xml"/><Relationship Id="rId96" Type="http://schemas.openxmlformats.org/officeDocument/2006/relationships/customXml" Target="../ink/ink48.xml"/><Relationship Id="rId161" Type="http://schemas.openxmlformats.org/officeDocument/2006/relationships/customXml" Target="../ink/ink81.xml"/><Relationship Id="rId399" Type="http://schemas.openxmlformats.org/officeDocument/2006/relationships/image" Target="../media/image195.png"/><Relationship Id="rId259" Type="http://schemas.openxmlformats.org/officeDocument/2006/relationships/customXml" Target="../ink/ink131.xml"/><Relationship Id="rId466" Type="http://schemas.openxmlformats.org/officeDocument/2006/relationships/image" Target="../media/image228.png"/><Relationship Id="rId673" Type="http://schemas.openxmlformats.org/officeDocument/2006/relationships/image" Target="../media/image331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326" Type="http://schemas.openxmlformats.org/officeDocument/2006/relationships/image" Target="../media/image160.png"/><Relationship Id="rId533" Type="http://schemas.openxmlformats.org/officeDocument/2006/relationships/image" Target="../media/image261.png"/><Relationship Id="rId172" Type="http://schemas.openxmlformats.org/officeDocument/2006/relationships/image" Target="../media/image85.png"/><Relationship Id="rId477" Type="http://schemas.openxmlformats.org/officeDocument/2006/relationships/customXml" Target="../ink/ink243.xml"/><Relationship Id="rId600" Type="http://schemas.openxmlformats.org/officeDocument/2006/relationships/customXml" Target="../ink/ink305.xml"/><Relationship Id="rId337" Type="http://schemas.openxmlformats.org/officeDocument/2006/relationships/customXml" Target="../ink/ink171.xml"/><Relationship Id="rId34" Type="http://schemas.openxmlformats.org/officeDocument/2006/relationships/customXml" Target="../ink/ink17.xml"/><Relationship Id="rId544" Type="http://schemas.openxmlformats.org/officeDocument/2006/relationships/customXml" Target="../ink/ink277.xml"/><Relationship Id="rId183" Type="http://schemas.openxmlformats.org/officeDocument/2006/relationships/customXml" Target="../ink/ink92.xml"/><Relationship Id="rId390" Type="http://schemas.openxmlformats.org/officeDocument/2006/relationships/customXml" Target="../ink/ink199.xml"/><Relationship Id="rId404" Type="http://schemas.openxmlformats.org/officeDocument/2006/relationships/customXml" Target="../ink/ink206.xml"/><Relationship Id="rId611" Type="http://schemas.openxmlformats.org/officeDocument/2006/relationships/image" Target="../media/image300.png"/><Relationship Id="rId250" Type="http://schemas.openxmlformats.org/officeDocument/2006/relationships/customXml" Target="../ink/ink126.xml"/><Relationship Id="rId488" Type="http://schemas.openxmlformats.org/officeDocument/2006/relationships/image" Target="../media/image239.png"/><Relationship Id="rId45" Type="http://schemas.openxmlformats.org/officeDocument/2006/relationships/image" Target="../media/image22.png"/><Relationship Id="rId110" Type="http://schemas.openxmlformats.org/officeDocument/2006/relationships/customXml" Target="../ink/ink55.xml"/><Relationship Id="rId348" Type="http://schemas.openxmlformats.org/officeDocument/2006/relationships/image" Target="../media/image171.png"/><Relationship Id="rId555" Type="http://schemas.openxmlformats.org/officeDocument/2006/relationships/image" Target="../media/image272.png"/><Relationship Id="rId194" Type="http://schemas.openxmlformats.org/officeDocument/2006/relationships/image" Target="../media/image96.png"/><Relationship Id="rId208" Type="http://schemas.openxmlformats.org/officeDocument/2006/relationships/image" Target="../media/image103.png"/><Relationship Id="rId415" Type="http://schemas.openxmlformats.org/officeDocument/2006/relationships/customXml" Target="../ink/ink212.xml"/><Relationship Id="rId622" Type="http://schemas.openxmlformats.org/officeDocument/2006/relationships/customXml" Target="../ink/ink316.xml"/><Relationship Id="rId261" Type="http://schemas.openxmlformats.org/officeDocument/2006/relationships/customXml" Target="../ink/ink132.xml"/><Relationship Id="rId499" Type="http://schemas.openxmlformats.org/officeDocument/2006/relationships/customXml" Target="../ink/ink254.xml"/><Relationship Id="rId56" Type="http://schemas.openxmlformats.org/officeDocument/2006/relationships/customXml" Target="../ink/ink28.xml"/><Relationship Id="rId359" Type="http://schemas.openxmlformats.org/officeDocument/2006/relationships/customXml" Target="../ink/ink182.xml"/><Relationship Id="rId566" Type="http://schemas.openxmlformats.org/officeDocument/2006/relationships/customXml" Target="../ink/ink288.xml"/><Relationship Id="rId121" Type="http://schemas.openxmlformats.org/officeDocument/2006/relationships/image" Target="../media/image60.png"/><Relationship Id="rId219" Type="http://schemas.openxmlformats.org/officeDocument/2006/relationships/customXml" Target="../ink/ink110.xml"/><Relationship Id="rId426" Type="http://schemas.openxmlformats.org/officeDocument/2006/relationships/image" Target="../media/image208.png"/><Relationship Id="rId633" Type="http://schemas.openxmlformats.org/officeDocument/2006/relationships/image" Target="../media/image311.png"/><Relationship Id="rId67" Type="http://schemas.openxmlformats.org/officeDocument/2006/relationships/image" Target="../media/image33.png"/><Relationship Id="rId272" Type="http://schemas.openxmlformats.org/officeDocument/2006/relationships/customXml" Target="../ink/ink138.xml"/><Relationship Id="rId577" Type="http://schemas.openxmlformats.org/officeDocument/2006/relationships/image" Target="../media/image283.png"/><Relationship Id="rId132" Type="http://schemas.openxmlformats.org/officeDocument/2006/relationships/customXml" Target="../ink/ink66.xml"/><Relationship Id="rId437" Type="http://schemas.openxmlformats.org/officeDocument/2006/relationships/customXml" Target="../ink/ink223.xml"/><Relationship Id="rId644" Type="http://schemas.openxmlformats.org/officeDocument/2006/relationships/customXml" Target="../ink/ink327.xml"/><Relationship Id="rId283" Type="http://schemas.openxmlformats.org/officeDocument/2006/relationships/customXml" Target="../ink/ink144.xml"/><Relationship Id="rId490" Type="http://schemas.openxmlformats.org/officeDocument/2006/relationships/image" Target="../media/image240.png"/><Relationship Id="rId504" Type="http://schemas.openxmlformats.org/officeDocument/2006/relationships/image" Target="../media/image247.png"/><Relationship Id="rId78" Type="http://schemas.openxmlformats.org/officeDocument/2006/relationships/customXml" Target="../ink/ink39.xml"/><Relationship Id="rId143" Type="http://schemas.openxmlformats.org/officeDocument/2006/relationships/image" Target="../media/image71.png"/><Relationship Id="rId350" Type="http://schemas.openxmlformats.org/officeDocument/2006/relationships/image" Target="../media/image172.png"/><Relationship Id="rId588" Type="http://schemas.openxmlformats.org/officeDocument/2006/relationships/customXml" Target="../ink/ink299.xml"/><Relationship Id="rId9" Type="http://schemas.openxmlformats.org/officeDocument/2006/relationships/image" Target="../media/image4.png"/><Relationship Id="rId210" Type="http://schemas.openxmlformats.org/officeDocument/2006/relationships/image" Target="../media/image104.png"/><Relationship Id="rId448" Type="http://schemas.openxmlformats.org/officeDocument/2006/relationships/image" Target="../media/image219.png"/><Relationship Id="rId655" Type="http://schemas.openxmlformats.org/officeDocument/2006/relationships/image" Target="../media/image322.png"/><Relationship Id="rId294" Type="http://schemas.openxmlformats.org/officeDocument/2006/relationships/image" Target="../media/image144.png"/><Relationship Id="rId308" Type="http://schemas.openxmlformats.org/officeDocument/2006/relationships/image" Target="../media/image151.png"/><Relationship Id="rId515" Type="http://schemas.openxmlformats.org/officeDocument/2006/relationships/customXml" Target="../ink/ink262.xml"/><Relationship Id="rId89" Type="http://schemas.openxmlformats.org/officeDocument/2006/relationships/image" Target="../media/image44.png"/><Relationship Id="rId154" Type="http://schemas.openxmlformats.org/officeDocument/2006/relationships/customXml" Target="../ink/ink77.xml"/><Relationship Id="rId361" Type="http://schemas.openxmlformats.org/officeDocument/2006/relationships/customXml" Target="../ink/ink183.xml"/><Relationship Id="rId599" Type="http://schemas.openxmlformats.org/officeDocument/2006/relationships/image" Target="../media/image294.png"/><Relationship Id="rId459" Type="http://schemas.openxmlformats.org/officeDocument/2006/relationships/customXml" Target="../ink/ink234.xml"/><Relationship Id="rId666" Type="http://schemas.openxmlformats.org/officeDocument/2006/relationships/customXml" Target="../ink/ink338.xml"/><Relationship Id="rId16" Type="http://schemas.openxmlformats.org/officeDocument/2006/relationships/customXml" Target="../ink/ink8.xml"/><Relationship Id="rId221" Type="http://schemas.openxmlformats.org/officeDocument/2006/relationships/customXml" Target="../ink/ink111.xml"/><Relationship Id="rId319" Type="http://schemas.openxmlformats.org/officeDocument/2006/relationships/customXml" Target="../ink/ink162.xml"/><Relationship Id="rId526" Type="http://schemas.openxmlformats.org/officeDocument/2006/relationships/customXml" Target="../ink/ink268.xml"/><Relationship Id="rId165" Type="http://schemas.openxmlformats.org/officeDocument/2006/relationships/customXml" Target="../ink/ink83.xml"/><Relationship Id="rId372" Type="http://schemas.openxmlformats.org/officeDocument/2006/relationships/customXml" Target="../ink/ink189.xml"/><Relationship Id="rId677" Type="http://schemas.openxmlformats.org/officeDocument/2006/relationships/image" Target="../media/image333.png"/><Relationship Id="rId232" Type="http://schemas.openxmlformats.org/officeDocument/2006/relationships/customXml" Target="../ink/ink117.xml"/><Relationship Id="rId27" Type="http://schemas.openxmlformats.org/officeDocument/2006/relationships/image" Target="../media/image13.png"/><Relationship Id="rId537" Type="http://schemas.openxmlformats.org/officeDocument/2006/relationships/image" Target="../media/image263.png"/><Relationship Id="rId80" Type="http://schemas.openxmlformats.org/officeDocument/2006/relationships/customXml" Target="../ink/ink40.xml"/><Relationship Id="rId176" Type="http://schemas.openxmlformats.org/officeDocument/2006/relationships/image" Target="../media/image87.png"/><Relationship Id="rId383" Type="http://schemas.openxmlformats.org/officeDocument/2006/relationships/customXml" Target="../ink/ink195.xml"/><Relationship Id="rId590" Type="http://schemas.openxmlformats.org/officeDocument/2006/relationships/customXml" Target="../ink/ink300.xml"/><Relationship Id="rId604" Type="http://schemas.openxmlformats.org/officeDocument/2006/relationships/customXml" Target="../ink/ink307.xml"/><Relationship Id="rId243" Type="http://schemas.openxmlformats.org/officeDocument/2006/relationships/image" Target="../media/image120.png"/><Relationship Id="rId450" Type="http://schemas.openxmlformats.org/officeDocument/2006/relationships/image" Target="../media/image220.png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image" Target="../media/image152.png"/><Relationship Id="rId548" Type="http://schemas.openxmlformats.org/officeDocument/2006/relationships/customXml" Target="../ink/ink279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9.png"/><Relationship Id="rId299" Type="http://schemas.openxmlformats.org/officeDocument/2006/relationships/customXml" Target="../ink/ink496.xml"/><Relationship Id="rId21" Type="http://schemas.openxmlformats.org/officeDocument/2006/relationships/image" Target="../media/image345.png"/><Relationship Id="rId63" Type="http://schemas.openxmlformats.org/officeDocument/2006/relationships/image" Target="../media/image364.png"/><Relationship Id="rId159" Type="http://schemas.openxmlformats.org/officeDocument/2006/relationships/customXml" Target="../ink/ink426.xml"/><Relationship Id="rId324" Type="http://schemas.openxmlformats.org/officeDocument/2006/relationships/image" Target="../media/image491.png"/><Relationship Id="rId366" Type="http://schemas.openxmlformats.org/officeDocument/2006/relationships/image" Target="../media/image511.png"/><Relationship Id="rId170" Type="http://schemas.openxmlformats.org/officeDocument/2006/relationships/image" Target="../media/image415.png"/><Relationship Id="rId226" Type="http://schemas.openxmlformats.org/officeDocument/2006/relationships/image" Target="../media/image442.png"/><Relationship Id="rId268" Type="http://schemas.openxmlformats.org/officeDocument/2006/relationships/image" Target="../media/image463.png"/><Relationship Id="rId32" Type="http://schemas.openxmlformats.org/officeDocument/2006/relationships/customXml" Target="../ink/ink361.xml"/><Relationship Id="rId74" Type="http://schemas.openxmlformats.org/officeDocument/2006/relationships/customXml" Target="../ink/ink382.xml"/><Relationship Id="rId128" Type="http://schemas.openxmlformats.org/officeDocument/2006/relationships/customXml" Target="../ink/ink410.xml"/><Relationship Id="rId335" Type="http://schemas.openxmlformats.org/officeDocument/2006/relationships/customXml" Target="../ink/ink514.xml"/><Relationship Id="rId5" Type="http://schemas.openxmlformats.org/officeDocument/2006/relationships/image" Target="../media/image337.png"/><Relationship Id="rId181" Type="http://schemas.openxmlformats.org/officeDocument/2006/relationships/customXml" Target="../ink/ink437.xml"/><Relationship Id="rId237" Type="http://schemas.openxmlformats.org/officeDocument/2006/relationships/customXml" Target="../ink/ink465.xml"/><Relationship Id="rId279" Type="http://schemas.openxmlformats.org/officeDocument/2006/relationships/customXml" Target="../ink/ink486.xml"/><Relationship Id="rId43" Type="http://schemas.openxmlformats.org/officeDocument/2006/relationships/image" Target="../media/image355.png"/><Relationship Id="rId139" Type="http://schemas.openxmlformats.org/officeDocument/2006/relationships/customXml" Target="../ink/ink416.xml"/><Relationship Id="rId290" Type="http://schemas.openxmlformats.org/officeDocument/2006/relationships/image" Target="../media/image474.png"/><Relationship Id="rId304" Type="http://schemas.openxmlformats.org/officeDocument/2006/relationships/image" Target="../media/image481.png"/><Relationship Id="rId346" Type="http://schemas.openxmlformats.org/officeDocument/2006/relationships/image" Target="../media/image501.png"/><Relationship Id="rId85" Type="http://schemas.openxmlformats.org/officeDocument/2006/relationships/image" Target="../media/image375.png"/><Relationship Id="rId150" Type="http://schemas.openxmlformats.org/officeDocument/2006/relationships/image" Target="../media/image405.png"/><Relationship Id="rId192" Type="http://schemas.openxmlformats.org/officeDocument/2006/relationships/image" Target="../media/image426.png"/><Relationship Id="rId206" Type="http://schemas.openxmlformats.org/officeDocument/2006/relationships/image" Target="../media/image124.png"/><Relationship Id="rId248" Type="http://schemas.openxmlformats.org/officeDocument/2006/relationships/image" Target="../media/image453.png"/><Relationship Id="rId12" Type="http://schemas.openxmlformats.org/officeDocument/2006/relationships/customXml" Target="../ink/ink351.xml"/><Relationship Id="rId108" Type="http://schemas.openxmlformats.org/officeDocument/2006/relationships/customXml" Target="../ink/ink400.xml"/><Relationship Id="rId315" Type="http://schemas.openxmlformats.org/officeDocument/2006/relationships/customXml" Target="../ink/ink504.xml"/><Relationship Id="rId357" Type="http://schemas.openxmlformats.org/officeDocument/2006/relationships/customXml" Target="../ink/ink525.xml"/><Relationship Id="rId54" Type="http://schemas.openxmlformats.org/officeDocument/2006/relationships/customXml" Target="../ink/ink372.xml"/><Relationship Id="rId96" Type="http://schemas.openxmlformats.org/officeDocument/2006/relationships/customXml" Target="../ink/ink393.xml"/><Relationship Id="rId161" Type="http://schemas.openxmlformats.org/officeDocument/2006/relationships/customXml" Target="../ink/ink427.xml"/><Relationship Id="rId217" Type="http://schemas.openxmlformats.org/officeDocument/2006/relationships/customXml" Target="../ink/ink455.xml"/><Relationship Id="rId259" Type="http://schemas.openxmlformats.org/officeDocument/2006/relationships/customXml" Target="../ink/ink476.xml"/><Relationship Id="rId23" Type="http://schemas.openxmlformats.org/officeDocument/2006/relationships/image" Target="../media/image18.png"/><Relationship Id="rId119" Type="http://schemas.openxmlformats.org/officeDocument/2006/relationships/image" Target="../media/image390.png"/><Relationship Id="rId270" Type="http://schemas.openxmlformats.org/officeDocument/2006/relationships/image" Target="../media/image464.png"/><Relationship Id="rId326" Type="http://schemas.openxmlformats.org/officeDocument/2006/relationships/image" Target="../media/image492.png"/><Relationship Id="rId65" Type="http://schemas.openxmlformats.org/officeDocument/2006/relationships/image" Target="../media/image365.png"/><Relationship Id="rId130" Type="http://schemas.openxmlformats.org/officeDocument/2006/relationships/image" Target="../media/image395.png"/><Relationship Id="rId368" Type="http://schemas.openxmlformats.org/officeDocument/2006/relationships/image" Target="../media/image512.png"/><Relationship Id="rId172" Type="http://schemas.openxmlformats.org/officeDocument/2006/relationships/image" Target="../media/image416.png"/><Relationship Id="rId228" Type="http://schemas.openxmlformats.org/officeDocument/2006/relationships/image" Target="../media/image443.png"/><Relationship Id="rId281" Type="http://schemas.openxmlformats.org/officeDocument/2006/relationships/customXml" Target="../ink/ink487.xml"/><Relationship Id="rId337" Type="http://schemas.openxmlformats.org/officeDocument/2006/relationships/customXml" Target="../ink/ink515.xml"/><Relationship Id="rId34" Type="http://schemas.openxmlformats.org/officeDocument/2006/relationships/customXml" Target="../ink/ink362.xml"/><Relationship Id="rId76" Type="http://schemas.openxmlformats.org/officeDocument/2006/relationships/customXml" Target="../ink/ink383.xml"/><Relationship Id="rId141" Type="http://schemas.openxmlformats.org/officeDocument/2006/relationships/customXml" Target="../ink/ink417.xml"/><Relationship Id="rId7" Type="http://schemas.openxmlformats.org/officeDocument/2006/relationships/image" Target="../media/image338.png"/><Relationship Id="rId183" Type="http://schemas.openxmlformats.org/officeDocument/2006/relationships/customXml" Target="../ink/ink438.xml"/><Relationship Id="rId239" Type="http://schemas.openxmlformats.org/officeDocument/2006/relationships/customXml" Target="../ink/ink466.xml"/><Relationship Id="rId250" Type="http://schemas.openxmlformats.org/officeDocument/2006/relationships/image" Target="../media/image454.png"/><Relationship Id="rId292" Type="http://schemas.openxmlformats.org/officeDocument/2006/relationships/image" Target="../media/image475.png"/><Relationship Id="rId306" Type="http://schemas.openxmlformats.org/officeDocument/2006/relationships/image" Target="../media/image482.png"/><Relationship Id="rId45" Type="http://schemas.openxmlformats.org/officeDocument/2006/relationships/image" Target="../media/image356.png"/><Relationship Id="rId87" Type="http://schemas.openxmlformats.org/officeDocument/2006/relationships/image" Target="../media/image376.png"/><Relationship Id="rId110" Type="http://schemas.openxmlformats.org/officeDocument/2006/relationships/customXml" Target="../ink/ink401.xml"/><Relationship Id="rId348" Type="http://schemas.openxmlformats.org/officeDocument/2006/relationships/image" Target="../media/image502.png"/><Relationship Id="rId152" Type="http://schemas.openxmlformats.org/officeDocument/2006/relationships/image" Target="../media/image406.png"/><Relationship Id="rId194" Type="http://schemas.openxmlformats.org/officeDocument/2006/relationships/image" Target="../media/image427.png"/><Relationship Id="rId208" Type="http://schemas.openxmlformats.org/officeDocument/2006/relationships/image" Target="../media/image433.png"/><Relationship Id="rId261" Type="http://schemas.openxmlformats.org/officeDocument/2006/relationships/customXml" Target="../ink/ink477.xml"/><Relationship Id="rId14" Type="http://schemas.openxmlformats.org/officeDocument/2006/relationships/customXml" Target="../ink/ink352.xml"/><Relationship Id="rId56" Type="http://schemas.openxmlformats.org/officeDocument/2006/relationships/customXml" Target="../ink/ink373.xml"/><Relationship Id="rId317" Type="http://schemas.openxmlformats.org/officeDocument/2006/relationships/customXml" Target="../ink/ink505.xml"/><Relationship Id="rId359" Type="http://schemas.openxmlformats.org/officeDocument/2006/relationships/customXml" Target="../ink/ink526.xml"/><Relationship Id="rId98" Type="http://schemas.openxmlformats.org/officeDocument/2006/relationships/customXml" Target="../ink/ink394.xml"/><Relationship Id="rId121" Type="http://schemas.openxmlformats.org/officeDocument/2006/relationships/image" Target="../media/image391.png"/><Relationship Id="rId163" Type="http://schemas.openxmlformats.org/officeDocument/2006/relationships/customXml" Target="../ink/ink428.xml"/><Relationship Id="rId219" Type="http://schemas.openxmlformats.org/officeDocument/2006/relationships/customXml" Target="../ink/ink456.xml"/><Relationship Id="rId230" Type="http://schemas.openxmlformats.org/officeDocument/2006/relationships/image" Target="../media/image444.png"/><Relationship Id="rId25" Type="http://schemas.openxmlformats.org/officeDocument/2006/relationships/image" Target="../media/image346.png"/><Relationship Id="rId67" Type="http://schemas.openxmlformats.org/officeDocument/2006/relationships/image" Target="../media/image366.png"/><Relationship Id="rId272" Type="http://schemas.openxmlformats.org/officeDocument/2006/relationships/image" Target="../media/image465.png"/><Relationship Id="rId328" Type="http://schemas.openxmlformats.org/officeDocument/2006/relationships/image" Target="../media/image493.png"/><Relationship Id="rId132" Type="http://schemas.openxmlformats.org/officeDocument/2006/relationships/image" Target="../media/image396.png"/><Relationship Id="rId174" Type="http://schemas.openxmlformats.org/officeDocument/2006/relationships/image" Target="../media/image417.png"/><Relationship Id="rId220" Type="http://schemas.openxmlformats.org/officeDocument/2006/relationships/image" Target="../media/image439.png"/><Relationship Id="rId241" Type="http://schemas.openxmlformats.org/officeDocument/2006/relationships/customXml" Target="../ink/ink467.xml"/><Relationship Id="rId15" Type="http://schemas.openxmlformats.org/officeDocument/2006/relationships/image" Target="../media/image342.png"/><Relationship Id="rId36" Type="http://schemas.openxmlformats.org/officeDocument/2006/relationships/customXml" Target="../ink/ink363.xml"/><Relationship Id="rId57" Type="http://schemas.openxmlformats.org/officeDocument/2006/relationships/image" Target="../media/image361.png"/><Relationship Id="rId262" Type="http://schemas.openxmlformats.org/officeDocument/2006/relationships/image" Target="../media/image460.png"/><Relationship Id="rId283" Type="http://schemas.openxmlformats.org/officeDocument/2006/relationships/customXml" Target="../ink/ink488.xml"/><Relationship Id="rId318" Type="http://schemas.openxmlformats.org/officeDocument/2006/relationships/image" Target="../media/image488.png"/><Relationship Id="rId339" Type="http://schemas.openxmlformats.org/officeDocument/2006/relationships/customXml" Target="../ink/ink516.xml"/><Relationship Id="rId78" Type="http://schemas.openxmlformats.org/officeDocument/2006/relationships/customXml" Target="../ink/ink384.xml"/><Relationship Id="rId99" Type="http://schemas.openxmlformats.org/officeDocument/2006/relationships/customXml" Target="../ink/ink395.xml"/><Relationship Id="rId101" Type="http://schemas.openxmlformats.org/officeDocument/2006/relationships/image" Target="../media/image381.png"/><Relationship Id="rId122" Type="http://schemas.openxmlformats.org/officeDocument/2006/relationships/customXml" Target="../ink/ink407.xml"/><Relationship Id="rId143" Type="http://schemas.openxmlformats.org/officeDocument/2006/relationships/customXml" Target="../ink/ink418.xml"/><Relationship Id="rId164" Type="http://schemas.openxmlformats.org/officeDocument/2006/relationships/image" Target="../media/image412.png"/><Relationship Id="rId185" Type="http://schemas.openxmlformats.org/officeDocument/2006/relationships/customXml" Target="../ink/ink439.xml"/><Relationship Id="rId350" Type="http://schemas.openxmlformats.org/officeDocument/2006/relationships/image" Target="../media/image503.png"/><Relationship Id="rId9" Type="http://schemas.openxmlformats.org/officeDocument/2006/relationships/image" Target="../media/image339.png"/><Relationship Id="rId210" Type="http://schemas.openxmlformats.org/officeDocument/2006/relationships/image" Target="../media/image434.png"/><Relationship Id="rId26" Type="http://schemas.openxmlformats.org/officeDocument/2006/relationships/customXml" Target="../ink/ink358.xml"/><Relationship Id="rId231" Type="http://schemas.openxmlformats.org/officeDocument/2006/relationships/customXml" Target="../ink/ink462.xml"/><Relationship Id="rId252" Type="http://schemas.openxmlformats.org/officeDocument/2006/relationships/image" Target="../media/image455.png"/><Relationship Id="rId273" Type="http://schemas.openxmlformats.org/officeDocument/2006/relationships/customXml" Target="../ink/ink483.xml"/><Relationship Id="rId294" Type="http://schemas.openxmlformats.org/officeDocument/2006/relationships/image" Target="../media/image476.png"/><Relationship Id="rId308" Type="http://schemas.openxmlformats.org/officeDocument/2006/relationships/image" Target="../media/image483.png"/><Relationship Id="rId329" Type="http://schemas.openxmlformats.org/officeDocument/2006/relationships/customXml" Target="../ink/ink511.xml"/><Relationship Id="rId47" Type="http://schemas.openxmlformats.org/officeDocument/2006/relationships/image" Target="../media/image357.png"/><Relationship Id="rId68" Type="http://schemas.openxmlformats.org/officeDocument/2006/relationships/customXml" Target="../ink/ink379.xml"/><Relationship Id="rId89" Type="http://schemas.openxmlformats.org/officeDocument/2006/relationships/image" Target="../media/image377.png"/><Relationship Id="rId112" Type="http://schemas.openxmlformats.org/officeDocument/2006/relationships/customXml" Target="../ink/ink402.xml"/><Relationship Id="rId133" Type="http://schemas.openxmlformats.org/officeDocument/2006/relationships/customXml" Target="../ink/ink413.xml"/><Relationship Id="rId154" Type="http://schemas.openxmlformats.org/officeDocument/2006/relationships/image" Target="../media/image407.png"/><Relationship Id="rId175" Type="http://schemas.openxmlformats.org/officeDocument/2006/relationships/customXml" Target="../ink/ink434.xml"/><Relationship Id="rId340" Type="http://schemas.openxmlformats.org/officeDocument/2006/relationships/image" Target="../media/image498.png"/><Relationship Id="rId361" Type="http://schemas.openxmlformats.org/officeDocument/2006/relationships/customXml" Target="../ink/ink527.xml"/><Relationship Id="rId196" Type="http://schemas.openxmlformats.org/officeDocument/2006/relationships/image" Target="../media/image428.png"/><Relationship Id="rId200" Type="http://schemas.openxmlformats.org/officeDocument/2006/relationships/image" Target="../media/image430.png"/><Relationship Id="rId16" Type="http://schemas.openxmlformats.org/officeDocument/2006/relationships/customXml" Target="../ink/ink353.xml"/><Relationship Id="rId221" Type="http://schemas.openxmlformats.org/officeDocument/2006/relationships/customXml" Target="../ink/ink457.xml"/><Relationship Id="rId242" Type="http://schemas.openxmlformats.org/officeDocument/2006/relationships/image" Target="../media/image450.png"/><Relationship Id="rId263" Type="http://schemas.openxmlformats.org/officeDocument/2006/relationships/customXml" Target="../ink/ink478.xml"/><Relationship Id="rId284" Type="http://schemas.openxmlformats.org/officeDocument/2006/relationships/image" Target="../media/image471.png"/><Relationship Id="rId319" Type="http://schemas.openxmlformats.org/officeDocument/2006/relationships/customXml" Target="../ink/ink506.xml"/><Relationship Id="rId37" Type="http://schemas.openxmlformats.org/officeDocument/2006/relationships/image" Target="../media/image352.png"/><Relationship Id="rId58" Type="http://schemas.openxmlformats.org/officeDocument/2006/relationships/customXml" Target="../ink/ink374.xml"/><Relationship Id="rId79" Type="http://schemas.openxmlformats.org/officeDocument/2006/relationships/image" Target="../media/image372.png"/><Relationship Id="rId102" Type="http://schemas.openxmlformats.org/officeDocument/2006/relationships/customXml" Target="../ink/ink397.xml"/><Relationship Id="rId123" Type="http://schemas.openxmlformats.org/officeDocument/2006/relationships/image" Target="../media/image392.png"/><Relationship Id="rId144" Type="http://schemas.openxmlformats.org/officeDocument/2006/relationships/image" Target="../media/image402.png"/><Relationship Id="rId330" Type="http://schemas.openxmlformats.org/officeDocument/2006/relationships/image" Target="../media/image494.png"/><Relationship Id="rId90" Type="http://schemas.openxmlformats.org/officeDocument/2006/relationships/customXml" Target="../ink/ink390.xml"/><Relationship Id="rId165" Type="http://schemas.openxmlformats.org/officeDocument/2006/relationships/customXml" Target="../ink/ink429.xml"/><Relationship Id="rId186" Type="http://schemas.openxmlformats.org/officeDocument/2006/relationships/image" Target="../media/image423.png"/><Relationship Id="rId351" Type="http://schemas.openxmlformats.org/officeDocument/2006/relationships/customXml" Target="../ink/ink522.xml"/><Relationship Id="rId211" Type="http://schemas.openxmlformats.org/officeDocument/2006/relationships/customXml" Target="../ink/ink452.xml"/><Relationship Id="rId232" Type="http://schemas.openxmlformats.org/officeDocument/2006/relationships/image" Target="../media/image445.png"/><Relationship Id="rId253" Type="http://schemas.openxmlformats.org/officeDocument/2006/relationships/customXml" Target="../ink/ink473.xml"/><Relationship Id="rId274" Type="http://schemas.openxmlformats.org/officeDocument/2006/relationships/image" Target="../media/image466.png"/><Relationship Id="rId295" Type="http://schemas.openxmlformats.org/officeDocument/2006/relationships/customXml" Target="../ink/ink494.xml"/><Relationship Id="rId309" Type="http://schemas.openxmlformats.org/officeDocument/2006/relationships/customXml" Target="../ink/ink501.xml"/><Relationship Id="rId27" Type="http://schemas.openxmlformats.org/officeDocument/2006/relationships/image" Target="../media/image347.png"/><Relationship Id="rId48" Type="http://schemas.openxmlformats.org/officeDocument/2006/relationships/customXml" Target="../ink/ink369.xml"/><Relationship Id="rId69" Type="http://schemas.openxmlformats.org/officeDocument/2006/relationships/image" Target="../media/image367.png"/><Relationship Id="rId113" Type="http://schemas.openxmlformats.org/officeDocument/2006/relationships/image" Target="../media/image387.png"/><Relationship Id="rId134" Type="http://schemas.openxmlformats.org/officeDocument/2006/relationships/image" Target="../media/image397.png"/><Relationship Id="rId320" Type="http://schemas.openxmlformats.org/officeDocument/2006/relationships/image" Target="../media/image489.png"/><Relationship Id="rId80" Type="http://schemas.openxmlformats.org/officeDocument/2006/relationships/customXml" Target="../ink/ink385.xml"/><Relationship Id="rId155" Type="http://schemas.openxmlformats.org/officeDocument/2006/relationships/customXml" Target="../ink/ink424.xml"/><Relationship Id="rId176" Type="http://schemas.openxmlformats.org/officeDocument/2006/relationships/image" Target="../media/image418.png"/><Relationship Id="rId197" Type="http://schemas.openxmlformats.org/officeDocument/2006/relationships/customXml" Target="../ink/ink445.xml"/><Relationship Id="rId341" Type="http://schemas.openxmlformats.org/officeDocument/2006/relationships/customXml" Target="../ink/ink517.xml"/><Relationship Id="rId362" Type="http://schemas.openxmlformats.org/officeDocument/2006/relationships/image" Target="../media/image509.png"/><Relationship Id="rId201" Type="http://schemas.openxmlformats.org/officeDocument/2006/relationships/customXml" Target="../ink/ink447.xml"/><Relationship Id="rId222" Type="http://schemas.openxmlformats.org/officeDocument/2006/relationships/image" Target="../media/image440.png"/><Relationship Id="rId243" Type="http://schemas.openxmlformats.org/officeDocument/2006/relationships/customXml" Target="../ink/ink468.xml"/><Relationship Id="rId264" Type="http://schemas.openxmlformats.org/officeDocument/2006/relationships/image" Target="../media/image461.png"/><Relationship Id="rId285" Type="http://schemas.openxmlformats.org/officeDocument/2006/relationships/customXml" Target="../ink/ink489.xml"/><Relationship Id="rId17" Type="http://schemas.openxmlformats.org/officeDocument/2006/relationships/image" Target="../media/image343.png"/><Relationship Id="rId38" Type="http://schemas.openxmlformats.org/officeDocument/2006/relationships/customXml" Target="../ink/ink364.xml"/><Relationship Id="rId59" Type="http://schemas.openxmlformats.org/officeDocument/2006/relationships/image" Target="../media/image362.png"/><Relationship Id="rId103" Type="http://schemas.openxmlformats.org/officeDocument/2006/relationships/image" Target="../media/image382.png"/><Relationship Id="rId124" Type="http://schemas.openxmlformats.org/officeDocument/2006/relationships/customXml" Target="../ink/ink408.xml"/><Relationship Id="rId310" Type="http://schemas.openxmlformats.org/officeDocument/2006/relationships/image" Target="../media/image484.png"/><Relationship Id="rId70" Type="http://schemas.openxmlformats.org/officeDocument/2006/relationships/customXml" Target="../ink/ink380.xml"/><Relationship Id="rId91" Type="http://schemas.openxmlformats.org/officeDocument/2006/relationships/image" Target="../media/image66.png"/><Relationship Id="rId145" Type="http://schemas.openxmlformats.org/officeDocument/2006/relationships/customXml" Target="../ink/ink419.xml"/><Relationship Id="rId166" Type="http://schemas.openxmlformats.org/officeDocument/2006/relationships/image" Target="../media/image413.png"/><Relationship Id="rId187" Type="http://schemas.openxmlformats.org/officeDocument/2006/relationships/customXml" Target="../ink/ink440.xml"/><Relationship Id="rId331" Type="http://schemas.openxmlformats.org/officeDocument/2006/relationships/customXml" Target="../ink/ink512.xml"/><Relationship Id="rId352" Type="http://schemas.openxmlformats.org/officeDocument/2006/relationships/image" Target="../media/image504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435.png"/><Relationship Id="rId233" Type="http://schemas.openxmlformats.org/officeDocument/2006/relationships/customXml" Target="../ink/ink463.xml"/><Relationship Id="rId254" Type="http://schemas.openxmlformats.org/officeDocument/2006/relationships/image" Target="../media/image456.png"/><Relationship Id="rId28" Type="http://schemas.openxmlformats.org/officeDocument/2006/relationships/customXml" Target="../ink/ink359.xml"/><Relationship Id="rId49" Type="http://schemas.openxmlformats.org/officeDocument/2006/relationships/image" Target="../media/image152.png"/><Relationship Id="rId114" Type="http://schemas.openxmlformats.org/officeDocument/2006/relationships/customXml" Target="../ink/ink403.xml"/><Relationship Id="rId275" Type="http://schemas.openxmlformats.org/officeDocument/2006/relationships/customXml" Target="../ink/ink484.xml"/><Relationship Id="rId296" Type="http://schemas.openxmlformats.org/officeDocument/2006/relationships/image" Target="../media/image477.png"/><Relationship Id="rId300" Type="http://schemas.openxmlformats.org/officeDocument/2006/relationships/image" Target="../media/image479.png"/><Relationship Id="rId60" Type="http://schemas.openxmlformats.org/officeDocument/2006/relationships/customXml" Target="../ink/ink375.xml"/><Relationship Id="rId81" Type="http://schemas.openxmlformats.org/officeDocument/2006/relationships/image" Target="../media/image373.png"/><Relationship Id="rId135" Type="http://schemas.openxmlformats.org/officeDocument/2006/relationships/customXml" Target="../ink/ink414.xml"/><Relationship Id="rId156" Type="http://schemas.openxmlformats.org/officeDocument/2006/relationships/image" Target="../media/image408.png"/><Relationship Id="rId177" Type="http://schemas.openxmlformats.org/officeDocument/2006/relationships/customXml" Target="../ink/ink435.xml"/><Relationship Id="rId198" Type="http://schemas.openxmlformats.org/officeDocument/2006/relationships/image" Target="../media/image429.png"/><Relationship Id="rId321" Type="http://schemas.openxmlformats.org/officeDocument/2006/relationships/customXml" Target="../ink/ink507.xml"/><Relationship Id="rId342" Type="http://schemas.openxmlformats.org/officeDocument/2006/relationships/image" Target="../media/image499.png"/><Relationship Id="rId363" Type="http://schemas.openxmlformats.org/officeDocument/2006/relationships/customXml" Target="../ink/ink528.xml"/><Relationship Id="rId202" Type="http://schemas.openxmlformats.org/officeDocument/2006/relationships/image" Target="../media/image431.png"/><Relationship Id="rId223" Type="http://schemas.openxmlformats.org/officeDocument/2006/relationships/customXml" Target="../ink/ink458.xml"/><Relationship Id="rId244" Type="http://schemas.openxmlformats.org/officeDocument/2006/relationships/image" Target="../media/image451.png"/><Relationship Id="rId18" Type="http://schemas.openxmlformats.org/officeDocument/2006/relationships/customXml" Target="../ink/ink354.xml"/><Relationship Id="rId39" Type="http://schemas.openxmlformats.org/officeDocument/2006/relationships/image" Target="../media/image353.png"/><Relationship Id="rId265" Type="http://schemas.openxmlformats.org/officeDocument/2006/relationships/customXml" Target="../ink/ink479.xml"/><Relationship Id="rId286" Type="http://schemas.openxmlformats.org/officeDocument/2006/relationships/image" Target="../media/image472.png"/><Relationship Id="rId50" Type="http://schemas.openxmlformats.org/officeDocument/2006/relationships/customXml" Target="../ink/ink370.xml"/><Relationship Id="rId104" Type="http://schemas.openxmlformats.org/officeDocument/2006/relationships/customXml" Target="../ink/ink398.xml"/><Relationship Id="rId125" Type="http://schemas.openxmlformats.org/officeDocument/2006/relationships/image" Target="../media/image393.png"/><Relationship Id="rId146" Type="http://schemas.openxmlformats.org/officeDocument/2006/relationships/image" Target="../media/image403.png"/><Relationship Id="rId167" Type="http://schemas.openxmlformats.org/officeDocument/2006/relationships/customXml" Target="../ink/ink430.xml"/><Relationship Id="rId188" Type="http://schemas.openxmlformats.org/officeDocument/2006/relationships/image" Target="../media/image424.png"/><Relationship Id="rId311" Type="http://schemas.openxmlformats.org/officeDocument/2006/relationships/customXml" Target="../ink/ink502.xml"/><Relationship Id="rId332" Type="http://schemas.openxmlformats.org/officeDocument/2006/relationships/image" Target="../media/image495.png"/><Relationship Id="rId353" Type="http://schemas.openxmlformats.org/officeDocument/2006/relationships/customXml" Target="../ink/ink523.xml"/><Relationship Id="rId71" Type="http://schemas.openxmlformats.org/officeDocument/2006/relationships/image" Target="../media/image368.png"/><Relationship Id="rId92" Type="http://schemas.openxmlformats.org/officeDocument/2006/relationships/customXml" Target="../ink/ink391.xml"/><Relationship Id="rId213" Type="http://schemas.openxmlformats.org/officeDocument/2006/relationships/customXml" Target="../ink/ink453.xml"/><Relationship Id="rId234" Type="http://schemas.openxmlformats.org/officeDocument/2006/relationships/image" Target="../media/image446.png"/><Relationship Id="rId2" Type="http://schemas.openxmlformats.org/officeDocument/2006/relationships/customXml" Target="../ink/ink346.xml"/><Relationship Id="rId29" Type="http://schemas.openxmlformats.org/officeDocument/2006/relationships/image" Target="../media/image348.png"/><Relationship Id="rId255" Type="http://schemas.openxmlformats.org/officeDocument/2006/relationships/customXml" Target="../ink/ink474.xml"/><Relationship Id="rId276" Type="http://schemas.openxmlformats.org/officeDocument/2006/relationships/image" Target="../media/image467.png"/><Relationship Id="rId297" Type="http://schemas.openxmlformats.org/officeDocument/2006/relationships/customXml" Target="../ink/ink495.xml"/><Relationship Id="rId40" Type="http://schemas.openxmlformats.org/officeDocument/2006/relationships/customXml" Target="../ink/ink365.xml"/><Relationship Id="rId115" Type="http://schemas.openxmlformats.org/officeDocument/2006/relationships/image" Target="../media/image388.png"/><Relationship Id="rId136" Type="http://schemas.openxmlformats.org/officeDocument/2006/relationships/image" Target="../media/image398.png"/><Relationship Id="rId157" Type="http://schemas.openxmlformats.org/officeDocument/2006/relationships/customXml" Target="../ink/ink425.xml"/><Relationship Id="rId178" Type="http://schemas.openxmlformats.org/officeDocument/2006/relationships/image" Target="../media/image419.png"/><Relationship Id="rId301" Type="http://schemas.openxmlformats.org/officeDocument/2006/relationships/customXml" Target="../ink/ink497.xml"/><Relationship Id="rId322" Type="http://schemas.openxmlformats.org/officeDocument/2006/relationships/image" Target="../media/image490.png"/><Relationship Id="rId343" Type="http://schemas.openxmlformats.org/officeDocument/2006/relationships/customXml" Target="../ink/ink518.xml"/><Relationship Id="rId364" Type="http://schemas.openxmlformats.org/officeDocument/2006/relationships/image" Target="../media/image510.png"/><Relationship Id="rId61" Type="http://schemas.openxmlformats.org/officeDocument/2006/relationships/image" Target="../media/image363.png"/><Relationship Id="rId82" Type="http://schemas.openxmlformats.org/officeDocument/2006/relationships/customXml" Target="../ink/ink386.xml"/><Relationship Id="rId199" Type="http://schemas.openxmlformats.org/officeDocument/2006/relationships/customXml" Target="../ink/ink446.xml"/><Relationship Id="rId203" Type="http://schemas.openxmlformats.org/officeDocument/2006/relationships/customXml" Target="../ink/ink448.xml"/><Relationship Id="rId19" Type="http://schemas.openxmlformats.org/officeDocument/2006/relationships/image" Target="../media/image344.png"/><Relationship Id="rId224" Type="http://schemas.openxmlformats.org/officeDocument/2006/relationships/image" Target="../media/image441.png"/><Relationship Id="rId245" Type="http://schemas.openxmlformats.org/officeDocument/2006/relationships/customXml" Target="../ink/ink469.xml"/><Relationship Id="rId266" Type="http://schemas.openxmlformats.org/officeDocument/2006/relationships/image" Target="../media/image462.png"/><Relationship Id="rId287" Type="http://schemas.openxmlformats.org/officeDocument/2006/relationships/customXml" Target="../ink/ink490.xml"/><Relationship Id="rId30" Type="http://schemas.openxmlformats.org/officeDocument/2006/relationships/customXml" Target="../ink/ink360.xml"/><Relationship Id="rId105" Type="http://schemas.openxmlformats.org/officeDocument/2006/relationships/image" Target="../media/image383.png"/><Relationship Id="rId126" Type="http://schemas.openxmlformats.org/officeDocument/2006/relationships/customXml" Target="../ink/ink409.xml"/><Relationship Id="rId147" Type="http://schemas.openxmlformats.org/officeDocument/2006/relationships/customXml" Target="../ink/ink420.xml"/><Relationship Id="rId168" Type="http://schemas.openxmlformats.org/officeDocument/2006/relationships/image" Target="../media/image414.png"/><Relationship Id="rId312" Type="http://schemas.openxmlformats.org/officeDocument/2006/relationships/image" Target="../media/image485.png"/><Relationship Id="rId333" Type="http://schemas.openxmlformats.org/officeDocument/2006/relationships/customXml" Target="../ink/ink513.xml"/><Relationship Id="rId354" Type="http://schemas.openxmlformats.org/officeDocument/2006/relationships/image" Target="../media/image505.png"/><Relationship Id="rId51" Type="http://schemas.openxmlformats.org/officeDocument/2006/relationships/image" Target="../media/image358.png"/><Relationship Id="rId72" Type="http://schemas.openxmlformats.org/officeDocument/2006/relationships/customXml" Target="../ink/ink381.xml"/><Relationship Id="rId93" Type="http://schemas.openxmlformats.org/officeDocument/2006/relationships/image" Target="../media/image378.png"/><Relationship Id="rId189" Type="http://schemas.openxmlformats.org/officeDocument/2006/relationships/customXml" Target="../ink/ink441.xml"/><Relationship Id="rId3" Type="http://schemas.openxmlformats.org/officeDocument/2006/relationships/image" Target="../media/image336.png"/><Relationship Id="rId214" Type="http://schemas.openxmlformats.org/officeDocument/2006/relationships/image" Target="../media/image436.png"/><Relationship Id="rId235" Type="http://schemas.openxmlformats.org/officeDocument/2006/relationships/customXml" Target="../ink/ink464.xml"/><Relationship Id="rId256" Type="http://schemas.openxmlformats.org/officeDocument/2006/relationships/image" Target="../media/image457.png"/><Relationship Id="rId277" Type="http://schemas.openxmlformats.org/officeDocument/2006/relationships/customXml" Target="../ink/ink485.xml"/><Relationship Id="rId298" Type="http://schemas.openxmlformats.org/officeDocument/2006/relationships/image" Target="../media/image478.png"/><Relationship Id="rId116" Type="http://schemas.openxmlformats.org/officeDocument/2006/relationships/customXml" Target="../ink/ink404.xml"/><Relationship Id="rId137" Type="http://schemas.openxmlformats.org/officeDocument/2006/relationships/customXml" Target="../ink/ink415.xml"/><Relationship Id="rId158" Type="http://schemas.openxmlformats.org/officeDocument/2006/relationships/image" Target="../media/image409.png"/><Relationship Id="rId302" Type="http://schemas.openxmlformats.org/officeDocument/2006/relationships/image" Target="../media/image480.png"/><Relationship Id="rId323" Type="http://schemas.openxmlformats.org/officeDocument/2006/relationships/customXml" Target="../ink/ink508.xml"/><Relationship Id="rId344" Type="http://schemas.openxmlformats.org/officeDocument/2006/relationships/image" Target="../media/image500.png"/><Relationship Id="rId20" Type="http://schemas.openxmlformats.org/officeDocument/2006/relationships/customXml" Target="../ink/ink355.xml"/><Relationship Id="rId41" Type="http://schemas.openxmlformats.org/officeDocument/2006/relationships/image" Target="../media/image354.png"/><Relationship Id="rId62" Type="http://schemas.openxmlformats.org/officeDocument/2006/relationships/customXml" Target="../ink/ink376.xml"/><Relationship Id="rId83" Type="http://schemas.openxmlformats.org/officeDocument/2006/relationships/image" Target="../media/image374.png"/><Relationship Id="rId179" Type="http://schemas.openxmlformats.org/officeDocument/2006/relationships/customXml" Target="../ink/ink436.xml"/><Relationship Id="rId365" Type="http://schemas.openxmlformats.org/officeDocument/2006/relationships/customXml" Target="../ink/ink529.xml"/><Relationship Id="rId190" Type="http://schemas.openxmlformats.org/officeDocument/2006/relationships/image" Target="../media/image425.png"/><Relationship Id="rId204" Type="http://schemas.openxmlformats.org/officeDocument/2006/relationships/image" Target="../media/image432.png"/><Relationship Id="rId225" Type="http://schemas.openxmlformats.org/officeDocument/2006/relationships/customXml" Target="../ink/ink459.xml"/><Relationship Id="rId246" Type="http://schemas.openxmlformats.org/officeDocument/2006/relationships/image" Target="../media/image452.png"/><Relationship Id="rId267" Type="http://schemas.openxmlformats.org/officeDocument/2006/relationships/customXml" Target="../ink/ink480.xml"/><Relationship Id="rId288" Type="http://schemas.openxmlformats.org/officeDocument/2006/relationships/image" Target="../media/image473.png"/><Relationship Id="rId106" Type="http://schemas.openxmlformats.org/officeDocument/2006/relationships/customXml" Target="../ink/ink399.xml"/><Relationship Id="rId127" Type="http://schemas.openxmlformats.org/officeDocument/2006/relationships/image" Target="../media/image394.png"/><Relationship Id="rId313" Type="http://schemas.openxmlformats.org/officeDocument/2006/relationships/customXml" Target="../ink/ink503.xml"/><Relationship Id="rId10" Type="http://schemas.openxmlformats.org/officeDocument/2006/relationships/customXml" Target="../ink/ink350.xml"/><Relationship Id="rId31" Type="http://schemas.openxmlformats.org/officeDocument/2006/relationships/image" Target="../media/image349.png"/><Relationship Id="rId52" Type="http://schemas.openxmlformats.org/officeDocument/2006/relationships/customXml" Target="../ink/ink371.xml"/><Relationship Id="rId73" Type="http://schemas.openxmlformats.org/officeDocument/2006/relationships/image" Target="../media/image369.png"/><Relationship Id="rId94" Type="http://schemas.openxmlformats.org/officeDocument/2006/relationships/customXml" Target="../ink/ink392.xml"/><Relationship Id="rId148" Type="http://schemas.openxmlformats.org/officeDocument/2006/relationships/image" Target="../media/image404.png"/><Relationship Id="rId169" Type="http://schemas.openxmlformats.org/officeDocument/2006/relationships/customXml" Target="../ink/ink431.xml"/><Relationship Id="rId334" Type="http://schemas.openxmlformats.org/officeDocument/2006/relationships/image" Target="../media/image496.png"/><Relationship Id="rId355" Type="http://schemas.openxmlformats.org/officeDocument/2006/relationships/customXml" Target="../ink/ink524.xml"/><Relationship Id="rId4" Type="http://schemas.openxmlformats.org/officeDocument/2006/relationships/customXml" Target="../ink/ink347.xml"/><Relationship Id="rId180" Type="http://schemas.openxmlformats.org/officeDocument/2006/relationships/image" Target="../media/image420.png"/><Relationship Id="rId215" Type="http://schemas.openxmlformats.org/officeDocument/2006/relationships/customXml" Target="../ink/ink454.xml"/><Relationship Id="rId236" Type="http://schemas.openxmlformats.org/officeDocument/2006/relationships/image" Target="../media/image447.png"/><Relationship Id="rId257" Type="http://schemas.openxmlformats.org/officeDocument/2006/relationships/customXml" Target="../ink/ink475.xml"/><Relationship Id="rId278" Type="http://schemas.openxmlformats.org/officeDocument/2006/relationships/image" Target="../media/image468.png"/><Relationship Id="rId303" Type="http://schemas.openxmlformats.org/officeDocument/2006/relationships/customXml" Target="../ink/ink498.xml"/><Relationship Id="rId42" Type="http://schemas.openxmlformats.org/officeDocument/2006/relationships/customXml" Target="../ink/ink366.xml"/><Relationship Id="rId84" Type="http://schemas.openxmlformats.org/officeDocument/2006/relationships/customXml" Target="../ink/ink387.xml"/><Relationship Id="rId138" Type="http://schemas.openxmlformats.org/officeDocument/2006/relationships/image" Target="../media/image399.png"/><Relationship Id="rId345" Type="http://schemas.openxmlformats.org/officeDocument/2006/relationships/customXml" Target="../ink/ink519.xml"/><Relationship Id="rId191" Type="http://schemas.openxmlformats.org/officeDocument/2006/relationships/customXml" Target="../ink/ink442.xml"/><Relationship Id="rId205" Type="http://schemas.openxmlformats.org/officeDocument/2006/relationships/customXml" Target="../ink/ink449.xml"/><Relationship Id="rId247" Type="http://schemas.openxmlformats.org/officeDocument/2006/relationships/customXml" Target="../ink/ink470.xml"/><Relationship Id="rId107" Type="http://schemas.openxmlformats.org/officeDocument/2006/relationships/image" Target="../media/image384.png"/><Relationship Id="rId289" Type="http://schemas.openxmlformats.org/officeDocument/2006/relationships/customXml" Target="../ink/ink491.xml"/><Relationship Id="rId11" Type="http://schemas.openxmlformats.org/officeDocument/2006/relationships/image" Target="../media/image340.png"/><Relationship Id="rId53" Type="http://schemas.openxmlformats.org/officeDocument/2006/relationships/image" Target="../media/image359.png"/><Relationship Id="rId149" Type="http://schemas.openxmlformats.org/officeDocument/2006/relationships/customXml" Target="../ink/ink421.xml"/><Relationship Id="rId314" Type="http://schemas.openxmlformats.org/officeDocument/2006/relationships/image" Target="../media/image486.png"/><Relationship Id="rId356" Type="http://schemas.openxmlformats.org/officeDocument/2006/relationships/image" Target="../media/image506.png"/><Relationship Id="rId95" Type="http://schemas.openxmlformats.org/officeDocument/2006/relationships/image" Target="../media/image379.png"/><Relationship Id="rId160" Type="http://schemas.openxmlformats.org/officeDocument/2006/relationships/image" Target="../media/image410.png"/><Relationship Id="rId216" Type="http://schemas.openxmlformats.org/officeDocument/2006/relationships/image" Target="../media/image437.png"/><Relationship Id="rId258" Type="http://schemas.openxmlformats.org/officeDocument/2006/relationships/image" Target="../media/image458.png"/><Relationship Id="rId22" Type="http://schemas.openxmlformats.org/officeDocument/2006/relationships/customXml" Target="../ink/ink356.xml"/><Relationship Id="rId64" Type="http://schemas.openxmlformats.org/officeDocument/2006/relationships/customXml" Target="../ink/ink377.xml"/><Relationship Id="rId118" Type="http://schemas.openxmlformats.org/officeDocument/2006/relationships/customXml" Target="../ink/ink405.xml"/><Relationship Id="rId325" Type="http://schemas.openxmlformats.org/officeDocument/2006/relationships/customXml" Target="../ink/ink509.xml"/><Relationship Id="rId367" Type="http://schemas.openxmlformats.org/officeDocument/2006/relationships/customXml" Target="../ink/ink530.xml"/><Relationship Id="rId171" Type="http://schemas.openxmlformats.org/officeDocument/2006/relationships/customXml" Target="../ink/ink432.xml"/><Relationship Id="rId227" Type="http://schemas.openxmlformats.org/officeDocument/2006/relationships/customXml" Target="../ink/ink460.xml"/><Relationship Id="rId269" Type="http://schemas.openxmlformats.org/officeDocument/2006/relationships/customXml" Target="../ink/ink481.xml"/><Relationship Id="rId33" Type="http://schemas.openxmlformats.org/officeDocument/2006/relationships/image" Target="../media/image350.png"/><Relationship Id="rId129" Type="http://schemas.openxmlformats.org/officeDocument/2006/relationships/customXml" Target="../ink/ink411.xml"/><Relationship Id="rId280" Type="http://schemas.openxmlformats.org/officeDocument/2006/relationships/image" Target="../media/image469.png"/><Relationship Id="rId336" Type="http://schemas.openxmlformats.org/officeDocument/2006/relationships/image" Target="../media/image497.png"/><Relationship Id="rId75" Type="http://schemas.openxmlformats.org/officeDocument/2006/relationships/image" Target="../media/image370.png"/><Relationship Id="rId140" Type="http://schemas.openxmlformats.org/officeDocument/2006/relationships/image" Target="../media/image400.png"/><Relationship Id="rId182" Type="http://schemas.openxmlformats.org/officeDocument/2006/relationships/image" Target="../media/image421.png"/><Relationship Id="rId6" Type="http://schemas.openxmlformats.org/officeDocument/2006/relationships/customXml" Target="../ink/ink348.xml"/><Relationship Id="rId238" Type="http://schemas.openxmlformats.org/officeDocument/2006/relationships/image" Target="../media/image448.png"/><Relationship Id="rId291" Type="http://schemas.openxmlformats.org/officeDocument/2006/relationships/customXml" Target="../ink/ink492.xml"/><Relationship Id="rId305" Type="http://schemas.openxmlformats.org/officeDocument/2006/relationships/customXml" Target="../ink/ink499.xml"/><Relationship Id="rId347" Type="http://schemas.openxmlformats.org/officeDocument/2006/relationships/customXml" Target="../ink/ink520.xml"/><Relationship Id="rId44" Type="http://schemas.openxmlformats.org/officeDocument/2006/relationships/customXml" Target="../ink/ink367.xml"/><Relationship Id="rId86" Type="http://schemas.openxmlformats.org/officeDocument/2006/relationships/customXml" Target="../ink/ink388.xml"/><Relationship Id="rId151" Type="http://schemas.openxmlformats.org/officeDocument/2006/relationships/customXml" Target="../ink/ink422.xml"/><Relationship Id="rId193" Type="http://schemas.openxmlformats.org/officeDocument/2006/relationships/customXml" Target="../ink/ink443.xml"/><Relationship Id="rId207" Type="http://schemas.openxmlformats.org/officeDocument/2006/relationships/customXml" Target="../ink/ink450.xml"/><Relationship Id="rId249" Type="http://schemas.openxmlformats.org/officeDocument/2006/relationships/customXml" Target="../ink/ink471.xml"/><Relationship Id="rId13" Type="http://schemas.openxmlformats.org/officeDocument/2006/relationships/image" Target="../media/image341.png"/><Relationship Id="rId109" Type="http://schemas.openxmlformats.org/officeDocument/2006/relationships/image" Target="../media/image385.png"/><Relationship Id="rId260" Type="http://schemas.openxmlformats.org/officeDocument/2006/relationships/image" Target="../media/image459.png"/><Relationship Id="rId316" Type="http://schemas.openxmlformats.org/officeDocument/2006/relationships/image" Target="../media/image487.png"/><Relationship Id="rId55" Type="http://schemas.openxmlformats.org/officeDocument/2006/relationships/image" Target="../media/image360.png"/><Relationship Id="rId97" Type="http://schemas.openxmlformats.org/officeDocument/2006/relationships/image" Target="../media/image380.png"/><Relationship Id="rId120" Type="http://schemas.openxmlformats.org/officeDocument/2006/relationships/customXml" Target="../ink/ink406.xml"/><Relationship Id="rId358" Type="http://schemas.openxmlformats.org/officeDocument/2006/relationships/image" Target="../media/image507.png"/><Relationship Id="rId162" Type="http://schemas.openxmlformats.org/officeDocument/2006/relationships/image" Target="../media/image411.png"/><Relationship Id="rId218" Type="http://schemas.openxmlformats.org/officeDocument/2006/relationships/image" Target="../media/image438.png"/><Relationship Id="rId271" Type="http://schemas.openxmlformats.org/officeDocument/2006/relationships/customXml" Target="../ink/ink482.xml"/><Relationship Id="rId24" Type="http://schemas.openxmlformats.org/officeDocument/2006/relationships/customXml" Target="../ink/ink357.xml"/><Relationship Id="rId66" Type="http://schemas.openxmlformats.org/officeDocument/2006/relationships/customXml" Target="../ink/ink378.xml"/><Relationship Id="rId131" Type="http://schemas.openxmlformats.org/officeDocument/2006/relationships/customXml" Target="../ink/ink412.xml"/><Relationship Id="rId327" Type="http://schemas.openxmlformats.org/officeDocument/2006/relationships/customXml" Target="../ink/ink510.xml"/><Relationship Id="rId173" Type="http://schemas.openxmlformats.org/officeDocument/2006/relationships/customXml" Target="../ink/ink433.xml"/><Relationship Id="rId229" Type="http://schemas.openxmlformats.org/officeDocument/2006/relationships/customXml" Target="../ink/ink461.xml"/><Relationship Id="rId240" Type="http://schemas.openxmlformats.org/officeDocument/2006/relationships/image" Target="../media/image449.png"/><Relationship Id="rId35" Type="http://schemas.openxmlformats.org/officeDocument/2006/relationships/image" Target="../media/image351.png"/><Relationship Id="rId77" Type="http://schemas.openxmlformats.org/officeDocument/2006/relationships/image" Target="../media/image371.png"/><Relationship Id="rId100" Type="http://schemas.openxmlformats.org/officeDocument/2006/relationships/customXml" Target="../ink/ink396.xml"/><Relationship Id="rId282" Type="http://schemas.openxmlformats.org/officeDocument/2006/relationships/image" Target="../media/image470.png"/><Relationship Id="rId338" Type="http://schemas.openxmlformats.org/officeDocument/2006/relationships/image" Target="../media/image51.png"/><Relationship Id="rId8" Type="http://schemas.openxmlformats.org/officeDocument/2006/relationships/customXml" Target="../ink/ink349.xml"/><Relationship Id="rId142" Type="http://schemas.openxmlformats.org/officeDocument/2006/relationships/image" Target="../media/image401.png"/><Relationship Id="rId184" Type="http://schemas.openxmlformats.org/officeDocument/2006/relationships/image" Target="../media/image422.png"/><Relationship Id="rId251" Type="http://schemas.openxmlformats.org/officeDocument/2006/relationships/customXml" Target="../ink/ink472.xml"/><Relationship Id="rId46" Type="http://schemas.openxmlformats.org/officeDocument/2006/relationships/customXml" Target="../ink/ink368.xml"/><Relationship Id="rId293" Type="http://schemas.openxmlformats.org/officeDocument/2006/relationships/customXml" Target="../ink/ink493.xml"/><Relationship Id="rId307" Type="http://schemas.openxmlformats.org/officeDocument/2006/relationships/customXml" Target="../ink/ink500.xml"/><Relationship Id="rId349" Type="http://schemas.openxmlformats.org/officeDocument/2006/relationships/customXml" Target="../ink/ink521.xml"/><Relationship Id="rId88" Type="http://schemas.openxmlformats.org/officeDocument/2006/relationships/customXml" Target="../ink/ink389.xml"/><Relationship Id="rId111" Type="http://schemas.openxmlformats.org/officeDocument/2006/relationships/image" Target="../media/image386.png"/><Relationship Id="rId153" Type="http://schemas.openxmlformats.org/officeDocument/2006/relationships/customXml" Target="../ink/ink423.xml"/><Relationship Id="rId195" Type="http://schemas.openxmlformats.org/officeDocument/2006/relationships/customXml" Target="../ink/ink444.xml"/><Relationship Id="rId209" Type="http://schemas.openxmlformats.org/officeDocument/2006/relationships/customXml" Target="../ink/ink451.xml"/><Relationship Id="rId360" Type="http://schemas.openxmlformats.org/officeDocument/2006/relationships/image" Target="../media/image508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69.png"/><Relationship Id="rId21" Type="http://schemas.openxmlformats.org/officeDocument/2006/relationships/image" Target="../media/image522.png"/><Relationship Id="rId324" Type="http://schemas.openxmlformats.org/officeDocument/2006/relationships/image" Target="../media/image669.png"/><Relationship Id="rId170" Type="http://schemas.openxmlformats.org/officeDocument/2006/relationships/customXml" Target="../ink/ink616.xml"/><Relationship Id="rId268" Type="http://schemas.openxmlformats.org/officeDocument/2006/relationships/image" Target="../media/image642.png"/><Relationship Id="rId475" Type="http://schemas.openxmlformats.org/officeDocument/2006/relationships/image" Target="../media/image744.png"/><Relationship Id="rId32" Type="http://schemas.openxmlformats.org/officeDocument/2006/relationships/customXml" Target="../ink/ink546.xml"/><Relationship Id="rId74" Type="http://schemas.openxmlformats.org/officeDocument/2006/relationships/customXml" Target="../ink/ink567.xml"/><Relationship Id="rId128" Type="http://schemas.openxmlformats.org/officeDocument/2006/relationships/customXml" Target="../ink/ink595.xml"/><Relationship Id="rId335" Type="http://schemas.openxmlformats.org/officeDocument/2006/relationships/customXml" Target="../ink/ink699.xml"/><Relationship Id="rId377" Type="http://schemas.openxmlformats.org/officeDocument/2006/relationships/customXml" Target="../ink/ink720.xml"/><Relationship Id="rId500" Type="http://schemas.openxmlformats.org/officeDocument/2006/relationships/customXml" Target="../ink/ink781.xml"/><Relationship Id="rId5" Type="http://schemas.openxmlformats.org/officeDocument/2006/relationships/image" Target="../media/image514.png"/><Relationship Id="rId181" Type="http://schemas.openxmlformats.org/officeDocument/2006/relationships/image" Target="../media/image600.png"/><Relationship Id="rId237" Type="http://schemas.openxmlformats.org/officeDocument/2006/relationships/image" Target="../media/image627.png"/><Relationship Id="rId402" Type="http://schemas.openxmlformats.org/officeDocument/2006/relationships/image" Target="../media/image708.png"/><Relationship Id="rId279" Type="http://schemas.openxmlformats.org/officeDocument/2006/relationships/customXml" Target="../ink/ink671.xml"/><Relationship Id="rId444" Type="http://schemas.openxmlformats.org/officeDocument/2006/relationships/customXml" Target="../ink/ink753.xml"/><Relationship Id="rId486" Type="http://schemas.openxmlformats.org/officeDocument/2006/relationships/customXml" Target="../ink/ink774.xml"/><Relationship Id="rId43" Type="http://schemas.openxmlformats.org/officeDocument/2006/relationships/image" Target="../media/image532.png"/><Relationship Id="rId139" Type="http://schemas.openxmlformats.org/officeDocument/2006/relationships/image" Target="../media/image579.png"/><Relationship Id="rId290" Type="http://schemas.openxmlformats.org/officeDocument/2006/relationships/image" Target="../media/image652.png"/><Relationship Id="rId304" Type="http://schemas.openxmlformats.org/officeDocument/2006/relationships/image" Target="../media/image659.png"/><Relationship Id="rId346" Type="http://schemas.openxmlformats.org/officeDocument/2006/relationships/image" Target="../media/image680.png"/><Relationship Id="rId388" Type="http://schemas.openxmlformats.org/officeDocument/2006/relationships/image" Target="../media/image701.png"/><Relationship Id="rId511" Type="http://schemas.openxmlformats.org/officeDocument/2006/relationships/image" Target="../media/image762.png"/><Relationship Id="rId85" Type="http://schemas.openxmlformats.org/officeDocument/2006/relationships/image" Target="../media/image553.png"/><Relationship Id="rId150" Type="http://schemas.openxmlformats.org/officeDocument/2006/relationships/customXml" Target="../ink/ink606.xml"/><Relationship Id="rId192" Type="http://schemas.openxmlformats.org/officeDocument/2006/relationships/customXml" Target="../ink/ink627.xml"/><Relationship Id="rId206" Type="http://schemas.openxmlformats.org/officeDocument/2006/relationships/customXml" Target="../ink/ink634.xml"/><Relationship Id="rId413" Type="http://schemas.openxmlformats.org/officeDocument/2006/relationships/customXml" Target="../ink/ink738.xml"/><Relationship Id="rId248" Type="http://schemas.openxmlformats.org/officeDocument/2006/relationships/customXml" Target="../ink/ink655.xml"/><Relationship Id="rId455" Type="http://schemas.openxmlformats.org/officeDocument/2006/relationships/image" Target="../media/image735.png"/><Relationship Id="rId497" Type="http://schemas.openxmlformats.org/officeDocument/2006/relationships/image" Target="../media/image755.png"/><Relationship Id="rId12" Type="http://schemas.openxmlformats.org/officeDocument/2006/relationships/customXml" Target="../ink/ink536.xml"/><Relationship Id="rId108" Type="http://schemas.openxmlformats.org/officeDocument/2006/relationships/customXml" Target="../ink/ink584.xml"/><Relationship Id="rId315" Type="http://schemas.openxmlformats.org/officeDocument/2006/relationships/customXml" Target="../ink/ink689.xml"/><Relationship Id="rId357" Type="http://schemas.openxmlformats.org/officeDocument/2006/relationships/customXml" Target="../ink/ink710.xml"/><Relationship Id="rId522" Type="http://schemas.openxmlformats.org/officeDocument/2006/relationships/customXml" Target="../ink/ink792.xml"/><Relationship Id="rId54" Type="http://schemas.openxmlformats.org/officeDocument/2006/relationships/customXml" Target="../ink/ink557.xml"/><Relationship Id="rId96" Type="http://schemas.openxmlformats.org/officeDocument/2006/relationships/customXml" Target="../ink/ink578.xml"/><Relationship Id="rId161" Type="http://schemas.openxmlformats.org/officeDocument/2006/relationships/image" Target="../media/image590.png"/><Relationship Id="rId217" Type="http://schemas.openxmlformats.org/officeDocument/2006/relationships/image" Target="../media/image443.png"/><Relationship Id="rId399" Type="http://schemas.openxmlformats.org/officeDocument/2006/relationships/customXml" Target="../ink/ink731.xml"/><Relationship Id="rId259" Type="http://schemas.openxmlformats.org/officeDocument/2006/relationships/image" Target="../media/image638.png"/><Relationship Id="rId424" Type="http://schemas.openxmlformats.org/officeDocument/2006/relationships/customXml" Target="../ink/ink743.xml"/><Relationship Id="rId466" Type="http://schemas.openxmlformats.org/officeDocument/2006/relationships/customXml" Target="../ink/ink764.xml"/><Relationship Id="rId23" Type="http://schemas.openxmlformats.org/officeDocument/2006/relationships/image" Target="../media/image523.png"/><Relationship Id="rId119" Type="http://schemas.openxmlformats.org/officeDocument/2006/relationships/image" Target="../media/image570.png"/><Relationship Id="rId270" Type="http://schemas.openxmlformats.org/officeDocument/2006/relationships/image" Target="../media/image643.png"/><Relationship Id="rId326" Type="http://schemas.openxmlformats.org/officeDocument/2006/relationships/image" Target="../media/image670.png"/><Relationship Id="rId65" Type="http://schemas.openxmlformats.org/officeDocument/2006/relationships/image" Target="../media/image543.png"/><Relationship Id="rId130" Type="http://schemas.openxmlformats.org/officeDocument/2006/relationships/customXml" Target="../ink/ink596.xml"/><Relationship Id="rId368" Type="http://schemas.openxmlformats.org/officeDocument/2006/relationships/image" Target="../media/image691.png"/><Relationship Id="rId172" Type="http://schemas.openxmlformats.org/officeDocument/2006/relationships/customXml" Target="../ink/ink617.xml"/><Relationship Id="rId228" Type="http://schemas.openxmlformats.org/officeDocument/2006/relationships/customXml" Target="../ink/ink645.xml"/><Relationship Id="rId435" Type="http://schemas.openxmlformats.org/officeDocument/2006/relationships/image" Target="../media/image725.png"/><Relationship Id="rId477" Type="http://schemas.openxmlformats.org/officeDocument/2006/relationships/image" Target="../media/image745.png"/><Relationship Id="rId281" Type="http://schemas.openxmlformats.org/officeDocument/2006/relationships/customXml" Target="../ink/ink672.xml"/><Relationship Id="rId337" Type="http://schemas.openxmlformats.org/officeDocument/2006/relationships/customXml" Target="../ink/ink700.xml"/><Relationship Id="rId502" Type="http://schemas.openxmlformats.org/officeDocument/2006/relationships/customXml" Target="../ink/ink782.xml"/><Relationship Id="rId34" Type="http://schemas.openxmlformats.org/officeDocument/2006/relationships/customXml" Target="../ink/ink547.xml"/><Relationship Id="rId76" Type="http://schemas.openxmlformats.org/officeDocument/2006/relationships/customXml" Target="../ink/ink568.xml"/><Relationship Id="rId141" Type="http://schemas.openxmlformats.org/officeDocument/2006/relationships/image" Target="../media/image580.png"/><Relationship Id="rId379" Type="http://schemas.openxmlformats.org/officeDocument/2006/relationships/customXml" Target="../ink/ink721.xml"/><Relationship Id="rId7" Type="http://schemas.openxmlformats.org/officeDocument/2006/relationships/image" Target="../media/image515.png"/><Relationship Id="rId183" Type="http://schemas.openxmlformats.org/officeDocument/2006/relationships/image" Target="../media/image601.png"/><Relationship Id="rId239" Type="http://schemas.openxmlformats.org/officeDocument/2006/relationships/image" Target="../media/image628.png"/><Relationship Id="rId390" Type="http://schemas.openxmlformats.org/officeDocument/2006/relationships/image" Target="../media/image702.png"/><Relationship Id="rId404" Type="http://schemas.openxmlformats.org/officeDocument/2006/relationships/image" Target="../media/image709.png"/><Relationship Id="rId446" Type="http://schemas.openxmlformats.org/officeDocument/2006/relationships/customXml" Target="../ink/ink754.xml"/><Relationship Id="rId250" Type="http://schemas.openxmlformats.org/officeDocument/2006/relationships/customXml" Target="../ink/ink656.xml"/><Relationship Id="rId292" Type="http://schemas.openxmlformats.org/officeDocument/2006/relationships/image" Target="../media/image653.png"/><Relationship Id="rId306" Type="http://schemas.openxmlformats.org/officeDocument/2006/relationships/image" Target="../media/image660.png"/><Relationship Id="rId488" Type="http://schemas.openxmlformats.org/officeDocument/2006/relationships/customXml" Target="../ink/ink775.xml"/><Relationship Id="rId45" Type="http://schemas.openxmlformats.org/officeDocument/2006/relationships/image" Target="../media/image533.png"/><Relationship Id="rId87" Type="http://schemas.openxmlformats.org/officeDocument/2006/relationships/image" Target="../media/image554.png"/><Relationship Id="rId110" Type="http://schemas.openxmlformats.org/officeDocument/2006/relationships/customXml" Target="../ink/ink585.xml"/><Relationship Id="rId348" Type="http://schemas.openxmlformats.org/officeDocument/2006/relationships/image" Target="../media/image681.png"/><Relationship Id="rId513" Type="http://schemas.openxmlformats.org/officeDocument/2006/relationships/image" Target="../media/image763.png"/><Relationship Id="rId152" Type="http://schemas.openxmlformats.org/officeDocument/2006/relationships/customXml" Target="../ink/ink607.xml"/><Relationship Id="rId194" Type="http://schemas.openxmlformats.org/officeDocument/2006/relationships/customXml" Target="../ink/ink628.xml"/><Relationship Id="rId208" Type="http://schemas.openxmlformats.org/officeDocument/2006/relationships/customXml" Target="../ink/ink635.xml"/><Relationship Id="rId415" Type="http://schemas.openxmlformats.org/officeDocument/2006/relationships/customXml" Target="../ink/ink739.xml"/><Relationship Id="rId457" Type="http://schemas.openxmlformats.org/officeDocument/2006/relationships/image" Target="../media/image736.png"/><Relationship Id="rId261" Type="http://schemas.openxmlformats.org/officeDocument/2006/relationships/image" Target="../media/image639.png"/><Relationship Id="rId499" Type="http://schemas.openxmlformats.org/officeDocument/2006/relationships/image" Target="../media/image756.png"/><Relationship Id="rId14" Type="http://schemas.openxmlformats.org/officeDocument/2006/relationships/customXml" Target="../ink/ink537.xml"/><Relationship Id="rId56" Type="http://schemas.openxmlformats.org/officeDocument/2006/relationships/customXml" Target="../ink/ink558.xml"/><Relationship Id="rId317" Type="http://schemas.openxmlformats.org/officeDocument/2006/relationships/customXml" Target="../ink/ink690.xml"/><Relationship Id="rId359" Type="http://schemas.openxmlformats.org/officeDocument/2006/relationships/customXml" Target="../ink/ink711.xml"/><Relationship Id="rId98" Type="http://schemas.openxmlformats.org/officeDocument/2006/relationships/customXml" Target="../ink/ink579.xml"/><Relationship Id="rId121" Type="http://schemas.openxmlformats.org/officeDocument/2006/relationships/customXml" Target="../ink/ink591.xml"/><Relationship Id="rId163" Type="http://schemas.openxmlformats.org/officeDocument/2006/relationships/image" Target="../media/image591.png"/><Relationship Id="rId219" Type="http://schemas.openxmlformats.org/officeDocument/2006/relationships/image" Target="../media/image618.png"/><Relationship Id="rId370" Type="http://schemas.openxmlformats.org/officeDocument/2006/relationships/image" Target="../media/image692.png"/><Relationship Id="rId426" Type="http://schemas.openxmlformats.org/officeDocument/2006/relationships/customXml" Target="../ink/ink744.xml"/><Relationship Id="rId230" Type="http://schemas.openxmlformats.org/officeDocument/2006/relationships/customXml" Target="../ink/ink646.xml"/><Relationship Id="rId468" Type="http://schemas.openxmlformats.org/officeDocument/2006/relationships/customXml" Target="../ink/ink765.xml"/><Relationship Id="rId25" Type="http://schemas.openxmlformats.org/officeDocument/2006/relationships/image" Target="../media/image66.png"/><Relationship Id="rId67" Type="http://schemas.openxmlformats.org/officeDocument/2006/relationships/image" Target="../media/image544.png"/><Relationship Id="rId272" Type="http://schemas.openxmlformats.org/officeDocument/2006/relationships/image" Target="../media/image644.png"/><Relationship Id="rId328" Type="http://schemas.openxmlformats.org/officeDocument/2006/relationships/image" Target="../media/image671.png"/><Relationship Id="rId132" Type="http://schemas.openxmlformats.org/officeDocument/2006/relationships/customXml" Target="../ink/ink597.xml"/><Relationship Id="rId174" Type="http://schemas.openxmlformats.org/officeDocument/2006/relationships/customXml" Target="../ink/ink618.xml"/><Relationship Id="rId381" Type="http://schemas.openxmlformats.org/officeDocument/2006/relationships/customXml" Target="../ink/ink722.xml"/><Relationship Id="rId241" Type="http://schemas.openxmlformats.org/officeDocument/2006/relationships/image" Target="../media/image629.png"/><Relationship Id="rId437" Type="http://schemas.openxmlformats.org/officeDocument/2006/relationships/image" Target="../media/image726.png"/><Relationship Id="rId479" Type="http://schemas.openxmlformats.org/officeDocument/2006/relationships/image" Target="../media/image746.png"/><Relationship Id="rId36" Type="http://schemas.openxmlformats.org/officeDocument/2006/relationships/customXml" Target="../ink/ink548.xml"/><Relationship Id="rId283" Type="http://schemas.openxmlformats.org/officeDocument/2006/relationships/customXml" Target="../ink/ink673.xml"/><Relationship Id="rId339" Type="http://schemas.openxmlformats.org/officeDocument/2006/relationships/customXml" Target="../ink/ink701.xml"/><Relationship Id="rId490" Type="http://schemas.openxmlformats.org/officeDocument/2006/relationships/customXml" Target="../ink/ink776.xml"/><Relationship Id="rId504" Type="http://schemas.openxmlformats.org/officeDocument/2006/relationships/customXml" Target="../ink/ink783.xml"/><Relationship Id="rId78" Type="http://schemas.openxmlformats.org/officeDocument/2006/relationships/customXml" Target="../ink/ink569.xml"/><Relationship Id="rId101" Type="http://schemas.openxmlformats.org/officeDocument/2006/relationships/image" Target="../media/image561.png"/><Relationship Id="rId143" Type="http://schemas.openxmlformats.org/officeDocument/2006/relationships/image" Target="../media/image581.png"/><Relationship Id="rId185" Type="http://schemas.openxmlformats.org/officeDocument/2006/relationships/image" Target="../media/image602.png"/><Relationship Id="rId350" Type="http://schemas.openxmlformats.org/officeDocument/2006/relationships/image" Target="../media/image682.png"/><Relationship Id="rId406" Type="http://schemas.openxmlformats.org/officeDocument/2006/relationships/image" Target="../media/image710.png"/><Relationship Id="rId9" Type="http://schemas.openxmlformats.org/officeDocument/2006/relationships/image" Target="../media/image516.png"/><Relationship Id="rId210" Type="http://schemas.openxmlformats.org/officeDocument/2006/relationships/customXml" Target="../ink/ink636.xml"/><Relationship Id="rId392" Type="http://schemas.openxmlformats.org/officeDocument/2006/relationships/image" Target="../media/image703.png"/><Relationship Id="rId448" Type="http://schemas.openxmlformats.org/officeDocument/2006/relationships/customXml" Target="../ink/ink755.xml"/><Relationship Id="rId252" Type="http://schemas.openxmlformats.org/officeDocument/2006/relationships/customXml" Target="../ink/ink657.xml"/><Relationship Id="rId294" Type="http://schemas.openxmlformats.org/officeDocument/2006/relationships/image" Target="../media/image654.png"/><Relationship Id="rId308" Type="http://schemas.openxmlformats.org/officeDocument/2006/relationships/image" Target="../media/image661.png"/><Relationship Id="rId515" Type="http://schemas.openxmlformats.org/officeDocument/2006/relationships/image" Target="../media/image764.png"/><Relationship Id="rId47" Type="http://schemas.openxmlformats.org/officeDocument/2006/relationships/image" Target="../media/image534.png"/><Relationship Id="rId89" Type="http://schemas.openxmlformats.org/officeDocument/2006/relationships/image" Target="../media/image555.png"/><Relationship Id="rId112" Type="http://schemas.openxmlformats.org/officeDocument/2006/relationships/customXml" Target="../ink/ink586.xml"/><Relationship Id="rId154" Type="http://schemas.openxmlformats.org/officeDocument/2006/relationships/customXml" Target="../ink/ink608.xml"/><Relationship Id="rId361" Type="http://schemas.openxmlformats.org/officeDocument/2006/relationships/customXml" Target="../ink/ink712.xml"/><Relationship Id="rId196" Type="http://schemas.openxmlformats.org/officeDocument/2006/relationships/customXml" Target="../ink/ink629.xml"/><Relationship Id="rId417" Type="http://schemas.openxmlformats.org/officeDocument/2006/relationships/customXml" Target="../ink/ink740.xml"/><Relationship Id="rId459" Type="http://schemas.openxmlformats.org/officeDocument/2006/relationships/image" Target="../media/image737.png"/><Relationship Id="rId16" Type="http://schemas.openxmlformats.org/officeDocument/2006/relationships/customXml" Target="../ink/ink538.xml"/><Relationship Id="rId221" Type="http://schemas.openxmlformats.org/officeDocument/2006/relationships/image" Target="../media/image619.png"/><Relationship Id="rId263" Type="http://schemas.openxmlformats.org/officeDocument/2006/relationships/customXml" Target="../ink/ink663.xml"/><Relationship Id="rId319" Type="http://schemas.openxmlformats.org/officeDocument/2006/relationships/customXml" Target="../ink/ink691.xml"/><Relationship Id="rId470" Type="http://schemas.openxmlformats.org/officeDocument/2006/relationships/customXml" Target="../ink/ink766.xml"/><Relationship Id="rId58" Type="http://schemas.openxmlformats.org/officeDocument/2006/relationships/customXml" Target="../ink/ink559.xml"/><Relationship Id="rId123" Type="http://schemas.openxmlformats.org/officeDocument/2006/relationships/image" Target="../media/image571.png"/><Relationship Id="rId330" Type="http://schemas.openxmlformats.org/officeDocument/2006/relationships/image" Target="../media/image672.png"/><Relationship Id="rId165" Type="http://schemas.openxmlformats.org/officeDocument/2006/relationships/image" Target="../media/image592.png"/><Relationship Id="rId372" Type="http://schemas.openxmlformats.org/officeDocument/2006/relationships/image" Target="../media/image693.png"/><Relationship Id="rId428" Type="http://schemas.openxmlformats.org/officeDocument/2006/relationships/customXml" Target="../ink/ink745.xml"/><Relationship Id="rId232" Type="http://schemas.openxmlformats.org/officeDocument/2006/relationships/customXml" Target="../ink/ink647.xml"/><Relationship Id="rId274" Type="http://schemas.openxmlformats.org/officeDocument/2006/relationships/image" Target="../media/image30.png"/><Relationship Id="rId481" Type="http://schemas.openxmlformats.org/officeDocument/2006/relationships/image" Target="../media/image747.png"/><Relationship Id="rId27" Type="http://schemas.openxmlformats.org/officeDocument/2006/relationships/image" Target="../media/image524.png"/><Relationship Id="rId69" Type="http://schemas.openxmlformats.org/officeDocument/2006/relationships/image" Target="../media/image545.png"/><Relationship Id="rId134" Type="http://schemas.openxmlformats.org/officeDocument/2006/relationships/customXml" Target="../ink/ink598.xml"/><Relationship Id="rId80" Type="http://schemas.openxmlformats.org/officeDocument/2006/relationships/customXml" Target="../ink/ink570.xml"/><Relationship Id="rId176" Type="http://schemas.openxmlformats.org/officeDocument/2006/relationships/customXml" Target="../ink/ink619.xml"/><Relationship Id="rId341" Type="http://schemas.openxmlformats.org/officeDocument/2006/relationships/customXml" Target="../ink/ink702.xml"/><Relationship Id="rId383" Type="http://schemas.openxmlformats.org/officeDocument/2006/relationships/customXml" Target="../ink/ink723.xml"/><Relationship Id="rId439" Type="http://schemas.openxmlformats.org/officeDocument/2006/relationships/image" Target="../media/image727.png"/><Relationship Id="rId201" Type="http://schemas.openxmlformats.org/officeDocument/2006/relationships/image" Target="../media/image610.png"/><Relationship Id="rId243" Type="http://schemas.openxmlformats.org/officeDocument/2006/relationships/image" Target="../media/image630.png"/><Relationship Id="rId285" Type="http://schemas.openxmlformats.org/officeDocument/2006/relationships/customXml" Target="../ink/ink674.xml"/><Relationship Id="rId450" Type="http://schemas.openxmlformats.org/officeDocument/2006/relationships/customXml" Target="../ink/ink756.xml"/><Relationship Id="rId506" Type="http://schemas.openxmlformats.org/officeDocument/2006/relationships/customXml" Target="../ink/ink784.xml"/><Relationship Id="rId38" Type="http://schemas.openxmlformats.org/officeDocument/2006/relationships/customXml" Target="../ink/ink549.xml"/><Relationship Id="rId103" Type="http://schemas.openxmlformats.org/officeDocument/2006/relationships/image" Target="../media/image562.png"/><Relationship Id="rId310" Type="http://schemas.openxmlformats.org/officeDocument/2006/relationships/image" Target="../media/image662.png"/><Relationship Id="rId492" Type="http://schemas.openxmlformats.org/officeDocument/2006/relationships/customXml" Target="../ink/ink777.xml"/><Relationship Id="rId91" Type="http://schemas.openxmlformats.org/officeDocument/2006/relationships/image" Target="../media/image556.png"/><Relationship Id="rId145" Type="http://schemas.openxmlformats.org/officeDocument/2006/relationships/image" Target="../media/image582.png"/><Relationship Id="rId187" Type="http://schemas.openxmlformats.org/officeDocument/2006/relationships/image" Target="../media/image603.png"/><Relationship Id="rId352" Type="http://schemas.openxmlformats.org/officeDocument/2006/relationships/image" Target="../media/image683.png"/><Relationship Id="rId394" Type="http://schemas.openxmlformats.org/officeDocument/2006/relationships/image" Target="../media/image704.png"/><Relationship Id="rId408" Type="http://schemas.openxmlformats.org/officeDocument/2006/relationships/image" Target="../media/image711.png"/><Relationship Id="rId212" Type="http://schemas.openxmlformats.org/officeDocument/2006/relationships/customXml" Target="../ink/ink637.xml"/><Relationship Id="rId254" Type="http://schemas.openxmlformats.org/officeDocument/2006/relationships/customXml" Target="../ink/ink658.xml"/><Relationship Id="rId49" Type="http://schemas.openxmlformats.org/officeDocument/2006/relationships/image" Target="../media/image535.png"/><Relationship Id="rId114" Type="http://schemas.openxmlformats.org/officeDocument/2006/relationships/customXml" Target="../ink/ink587.xml"/><Relationship Id="rId296" Type="http://schemas.openxmlformats.org/officeDocument/2006/relationships/image" Target="../media/image655.png"/><Relationship Id="rId461" Type="http://schemas.openxmlformats.org/officeDocument/2006/relationships/image" Target="../media/image738.png"/><Relationship Id="rId517" Type="http://schemas.openxmlformats.org/officeDocument/2006/relationships/image" Target="../media/image765.png"/><Relationship Id="rId60" Type="http://schemas.openxmlformats.org/officeDocument/2006/relationships/customXml" Target="../ink/ink560.xml"/><Relationship Id="rId156" Type="http://schemas.openxmlformats.org/officeDocument/2006/relationships/customXml" Target="../ink/ink609.xml"/><Relationship Id="rId198" Type="http://schemas.openxmlformats.org/officeDocument/2006/relationships/customXml" Target="../ink/ink630.xml"/><Relationship Id="rId321" Type="http://schemas.openxmlformats.org/officeDocument/2006/relationships/customXml" Target="../ink/ink692.xml"/><Relationship Id="rId363" Type="http://schemas.openxmlformats.org/officeDocument/2006/relationships/customXml" Target="../ink/ink713.xml"/><Relationship Id="rId419" Type="http://schemas.openxmlformats.org/officeDocument/2006/relationships/image" Target="../media/image717.png"/><Relationship Id="rId223" Type="http://schemas.openxmlformats.org/officeDocument/2006/relationships/image" Target="../media/image620.png"/><Relationship Id="rId430" Type="http://schemas.openxmlformats.org/officeDocument/2006/relationships/customXml" Target="../ink/ink746.xml"/><Relationship Id="rId18" Type="http://schemas.openxmlformats.org/officeDocument/2006/relationships/customXml" Target="../ink/ink539.xml"/><Relationship Id="rId265" Type="http://schemas.openxmlformats.org/officeDocument/2006/relationships/customXml" Target="../ink/ink664.xml"/><Relationship Id="rId472" Type="http://schemas.openxmlformats.org/officeDocument/2006/relationships/customXml" Target="../ink/ink767.xml"/><Relationship Id="rId125" Type="http://schemas.openxmlformats.org/officeDocument/2006/relationships/image" Target="../media/image572.png"/><Relationship Id="rId167" Type="http://schemas.openxmlformats.org/officeDocument/2006/relationships/image" Target="../media/image593.png"/><Relationship Id="rId332" Type="http://schemas.openxmlformats.org/officeDocument/2006/relationships/image" Target="../media/image673.png"/><Relationship Id="rId374" Type="http://schemas.openxmlformats.org/officeDocument/2006/relationships/image" Target="../media/image694.png"/><Relationship Id="rId71" Type="http://schemas.openxmlformats.org/officeDocument/2006/relationships/image" Target="../media/image546.png"/><Relationship Id="rId234" Type="http://schemas.openxmlformats.org/officeDocument/2006/relationships/customXml" Target="../ink/ink648.xml"/><Relationship Id="rId2" Type="http://schemas.openxmlformats.org/officeDocument/2006/relationships/customXml" Target="../ink/ink531.xml"/><Relationship Id="rId29" Type="http://schemas.openxmlformats.org/officeDocument/2006/relationships/image" Target="../media/image525.png"/><Relationship Id="rId276" Type="http://schemas.openxmlformats.org/officeDocument/2006/relationships/image" Target="../media/image645.png"/><Relationship Id="rId441" Type="http://schemas.openxmlformats.org/officeDocument/2006/relationships/image" Target="../media/image728.png"/><Relationship Id="rId483" Type="http://schemas.openxmlformats.org/officeDocument/2006/relationships/image" Target="../media/image748.png"/><Relationship Id="rId40" Type="http://schemas.openxmlformats.org/officeDocument/2006/relationships/customXml" Target="../ink/ink550.xml"/><Relationship Id="rId136" Type="http://schemas.openxmlformats.org/officeDocument/2006/relationships/customXml" Target="../ink/ink599.xml"/><Relationship Id="rId178" Type="http://schemas.openxmlformats.org/officeDocument/2006/relationships/customXml" Target="../ink/ink620.xml"/><Relationship Id="rId301" Type="http://schemas.openxmlformats.org/officeDocument/2006/relationships/customXml" Target="../ink/ink682.xml"/><Relationship Id="rId343" Type="http://schemas.openxmlformats.org/officeDocument/2006/relationships/customXml" Target="../ink/ink703.xml"/><Relationship Id="rId82" Type="http://schemas.openxmlformats.org/officeDocument/2006/relationships/customXml" Target="../ink/ink571.xml"/><Relationship Id="rId203" Type="http://schemas.openxmlformats.org/officeDocument/2006/relationships/image" Target="../media/image611.png"/><Relationship Id="rId385" Type="http://schemas.openxmlformats.org/officeDocument/2006/relationships/customXml" Target="../ink/ink724.xml"/><Relationship Id="rId245" Type="http://schemas.openxmlformats.org/officeDocument/2006/relationships/image" Target="../media/image631.png"/><Relationship Id="rId287" Type="http://schemas.openxmlformats.org/officeDocument/2006/relationships/customXml" Target="../ink/ink675.xml"/><Relationship Id="rId410" Type="http://schemas.openxmlformats.org/officeDocument/2006/relationships/image" Target="../media/image712.png"/><Relationship Id="rId452" Type="http://schemas.openxmlformats.org/officeDocument/2006/relationships/customXml" Target="../ink/ink757.xml"/><Relationship Id="rId494" Type="http://schemas.openxmlformats.org/officeDocument/2006/relationships/customXml" Target="../ink/ink778.xml"/><Relationship Id="rId508" Type="http://schemas.openxmlformats.org/officeDocument/2006/relationships/customXml" Target="../ink/ink785.xml"/><Relationship Id="rId105" Type="http://schemas.openxmlformats.org/officeDocument/2006/relationships/image" Target="../media/image563.png"/><Relationship Id="rId147" Type="http://schemas.openxmlformats.org/officeDocument/2006/relationships/image" Target="../media/image583.png"/><Relationship Id="rId312" Type="http://schemas.openxmlformats.org/officeDocument/2006/relationships/image" Target="../media/image663.png"/><Relationship Id="rId354" Type="http://schemas.openxmlformats.org/officeDocument/2006/relationships/image" Target="../media/image684.png"/><Relationship Id="rId51" Type="http://schemas.openxmlformats.org/officeDocument/2006/relationships/image" Target="../media/image536.png"/><Relationship Id="rId93" Type="http://schemas.openxmlformats.org/officeDocument/2006/relationships/image" Target="../media/image557.png"/><Relationship Id="rId189" Type="http://schemas.openxmlformats.org/officeDocument/2006/relationships/image" Target="../media/image604.png"/><Relationship Id="rId396" Type="http://schemas.openxmlformats.org/officeDocument/2006/relationships/image" Target="../media/image705.png"/><Relationship Id="rId214" Type="http://schemas.openxmlformats.org/officeDocument/2006/relationships/customXml" Target="../ink/ink638.xml"/><Relationship Id="rId256" Type="http://schemas.openxmlformats.org/officeDocument/2006/relationships/customXml" Target="../ink/ink659.xml"/><Relationship Id="rId298" Type="http://schemas.openxmlformats.org/officeDocument/2006/relationships/image" Target="../media/image656.png"/><Relationship Id="rId421" Type="http://schemas.openxmlformats.org/officeDocument/2006/relationships/image" Target="../media/image718.png"/><Relationship Id="rId463" Type="http://schemas.openxmlformats.org/officeDocument/2006/relationships/image" Target="../media/image739.png"/><Relationship Id="rId519" Type="http://schemas.openxmlformats.org/officeDocument/2006/relationships/image" Target="../media/image766.png"/><Relationship Id="rId116" Type="http://schemas.openxmlformats.org/officeDocument/2006/relationships/customXml" Target="../ink/ink588.xml"/><Relationship Id="rId158" Type="http://schemas.openxmlformats.org/officeDocument/2006/relationships/customXml" Target="../ink/ink610.xml"/><Relationship Id="rId323" Type="http://schemas.openxmlformats.org/officeDocument/2006/relationships/customXml" Target="../ink/ink693.xml"/><Relationship Id="rId20" Type="http://schemas.openxmlformats.org/officeDocument/2006/relationships/customXml" Target="../ink/ink540.xml"/><Relationship Id="rId62" Type="http://schemas.openxmlformats.org/officeDocument/2006/relationships/customXml" Target="../ink/ink561.xml"/><Relationship Id="rId365" Type="http://schemas.openxmlformats.org/officeDocument/2006/relationships/customXml" Target="../ink/ink714.xml"/><Relationship Id="rId225" Type="http://schemas.openxmlformats.org/officeDocument/2006/relationships/image" Target="../media/image621.png"/><Relationship Id="rId267" Type="http://schemas.openxmlformats.org/officeDocument/2006/relationships/customXml" Target="../ink/ink665.xml"/><Relationship Id="rId432" Type="http://schemas.openxmlformats.org/officeDocument/2006/relationships/customXml" Target="../ink/ink747.xml"/><Relationship Id="rId474" Type="http://schemas.openxmlformats.org/officeDocument/2006/relationships/customXml" Target="../ink/ink768.xml"/><Relationship Id="rId127" Type="http://schemas.openxmlformats.org/officeDocument/2006/relationships/image" Target="../media/image573.png"/><Relationship Id="rId31" Type="http://schemas.openxmlformats.org/officeDocument/2006/relationships/image" Target="../media/image526.png"/><Relationship Id="rId73" Type="http://schemas.openxmlformats.org/officeDocument/2006/relationships/image" Target="../media/image547.png"/><Relationship Id="rId169" Type="http://schemas.openxmlformats.org/officeDocument/2006/relationships/image" Target="../media/image594.png"/><Relationship Id="rId334" Type="http://schemas.openxmlformats.org/officeDocument/2006/relationships/image" Target="../media/image674.png"/><Relationship Id="rId376" Type="http://schemas.openxmlformats.org/officeDocument/2006/relationships/image" Target="../media/image695.png"/><Relationship Id="rId4" Type="http://schemas.openxmlformats.org/officeDocument/2006/relationships/customXml" Target="../ink/ink532.xml"/><Relationship Id="rId180" Type="http://schemas.openxmlformats.org/officeDocument/2006/relationships/customXml" Target="../ink/ink621.xml"/><Relationship Id="rId236" Type="http://schemas.openxmlformats.org/officeDocument/2006/relationships/customXml" Target="../ink/ink649.xml"/><Relationship Id="rId278" Type="http://schemas.openxmlformats.org/officeDocument/2006/relationships/image" Target="../media/image646.png"/><Relationship Id="rId401" Type="http://schemas.openxmlformats.org/officeDocument/2006/relationships/customXml" Target="../ink/ink732.xml"/><Relationship Id="rId443" Type="http://schemas.openxmlformats.org/officeDocument/2006/relationships/image" Target="../media/image729.png"/><Relationship Id="rId303" Type="http://schemas.openxmlformats.org/officeDocument/2006/relationships/customXml" Target="../ink/ink683.xml"/><Relationship Id="rId485" Type="http://schemas.openxmlformats.org/officeDocument/2006/relationships/image" Target="../media/image749.png"/><Relationship Id="rId42" Type="http://schemas.openxmlformats.org/officeDocument/2006/relationships/customXml" Target="../ink/ink551.xml"/><Relationship Id="rId84" Type="http://schemas.openxmlformats.org/officeDocument/2006/relationships/customXml" Target="../ink/ink572.xml"/><Relationship Id="rId138" Type="http://schemas.openxmlformats.org/officeDocument/2006/relationships/customXml" Target="../ink/ink600.xml"/><Relationship Id="rId345" Type="http://schemas.openxmlformats.org/officeDocument/2006/relationships/customXml" Target="../ink/ink704.xml"/><Relationship Id="rId387" Type="http://schemas.openxmlformats.org/officeDocument/2006/relationships/customXml" Target="../ink/ink725.xml"/><Relationship Id="rId510" Type="http://schemas.openxmlformats.org/officeDocument/2006/relationships/customXml" Target="../ink/ink786.xml"/><Relationship Id="rId191" Type="http://schemas.openxmlformats.org/officeDocument/2006/relationships/image" Target="../media/image605.png"/><Relationship Id="rId205" Type="http://schemas.openxmlformats.org/officeDocument/2006/relationships/image" Target="../media/image612.png"/><Relationship Id="rId247" Type="http://schemas.openxmlformats.org/officeDocument/2006/relationships/image" Target="../media/image632.png"/><Relationship Id="rId412" Type="http://schemas.openxmlformats.org/officeDocument/2006/relationships/image" Target="../media/image713.png"/><Relationship Id="rId107" Type="http://schemas.openxmlformats.org/officeDocument/2006/relationships/image" Target="../media/image564.png"/><Relationship Id="rId289" Type="http://schemas.openxmlformats.org/officeDocument/2006/relationships/customXml" Target="../ink/ink676.xml"/><Relationship Id="rId454" Type="http://schemas.openxmlformats.org/officeDocument/2006/relationships/customXml" Target="../ink/ink758.xml"/><Relationship Id="rId496" Type="http://schemas.openxmlformats.org/officeDocument/2006/relationships/customXml" Target="../ink/ink779.xml"/><Relationship Id="rId11" Type="http://schemas.openxmlformats.org/officeDocument/2006/relationships/image" Target="../media/image517.png"/><Relationship Id="rId53" Type="http://schemas.openxmlformats.org/officeDocument/2006/relationships/image" Target="../media/image537.png"/><Relationship Id="rId149" Type="http://schemas.openxmlformats.org/officeDocument/2006/relationships/image" Target="../media/image584.png"/><Relationship Id="rId314" Type="http://schemas.openxmlformats.org/officeDocument/2006/relationships/image" Target="../media/image664.png"/><Relationship Id="rId356" Type="http://schemas.openxmlformats.org/officeDocument/2006/relationships/image" Target="../media/image685.png"/><Relationship Id="rId398" Type="http://schemas.openxmlformats.org/officeDocument/2006/relationships/image" Target="../media/image706.png"/><Relationship Id="rId521" Type="http://schemas.openxmlformats.org/officeDocument/2006/relationships/image" Target="../media/image767.png"/><Relationship Id="rId95" Type="http://schemas.openxmlformats.org/officeDocument/2006/relationships/image" Target="../media/image558.png"/><Relationship Id="rId160" Type="http://schemas.openxmlformats.org/officeDocument/2006/relationships/customXml" Target="../ink/ink611.xml"/><Relationship Id="rId216" Type="http://schemas.openxmlformats.org/officeDocument/2006/relationships/customXml" Target="../ink/ink639.xml"/><Relationship Id="rId423" Type="http://schemas.openxmlformats.org/officeDocument/2006/relationships/image" Target="../media/image719.png"/><Relationship Id="rId258" Type="http://schemas.openxmlformats.org/officeDocument/2006/relationships/customXml" Target="../ink/ink660.xml"/><Relationship Id="rId465" Type="http://schemas.openxmlformats.org/officeDocument/2006/relationships/image" Target="../media/image740.png"/><Relationship Id="rId22" Type="http://schemas.openxmlformats.org/officeDocument/2006/relationships/customXml" Target="../ink/ink541.xml"/><Relationship Id="rId64" Type="http://schemas.openxmlformats.org/officeDocument/2006/relationships/customXml" Target="../ink/ink562.xml"/><Relationship Id="rId118" Type="http://schemas.openxmlformats.org/officeDocument/2006/relationships/customXml" Target="../ink/ink589.xml"/><Relationship Id="rId325" Type="http://schemas.openxmlformats.org/officeDocument/2006/relationships/customXml" Target="../ink/ink694.xml"/><Relationship Id="rId367" Type="http://schemas.openxmlformats.org/officeDocument/2006/relationships/customXml" Target="../ink/ink715.xml"/><Relationship Id="rId171" Type="http://schemas.openxmlformats.org/officeDocument/2006/relationships/image" Target="../media/image595.png"/><Relationship Id="rId227" Type="http://schemas.openxmlformats.org/officeDocument/2006/relationships/image" Target="../media/image622.png"/><Relationship Id="rId269" Type="http://schemas.openxmlformats.org/officeDocument/2006/relationships/customXml" Target="../ink/ink666.xml"/><Relationship Id="rId434" Type="http://schemas.openxmlformats.org/officeDocument/2006/relationships/customXml" Target="../ink/ink748.xml"/><Relationship Id="rId476" Type="http://schemas.openxmlformats.org/officeDocument/2006/relationships/customXml" Target="../ink/ink769.xml"/><Relationship Id="rId33" Type="http://schemas.openxmlformats.org/officeDocument/2006/relationships/image" Target="../media/image527.png"/><Relationship Id="rId129" Type="http://schemas.openxmlformats.org/officeDocument/2006/relationships/image" Target="../media/image574.png"/><Relationship Id="rId280" Type="http://schemas.openxmlformats.org/officeDocument/2006/relationships/image" Target="../media/image647.png"/><Relationship Id="rId336" Type="http://schemas.openxmlformats.org/officeDocument/2006/relationships/image" Target="../media/image675.png"/><Relationship Id="rId501" Type="http://schemas.openxmlformats.org/officeDocument/2006/relationships/image" Target="../media/image757.png"/><Relationship Id="rId75" Type="http://schemas.openxmlformats.org/officeDocument/2006/relationships/image" Target="../media/image548.png"/><Relationship Id="rId140" Type="http://schemas.openxmlformats.org/officeDocument/2006/relationships/customXml" Target="../ink/ink601.xml"/><Relationship Id="rId182" Type="http://schemas.openxmlformats.org/officeDocument/2006/relationships/customXml" Target="../ink/ink622.xml"/><Relationship Id="rId378" Type="http://schemas.openxmlformats.org/officeDocument/2006/relationships/image" Target="../media/image696.png"/><Relationship Id="rId403" Type="http://schemas.openxmlformats.org/officeDocument/2006/relationships/customXml" Target="../ink/ink733.xml"/><Relationship Id="rId6" Type="http://schemas.openxmlformats.org/officeDocument/2006/relationships/customXml" Target="../ink/ink533.xml"/><Relationship Id="rId238" Type="http://schemas.openxmlformats.org/officeDocument/2006/relationships/customXml" Target="../ink/ink650.xml"/><Relationship Id="rId445" Type="http://schemas.openxmlformats.org/officeDocument/2006/relationships/image" Target="../media/image730.png"/><Relationship Id="rId487" Type="http://schemas.openxmlformats.org/officeDocument/2006/relationships/image" Target="../media/image750.png"/><Relationship Id="rId291" Type="http://schemas.openxmlformats.org/officeDocument/2006/relationships/customXml" Target="../ink/ink677.xml"/><Relationship Id="rId305" Type="http://schemas.openxmlformats.org/officeDocument/2006/relationships/customXml" Target="../ink/ink684.xml"/><Relationship Id="rId347" Type="http://schemas.openxmlformats.org/officeDocument/2006/relationships/customXml" Target="../ink/ink705.xml"/><Relationship Id="rId512" Type="http://schemas.openxmlformats.org/officeDocument/2006/relationships/customXml" Target="../ink/ink787.xml"/><Relationship Id="rId44" Type="http://schemas.openxmlformats.org/officeDocument/2006/relationships/customXml" Target="../ink/ink552.xml"/><Relationship Id="rId86" Type="http://schemas.openxmlformats.org/officeDocument/2006/relationships/customXml" Target="../ink/ink573.xml"/><Relationship Id="rId151" Type="http://schemas.openxmlformats.org/officeDocument/2006/relationships/image" Target="../media/image585.png"/><Relationship Id="rId389" Type="http://schemas.openxmlformats.org/officeDocument/2006/relationships/customXml" Target="../ink/ink726.xml"/><Relationship Id="rId193" Type="http://schemas.openxmlformats.org/officeDocument/2006/relationships/image" Target="../media/image606.png"/><Relationship Id="rId207" Type="http://schemas.openxmlformats.org/officeDocument/2006/relationships/image" Target="../media/image613.png"/><Relationship Id="rId249" Type="http://schemas.openxmlformats.org/officeDocument/2006/relationships/image" Target="../media/image633.png"/><Relationship Id="rId414" Type="http://schemas.openxmlformats.org/officeDocument/2006/relationships/image" Target="../media/image714.png"/><Relationship Id="rId456" Type="http://schemas.openxmlformats.org/officeDocument/2006/relationships/customXml" Target="../ink/ink759.xml"/><Relationship Id="rId498" Type="http://schemas.openxmlformats.org/officeDocument/2006/relationships/customXml" Target="../ink/ink780.xml"/><Relationship Id="rId13" Type="http://schemas.openxmlformats.org/officeDocument/2006/relationships/image" Target="../media/image518.png"/><Relationship Id="rId109" Type="http://schemas.openxmlformats.org/officeDocument/2006/relationships/image" Target="../media/image565.png"/><Relationship Id="rId260" Type="http://schemas.openxmlformats.org/officeDocument/2006/relationships/customXml" Target="../ink/ink661.xml"/><Relationship Id="rId316" Type="http://schemas.openxmlformats.org/officeDocument/2006/relationships/image" Target="../media/image665.png"/><Relationship Id="rId523" Type="http://schemas.openxmlformats.org/officeDocument/2006/relationships/image" Target="../media/image768.png"/><Relationship Id="rId55" Type="http://schemas.openxmlformats.org/officeDocument/2006/relationships/image" Target="../media/image538.png"/><Relationship Id="rId97" Type="http://schemas.openxmlformats.org/officeDocument/2006/relationships/image" Target="../media/image559.png"/><Relationship Id="rId120" Type="http://schemas.openxmlformats.org/officeDocument/2006/relationships/customXml" Target="../ink/ink590.xml"/><Relationship Id="rId358" Type="http://schemas.openxmlformats.org/officeDocument/2006/relationships/image" Target="../media/image686.png"/><Relationship Id="rId162" Type="http://schemas.openxmlformats.org/officeDocument/2006/relationships/customXml" Target="../ink/ink612.xml"/><Relationship Id="rId218" Type="http://schemas.openxmlformats.org/officeDocument/2006/relationships/customXml" Target="../ink/ink640.xml"/><Relationship Id="rId425" Type="http://schemas.openxmlformats.org/officeDocument/2006/relationships/image" Target="../media/image720.png"/><Relationship Id="rId467" Type="http://schemas.openxmlformats.org/officeDocument/2006/relationships/image" Target="../media/image741.png"/><Relationship Id="rId271" Type="http://schemas.openxmlformats.org/officeDocument/2006/relationships/customXml" Target="../ink/ink667.xml"/><Relationship Id="rId24" Type="http://schemas.openxmlformats.org/officeDocument/2006/relationships/customXml" Target="../ink/ink542.xml"/><Relationship Id="rId66" Type="http://schemas.openxmlformats.org/officeDocument/2006/relationships/customXml" Target="../ink/ink563.xml"/><Relationship Id="rId131" Type="http://schemas.openxmlformats.org/officeDocument/2006/relationships/image" Target="../media/image575.png"/><Relationship Id="rId327" Type="http://schemas.openxmlformats.org/officeDocument/2006/relationships/customXml" Target="../ink/ink695.xml"/><Relationship Id="rId369" Type="http://schemas.openxmlformats.org/officeDocument/2006/relationships/customXml" Target="../ink/ink716.xml"/><Relationship Id="rId173" Type="http://schemas.openxmlformats.org/officeDocument/2006/relationships/image" Target="../media/image596.png"/><Relationship Id="rId229" Type="http://schemas.openxmlformats.org/officeDocument/2006/relationships/image" Target="../media/image623.png"/><Relationship Id="rId380" Type="http://schemas.openxmlformats.org/officeDocument/2006/relationships/image" Target="../media/image697.png"/><Relationship Id="rId436" Type="http://schemas.openxmlformats.org/officeDocument/2006/relationships/customXml" Target="../ink/ink749.xml"/><Relationship Id="rId240" Type="http://schemas.openxmlformats.org/officeDocument/2006/relationships/customXml" Target="../ink/ink651.xml"/><Relationship Id="rId478" Type="http://schemas.openxmlformats.org/officeDocument/2006/relationships/customXml" Target="../ink/ink770.xml"/><Relationship Id="rId35" Type="http://schemas.openxmlformats.org/officeDocument/2006/relationships/image" Target="../media/image528.png"/><Relationship Id="rId77" Type="http://schemas.openxmlformats.org/officeDocument/2006/relationships/image" Target="../media/image549.png"/><Relationship Id="rId100" Type="http://schemas.openxmlformats.org/officeDocument/2006/relationships/customXml" Target="../ink/ink580.xml"/><Relationship Id="rId282" Type="http://schemas.openxmlformats.org/officeDocument/2006/relationships/image" Target="../media/image648.png"/><Relationship Id="rId338" Type="http://schemas.openxmlformats.org/officeDocument/2006/relationships/image" Target="../media/image676.png"/><Relationship Id="rId503" Type="http://schemas.openxmlformats.org/officeDocument/2006/relationships/image" Target="../media/image758.png"/><Relationship Id="rId8" Type="http://schemas.openxmlformats.org/officeDocument/2006/relationships/customXml" Target="../ink/ink534.xml"/><Relationship Id="rId142" Type="http://schemas.openxmlformats.org/officeDocument/2006/relationships/customXml" Target="../ink/ink602.xml"/><Relationship Id="rId184" Type="http://schemas.openxmlformats.org/officeDocument/2006/relationships/customXml" Target="../ink/ink623.xml"/><Relationship Id="rId391" Type="http://schemas.openxmlformats.org/officeDocument/2006/relationships/customXml" Target="../ink/ink727.xml"/><Relationship Id="rId405" Type="http://schemas.openxmlformats.org/officeDocument/2006/relationships/customXml" Target="../ink/ink734.xml"/><Relationship Id="rId447" Type="http://schemas.openxmlformats.org/officeDocument/2006/relationships/image" Target="../media/image731.png"/><Relationship Id="rId251" Type="http://schemas.openxmlformats.org/officeDocument/2006/relationships/image" Target="../media/image634.png"/><Relationship Id="rId489" Type="http://schemas.openxmlformats.org/officeDocument/2006/relationships/image" Target="../media/image751.png"/><Relationship Id="rId46" Type="http://schemas.openxmlformats.org/officeDocument/2006/relationships/customXml" Target="../ink/ink553.xml"/><Relationship Id="rId293" Type="http://schemas.openxmlformats.org/officeDocument/2006/relationships/customXml" Target="../ink/ink678.xml"/><Relationship Id="rId307" Type="http://schemas.openxmlformats.org/officeDocument/2006/relationships/customXml" Target="../ink/ink685.xml"/><Relationship Id="rId349" Type="http://schemas.openxmlformats.org/officeDocument/2006/relationships/customXml" Target="../ink/ink706.xml"/><Relationship Id="rId514" Type="http://schemas.openxmlformats.org/officeDocument/2006/relationships/customXml" Target="../ink/ink788.xml"/><Relationship Id="rId88" Type="http://schemas.openxmlformats.org/officeDocument/2006/relationships/customXml" Target="../ink/ink574.xml"/><Relationship Id="rId111" Type="http://schemas.openxmlformats.org/officeDocument/2006/relationships/image" Target="../media/image566.png"/><Relationship Id="rId153" Type="http://schemas.openxmlformats.org/officeDocument/2006/relationships/image" Target="../media/image586.png"/><Relationship Id="rId195" Type="http://schemas.openxmlformats.org/officeDocument/2006/relationships/image" Target="../media/image607.png"/><Relationship Id="rId209" Type="http://schemas.openxmlformats.org/officeDocument/2006/relationships/image" Target="../media/image614.png"/><Relationship Id="rId360" Type="http://schemas.openxmlformats.org/officeDocument/2006/relationships/image" Target="../media/image687.png"/><Relationship Id="rId416" Type="http://schemas.openxmlformats.org/officeDocument/2006/relationships/image" Target="../media/image715.png"/><Relationship Id="rId220" Type="http://schemas.openxmlformats.org/officeDocument/2006/relationships/customXml" Target="../ink/ink641.xml"/><Relationship Id="rId458" Type="http://schemas.openxmlformats.org/officeDocument/2006/relationships/customXml" Target="../ink/ink760.xml"/><Relationship Id="rId15" Type="http://schemas.openxmlformats.org/officeDocument/2006/relationships/image" Target="../media/image519.png"/><Relationship Id="rId57" Type="http://schemas.openxmlformats.org/officeDocument/2006/relationships/image" Target="../media/image539.png"/><Relationship Id="rId262" Type="http://schemas.openxmlformats.org/officeDocument/2006/relationships/customXml" Target="../ink/ink662.xml"/><Relationship Id="rId318" Type="http://schemas.openxmlformats.org/officeDocument/2006/relationships/image" Target="../media/image666.png"/><Relationship Id="rId99" Type="http://schemas.openxmlformats.org/officeDocument/2006/relationships/image" Target="../media/image560.png"/><Relationship Id="rId122" Type="http://schemas.openxmlformats.org/officeDocument/2006/relationships/customXml" Target="../ink/ink592.xml"/><Relationship Id="rId164" Type="http://schemas.openxmlformats.org/officeDocument/2006/relationships/customXml" Target="../ink/ink613.xml"/><Relationship Id="rId371" Type="http://schemas.openxmlformats.org/officeDocument/2006/relationships/customXml" Target="../ink/ink717.xml"/><Relationship Id="rId427" Type="http://schemas.openxmlformats.org/officeDocument/2006/relationships/image" Target="../media/image721.png"/><Relationship Id="rId469" Type="http://schemas.openxmlformats.org/officeDocument/2006/relationships/image" Target="../media/image742.png"/><Relationship Id="rId26" Type="http://schemas.openxmlformats.org/officeDocument/2006/relationships/customXml" Target="../ink/ink543.xml"/><Relationship Id="rId231" Type="http://schemas.openxmlformats.org/officeDocument/2006/relationships/image" Target="../media/image624.png"/><Relationship Id="rId273" Type="http://schemas.openxmlformats.org/officeDocument/2006/relationships/customXml" Target="../ink/ink668.xml"/><Relationship Id="rId329" Type="http://schemas.openxmlformats.org/officeDocument/2006/relationships/customXml" Target="../ink/ink696.xml"/><Relationship Id="rId480" Type="http://schemas.openxmlformats.org/officeDocument/2006/relationships/customXml" Target="../ink/ink771.xml"/><Relationship Id="rId68" Type="http://schemas.openxmlformats.org/officeDocument/2006/relationships/customXml" Target="../ink/ink564.xml"/><Relationship Id="rId133" Type="http://schemas.openxmlformats.org/officeDocument/2006/relationships/image" Target="../media/image576.png"/><Relationship Id="rId175" Type="http://schemas.openxmlformats.org/officeDocument/2006/relationships/image" Target="../media/image597.png"/><Relationship Id="rId340" Type="http://schemas.openxmlformats.org/officeDocument/2006/relationships/image" Target="../media/image677.png"/><Relationship Id="rId200" Type="http://schemas.openxmlformats.org/officeDocument/2006/relationships/customXml" Target="../ink/ink631.xml"/><Relationship Id="rId382" Type="http://schemas.openxmlformats.org/officeDocument/2006/relationships/image" Target="../media/image698.png"/><Relationship Id="rId438" Type="http://schemas.openxmlformats.org/officeDocument/2006/relationships/customXml" Target="../ink/ink750.xml"/><Relationship Id="rId242" Type="http://schemas.openxmlformats.org/officeDocument/2006/relationships/customXml" Target="../ink/ink652.xml"/><Relationship Id="rId284" Type="http://schemas.openxmlformats.org/officeDocument/2006/relationships/image" Target="../media/image649.png"/><Relationship Id="rId491" Type="http://schemas.openxmlformats.org/officeDocument/2006/relationships/image" Target="../media/image752.png"/><Relationship Id="rId505" Type="http://schemas.openxmlformats.org/officeDocument/2006/relationships/image" Target="../media/image759.png"/><Relationship Id="rId37" Type="http://schemas.openxmlformats.org/officeDocument/2006/relationships/image" Target="../media/image529.png"/><Relationship Id="rId79" Type="http://schemas.openxmlformats.org/officeDocument/2006/relationships/image" Target="../media/image550.png"/><Relationship Id="rId102" Type="http://schemas.openxmlformats.org/officeDocument/2006/relationships/customXml" Target="../ink/ink581.xml"/><Relationship Id="rId144" Type="http://schemas.openxmlformats.org/officeDocument/2006/relationships/customXml" Target="../ink/ink603.xml"/><Relationship Id="rId90" Type="http://schemas.openxmlformats.org/officeDocument/2006/relationships/customXml" Target="../ink/ink575.xml"/><Relationship Id="rId186" Type="http://schemas.openxmlformats.org/officeDocument/2006/relationships/customXml" Target="../ink/ink624.xml"/><Relationship Id="rId351" Type="http://schemas.openxmlformats.org/officeDocument/2006/relationships/customXml" Target="../ink/ink707.xml"/><Relationship Id="rId393" Type="http://schemas.openxmlformats.org/officeDocument/2006/relationships/customXml" Target="../ink/ink728.xml"/><Relationship Id="rId407" Type="http://schemas.openxmlformats.org/officeDocument/2006/relationships/customXml" Target="../ink/ink735.xml"/><Relationship Id="rId449" Type="http://schemas.openxmlformats.org/officeDocument/2006/relationships/image" Target="../media/image732.png"/><Relationship Id="rId211" Type="http://schemas.openxmlformats.org/officeDocument/2006/relationships/image" Target="../media/image615.png"/><Relationship Id="rId253" Type="http://schemas.openxmlformats.org/officeDocument/2006/relationships/image" Target="../media/image635.png"/><Relationship Id="rId295" Type="http://schemas.openxmlformats.org/officeDocument/2006/relationships/customXml" Target="../ink/ink679.xml"/><Relationship Id="rId309" Type="http://schemas.openxmlformats.org/officeDocument/2006/relationships/customXml" Target="../ink/ink686.xml"/><Relationship Id="rId460" Type="http://schemas.openxmlformats.org/officeDocument/2006/relationships/customXml" Target="../ink/ink761.xml"/><Relationship Id="rId516" Type="http://schemas.openxmlformats.org/officeDocument/2006/relationships/customXml" Target="../ink/ink789.xml"/><Relationship Id="rId48" Type="http://schemas.openxmlformats.org/officeDocument/2006/relationships/customXml" Target="../ink/ink554.xml"/><Relationship Id="rId113" Type="http://schemas.openxmlformats.org/officeDocument/2006/relationships/image" Target="../media/image567.png"/><Relationship Id="rId320" Type="http://schemas.openxmlformats.org/officeDocument/2006/relationships/image" Target="../media/image667.png"/><Relationship Id="rId155" Type="http://schemas.openxmlformats.org/officeDocument/2006/relationships/image" Target="../media/image587.png"/><Relationship Id="rId197" Type="http://schemas.openxmlformats.org/officeDocument/2006/relationships/image" Target="../media/image608.png"/><Relationship Id="rId362" Type="http://schemas.openxmlformats.org/officeDocument/2006/relationships/image" Target="../media/image688.png"/><Relationship Id="rId418" Type="http://schemas.openxmlformats.org/officeDocument/2006/relationships/image" Target="../media/image716.png"/><Relationship Id="rId222" Type="http://schemas.openxmlformats.org/officeDocument/2006/relationships/customXml" Target="../ink/ink642.xml"/><Relationship Id="rId264" Type="http://schemas.openxmlformats.org/officeDocument/2006/relationships/image" Target="../media/image640.png"/><Relationship Id="rId471" Type="http://schemas.openxmlformats.org/officeDocument/2006/relationships/image" Target="../media/image173.png"/><Relationship Id="rId17" Type="http://schemas.openxmlformats.org/officeDocument/2006/relationships/image" Target="../media/image520.png"/><Relationship Id="rId59" Type="http://schemas.openxmlformats.org/officeDocument/2006/relationships/image" Target="../media/image540.png"/><Relationship Id="rId124" Type="http://schemas.openxmlformats.org/officeDocument/2006/relationships/customXml" Target="../ink/ink593.xml"/><Relationship Id="rId70" Type="http://schemas.openxmlformats.org/officeDocument/2006/relationships/customXml" Target="../ink/ink565.xml"/><Relationship Id="rId166" Type="http://schemas.openxmlformats.org/officeDocument/2006/relationships/customXml" Target="../ink/ink614.xml"/><Relationship Id="rId331" Type="http://schemas.openxmlformats.org/officeDocument/2006/relationships/customXml" Target="../ink/ink697.xml"/><Relationship Id="rId373" Type="http://schemas.openxmlformats.org/officeDocument/2006/relationships/customXml" Target="../ink/ink718.xml"/><Relationship Id="rId429" Type="http://schemas.openxmlformats.org/officeDocument/2006/relationships/image" Target="../media/image722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625.png"/><Relationship Id="rId440" Type="http://schemas.openxmlformats.org/officeDocument/2006/relationships/customXml" Target="../ink/ink751.xml"/><Relationship Id="rId28" Type="http://schemas.openxmlformats.org/officeDocument/2006/relationships/customXml" Target="../ink/ink544.xml"/><Relationship Id="rId275" Type="http://schemas.openxmlformats.org/officeDocument/2006/relationships/customXml" Target="../ink/ink669.xml"/><Relationship Id="rId300" Type="http://schemas.openxmlformats.org/officeDocument/2006/relationships/image" Target="../media/image657.png"/><Relationship Id="rId482" Type="http://schemas.openxmlformats.org/officeDocument/2006/relationships/customXml" Target="../ink/ink772.xml"/><Relationship Id="rId81" Type="http://schemas.openxmlformats.org/officeDocument/2006/relationships/image" Target="../media/image551.png"/><Relationship Id="rId135" Type="http://schemas.openxmlformats.org/officeDocument/2006/relationships/image" Target="../media/image577.png"/><Relationship Id="rId177" Type="http://schemas.openxmlformats.org/officeDocument/2006/relationships/image" Target="../media/image598.png"/><Relationship Id="rId342" Type="http://schemas.openxmlformats.org/officeDocument/2006/relationships/image" Target="../media/image678.png"/><Relationship Id="rId384" Type="http://schemas.openxmlformats.org/officeDocument/2006/relationships/image" Target="../media/image699.png"/><Relationship Id="rId202" Type="http://schemas.openxmlformats.org/officeDocument/2006/relationships/customXml" Target="../ink/ink632.xml"/><Relationship Id="rId244" Type="http://schemas.openxmlformats.org/officeDocument/2006/relationships/customXml" Target="../ink/ink653.xml"/><Relationship Id="rId39" Type="http://schemas.openxmlformats.org/officeDocument/2006/relationships/image" Target="../media/image530.png"/><Relationship Id="rId286" Type="http://schemas.openxmlformats.org/officeDocument/2006/relationships/image" Target="../media/image650.png"/><Relationship Id="rId451" Type="http://schemas.openxmlformats.org/officeDocument/2006/relationships/image" Target="../media/image733.png"/><Relationship Id="rId493" Type="http://schemas.openxmlformats.org/officeDocument/2006/relationships/image" Target="../media/image753.png"/><Relationship Id="rId507" Type="http://schemas.openxmlformats.org/officeDocument/2006/relationships/image" Target="../media/image760.png"/><Relationship Id="rId50" Type="http://schemas.openxmlformats.org/officeDocument/2006/relationships/customXml" Target="../ink/ink555.xml"/><Relationship Id="rId104" Type="http://schemas.openxmlformats.org/officeDocument/2006/relationships/customXml" Target="../ink/ink582.xml"/><Relationship Id="rId146" Type="http://schemas.openxmlformats.org/officeDocument/2006/relationships/customXml" Target="../ink/ink604.xml"/><Relationship Id="rId188" Type="http://schemas.openxmlformats.org/officeDocument/2006/relationships/customXml" Target="../ink/ink625.xml"/><Relationship Id="rId311" Type="http://schemas.openxmlformats.org/officeDocument/2006/relationships/customXml" Target="../ink/ink687.xml"/><Relationship Id="rId353" Type="http://schemas.openxmlformats.org/officeDocument/2006/relationships/customXml" Target="../ink/ink708.xml"/><Relationship Id="rId395" Type="http://schemas.openxmlformats.org/officeDocument/2006/relationships/customXml" Target="../ink/ink729.xml"/><Relationship Id="rId409" Type="http://schemas.openxmlformats.org/officeDocument/2006/relationships/customXml" Target="../ink/ink736.xml"/><Relationship Id="rId92" Type="http://schemas.openxmlformats.org/officeDocument/2006/relationships/customXml" Target="../ink/ink576.xml"/><Relationship Id="rId213" Type="http://schemas.openxmlformats.org/officeDocument/2006/relationships/image" Target="../media/image616.png"/><Relationship Id="rId420" Type="http://schemas.openxmlformats.org/officeDocument/2006/relationships/customXml" Target="../ink/ink741.xml"/><Relationship Id="rId255" Type="http://schemas.openxmlformats.org/officeDocument/2006/relationships/image" Target="../media/image636.png"/><Relationship Id="rId297" Type="http://schemas.openxmlformats.org/officeDocument/2006/relationships/customXml" Target="../ink/ink680.xml"/><Relationship Id="rId462" Type="http://schemas.openxmlformats.org/officeDocument/2006/relationships/customXml" Target="../ink/ink762.xml"/><Relationship Id="rId518" Type="http://schemas.openxmlformats.org/officeDocument/2006/relationships/customXml" Target="../ink/ink790.xml"/><Relationship Id="rId115" Type="http://schemas.openxmlformats.org/officeDocument/2006/relationships/image" Target="../media/image568.png"/><Relationship Id="rId157" Type="http://schemas.openxmlformats.org/officeDocument/2006/relationships/image" Target="../media/image588.png"/><Relationship Id="rId322" Type="http://schemas.openxmlformats.org/officeDocument/2006/relationships/image" Target="../media/image668.png"/><Relationship Id="rId364" Type="http://schemas.openxmlformats.org/officeDocument/2006/relationships/image" Target="../media/image689.png"/><Relationship Id="rId61" Type="http://schemas.openxmlformats.org/officeDocument/2006/relationships/image" Target="../media/image541.png"/><Relationship Id="rId199" Type="http://schemas.openxmlformats.org/officeDocument/2006/relationships/image" Target="../media/image609.png"/><Relationship Id="rId19" Type="http://schemas.openxmlformats.org/officeDocument/2006/relationships/image" Target="../media/image521.png"/><Relationship Id="rId224" Type="http://schemas.openxmlformats.org/officeDocument/2006/relationships/customXml" Target="../ink/ink643.xml"/><Relationship Id="rId266" Type="http://schemas.openxmlformats.org/officeDocument/2006/relationships/image" Target="../media/image641.png"/><Relationship Id="rId431" Type="http://schemas.openxmlformats.org/officeDocument/2006/relationships/image" Target="../media/image723.png"/><Relationship Id="rId473" Type="http://schemas.openxmlformats.org/officeDocument/2006/relationships/image" Target="../media/image743.png"/><Relationship Id="rId30" Type="http://schemas.openxmlformats.org/officeDocument/2006/relationships/customXml" Target="../ink/ink545.xml"/><Relationship Id="rId126" Type="http://schemas.openxmlformats.org/officeDocument/2006/relationships/customXml" Target="../ink/ink594.xml"/><Relationship Id="rId168" Type="http://schemas.openxmlformats.org/officeDocument/2006/relationships/customXml" Target="../ink/ink615.xml"/><Relationship Id="rId333" Type="http://schemas.openxmlformats.org/officeDocument/2006/relationships/customXml" Target="../ink/ink698.xml"/><Relationship Id="rId72" Type="http://schemas.openxmlformats.org/officeDocument/2006/relationships/customXml" Target="../ink/ink566.xml"/><Relationship Id="rId375" Type="http://schemas.openxmlformats.org/officeDocument/2006/relationships/customXml" Target="../ink/ink719.xml"/><Relationship Id="rId3" Type="http://schemas.openxmlformats.org/officeDocument/2006/relationships/image" Target="../media/image513.png"/><Relationship Id="rId235" Type="http://schemas.openxmlformats.org/officeDocument/2006/relationships/image" Target="../media/image626.png"/><Relationship Id="rId277" Type="http://schemas.openxmlformats.org/officeDocument/2006/relationships/customXml" Target="../ink/ink670.xml"/><Relationship Id="rId400" Type="http://schemas.openxmlformats.org/officeDocument/2006/relationships/image" Target="../media/image707.png"/><Relationship Id="rId442" Type="http://schemas.openxmlformats.org/officeDocument/2006/relationships/customXml" Target="../ink/ink752.xml"/><Relationship Id="rId484" Type="http://schemas.openxmlformats.org/officeDocument/2006/relationships/customXml" Target="../ink/ink773.xml"/><Relationship Id="rId137" Type="http://schemas.openxmlformats.org/officeDocument/2006/relationships/image" Target="../media/image578.png"/><Relationship Id="rId302" Type="http://schemas.openxmlformats.org/officeDocument/2006/relationships/image" Target="../media/image658.png"/><Relationship Id="rId344" Type="http://schemas.openxmlformats.org/officeDocument/2006/relationships/image" Target="../media/image679.png"/><Relationship Id="rId41" Type="http://schemas.openxmlformats.org/officeDocument/2006/relationships/image" Target="../media/image531.png"/><Relationship Id="rId83" Type="http://schemas.openxmlformats.org/officeDocument/2006/relationships/image" Target="../media/image552.png"/><Relationship Id="rId179" Type="http://schemas.openxmlformats.org/officeDocument/2006/relationships/image" Target="../media/image599.png"/><Relationship Id="rId386" Type="http://schemas.openxmlformats.org/officeDocument/2006/relationships/image" Target="../media/image700.png"/><Relationship Id="rId190" Type="http://schemas.openxmlformats.org/officeDocument/2006/relationships/customXml" Target="../ink/ink626.xml"/><Relationship Id="rId204" Type="http://schemas.openxmlformats.org/officeDocument/2006/relationships/customXml" Target="../ink/ink633.xml"/><Relationship Id="rId246" Type="http://schemas.openxmlformats.org/officeDocument/2006/relationships/customXml" Target="../ink/ink654.xml"/><Relationship Id="rId288" Type="http://schemas.openxmlformats.org/officeDocument/2006/relationships/image" Target="../media/image651.png"/><Relationship Id="rId411" Type="http://schemas.openxmlformats.org/officeDocument/2006/relationships/customXml" Target="../ink/ink737.xml"/><Relationship Id="rId453" Type="http://schemas.openxmlformats.org/officeDocument/2006/relationships/image" Target="../media/image734.png"/><Relationship Id="rId509" Type="http://schemas.openxmlformats.org/officeDocument/2006/relationships/image" Target="../media/image761.png"/><Relationship Id="rId106" Type="http://schemas.openxmlformats.org/officeDocument/2006/relationships/customXml" Target="../ink/ink583.xml"/><Relationship Id="rId313" Type="http://schemas.openxmlformats.org/officeDocument/2006/relationships/customXml" Target="../ink/ink688.xml"/><Relationship Id="rId495" Type="http://schemas.openxmlformats.org/officeDocument/2006/relationships/image" Target="../media/image754.png"/><Relationship Id="rId10" Type="http://schemas.openxmlformats.org/officeDocument/2006/relationships/customXml" Target="../ink/ink535.xml"/><Relationship Id="rId52" Type="http://schemas.openxmlformats.org/officeDocument/2006/relationships/customXml" Target="../ink/ink556.xml"/><Relationship Id="rId94" Type="http://schemas.openxmlformats.org/officeDocument/2006/relationships/customXml" Target="../ink/ink577.xml"/><Relationship Id="rId148" Type="http://schemas.openxmlformats.org/officeDocument/2006/relationships/customXml" Target="../ink/ink605.xml"/><Relationship Id="rId355" Type="http://schemas.openxmlformats.org/officeDocument/2006/relationships/customXml" Target="../ink/ink709.xml"/><Relationship Id="rId397" Type="http://schemas.openxmlformats.org/officeDocument/2006/relationships/customXml" Target="../ink/ink730.xml"/><Relationship Id="rId520" Type="http://schemas.openxmlformats.org/officeDocument/2006/relationships/customXml" Target="../ink/ink791.xml"/><Relationship Id="rId215" Type="http://schemas.openxmlformats.org/officeDocument/2006/relationships/image" Target="../media/image617.png"/><Relationship Id="rId257" Type="http://schemas.openxmlformats.org/officeDocument/2006/relationships/image" Target="../media/image637.png"/><Relationship Id="rId422" Type="http://schemas.openxmlformats.org/officeDocument/2006/relationships/customXml" Target="../ink/ink742.xml"/><Relationship Id="rId464" Type="http://schemas.openxmlformats.org/officeDocument/2006/relationships/customXml" Target="../ink/ink763.xml"/><Relationship Id="rId299" Type="http://schemas.openxmlformats.org/officeDocument/2006/relationships/customXml" Target="../ink/ink681.xml"/><Relationship Id="rId63" Type="http://schemas.openxmlformats.org/officeDocument/2006/relationships/image" Target="../media/image542.png"/><Relationship Id="rId159" Type="http://schemas.openxmlformats.org/officeDocument/2006/relationships/image" Target="../media/image589.png"/><Relationship Id="rId366" Type="http://schemas.openxmlformats.org/officeDocument/2006/relationships/image" Target="../media/image690.png"/><Relationship Id="rId226" Type="http://schemas.openxmlformats.org/officeDocument/2006/relationships/customXml" Target="../ink/ink644.xml"/><Relationship Id="rId433" Type="http://schemas.openxmlformats.org/officeDocument/2006/relationships/image" Target="../media/image7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02876188-3728-C715-00B3-6BBA05243618}"/>
              </a:ext>
            </a:extLst>
          </p:cNvPr>
          <p:cNvGrpSpPr/>
          <p:nvPr/>
        </p:nvGrpSpPr>
        <p:grpSpPr>
          <a:xfrm>
            <a:off x="156080" y="36175"/>
            <a:ext cx="4026240" cy="823680"/>
            <a:chOff x="156080" y="36175"/>
            <a:chExt cx="4026240" cy="82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C034FE7-14A0-F427-4D72-25B93AB1F019}"/>
                    </a:ext>
                  </a:extLst>
                </p14:cNvPr>
                <p14:cNvContentPartPr/>
                <p14:nvPr/>
              </p14:nvContentPartPr>
              <p14:xfrm>
                <a:off x="156080" y="140575"/>
                <a:ext cx="169920" cy="202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C034FE7-14A0-F427-4D72-25B93AB1F01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1760" y="136255"/>
                  <a:ext cx="1785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F222D39-E825-11E9-06BF-B18BE58C288C}"/>
                    </a:ext>
                  </a:extLst>
                </p14:cNvPr>
                <p14:cNvContentPartPr/>
                <p14:nvPr/>
              </p14:nvContentPartPr>
              <p14:xfrm>
                <a:off x="196400" y="187375"/>
                <a:ext cx="210240" cy="152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F222D39-E825-11E9-06BF-B18BE58C288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2080" y="183055"/>
                  <a:ext cx="2188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E640504-3545-0982-1A9C-52CDAC86F419}"/>
                    </a:ext>
                  </a:extLst>
                </p14:cNvPr>
                <p14:cNvContentPartPr/>
                <p14:nvPr/>
              </p14:nvContentPartPr>
              <p14:xfrm>
                <a:off x="414200" y="257215"/>
                <a:ext cx="176040" cy="35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E640504-3545-0982-1A9C-52CDAC86F41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9880" y="252895"/>
                  <a:ext cx="184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EA519E0-F814-1248-9D48-D00F68753658}"/>
                    </a:ext>
                  </a:extLst>
                </p14:cNvPr>
                <p14:cNvContentPartPr/>
                <p14:nvPr/>
              </p14:nvContentPartPr>
              <p14:xfrm>
                <a:off x="461000" y="320215"/>
                <a:ext cx="218160" cy="18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EA519E0-F814-1248-9D48-D00F6875365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6680" y="315895"/>
                  <a:ext cx="226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9DD19F9-512D-BE34-18EC-C357385B4551}"/>
                    </a:ext>
                  </a:extLst>
                </p14:cNvPr>
                <p14:cNvContentPartPr/>
                <p14:nvPr/>
              </p14:nvContentPartPr>
              <p14:xfrm>
                <a:off x="952040" y="36175"/>
                <a:ext cx="636840" cy="356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9DD19F9-512D-BE34-18EC-C357385B455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7720" y="31855"/>
                  <a:ext cx="6454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94E1892-B6E1-6A32-CF9B-208EA89A471B}"/>
                    </a:ext>
                  </a:extLst>
                </p14:cNvPr>
                <p14:cNvContentPartPr/>
                <p14:nvPr/>
              </p14:nvContentPartPr>
              <p14:xfrm>
                <a:off x="1352000" y="187375"/>
                <a:ext cx="21600" cy="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94E1892-B6E1-6A32-CF9B-208EA89A47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47680" y="183055"/>
                  <a:ext cx="302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6C3B67F-FF7D-E1B0-B255-4784A4507127}"/>
                    </a:ext>
                  </a:extLst>
                </p14:cNvPr>
                <p14:cNvContentPartPr/>
                <p14:nvPr/>
              </p14:nvContentPartPr>
              <p14:xfrm>
                <a:off x="1749080" y="109255"/>
                <a:ext cx="94680" cy="258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6C3B67F-FF7D-E1B0-B255-4784A450712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44760" y="104935"/>
                  <a:ext cx="103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7383E12-0BC0-2F7D-38EE-AB172B8636BD}"/>
                    </a:ext>
                  </a:extLst>
                </p14:cNvPr>
                <p14:cNvContentPartPr/>
                <p14:nvPr/>
              </p14:nvContentPartPr>
              <p14:xfrm>
                <a:off x="2000720" y="140215"/>
                <a:ext cx="126360" cy="213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7383E12-0BC0-2F7D-38EE-AB172B8636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96400" y="135895"/>
                  <a:ext cx="1350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3343015-D192-B8D8-B62A-1137AC67ABEE}"/>
                    </a:ext>
                  </a:extLst>
                </p14:cNvPr>
                <p14:cNvContentPartPr/>
                <p14:nvPr/>
              </p14:nvContentPartPr>
              <p14:xfrm>
                <a:off x="2047520" y="215095"/>
                <a:ext cx="195120" cy="42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3343015-D192-B8D8-B62A-1137AC67ABE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43200" y="210775"/>
                  <a:ext cx="2037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90CFC38-779F-7938-AE2A-736C5D58B477}"/>
                    </a:ext>
                  </a:extLst>
                </p14:cNvPr>
                <p14:cNvContentPartPr/>
                <p14:nvPr/>
              </p14:nvContentPartPr>
              <p14:xfrm>
                <a:off x="2212760" y="140215"/>
                <a:ext cx="116640" cy="205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90CFC38-779F-7938-AE2A-736C5D58B47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08440" y="135895"/>
                  <a:ext cx="1252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661EE0B-1A35-5F8E-9162-16352519F944}"/>
                    </a:ext>
                  </a:extLst>
                </p14:cNvPr>
                <p14:cNvContentPartPr/>
                <p14:nvPr/>
              </p14:nvContentPartPr>
              <p14:xfrm>
                <a:off x="2393120" y="115735"/>
                <a:ext cx="272520" cy="206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661EE0B-1A35-5F8E-9162-16352519F9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88800" y="111415"/>
                  <a:ext cx="2811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2D8660C-45B7-3CE5-2BEE-B498EF166547}"/>
                    </a:ext>
                  </a:extLst>
                </p14:cNvPr>
                <p14:cNvContentPartPr/>
                <p14:nvPr/>
              </p14:nvContentPartPr>
              <p14:xfrm>
                <a:off x="2506160" y="77935"/>
                <a:ext cx="237240" cy="343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2D8660C-45B7-3CE5-2BEE-B498EF16654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01840" y="73615"/>
                  <a:ext cx="2458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7671B87-D1A7-C9DB-F054-FEB17601CDCD}"/>
                    </a:ext>
                  </a:extLst>
                </p14:cNvPr>
                <p14:cNvContentPartPr/>
                <p14:nvPr/>
              </p14:nvContentPartPr>
              <p14:xfrm>
                <a:off x="250040" y="608575"/>
                <a:ext cx="264600" cy="150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7671B87-D1A7-C9DB-F054-FEB17601CDC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5720" y="604255"/>
                  <a:ext cx="273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0FC5EBC-697B-CB15-E209-8F8B02803D87}"/>
                    </a:ext>
                  </a:extLst>
                </p14:cNvPr>
                <p14:cNvContentPartPr/>
                <p14:nvPr/>
              </p14:nvContentPartPr>
              <p14:xfrm>
                <a:off x="210800" y="647815"/>
                <a:ext cx="333720" cy="24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0FC5EBC-697B-CB15-E209-8F8B02803D8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6480" y="643495"/>
                  <a:ext cx="342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3D9092-9F82-1710-5866-310A88EF52CE}"/>
                    </a:ext>
                  </a:extLst>
                </p14:cNvPr>
                <p14:cNvContentPartPr/>
                <p14:nvPr/>
              </p14:nvContentPartPr>
              <p14:xfrm>
                <a:off x="656480" y="679855"/>
                <a:ext cx="97920" cy="3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3D9092-9F82-1710-5866-310A88EF52C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52160" y="675535"/>
                  <a:ext cx="10656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D4EA58C-B8C8-5CCE-2024-E4E69C9F60C1}"/>
                    </a:ext>
                  </a:extLst>
                </p14:cNvPr>
                <p14:cNvContentPartPr/>
                <p14:nvPr/>
              </p14:nvContentPartPr>
              <p14:xfrm>
                <a:off x="562520" y="726655"/>
                <a:ext cx="257400" cy="16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D4EA58C-B8C8-5CCE-2024-E4E69C9F60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8200" y="722335"/>
                  <a:ext cx="2660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B046C94-E92B-17F2-D5B9-D0E9D0385E02}"/>
                    </a:ext>
                  </a:extLst>
                </p14:cNvPr>
                <p14:cNvContentPartPr/>
                <p14:nvPr/>
              </p14:nvContentPartPr>
              <p14:xfrm>
                <a:off x="1047080" y="570415"/>
                <a:ext cx="360" cy="187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B046C94-E92B-17F2-D5B9-D0E9D0385E0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42760" y="566095"/>
                  <a:ext cx="90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E62F5DA-113D-09BF-2038-618D89699A33}"/>
                    </a:ext>
                  </a:extLst>
                </p14:cNvPr>
                <p14:cNvContentPartPr/>
                <p14:nvPr/>
              </p14:nvContentPartPr>
              <p14:xfrm>
                <a:off x="1047080" y="609295"/>
                <a:ext cx="124560" cy="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E62F5DA-113D-09BF-2038-618D89699A3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42760" y="604975"/>
                  <a:ext cx="133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CA18800-C32B-7C87-286A-092518CC6B1E}"/>
                    </a:ext>
                  </a:extLst>
                </p14:cNvPr>
                <p14:cNvContentPartPr/>
                <p14:nvPr/>
              </p14:nvContentPartPr>
              <p14:xfrm>
                <a:off x="1039160" y="671935"/>
                <a:ext cx="202320" cy="32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CA18800-C32B-7C87-286A-092518CC6B1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4840" y="667615"/>
                  <a:ext cx="210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8CD98E-7CE8-FFAA-EE53-5877550F8AE1}"/>
                    </a:ext>
                  </a:extLst>
                </p14:cNvPr>
                <p14:cNvContentPartPr/>
                <p14:nvPr/>
              </p14:nvContentPartPr>
              <p14:xfrm>
                <a:off x="1023680" y="742135"/>
                <a:ext cx="218160" cy="24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8CD98E-7CE8-FFAA-EE53-5877550F8AE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9360" y="737815"/>
                  <a:ext cx="226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6590B09-DC91-F42D-CF76-815AAAC59738}"/>
                    </a:ext>
                  </a:extLst>
                </p14:cNvPr>
                <p14:cNvContentPartPr/>
                <p14:nvPr/>
              </p14:nvContentPartPr>
              <p14:xfrm>
                <a:off x="1296920" y="546655"/>
                <a:ext cx="125640" cy="227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6590B09-DC91-F42D-CF76-815AAAC5973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92600" y="542335"/>
                  <a:ext cx="1342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E23DCF2-0804-DD86-3267-7ED709E9D706}"/>
                    </a:ext>
                  </a:extLst>
                </p14:cNvPr>
                <p14:cNvContentPartPr/>
                <p14:nvPr/>
              </p14:nvContentPartPr>
              <p14:xfrm>
                <a:off x="1484840" y="632335"/>
                <a:ext cx="177840" cy="150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E23DCF2-0804-DD86-3267-7ED709E9D70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80520" y="628015"/>
                  <a:ext cx="1864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9FF2636-9178-A7DC-17E1-A7051D6F854C}"/>
                    </a:ext>
                  </a:extLst>
                </p14:cNvPr>
                <p14:cNvContentPartPr/>
                <p14:nvPr/>
              </p14:nvContentPartPr>
              <p14:xfrm>
                <a:off x="1469000" y="687415"/>
                <a:ext cx="320040" cy="8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FF2636-9178-A7DC-17E1-A7051D6F854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64680" y="683095"/>
                  <a:ext cx="3286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E945C2E-3EC2-4820-61BC-DDDA1BFF16E8}"/>
                    </a:ext>
                  </a:extLst>
                </p14:cNvPr>
                <p14:cNvContentPartPr/>
                <p14:nvPr/>
              </p14:nvContentPartPr>
              <p14:xfrm>
                <a:off x="1773560" y="547015"/>
                <a:ext cx="96120" cy="272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E945C2E-3EC2-4820-61BC-DDDA1BFF16E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69240" y="542695"/>
                  <a:ext cx="1047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DE93220-9169-422A-4FE4-14A69918ED1F}"/>
                    </a:ext>
                  </a:extLst>
                </p14:cNvPr>
                <p14:cNvContentPartPr/>
                <p14:nvPr/>
              </p14:nvContentPartPr>
              <p14:xfrm>
                <a:off x="2063000" y="695335"/>
                <a:ext cx="306000" cy="6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DE93220-9169-422A-4FE4-14A69918ED1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58680" y="691015"/>
                  <a:ext cx="31464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00A3DF7-FE82-D7E6-CA23-8C04B9ED373E}"/>
                    </a:ext>
                  </a:extLst>
                </p14:cNvPr>
                <p14:cNvContentPartPr/>
                <p14:nvPr/>
              </p14:nvContentPartPr>
              <p14:xfrm>
                <a:off x="2125640" y="726655"/>
                <a:ext cx="257400" cy="16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00A3DF7-FE82-D7E6-CA23-8C04B9ED373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21320" y="722335"/>
                  <a:ext cx="2660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43BCB76-59BC-A8E3-5876-279A746BBFD4}"/>
                    </a:ext>
                  </a:extLst>
                </p14:cNvPr>
                <p14:cNvContentPartPr/>
                <p14:nvPr/>
              </p14:nvContentPartPr>
              <p14:xfrm>
                <a:off x="2554760" y="631255"/>
                <a:ext cx="227880" cy="113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43BCB76-59BC-A8E3-5876-279A746BBFD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50440" y="626935"/>
                  <a:ext cx="2365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37CFBB4-84D0-A111-233F-EE614C267C92}"/>
                    </a:ext>
                  </a:extLst>
                </p14:cNvPr>
                <p14:cNvContentPartPr/>
                <p14:nvPr/>
              </p14:nvContentPartPr>
              <p14:xfrm>
                <a:off x="2765720" y="523615"/>
                <a:ext cx="180000" cy="244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37CFBB4-84D0-A111-233F-EE614C267C9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61400" y="519295"/>
                  <a:ext cx="1886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A5FBE7B-FA56-9025-2380-CB34805D01FE}"/>
                    </a:ext>
                  </a:extLst>
                </p14:cNvPr>
                <p14:cNvContentPartPr/>
                <p14:nvPr/>
              </p14:nvContentPartPr>
              <p14:xfrm>
                <a:off x="2977400" y="633775"/>
                <a:ext cx="217800" cy="124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A5FBE7B-FA56-9025-2380-CB34805D01F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973080" y="629455"/>
                  <a:ext cx="226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4A13FEB-701E-56E1-45CF-E46EE6978FD9}"/>
                    </a:ext>
                  </a:extLst>
                </p14:cNvPr>
                <p14:cNvContentPartPr/>
                <p14:nvPr/>
              </p14:nvContentPartPr>
              <p14:xfrm>
                <a:off x="2899280" y="554575"/>
                <a:ext cx="37080" cy="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4A13FEB-701E-56E1-45CF-E46EE6978FD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94960" y="550255"/>
                  <a:ext cx="457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8147669-616E-8553-12E0-582F498DE3CD}"/>
                    </a:ext>
                  </a:extLst>
                </p14:cNvPr>
                <p14:cNvContentPartPr/>
                <p14:nvPr/>
              </p14:nvContentPartPr>
              <p14:xfrm>
                <a:off x="3289880" y="453055"/>
                <a:ext cx="89640" cy="239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8147669-616E-8553-12E0-582F498DE3C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85560" y="448735"/>
                  <a:ext cx="982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C8A7F0E-B76A-A2C9-6398-60D622EB5DEB}"/>
                    </a:ext>
                  </a:extLst>
                </p14:cNvPr>
                <p14:cNvContentPartPr/>
                <p14:nvPr/>
              </p14:nvContentPartPr>
              <p14:xfrm>
                <a:off x="3485360" y="506335"/>
                <a:ext cx="156600" cy="195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C8A7F0E-B76A-A2C9-6398-60D622EB5DE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81040" y="502015"/>
                  <a:ext cx="1652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81AE191-9209-0E94-4F7C-8A5685059F5E}"/>
                    </a:ext>
                  </a:extLst>
                </p14:cNvPr>
                <p14:cNvContentPartPr/>
                <p14:nvPr/>
              </p14:nvContentPartPr>
              <p14:xfrm>
                <a:off x="3720080" y="522895"/>
                <a:ext cx="321480" cy="173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81AE191-9209-0E94-4F7C-8A5685059F5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15760" y="518575"/>
                  <a:ext cx="330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BD095EE-DA33-D168-E847-F8F7B17FC509}"/>
                    </a:ext>
                  </a:extLst>
                </p14:cNvPr>
                <p14:cNvContentPartPr/>
                <p14:nvPr/>
              </p14:nvContentPartPr>
              <p14:xfrm>
                <a:off x="3919160" y="484375"/>
                <a:ext cx="263160" cy="375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BD095EE-DA33-D168-E847-F8F7B17FC50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14840" y="480055"/>
                  <a:ext cx="271800" cy="38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369D010-B00C-5717-1A9E-BDAB860AD192}"/>
                  </a:ext>
                </a:extLst>
              </p14:cNvPr>
              <p14:cNvContentPartPr/>
              <p14:nvPr/>
            </p14:nvContentPartPr>
            <p14:xfrm>
              <a:off x="202880" y="1029415"/>
              <a:ext cx="349200" cy="2134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369D010-B00C-5717-1A9E-BDAB860AD19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98560" y="1025095"/>
                <a:ext cx="357840" cy="22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6C2C30DB-24FF-0892-2DEB-BB546912D47D}"/>
              </a:ext>
            </a:extLst>
          </p:cNvPr>
          <p:cNvGrpSpPr/>
          <p:nvPr/>
        </p:nvGrpSpPr>
        <p:grpSpPr>
          <a:xfrm>
            <a:off x="781400" y="1148575"/>
            <a:ext cx="202680" cy="47520"/>
            <a:chOff x="781400" y="1148575"/>
            <a:chExt cx="202680" cy="4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879E247-8012-82BF-EC49-628471362FAF}"/>
                    </a:ext>
                  </a:extLst>
                </p14:cNvPr>
                <p14:cNvContentPartPr/>
                <p14:nvPr/>
              </p14:nvContentPartPr>
              <p14:xfrm>
                <a:off x="796880" y="1148575"/>
                <a:ext cx="155880" cy="9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879E247-8012-82BF-EC49-628471362FA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2560" y="1144255"/>
                  <a:ext cx="164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1738504-6E47-2E1F-F570-1D179B8DCD70}"/>
                    </a:ext>
                  </a:extLst>
                </p14:cNvPr>
                <p14:cNvContentPartPr/>
                <p14:nvPr/>
              </p14:nvContentPartPr>
              <p14:xfrm>
                <a:off x="781400" y="1195735"/>
                <a:ext cx="202680" cy="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1738504-6E47-2E1F-F570-1D179B8DCD7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77080" y="1191415"/>
                  <a:ext cx="21132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9404805-3657-7326-7BF0-A5564A7C0E63}"/>
              </a:ext>
            </a:extLst>
          </p:cNvPr>
          <p:cNvGrpSpPr/>
          <p:nvPr/>
        </p:nvGrpSpPr>
        <p:grpSpPr>
          <a:xfrm>
            <a:off x="1430120" y="976135"/>
            <a:ext cx="1280520" cy="290880"/>
            <a:chOff x="1430120" y="976135"/>
            <a:chExt cx="1280520" cy="29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87BCBF8-1CE3-9212-0C32-45CED1A03967}"/>
                    </a:ext>
                  </a:extLst>
                </p14:cNvPr>
                <p14:cNvContentPartPr/>
                <p14:nvPr/>
              </p14:nvContentPartPr>
              <p14:xfrm>
                <a:off x="1430120" y="1093855"/>
                <a:ext cx="358920" cy="173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87BCBF8-1CE3-9212-0C32-45CED1A0396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25800" y="1089535"/>
                  <a:ext cx="3675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4F3A786-F226-1E55-AC0C-08286935C51E}"/>
                    </a:ext>
                  </a:extLst>
                </p14:cNvPr>
                <p14:cNvContentPartPr/>
                <p14:nvPr/>
              </p14:nvContentPartPr>
              <p14:xfrm>
                <a:off x="1776800" y="1085935"/>
                <a:ext cx="144360" cy="166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4F3A786-F226-1E55-AC0C-08286935C51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772480" y="1081615"/>
                  <a:ext cx="1530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5CA7205-5DD9-87AE-578C-4AD6A37B74C0}"/>
                    </a:ext>
                  </a:extLst>
                </p14:cNvPr>
                <p14:cNvContentPartPr/>
                <p14:nvPr/>
              </p14:nvContentPartPr>
              <p14:xfrm>
                <a:off x="1937720" y="1141015"/>
                <a:ext cx="16200" cy="105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5CA7205-5DD9-87AE-578C-4AD6A37B74C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33400" y="1136695"/>
                  <a:ext cx="24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97062D4-6953-57C2-36C8-E77309F87731}"/>
                    </a:ext>
                  </a:extLst>
                </p14:cNvPr>
                <p14:cNvContentPartPr/>
                <p14:nvPr/>
              </p14:nvContentPartPr>
              <p14:xfrm>
                <a:off x="1976960" y="1062535"/>
                <a:ext cx="26640" cy="51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97062D4-6953-57C2-36C8-E77309F8773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972640" y="1058215"/>
                  <a:ext cx="352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22D4296-A91C-8465-8E08-A5E1CCF71D5B}"/>
                    </a:ext>
                  </a:extLst>
                </p14:cNvPr>
                <p14:cNvContentPartPr/>
                <p14:nvPr/>
              </p14:nvContentPartPr>
              <p14:xfrm>
                <a:off x="2046440" y="1156495"/>
                <a:ext cx="113400" cy="80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22D4296-A91C-8465-8E08-A5E1CCF71D5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42120" y="1152175"/>
                  <a:ext cx="1220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DA03BF7-01B8-DA26-1C49-CE9AC17BBAAF}"/>
                    </a:ext>
                  </a:extLst>
                </p14:cNvPr>
                <p14:cNvContentPartPr/>
                <p14:nvPr/>
              </p14:nvContentPartPr>
              <p14:xfrm>
                <a:off x="2179640" y="1015735"/>
                <a:ext cx="319320" cy="243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DA03BF7-01B8-DA26-1C49-CE9AC17BBAA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75320" y="1011415"/>
                  <a:ext cx="3279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5986073-6E23-1634-FF9E-581F520E85DB}"/>
                    </a:ext>
                  </a:extLst>
                </p14:cNvPr>
                <p14:cNvContentPartPr/>
                <p14:nvPr/>
              </p14:nvContentPartPr>
              <p14:xfrm>
                <a:off x="2413640" y="976135"/>
                <a:ext cx="297000" cy="268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5986073-6E23-1634-FF9E-581F520E85D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409320" y="971815"/>
                  <a:ext cx="305640" cy="27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22A1388-11A0-72D7-0734-4F7E46DFA991}"/>
              </a:ext>
            </a:extLst>
          </p:cNvPr>
          <p:cNvGrpSpPr/>
          <p:nvPr/>
        </p:nvGrpSpPr>
        <p:grpSpPr>
          <a:xfrm>
            <a:off x="154640" y="1609735"/>
            <a:ext cx="1251360" cy="314280"/>
            <a:chOff x="154640" y="1609735"/>
            <a:chExt cx="125136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02EB751-EF5A-1157-5295-03B3C32ECC3E}"/>
                    </a:ext>
                  </a:extLst>
                </p14:cNvPr>
                <p14:cNvContentPartPr/>
                <p14:nvPr/>
              </p14:nvContentPartPr>
              <p14:xfrm>
                <a:off x="154640" y="1609735"/>
                <a:ext cx="220680" cy="187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02EB751-EF5A-1157-5295-03B3C32ECC3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0320" y="1605415"/>
                  <a:ext cx="2293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8769985-EE3A-1621-612A-0992AF7BA739}"/>
                    </a:ext>
                  </a:extLst>
                </p14:cNvPr>
                <p14:cNvContentPartPr/>
                <p14:nvPr/>
              </p14:nvContentPartPr>
              <p14:xfrm>
                <a:off x="507800" y="1765615"/>
                <a:ext cx="100800" cy="12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8769985-EE3A-1621-612A-0992AF7BA73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3480" y="1761295"/>
                  <a:ext cx="1094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655E6F2-2311-335A-2B8C-F24153F61BB7}"/>
                    </a:ext>
                  </a:extLst>
                </p14:cNvPr>
                <p14:cNvContentPartPr/>
                <p14:nvPr/>
              </p14:nvContentPartPr>
              <p14:xfrm>
                <a:off x="492320" y="1805215"/>
                <a:ext cx="163440" cy="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655E6F2-2311-335A-2B8C-F24153F61BB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8000" y="1800895"/>
                  <a:ext cx="1720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8F625F8-F6B5-8FA4-9135-7FCDBB37D39A}"/>
                    </a:ext>
                  </a:extLst>
                </p14:cNvPr>
                <p14:cNvContentPartPr/>
                <p14:nvPr/>
              </p14:nvContentPartPr>
              <p14:xfrm>
                <a:off x="836120" y="1677415"/>
                <a:ext cx="192960" cy="182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8F625F8-F6B5-8FA4-9135-7FCDBB37D39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1800" y="1673095"/>
                  <a:ext cx="2016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2536435-2756-F924-EA9C-82D6F8160015}"/>
                    </a:ext>
                  </a:extLst>
                </p14:cNvPr>
                <p14:cNvContentPartPr/>
                <p14:nvPr/>
              </p14:nvContentPartPr>
              <p14:xfrm>
                <a:off x="1046720" y="1781815"/>
                <a:ext cx="23760" cy="142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2536435-2756-F924-EA9C-82D6F816001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42400" y="1777495"/>
                  <a:ext cx="324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D9350F1-8BFA-EFBE-BE53-89FDBD63B92F}"/>
                    </a:ext>
                  </a:extLst>
                </p14:cNvPr>
                <p14:cNvContentPartPr/>
                <p14:nvPr/>
              </p14:nvContentPartPr>
              <p14:xfrm>
                <a:off x="1070480" y="1836895"/>
                <a:ext cx="101160" cy="70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D9350F1-8BFA-EFBE-BE53-89FDBD63B92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66160" y="1832575"/>
                  <a:ext cx="1098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3743FC5-D7D1-9FA2-BFDC-C69772BE01AE}"/>
                    </a:ext>
                  </a:extLst>
                </p14:cNvPr>
                <p14:cNvContentPartPr/>
                <p14:nvPr/>
              </p14:nvContentPartPr>
              <p14:xfrm>
                <a:off x="1265960" y="1672375"/>
                <a:ext cx="45360" cy="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3743FC5-D7D1-9FA2-BFDC-C69772BE01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61640" y="1668055"/>
                  <a:ext cx="54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5CA48AB-EB29-8D1D-EB44-E5FD8733F955}"/>
                    </a:ext>
                  </a:extLst>
                </p14:cNvPr>
                <p14:cNvContentPartPr/>
                <p14:nvPr/>
              </p14:nvContentPartPr>
              <p14:xfrm>
                <a:off x="1219160" y="1711255"/>
                <a:ext cx="186840" cy="24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5CA48AB-EB29-8D1D-EB44-E5FD8733F95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214840" y="1706935"/>
                  <a:ext cx="195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17C76EE-146E-61B0-A331-8DD4C2B715DD}"/>
                    </a:ext>
                  </a:extLst>
                </p14:cNvPr>
                <p14:cNvContentPartPr/>
                <p14:nvPr/>
              </p14:nvContentPartPr>
              <p14:xfrm>
                <a:off x="1211240" y="1664095"/>
                <a:ext cx="163800" cy="8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17C76EE-146E-61B0-A331-8DD4C2B715D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206920" y="1659775"/>
                  <a:ext cx="172440" cy="1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4951939-E34D-6283-B85F-3742888DD72E}"/>
              </a:ext>
            </a:extLst>
          </p:cNvPr>
          <p:cNvGrpSpPr/>
          <p:nvPr/>
        </p:nvGrpSpPr>
        <p:grpSpPr>
          <a:xfrm>
            <a:off x="1740800" y="1406695"/>
            <a:ext cx="3519720" cy="306720"/>
            <a:chOff x="1740800" y="1406695"/>
            <a:chExt cx="351972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7E5FA65-AC4F-8DD6-987C-FFB02D8F113B}"/>
                    </a:ext>
                  </a:extLst>
                </p14:cNvPr>
                <p14:cNvContentPartPr/>
                <p14:nvPr/>
              </p14:nvContentPartPr>
              <p14:xfrm>
                <a:off x="1740800" y="1569055"/>
                <a:ext cx="168480" cy="144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7E5FA65-AC4F-8DD6-987C-FFB02D8F113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736480" y="1564735"/>
                  <a:ext cx="1771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96091A9-B1CE-5110-A73E-B18779123A3C}"/>
                    </a:ext>
                  </a:extLst>
                </p14:cNvPr>
                <p14:cNvContentPartPr/>
                <p14:nvPr/>
              </p14:nvContentPartPr>
              <p14:xfrm>
                <a:off x="1904960" y="1586335"/>
                <a:ext cx="212040" cy="1270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96091A9-B1CE-5110-A73E-B18779123A3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00640" y="1582015"/>
                  <a:ext cx="2206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502F3BC-C3E9-F3D7-04D7-789CAA35D9CF}"/>
                    </a:ext>
                  </a:extLst>
                </p14:cNvPr>
                <p14:cNvContentPartPr/>
                <p14:nvPr/>
              </p14:nvContentPartPr>
              <p14:xfrm>
                <a:off x="2054360" y="1601815"/>
                <a:ext cx="131760" cy="87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502F3BC-C3E9-F3D7-04D7-789CAA35D9C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50040" y="1597495"/>
                  <a:ext cx="140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49939D1-9361-3389-1011-1A3AE70D37DE}"/>
                    </a:ext>
                  </a:extLst>
                </p14:cNvPr>
                <p14:cNvContentPartPr/>
                <p14:nvPr/>
              </p14:nvContentPartPr>
              <p14:xfrm>
                <a:off x="2172080" y="1438015"/>
                <a:ext cx="248040" cy="273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49939D1-9361-3389-1011-1A3AE70D37D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67760" y="1433695"/>
                  <a:ext cx="2566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6CC9345-6EE1-5560-3C10-5EB4B9B35EB4}"/>
                    </a:ext>
                  </a:extLst>
                </p14:cNvPr>
                <p14:cNvContentPartPr/>
                <p14:nvPr/>
              </p14:nvContentPartPr>
              <p14:xfrm>
                <a:off x="2428400" y="1406695"/>
                <a:ext cx="163800" cy="299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6CC9345-6EE1-5560-3C10-5EB4B9B35EB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424080" y="1402375"/>
                  <a:ext cx="1724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F435A5F-E237-0F58-181E-2D6121865836}"/>
                    </a:ext>
                  </a:extLst>
                </p14:cNvPr>
                <p14:cNvContentPartPr/>
                <p14:nvPr/>
              </p14:nvContentPartPr>
              <p14:xfrm>
                <a:off x="2616680" y="1609015"/>
                <a:ext cx="103320" cy="1044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F435A5F-E237-0F58-181E-2D612186583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612360" y="1604695"/>
                  <a:ext cx="1119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04F9439-1502-3880-DD82-467CB6930B7B}"/>
                    </a:ext>
                  </a:extLst>
                </p14:cNvPr>
                <p14:cNvContentPartPr/>
                <p14:nvPr/>
              </p14:nvContentPartPr>
              <p14:xfrm>
                <a:off x="2733680" y="1588495"/>
                <a:ext cx="74880" cy="109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04F9439-1502-3880-DD82-467CB6930B7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29360" y="1584175"/>
                  <a:ext cx="835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CD432DA-DA83-E99A-0950-1918D8F5F13A}"/>
                    </a:ext>
                  </a:extLst>
                </p14:cNvPr>
                <p14:cNvContentPartPr/>
                <p14:nvPr/>
              </p14:nvContentPartPr>
              <p14:xfrm>
                <a:off x="2836640" y="1468975"/>
                <a:ext cx="62640" cy="196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CD432DA-DA83-E99A-0950-1918D8F5F13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832320" y="1464655"/>
                  <a:ext cx="712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FC801A4-D953-F958-D26C-7A34080465D7}"/>
                    </a:ext>
                  </a:extLst>
                </p14:cNvPr>
                <p14:cNvContentPartPr/>
                <p14:nvPr/>
              </p14:nvContentPartPr>
              <p14:xfrm>
                <a:off x="2860400" y="1546735"/>
                <a:ext cx="109080" cy="16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FC801A4-D953-F958-D26C-7A34080465D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56080" y="1542415"/>
                  <a:ext cx="117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67A133E-74BB-BEC6-AFC4-382F2723F0FD}"/>
                    </a:ext>
                  </a:extLst>
                </p14:cNvPr>
                <p14:cNvContentPartPr/>
                <p14:nvPr/>
              </p14:nvContentPartPr>
              <p14:xfrm>
                <a:off x="2821160" y="1617655"/>
                <a:ext cx="264960" cy="52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67A133E-74BB-BEC6-AFC4-382F2723F0F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816840" y="1613335"/>
                  <a:ext cx="273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880C7CF-77DB-7375-B1A9-E6783647FCB5}"/>
                    </a:ext>
                  </a:extLst>
                </p14:cNvPr>
                <p14:cNvContentPartPr/>
                <p14:nvPr/>
              </p14:nvContentPartPr>
              <p14:xfrm>
                <a:off x="3188360" y="1589575"/>
                <a:ext cx="251280" cy="84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880C7CF-77DB-7375-B1A9-E6783647FCB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184040" y="1585255"/>
                  <a:ext cx="259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893BC3A-DE56-6451-6ED4-49C2E0B3A290}"/>
                    </a:ext>
                  </a:extLst>
                </p14:cNvPr>
                <p14:cNvContentPartPr/>
                <p14:nvPr/>
              </p14:nvContentPartPr>
              <p14:xfrm>
                <a:off x="3454040" y="1578415"/>
                <a:ext cx="54000" cy="1195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893BC3A-DE56-6451-6ED4-49C2E0B3A29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49720" y="1574095"/>
                  <a:ext cx="626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C7BF696-460E-CD5E-0280-DA306DDE2C9C}"/>
                    </a:ext>
                  </a:extLst>
                </p14:cNvPr>
                <p14:cNvContentPartPr/>
                <p14:nvPr/>
              </p14:nvContentPartPr>
              <p14:xfrm>
                <a:off x="3501200" y="1523695"/>
                <a:ext cx="360" cy="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C7BF696-460E-CD5E-0280-DA306DDE2C9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496880" y="151937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20D5E35-F02A-A615-A399-FD20D72FC88A}"/>
                    </a:ext>
                  </a:extLst>
                </p14:cNvPr>
                <p14:cNvContentPartPr/>
                <p14:nvPr/>
              </p14:nvContentPartPr>
              <p14:xfrm>
                <a:off x="3517760" y="1476895"/>
                <a:ext cx="38520" cy="211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20D5E35-F02A-A615-A399-FD20D72FC88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13440" y="1472575"/>
                  <a:ext cx="471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945D1F8-FD37-3D48-AC9B-1B872EEE35CC}"/>
                    </a:ext>
                  </a:extLst>
                </p14:cNvPr>
                <p14:cNvContentPartPr/>
                <p14:nvPr/>
              </p14:nvContentPartPr>
              <p14:xfrm>
                <a:off x="3540080" y="1437295"/>
                <a:ext cx="186840" cy="243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945D1F8-FD37-3D48-AC9B-1B872EEE35C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535760" y="1432975"/>
                  <a:ext cx="1954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69D06B8-CE87-D7A3-AD7E-3549B7338F76}"/>
                    </a:ext>
                  </a:extLst>
                </p14:cNvPr>
                <p14:cNvContentPartPr/>
                <p14:nvPr/>
              </p14:nvContentPartPr>
              <p14:xfrm>
                <a:off x="3842480" y="1499935"/>
                <a:ext cx="216360" cy="173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69D06B8-CE87-D7A3-AD7E-3549B7338F7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838160" y="1495615"/>
                  <a:ext cx="225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570518A-5C3B-E4D0-8721-F512E1481932}"/>
                    </a:ext>
                  </a:extLst>
                </p14:cNvPr>
                <p14:cNvContentPartPr/>
                <p14:nvPr/>
              </p14:nvContentPartPr>
              <p14:xfrm>
                <a:off x="4048040" y="1472575"/>
                <a:ext cx="111960" cy="28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570518A-5C3B-E4D0-8721-F512E148193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43720" y="1468255"/>
                  <a:ext cx="1206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6B2283B-A59F-4428-85C0-70FB863A2311}"/>
                    </a:ext>
                  </a:extLst>
                </p14:cNvPr>
                <p14:cNvContentPartPr/>
                <p14:nvPr/>
              </p14:nvContentPartPr>
              <p14:xfrm>
                <a:off x="4080440" y="1468975"/>
                <a:ext cx="109080" cy="224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6B2283B-A59F-4428-85C0-70FB863A231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076120" y="1464655"/>
                  <a:ext cx="1177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980DD36-98C0-2DC1-20B8-0261C2EA89C8}"/>
                    </a:ext>
                  </a:extLst>
                </p14:cNvPr>
                <p14:cNvContentPartPr/>
                <p14:nvPr/>
              </p14:nvContentPartPr>
              <p14:xfrm>
                <a:off x="4259000" y="1468975"/>
                <a:ext cx="86400" cy="2091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980DD36-98C0-2DC1-20B8-0261C2EA89C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54680" y="1464655"/>
                  <a:ext cx="95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008FDBD-2C97-1ECF-A940-4F8F97E373DA}"/>
                    </a:ext>
                  </a:extLst>
                </p14:cNvPr>
                <p14:cNvContentPartPr/>
                <p14:nvPr/>
              </p14:nvContentPartPr>
              <p14:xfrm>
                <a:off x="4501640" y="1547095"/>
                <a:ext cx="135000" cy="1098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008FDBD-2C97-1ECF-A940-4F8F97E373D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497320" y="1542775"/>
                  <a:ext cx="1436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A36D980-19F3-ADD4-7D61-0589152AAF25}"/>
                    </a:ext>
                  </a:extLst>
                </p14:cNvPr>
                <p14:cNvContentPartPr/>
                <p14:nvPr/>
              </p14:nvContentPartPr>
              <p14:xfrm>
                <a:off x="4673000" y="1514335"/>
                <a:ext cx="124920" cy="1213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A36D980-19F3-ADD4-7D61-0589152AAF2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68680" y="1510015"/>
                  <a:ext cx="133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BA39863-5F2C-5FD5-17C4-3E1DE2C17A73}"/>
                    </a:ext>
                  </a:extLst>
                </p14:cNvPr>
                <p14:cNvContentPartPr/>
                <p14:nvPr/>
              </p14:nvContentPartPr>
              <p14:xfrm>
                <a:off x="4804760" y="1547095"/>
                <a:ext cx="155520" cy="102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BA39863-5F2C-5FD5-17C4-3E1DE2C17A7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800440" y="1542775"/>
                  <a:ext cx="1641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7ED1DDC-4AD1-4532-87A3-4079B3D40453}"/>
                    </a:ext>
                  </a:extLst>
                </p14:cNvPr>
                <p14:cNvContentPartPr/>
                <p14:nvPr/>
              </p14:nvContentPartPr>
              <p14:xfrm>
                <a:off x="4969280" y="1430095"/>
                <a:ext cx="9360" cy="217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7ED1DDC-4AD1-4532-87A3-4079B3D4045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964960" y="1425775"/>
                  <a:ext cx="18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6671FCC-C902-8905-BAAB-8EC55AA926D0}"/>
                    </a:ext>
                  </a:extLst>
                </p14:cNvPr>
                <p14:cNvContentPartPr/>
                <p14:nvPr/>
              </p14:nvContentPartPr>
              <p14:xfrm>
                <a:off x="4939040" y="1485535"/>
                <a:ext cx="321480" cy="133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6671FCC-C902-8905-BAAB-8EC55AA926D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934720" y="1481215"/>
                  <a:ext cx="33012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C1416B2-4A48-0CF7-9130-35B1DF08AEE5}"/>
              </a:ext>
            </a:extLst>
          </p:cNvPr>
          <p:cNvGrpSpPr/>
          <p:nvPr/>
        </p:nvGrpSpPr>
        <p:grpSpPr>
          <a:xfrm>
            <a:off x="124400" y="2015455"/>
            <a:ext cx="2697120" cy="829080"/>
            <a:chOff x="124400" y="2015455"/>
            <a:chExt cx="2697120" cy="82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A4B33E8-1599-3958-B4B2-D9FD6CF43F39}"/>
                    </a:ext>
                  </a:extLst>
                </p14:cNvPr>
                <p14:cNvContentPartPr/>
                <p14:nvPr/>
              </p14:nvContentPartPr>
              <p14:xfrm>
                <a:off x="178040" y="2186095"/>
                <a:ext cx="158040" cy="128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A4B33E8-1599-3958-B4B2-D9FD6CF43F3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73720" y="2181775"/>
                  <a:ext cx="166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5ED64D7-3648-6B27-0A00-B011F0CCBD37}"/>
                    </a:ext>
                  </a:extLst>
                </p14:cNvPr>
                <p14:cNvContentPartPr/>
                <p14:nvPr/>
              </p14:nvContentPartPr>
              <p14:xfrm>
                <a:off x="523280" y="2258455"/>
                <a:ext cx="124560" cy="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5ED64D7-3648-6B27-0A00-B011F0CCBD3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8960" y="2254135"/>
                  <a:ext cx="133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5ED3E7C-1697-DC9D-3DAF-2D7494130F7E}"/>
                    </a:ext>
                  </a:extLst>
                </p14:cNvPr>
                <p14:cNvContentPartPr/>
                <p14:nvPr/>
              </p14:nvContentPartPr>
              <p14:xfrm>
                <a:off x="539120" y="2273935"/>
                <a:ext cx="249480" cy="176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5ED3E7C-1697-DC9D-3DAF-2D7494130F7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34800" y="2269615"/>
                  <a:ext cx="2581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76FEE0B-50B2-4477-217F-C8847C5FB8AD}"/>
                    </a:ext>
                  </a:extLst>
                </p14:cNvPr>
                <p14:cNvContentPartPr/>
                <p14:nvPr/>
              </p14:nvContentPartPr>
              <p14:xfrm>
                <a:off x="984080" y="2156935"/>
                <a:ext cx="195120" cy="124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76FEE0B-50B2-4477-217F-C8847C5FB8A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79760" y="2152615"/>
                  <a:ext cx="203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1E034A1-20EF-F0B8-4921-B65C841DFE5B}"/>
                    </a:ext>
                  </a:extLst>
                </p14:cNvPr>
                <p14:cNvContentPartPr/>
                <p14:nvPr/>
              </p14:nvContentPartPr>
              <p14:xfrm>
                <a:off x="1047080" y="2117695"/>
                <a:ext cx="119520" cy="43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1E034A1-20EF-F0B8-4921-B65C841DFE5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42760" y="2113375"/>
                  <a:ext cx="128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7C0FB26-B90F-6F40-45C1-8B9CD0ED2720}"/>
                    </a:ext>
                  </a:extLst>
                </p14:cNvPr>
                <p14:cNvContentPartPr/>
                <p14:nvPr/>
              </p14:nvContentPartPr>
              <p14:xfrm>
                <a:off x="1243640" y="2172415"/>
                <a:ext cx="67320" cy="1191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7C0FB26-B90F-6F40-45C1-8B9CD0ED272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239320" y="2168095"/>
                  <a:ext cx="759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7228016-C384-95EA-7246-ABE62F983C8D}"/>
                    </a:ext>
                  </a:extLst>
                </p14:cNvPr>
                <p14:cNvContentPartPr/>
                <p14:nvPr/>
              </p14:nvContentPartPr>
              <p14:xfrm>
                <a:off x="1319960" y="2055415"/>
                <a:ext cx="203400" cy="219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7228016-C384-95EA-7246-ABE62F983C8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315640" y="2051095"/>
                  <a:ext cx="2120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331A048-4FBD-3BB9-C252-E8372F068141}"/>
                    </a:ext>
                  </a:extLst>
                </p14:cNvPr>
                <p14:cNvContentPartPr/>
                <p14:nvPr/>
              </p14:nvContentPartPr>
              <p14:xfrm>
                <a:off x="1547120" y="2156935"/>
                <a:ext cx="95760" cy="91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331A048-4FBD-3BB9-C252-E8372F06814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542800" y="2152615"/>
                  <a:ext cx="1044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16F7FA1-5D16-8011-DBA6-2CD25F579C1A}"/>
                    </a:ext>
                  </a:extLst>
                </p14:cNvPr>
                <p14:cNvContentPartPr/>
                <p14:nvPr/>
              </p14:nvContentPartPr>
              <p14:xfrm>
                <a:off x="1528760" y="2172415"/>
                <a:ext cx="89280" cy="1137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16F7FA1-5D16-8011-DBA6-2CD25F579C1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524440" y="2168095"/>
                  <a:ext cx="979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94C601F-B31C-F4C7-0D2B-ECFEEA0C5A89}"/>
                    </a:ext>
                  </a:extLst>
                </p14:cNvPr>
                <p14:cNvContentPartPr/>
                <p14:nvPr/>
              </p14:nvContentPartPr>
              <p14:xfrm>
                <a:off x="1841600" y="2132815"/>
                <a:ext cx="353520" cy="1040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94C601F-B31C-F4C7-0D2B-ECFEEA0C5A8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837280" y="2128495"/>
                  <a:ext cx="3621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2940B71-9360-61AA-96AB-20C9527EA0E4}"/>
                    </a:ext>
                  </a:extLst>
                </p14:cNvPr>
                <p14:cNvContentPartPr/>
                <p14:nvPr/>
              </p14:nvContentPartPr>
              <p14:xfrm>
                <a:off x="2155880" y="2125255"/>
                <a:ext cx="140760" cy="95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2940B71-9360-61AA-96AB-20C9527EA0E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151560" y="2120935"/>
                  <a:ext cx="149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3202A67-9D5F-45D0-B95F-F847DB8926DA}"/>
                    </a:ext>
                  </a:extLst>
                </p14:cNvPr>
                <p14:cNvContentPartPr/>
                <p14:nvPr/>
              </p14:nvContentPartPr>
              <p14:xfrm>
                <a:off x="2070920" y="2015455"/>
                <a:ext cx="147240" cy="77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3202A67-9D5F-45D0-B95F-F847DB8926D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066600" y="2011135"/>
                  <a:ext cx="1558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E4966DD-9BE8-CD55-10FD-4DDC08ACD8AA}"/>
                    </a:ext>
                  </a:extLst>
                </p14:cNvPr>
                <p14:cNvContentPartPr/>
                <p14:nvPr/>
              </p14:nvContentPartPr>
              <p14:xfrm>
                <a:off x="2484200" y="2031655"/>
                <a:ext cx="214560" cy="1900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E4966DD-9BE8-CD55-10FD-4DDC08ACD8A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479880" y="2027335"/>
                  <a:ext cx="2232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95223E6-C4F7-D282-A553-4A4960D2F580}"/>
                    </a:ext>
                  </a:extLst>
                </p14:cNvPr>
                <p14:cNvContentPartPr/>
                <p14:nvPr/>
              </p14:nvContentPartPr>
              <p14:xfrm>
                <a:off x="2694080" y="2204095"/>
                <a:ext cx="119520" cy="104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95223E6-C4F7-D282-A553-4A4960D2F58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689760" y="2199775"/>
                  <a:ext cx="1281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53D4EC0-48DE-9DE2-53D9-215C80FC780F}"/>
                    </a:ext>
                  </a:extLst>
                </p14:cNvPr>
                <p14:cNvContentPartPr/>
                <p14:nvPr/>
              </p14:nvContentPartPr>
              <p14:xfrm>
                <a:off x="2789120" y="2062975"/>
                <a:ext cx="32400" cy="2494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53D4EC0-48DE-9DE2-53D9-215C80FC780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784800" y="2058655"/>
                  <a:ext cx="410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043F3AB-84E1-B1A6-1792-B6E6C6341B0D}"/>
                    </a:ext>
                  </a:extLst>
                </p14:cNvPr>
                <p14:cNvContentPartPr/>
                <p14:nvPr/>
              </p14:nvContentPartPr>
              <p14:xfrm>
                <a:off x="124400" y="2553295"/>
                <a:ext cx="456480" cy="129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043F3AB-84E1-B1A6-1792-B6E6C6341B0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20080" y="2548975"/>
                  <a:ext cx="4651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D67FAE3-8E4B-DF66-0CB1-4EBC91E29C84}"/>
                    </a:ext>
                  </a:extLst>
                </p14:cNvPr>
                <p14:cNvContentPartPr/>
                <p14:nvPr/>
              </p14:nvContentPartPr>
              <p14:xfrm>
                <a:off x="625160" y="2609455"/>
                <a:ext cx="125280" cy="79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D67FAE3-8E4B-DF66-0CB1-4EBC91E29C8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20840" y="2605135"/>
                  <a:ext cx="1339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654DC62-3E35-A25C-00AD-65F8AFD2C399}"/>
                    </a:ext>
                  </a:extLst>
                </p14:cNvPr>
                <p14:cNvContentPartPr/>
                <p14:nvPr/>
              </p14:nvContentPartPr>
              <p14:xfrm>
                <a:off x="617240" y="2664535"/>
                <a:ext cx="218160" cy="10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654DC62-3E35-A25C-00AD-65F8AFD2C39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12920" y="2660215"/>
                  <a:ext cx="2268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03BE06-D0B7-D8D8-8370-A6FE64284C07}"/>
                    </a:ext>
                  </a:extLst>
                </p14:cNvPr>
                <p14:cNvContentPartPr/>
                <p14:nvPr/>
              </p14:nvContentPartPr>
              <p14:xfrm>
                <a:off x="1077320" y="2475895"/>
                <a:ext cx="110880" cy="207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03BE06-D0B7-D8D8-8370-A6FE64284C0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73000" y="2471575"/>
                  <a:ext cx="1195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EC09F10-2470-E70A-E40F-3605558E030C}"/>
                    </a:ext>
                  </a:extLst>
                </p14:cNvPr>
                <p14:cNvContentPartPr/>
                <p14:nvPr/>
              </p14:nvContentPartPr>
              <p14:xfrm>
                <a:off x="1185320" y="2601175"/>
                <a:ext cx="72000" cy="705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EC09F10-2470-E70A-E40F-3605558E030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81000" y="2596855"/>
                  <a:ext cx="806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24938FC-00CC-6D7A-AA79-8E7BF74BA19A}"/>
                    </a:ext>
                  </a:extLst>
                </p14:cNvPr>
                <p14:cNvContentPartPr/>
                <p14:nvPr/>
              </p14:nvContentPartPr>
              <p14:xfrm>
                <a:off x="1226720" y="2516575"/>
                <a:ext cx="24840" cy="23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24938FC-00CC-6D7A-AA79-8E7BF74BA19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222400" y="2512255"/>
                  <a:ext cx="33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4145AE8-771B-8A45-DB20-34E41AE15A81}"/>
                    </a:ext>
                  </a:extLst>
                </p14:cNvPr>
                <p14:cNvContentPartPr/>
                <p14:nvPr/>
              </p14:nvContentPartPr>
              <p14:xfrm>
                <a:off x="1284680" y="2446015"/>
                <a:ext cx="44280" cy="88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4145AE8-771B-8A45-DB20-34E41AE15A8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280360" y="2441695"/>
                  <a:ext cx="529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17BFD6C-6E9A-DCA9-3670-2EC65FE788C0}"/>
                    </a:ext>
                  </a:extLst>
                </p14:cNvPr>
                <p14:cNvContentPartPr/>
                <p14:nvPr/>
              </p14:nvContentPartPr>
              <p14:xfrm>
                <a:off x="1430120" y="2453935"/>
                <a:ext cx="7560" cy="219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17BFD6C-6E9A-DCA9-3670-2EC65FE788C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425800" y="2449615"/>
                  <a:ext cx="162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73540F4-B42A-8F5E-2273-EFF978AD70E1}"/>
                    </a:ext>
                  </a:extLst>
                </p14:cNvPr>
                <p14:cNvContentPartPr/>
                <p14:nvPr/>
              </p14:nvContentPartPr>
              <p14:xfrm>
                <a:off x="1390880" y="2578855"/>
                <a:ext cx="438840" cy="2656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73540F4-B42A-8F5E-2273-EFF978AD70E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386560" y="2574535"/>
                  <a:ext cx="4474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E5A822D-F14D-7702-AA65-31A8A23EB469}"/>
                    </a:ext>
                  </a:extLst>
                </p14:cNvPr>
                <p14:cNvContentPartPr/>
                <p14:nvPr/>
              </p14:nvContentPartPr>
              <p14:xfrm>
                <a:off x="1570880" y="2430175"/>
                <a:ext cx="87120" cy="378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E5A822D-F14D-7702-AA65-31A8A23EB46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566560" y="2425855"/>
                  <a:ext cx="95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DAD5792-0113-6074-DBC2-0871470DC63C}"/>
                    </a:ext>
                  </a:extLst>
                </p14:cNvPr>
                <p14:cNvContentPartPr/>
                <p14:nvPr/>
              </p14:nvContentPartPr>
              <p14:xfrm>
                <a:off x="1711280" y="2367895"/>
                <a:ext cx="156960" cy="770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DAD5792-0113-6074-DBC2-0871470DC63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706960" y="2363575"/>
                  <a:ext cx="165600" cy="8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9C03D114-F3EA-09FC-3624-E6A404006989}"/>
                  </a:ext>
                </a:extLst>
              </p14:cNvPr>
              <p14:cNvContentPartPr/>
              <p14:nvPr/>
            </p14:nvContentPartPr>
            <p14:xfrm>
              <a:off x="342920" y="2305255"/>
              <a:ext cx="126720" cy="6984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9C03D114-F3EA-09FC-3624-E6A404006989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338600" y="2300935"/>
                <a:ext cx="1353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099D334-FD57-35A8-711E-F182ED68795D}"/>
                  </a:ext>
                </a:extLst>
              </p14:cNvPr>
              <p14:cNvContentPartPr/>
              <p14:nvPr/>
            </p14:nvContentPartPr>
            <p14:xfrm>
              <a:off x="312320" y="1769935"/>
              <a:ext cx="136440" cy="7524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099D334-FD57-35A8-711E-F182ED68795D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308000" y="1765615"/>
                <a:ext cx="1450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5027899-9CAE-F88F-DE7F-4E7CD1C39E85}"/>
                  </a:ext>
                </a:extLst>
              </p14:cNvPr>
              <p14:cNvContentPartPr/>
              <p14:nvPr/>
            </p14:nvContentPartPr>
            <p14:xfrm>
              <a:off x="483680" y="1247935"/>
              <a:ext cx="129240" cy="658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5027899-9CAE-F88F-DE7F-4E7CD1C39E85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479360" y="1243615"/>
                <a:ext cx="137880" cy="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EDF81975-66D7-C28D-7A32-B4D57A11C2A9}"/>
              </a:ext>
            </a:extLst>
          </p:cNvPr>
          <p:cNvGrpSpPr/>
          <p:nvPr/>
        </p:nvGrpSpPr>
        <p:grpSpPr>
          <a:xfrm>
            <a:off x="5392615" y="179095"/>
            <a:ext cx="1254240" cy="258840"/>
            <a:chOff x="5392615" y="179095"/>
            <a:chExt cx="125424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D248C57-BB61-0F1D-4E73-B73801349171}"/>
                    </a:ext>
                  </a:extLst>
                </p14:cNvPr>
                <p14:cNvContentPartPr/>
                <p14:nvPr/>
              </p14:nvContentPartPr>
              <p14:xfrm>
                <a:off x="5416015" y="187375"/>
                <a:ext cx="360" cy="1620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D248C57-BB61-0F1D-4E73-B7380134917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411695" y="183055"/>
                  <a:ext cx="90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D1FB7F8-2DC4-208E-98D7-33463B2D539F}"/>
                    </a:ext>
                  </a:extLst>
                </p14:cNvPr>
                <p14:cNvContentPartPr/>
                <p14:nvPr/>
              </p14:nvContentPartPr>
              <p14:xfrm>
                <a:off x="5392615" y="187015"/>
                <a:ext cx="132120" cy="174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D1FB7F8-2DC4-208E-98D7-33463B2D539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388295" y="182695"/>
                  <a:ext cx="1407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7323468-6CBC-6621-C933-689FA9A83301}"/>
                    </a:ext>
                  </a:extLst>
                </p14:cNvPr>
                <p14:cNvContentPartPr/>
                <p14:nvPr/>
              </p14:nvContentPartPr>
              <p14:xfrm>
                <a:off x="5533015" y="292135"/>
                <a:ext cx="54360" cy="1360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7323468-6CBC-6621-C933-689FA9A8330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528695" y="287815"/>
                  <a:ext cx="630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5B9981D-4AC3-F529-7E15-62B394C4B6F9}"/>
                    </a:ext>
                  </a:extLst>
                </p14:cNvPr>
                <p14:cNvContentPartPr/>
                <p14:nvPr/>
              </p14:nvContentPartPr>
              <p14:xfrm>
                <a:off x="5533015" y="429295"/>
                <a:ext cx="101160" cy="86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5B9981D-4AC3-F529-7E15-62B394C4B6F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528695" y="424975"/>
                  <a:ext cx="1098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08F1342-843A-5158-92A1-229AB4687C51}"/>
                    </a:ext>
                  </a:extLst>
                </p14:cNvPr>
                <p14:cNvContentPartPr/>
                <p14:nvPr/>
              </p14:nvContentPartPr>
              <p14:xfrm>
                <a:off x="5681695" y="312295"/>
                <a:ext cx="360" cy="3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08F1342-843A-5158-92A1-229AB4687C5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677375" y="30797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B80F4E9-F72A-3DDA-70BA-DF066A56F5B7}"/>
                    </a:ext>
                  </a:extLst>
                </p14:cNvPr>
                <p14:cNvContentPartPr/>
                <p14:nvPr/>
              </p14:nvContentPartPr>
              <p14:xfrm>
                <a:off x="5665855" y="374935"/>
                <a:ext cx="3600" cy="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B80F4E9-F72A-3DDA-70BA-DF066A56F5B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661535" y="370615"/>
                  <a:ext cx="122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821CAF7-4654-EEA4-AA2D-B2DD1030A0BB}"/>
                    </a:ext>
                  </a:extLst>
                </p14:cNvPr>
                <p14:cNvContentPartPr/>
                <p14:nvPr/>
              </p14:nvContentPartPr>
              <p14:xfrm>
                <a:off x="5830015" y="235615"/>
                <a:ext cx="213840" cy="147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821CAF7-4654-EEA4-AA2D-B2DD1030A0B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825695" y="231295"/>
                  <a:ext cx="222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CD4133A-51F4-8928-6131-955BEC8E732C}"/>
                    </a:ext>
                  </a:extLst>
                </p14:cNvPr>
                <p14:cNvContentPartPr/>
                <p14:nvPr/>
              </p14:nvContentPartPr>
              <p14:xfrm>
                <a:off x="6080575" y="304735"/>
                <a:ext cx="32400" cy="396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CD4133A-51F4-8928-6131-955BEC8E732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076255" y="300415"/>
                  <a:ext cx="41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94596DE-24B1-E118-6D26-D31CE6055EDA}"/>
                    </a:ext>
                  </a:extLst>
                </p14:cNvPr>
                <p14:cNvContentPartPr/>
                <p14:nvPr/>
              </p14:nvContentPartPr>
              <p14:xfrm>
                <a:off x="6244375" y="273055"/>
                <a:ext cx="105840" cy="86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94596DE-24B1-E118-6D26-D31CE6055ED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40055" y="268735"/>
                  <a:ext cx="1144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D8B7770-AE7B-F2E0-4FFF-3A7EDD304167}"/>
                    </a:ext>
                  </a:extLst>
                </p14:cNvPr>
                <p14:cNvContentPartPr/>
                <p14:nvPr/>
              </p14:nvContentPartPr>
              <p14:xfrm>
                <a:off x="6244375" y="315535"/>
                <a:ext cx="124560" cy="50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D8B7770-AE7B-F2E0-4FFF-3A7EDD30416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240055" y="311215"/>
                  <a:ext cx="1332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39818AF-423B-41F0-FB07-85A79368C433}"/>
                    </a:ext>
                  </a:extLst>
                </p14:cNvPr>
                <p14:cNvContentPartPr/>
                <p14:nvPr/>
              </p14:nvContentPartPr>
              <p14:xfrm>
                <a:off x="6492415" y="209335"/>
                <a:ext cx="154440" cy="1202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39818AF-423B-41F0-FB07-85A79368C43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488095" y="205015"/>
                  <a:ext cx="1630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F204CCE-2B3B-279F-3D23-3528CD4B8957}"/>
                    </a:ext>
                  </a:extLst>
                </p14:cNvPr>
                <p14:cNvContentPartPr/>
                <p14:nvPr/>
              </p14:nvContentPartPr>
              <p14:xfrm>
                <a:off x="6494575" y="265135"/>
                <a:ext cx="108720" cy="8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F204CCE-2B3B-279F-3D23-3528CD4B895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90255" y="260815"/>
                  <a:ext cx="1173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44595FC-34E7-7B4D-A407-296A836E0502}"/>
                    </a:ext>
                  </a:extLst>
                </p14:cNvPr>
                <p14:cNvContentPartPr/>
                <p14:nvPr/>
              </p14:nvContentPartPr>
              <p14:xfrm>
                <a:off x="6510055" y="179095"/>
                <a:ext cx="124920" cy="15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44595FC-34E7-7B4D-A407-296A836E050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505735" y="174775"/>
                  <a:ext cx="13356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5E536643-9C59-1F78-CFA5-1089BAE525BD}"/>
              </a:ext>
            </a:extLst>
          </p:cNvPr>
          <p:cNvGrpSpPr/>
          <p:nvPr/>
        </p:nvGrpSpPr>
        <p:grpSpPr>
          <a:xfrm>
            <a:off x="5298655" y="547015"/>
            <a:ext cx="906840" cy="401040"/>
            <a:chOff x="5298655" y="547015"/>
            <a:chExt cx="90684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D375858-A955-B503-0B6E-A62C0E33F604}"/>
                    </a:ext>
                  </a:extLst>
                </p14:cNvPr>
                <p14:cNvContentPartPr/>
                <p14:nvPr/>
              </p14:nvContentPartPr>
              <p14:xfrm>
                <a:off x="5376775" y="632695"/>
                <a:ext cx="360" cy="1652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D375858-A955-B503-0B6E-A62C0E33F60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372455" y="628375"/>
                  <a:ext cx="9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620F7C4-5545-EE12-FFD0-FC63DD9A79D6}"/>
                    </a:ext>
                  </a:extLst>
                </p14:cNvPr>
                <p14:cNvContentPartPr/>
                <p14:nvPr/>
              </p14:nvContentPartPr>
              <p14:xfrm>
                <a:off x="5298655" y="639175"/>
                <a:ext cx="241920" cy="97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620F7C4-5545-EE12-FFD0-FC63DD9A79D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294335" y="634855"/>
                  <a:ext cx="2505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4E2AD7F-0D14-FC98-4E3C-0E88227BC04A}"/>
                    </a:ext>
                  </a:extLst>
                </p14:cNvPr>
                <p14:cNvContentPartPr/>
                <p14:nvPr/>
              </p14:nvContentPartPr>
              <p14:xfrm>
                <a:off x="5437615" y="687055"/>
                <a:ext cx="386280" cy="2610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4E2AD7F-0D14-FC98-4E3C-0E88227BC04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433295" y="682735"/>
                  <a:ext cx="3949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3D49D36-077D-77C1-0CC2-F36E10413796}"/>
                    </a:ext>
                  </a:extLst>
                </p14:cNvPr>
                <p14:cNvContentPartPr/>
                <p14:nvPr/>
              </p14:nvContentPartPr>
              <p14:xfrm>
                <a:off x="5540935" y="623335"/>
                <a:ext cx="121320" cy="288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3D49D36-077D-77C1-0CC2-F36E1041379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536615" y="619015"/>
                  <a:ext cx="129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AE270BD-3EE8-1F30-351E-06D0FF892F93}"/>
                    </a:ext>
                  </a:extLst>
                </p14:cNvPr>
                <p14:cNvContentPartPr/>
                <p14:nvPr/>
              </p14:nvContentPartPr>
              <p14:xfrm>
                <a:off x="5689255" y="547015"/>
                <a:ext cx="150480" cy="525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AE270BD-3EE8-1F30-351E-06D0FF892F9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684935" y="542695"/>
                  <a:ext cx="1591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1A24C4A-236E-52CE-7DCA-2D2F0476711C}"/>
                    </a:ext>
                  </a:extLst>
                </p14:cNvPr>
                <p14:cNvContentPartPr/>
                <p14:nvPr/>
              </p14:nvContentPartPr>
              <p14:xfrm>
                <a:off x="5976895" y="624415"/>
                <a:ext cx="97560" cy="1346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1A24C4A-236E-52CE-7DCA-2D2F0476711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972575" y="620095"/>
                  <a:ext cx="1062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4A7475C-1684-3AD8-2266-581BE9DE7D6F}"/>
                    </a:ext>
                  </a:extLst>
                </p14:cNvPr>
                <p14:cNvContentPartPr/>
                <p14:nvPr/>
              </p14:nvContentPartPr>
              <p14:xfrm>
                <a:off x="6205135" y="687415"/>
                <a:ext cx="360" cy="82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4A7475C-1684-3AD8-2266-581BE9DE7D6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200815" y="683095"/>
                  <a:ext cx="90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30F1B24-CDFC-A285-0B13-6EE6FD8B770C}"/>
                    </a:ext>
                  </a:extLst>
                </p14:cNvPr>
                <p14:cNvContentPartPr/>
                <p14:nvPr/>
              </p14:nvContentPartPr>
              <p14:xfrm>
                <a:off x="6189655" y="734575"/>
                <a:ext cx="3600" cy="3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30F1B24-CDFC-A285-0B13-6EE6FD8B770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185335" y="730255"/>
                  <a:ext cx="1224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5FDBF4EA-2520-7586-E0E1-58766E4F490F}"/>
                  </a:ext>
                </a:extLst>
              </p14:cNvPr>
              <p14:cNvContentPartPr/>
              <p14:nvPr/>
            </p14:nvContentPartPr>
            <p14:xfrm>
              <a:off x="6508255" y="600655"/>
              <a:ext cx="158760" cy="12636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5FDBF4EA-2520-7586-E0E1-58766E4F490F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6503935" y="596335"/>
                <a:ext cx="16740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ADC7D9BB-05A2-E581-67DF-840A1ACE88C3}"/>
                  </a:ext>
                </a:extLst>
              </p14:cNvPr>
              <p14:cNvContentPartPr/>
              <p14:nvPr/>
            </p14:nvContentPartPr>
            <p14:xfrm>
              <a:off x="6703375" y="710815"/>
              <a:ext cx="58680" cy="9684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ADC7D9BB-05A2-E581-67DF-840A1ACE88C3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6699055" y="706495"/>
                <a:ext cx="6732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D4DB51F4-2FE4-06A8-ABB0-CAF90C242B17}"/>
                  </a:ext>
                </a:extLst>
              </p14:cNvPr>
              <p14:cNvContentPartPr/>
              <p14:nvPr/>
            </p14:nvContentPartPr>
            <p14:xfrm>
              <a:off x="6908575" y="640615"/>
              <a:ext cx="77760" cy="36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D4DB51F4-2FE4-06A8-ABB0-CAF90C242B17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6904255" y="636295"/>
                <a:ext cx="864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F682791C-78F4-A9B1-20B4-EA20B1F2191B}"/>
                  </a:ext>
                </a:extLst>
              </p14:cNvPr>
              <p14:cNvContentPartPr/>
              <p14:nvPr/>
            </p14:nvContentPartPr>
            <p14:xfrm>
              <a:off x="6877255" y="703255"/>
              <a:ext cx="140040" cy="36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F682791C-78F4-A9B1-20B4-EA20B1F2191B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6872935" y="698935"/>
                <a:ext cx="14868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C109AAC2-0904-E705-9B39-4EE64A5FB697}"/>
                  </a:ext>
                </a:extLst>
              </p14:cNvPr>
              <p14:cNvContentPartPr/>
              <p14:nvPr/>
            </p14:nvContentPartPr>
            <p14:xfrm>
              <a:off x="9104575" y="374935"/>
              <a:ext cx="12960" cy="21492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C109AAC2-0904-E705-9B39-4EE64A5FB697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9100255" y="370615"/>
                <a:ext cx="216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DE25FC34-19FE-EFC4-2DA2-BAFA70391C27}"/>
                  </a:ext>
                </a:extLst>
              </p14:cNvPr>
              <p14:cNvContentPartPr/>
              <p14:nvPr/>
            </p14:nvContentPartPr>
            <p14:xfrm>
              <a:off x="9159295" y="382855"/>
              <a:ext cx="32040" cy="24192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DE25FC34-19FE-EFC4-2DA2-BAFA70391C27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9154975" y="378535"/>
                <a:ext cx="40680" cy="25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2" name="Group 211">
            <a:extLst>
              <a:ext uri="{FF2B5EF4-FFF2-40B4-BE49-F238E27FC236}">
                <a16:creationId xmlns:a16="http://schemas.microsoft.com/office/drawing/2014/main" id="{66E6AF52-852E-3D5A-4F3D-4A2CCE8BDBEB}"/>
              </a:ext>
            </a:extLst>
          </p:cNvPr>
          <p:cNvGrpSpPr/>
          <p:nvPr/>
        </p:nvGrpSpPr>
        <p:grpSpPr>
          <a:xfrm>
            <a:off x="6509695" y="820615"/>
            <a:ext cx="516600" cy="158760"/>
            <a:chOff x="6509695" y="820615"/>
            <a:chExt cx="516600" cy="15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62A21E8-8653-27E2-159B-606979A6E258}"/>
                    </a:ext>
                  </a:extLst>
                </p14:cNvPr>
                <p14:cNvContentPartPr/>
                <p14:nvPr/>
              </p14:nvContentPartPr>
              <p14:xfrm>
                <a:off x="6509695" y="906295"/>
                <a:ext cx="121320" cy="730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62A21E8-8653-27E2-159B-606979A6E25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505375" y="901975"/>
                  <a:ext cx="129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A449BB7-0F2E-1431-B9FC-E3DC80A582DF}"/>
                    </a:ext>
                  </a:extLst>
                </p14:cNvPr>
                <p14:cNvContentPartPr/>
                <p14:nvPr/>
              </p14:nvContentPartPr>
              <p14:xfrm>
                <a:off x="6533455" y="867415"/>
                <a:ext cx="360" cy="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A449BB7-0F2E-1431-B9FC-E3DC80A582D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529135" y="86309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6A87F61-B884-7995-69D4-AE2A688693A0}"/>
                    </a:ext>
                  </a:extLst>
                </p14:cNvPr>
                <p14:cNvContentPartPr/>
                <p14:nvPr/>
              </p14:nvContentPartPr>
              <p14:xfrm>
                <a:off x="6664495" y="904855"/>
                <a:ext cx="85680" cy="586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6A87F61-B884-7995-69D4-AE2A688693A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660175" y="900535"/>
                  <a:ext cx="943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4102A9B-1838-765C-4423-E199895BABF9}"/>
                    </a:ext>
                  </a:extLst>
                </p14:cNvPr>
                <p14:cNvContentPartPr/>
                <p14:nvPr/>
              </p14:nvContentPartPr>
              <p14:xfrm>
                <a:off x="6759535" y="820615"/>
                <a:ext cx="209160" cy="1584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4102A9B-1838-765C-4423-E199895BABF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755215" y="815935"/>
                  <a:ext cx="217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6CA8B90-B309-6EBD-3711-77A446EC7DA7}"/>
                    </a:ext>
                  </a:extLst>
                </p14:cNvPr>
                <p14:cNvContentPartPr/>
                <p14:nvPr/>
              </p14:nvContentPartPr>
              <p14:xfrm>
                <a:off x="6892735" y="890815"/>
                <a:ext cx="133560" cy="853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6CA8B90-B309-6EBD-3711-77A446EC7DA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888415" y="886495"/>
                  <a:ext cx="14220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55B62938-C04B-429B-AA1D-4AD706097106}"/>
              </a:ext>
            </a:extLst>
          </p:cNvPr>
          <p:cNvGrpSpPr/>
          <p:nvPr/>
        </p:nvGrpSpPr>
        <p:grpSpPr>
          <a:xfrm>
            <a:off x="7165975" y="429655"/>
            <a:ext cx="1723320" cy="432360"/>
            <a:chOff x="7165975" y="429655"/>
            <a:chExt cx="172332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8466ACC-BA6A-C734-4FE0-C1AD2E0A645F}"/>
                    </a:ext>
                  </a:extLst>
                </p14:cNvPr>
                <p14:cNvContentPartPr/>
                <p14:nvPr/>
              </p14:nvContentPartPr>
              <p14:xfrm>
                <a:off x="7165975" y="587695"/>
                <a:ext cx="242640" cy="1242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8466ACC-BA6A-C734-4FE0-C1AD2E0A645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161655" y="583375"/>
                  <a:ext cx="2512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6733FCE-B7D9-BEA4-D744-6F1B45781608}"/>
                    </a:ext>
                  </a:extLst>
                </p14:cNvPr>
                <p14:cNvContentPartPr/>
                <p14:nvPr/>
              </p14:nvContentPartPr>
              <p14:xfrm>
                <a:off x="7421935" y="603175"/>
                <a:ext cx="100800" cy="258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6733FCE-B7D9-BEA4-D744-6F1B4578160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417615" y="598855"/>
                  <a:ext cx="1094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5BAD2A1-B7AE-7804-1FC3-52CB7FAACE0F}"/>
                    </a:ext>
                  </a:extLst>
                </p14:cNvPr>
                <p14:cNvContentPartPr/>
                <p14:nvPr/>
              </p14:nvContentPartPr>
              <p14:xfrm>
                <a:off x="7548655" y="595255"/>
                <a:ext cx="224280" cy="892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5BAD2A1-B7AE-7804-1FC3-52CB7FAACE0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544335" y="590935"/>
                  <a:ext cx="2329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897FB5E-9E12-8CCF-1EF5-A6BCA164970C}"/>
                    </a:ext>
                  </a:extLst>
                </p14:cNvPr>
                <p14:cNvContentPartPr/>
                <p14:nvPr/>
              </p14:nvContentPartPr>
              <p14:xfrm>
                <a:off x="7768255" y="531175"/>
                <a:ext cx="360" cy="3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897FB5E-9E12-8CCF-1EF5-A6BCA164970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763935" y="52685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58B5554-10DD-F9E4-D925-76FBB8896EA3}"/>
                    </a:ext>
                  </a:extLst>
                </p14:cNvPr>
                <p14:cNvContentPartPr/>
                <p14:nvPr/>
              </p14:nvContentPartPr>
              <p14:xfrm>
                <a:off x="7776175" y="578335"/>
                <a:ext cx="192960" cy="918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58B5554-10DD-F9E4-D925-76FBB8896EA3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771855" y="574015"/>
                  <a:ext cx="201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F0F840A-E809-5386-2D07-0475730BEF28}"/>
                    </a:ext>
                  </a:extLst>
                </p14:cNvPr>
                <p14:cNvContentPartPr/>
                <p14:nvPr/>
              </p14:nvContentPartPr>
              <p14:xfrm>
                <a:off x="8072455" y="437575"/>
                <a:ext cx="24840" cy="2102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F0F840A-E809-5386-2D07-0475730BEF2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068135" y="433255"/>
                  <a:ext cx="33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F0134F5-50C1-CEBE-E785-1A24CBC2B40B}"/>
                    </a:ext>
                  </a:extLst>
                </p14:cNvPr>
                <p14:cNvContentPartPr/>
                <p14:nvPr/>
              </p14:nvContentPartPr>
              <p14:xfrm>
                <a:off x="8119975" y="429655"/>
                <a:ext cx="24120" cy="2181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F0134F5-50C1-CEBE-E785-1A24CBC2B40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115655" y="425335"/>
                  <a:ext cx="327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7DF9660-7382-23DB-15AF-6C45E3AFB8E8}"/>
                    </a:ext>
                  </a:extLst>
                </p14:cNvPr>
                <p14:cNvContentPartPr/>
                <p14:nvPr/>
              </p14:nvContentPartPr>
              <p14:xfrm>
                <a:off x="8237335" y="560335"/>
                <a:ext cx="149040" cy="1040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7DF9660-7382-23DB-15AF-6C45E3AFB8E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233015" y="556015"/>
                  <a:ext cx="157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6DEA9BD-8033-BEE7-53FE-C89E7764785B}"/>
                    </a:ext>
                  </a:extLst>
                </p14:cNvPr>
                <p14:cNvContentPartPr/>
                <p14:nvPr/>
              </p14:nvContentPartPr>
              <p14:xfrm>
                <a:off x="8407615" y="632695"/>
                <a:ext cx="50760" cy="72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6DEA9BD-8033-BEE7-53FE-C89E7764785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403295" y="628375"/>
                  <a:ext cx="594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4D95522-2749-4E38-CC56-5EEFD0E47F65}"/>
                    </a:ext>
                  </a:extLst>
                </p14:cNvPr>
                <p14:cNvContentPartPr/>
                <p14:nvPr/>
              </p14:nvContentPartPr>
              <p14:xfrm>
                <a:off x="8549815" y="523255"/>
                <a:ext cx="116640" cy="39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4D95522-2749-4E38-CC56-5EEFD0E47F6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545495" y="518935"/>
                  <a:ext cx="125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FF49270-E4E7-83B7-E2DB-544822CC77DF}"/>
                    </a:ext>
                  </a:extLst>
                </p14:cNvPr>
                <p14:cNvContentPartPr/>
                <p14:nvPr/>
              </p14:nvContentPartPr>
              <p14:xfrm>
                <a:off x="8667175" y="523975"/>
                <a:ext cx="124200" cy="118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FF49270-E4E7-83B7-E2DB-544822CC77DF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662855" y="519655"/>
                  <a:ext cx="1328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503164F-0DCF-9F5F-FB02-42E3A79C27AF}"/>
                    </a:ext>
                  </a:extLst>
                </p14:cNvPr>
                <p14:cNvContentPartPr/>
                <p14:nvPr/>
              </p14:nvContentPartPr>
              <p14:xfrm>
                <a:off x="8792095" y="632695"/>
                <a:ext cx="360" cy="77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503164F-0DCF-9F5F-FB02-42E3A79C27AF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787775" y="628375"/>
                  <a:ext cx="9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B63B50C-58E6-EBA7-D0AA-DEE956746EE0}"/>
                    </a:ext>
                  </a:extLst>
                </p14:cNvPr>
                <p14:cNvContentPartPr/>
                <p14:nvPr/>
              </p14:nvContentPartPr>
              <p14:xfrm>
                <a:off x="8807935" y="620455"/>
                <a:ext cx="81360" cy="594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B63B50C-58E6-EBA7-D0AA-DEE956746EE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803615" y="616135"/>
                  <a:ext cx="900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CA38636-34E7-FA9C-1C8B-85E2557010BD}"/>
                    </a:ext>
                  </a:extLst>
                </p14:cNvPr>
                <p14:cNvContentPartPr/>
                <p14:nvPr/>
              </p14:nvContentPartPr>
              <p14:xfrm>
                <a:off x="8776615" y="664015"/>
                <a:ext cx="93240" cy="244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CA38636-34E7-FA9C-1C8B-85E2557010B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772295" y="659695"/>
                  <a:ext cx="101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46DB030-C3C6-37EB-A5B3-FF1D9A08ECF9}"/>
                    </a:ext>
                  </a:extLst>
                </p14:cNvPr>
                <p14:cNvContentPartPr/>
                <p14:nvPr/>
              </p14:nvContentPartPr>
              <p14:xfrm>
                <a:off x="8784175" y="695335"/>
                <a:ext cx="360" cy="453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46DB030-C3C6-37EB-A5B3-FF1D9A08ECF9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779855" y="691015"/>
                  <a:ext cx="900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45A11E84-700D-D026-478F-860C4CA5A8C0}"/>
              </a:ext>
            </a:extLst>
          </p:cNvPr>
          <p:cNvGrpSpPr/>
          <p:nvPr/>
        </p:nvGrpSpPr>
        <p:grpSpPr>
          <a:xfrm>
            <a:off x="6713095" y="1162975"/>
            <a:ext cx="507600" cy="188280"/>
            <a:chOff x="6713095" y="1162975"/>
            <a:chExt cx="507600" cy="18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AC4C5CE-B456-99CD-5958-0867552E5D40}"/>
                    </a:ext>
                  </a:extLst>
                </p14:cNvPr>
                <p14:cNvContentPartPr/>
                <p14:nvPr/>
              </p14:nvContentPartPr>
              <p14:xfrm>
                <a:off x="6713095" y="1162975"/>
                <a:ext cx="227520" cy="1656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AC4C5CE-B456-99CD-5958-0867552E5D4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708775" y="1158655"/>
                  <a:ext cx="2361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5AB39B6-CE4B-1051-7D74-FD26EAA91DFF}"/>
                    </a:ext>
                  </a:extLst>
                </p14:cNvPr>
                <p14:cNvContentPartPr/>
                <p14:nvPr/>
              </p14:nvContentPartPr>
              <p14:xfrm>
                <a:off x="6916135" y="1263775"/>
                <a:ext cx="63720" cy="874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5AB39B6-CE4B-1051-7D74-FD26EAA91DF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911815" y="1259455"/>
                  <a:ext cx="72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E151CE6-E5A6-4CEB-3826-0F57EA758D42}"/>
                    </a:ext>
                  </a:extLst>
                </p14:cNvPr>
                <p14:cNvContentPartPr/>
                <p14:nvPr/>
              </p14:nvContentPartPr>
              <p14:xfrm>
                <a:off x="7049335" y="1218775"/>
                <a:ext cx="124560" cy="162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E151CE6-E5A6-4CEB-3826-0F57EA758D4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045015" y="1214455"/>
                  <a:ext cx="133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FBC114A-0E62-3B73-D418-C1E556679A72}"/>
                    </a:ext>
                  </a:extLst>
                </p14:cNvPr>
                <p14:cNvContentPartPr/>
                <p14:nvPr/>
              </p14:nvContentPartPr>
              <p14:xfrm>
                <a:off x="7119535" y="1250455"/>
                <a:ext cx="101160" cy="3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FBC114A-0E62-3B73-D418-C1E556679A7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7115215" y="1246135"/>
                  <a:ext cx="1098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F58D619-6063-10C0-2957-C6E07F92AC5C}"/>
              </a:ext>
            </a:extLst>
          </p:cNvPr>
          <p:cNvGrpSpPr/>
          <p:nvPr/>
        </p:nvGrpSpPr>
        <p:grpSpPr>
          <a:xfrm>
            <a:off x="7385215" y="1141735"/>
            <a:ext cx="315000" cy="194760"/>
            <a:chOff x="7385215" y="1141735"/>
            <a:chExt cx="31500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2878B5F-C24C-F39C-0981-FBCA2040B393}"/>
                    </a:ext>
                  </a:extLst>
                </p14:cNvPr>
                <p14:cNvContentPartPr/>
                <p14:nvPr/>
              </p14:nvContentPartPr>
              <p14:xfrm>
                <a:off x="7385215" y="1141735"/>
                <a:ext cx="234720" cy="1947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2878B5F-C24C-F39C-0981-FBCA2040B393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380895" y="1137415"/>
                  <a:ext cx="243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E928310-2EF6-A473-5EB3-AC971A80CFA6}"/>
                    </a:ext>
                  </a:extLst>
                </p14:cNvPr>
                <p14:cNvContentPartPr/>
                <p14:nvPr/>
              </p14:nvContentPartPr>
              <p14:xfrm>
                <a:off x="7634695" y="1223095"/>
                <a:ext cx="65520" cy="763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E928310-2EF6-A473-5EB3-AC971A80CFA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630375" y="1218775"/>
                  <a:ext cx="7416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67D77F8A-F47A-969A-A49C-E059FC36CB30}"/>
              </a:ext>
            </a:extLst>
          </p:cNvPr>
          <p:cNvGrpSpPr/>
          <p:nvPr/>
        </p:nvGrpSpPr>
        <p:grpSpPr>
          <a:xfrm>
            <a:off x="7815055" y="1102135"/>
            <a:ext cx="525960" cy="221760"/>
            <a:chOff x="7815055" y="1102135"/>
            <a:chExt cx="525960" cy="22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71E1BBA-2304-CD50-45E2-4982CC560CF5}"/>
                    </a:ext>
                  </a:extLst>
                </p14:cNvPr>
                <p14:cNvContentPartPr/>
                <p14:nvPr/>
              </p14:nvContentPartPr>
              <p14:xfrm>
                <a:off x="7815055" y="1156135"/>
                <a:ext cx="116640" cy="86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71E1BBA-2304-CD50-45E2-4982CC560CF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810735" y="1151815"/>
                  <a:ext cx="1252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F9D6AA1-0618-D8B7-B459-4C9BE6B2B074}"/>
                    </a:ext>
                  </a:extLst>
                </p14:cNvPr>
                <p14:cNvContentPartPr/>
                <p14:nvPr/>
              </p14:nvContentPartPr>
              <p14:xfrm>
                <a:off x="7971655" y="1102135"/>
                <a:ext cx="194760" cy="1569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F9D6AA1-0618-D8B7-B459-4C9BE6B2B07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967335" y="1097815"/>
                  <a:ext cx="203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EEC9E8B-6190-51B6-E2EF-2F97996B8EF1}"/>
                    </a:ext>
                  </a:extLst>
                </p14:cNvPr>
                <p14:cNvContentPartPr/>
                <p14:nvPr/>
              </p14:nvContentPartPr>
              <p14:xfrm>
                <a:off x="8154535" y="1209775"/>
                <a:ext cx="186480" cy="1141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EEC9E8B-6190-51B6-E2EF-2F97996B8EF1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150215" y="1205455"/>
                  <a:ext cx="195120" cy="12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0AF784CF-6E49-46CD-A204-A5C0913AEF82}"/>
                  </a:ext>
                </a:extLst>
              </p14:cNvPr>
              <p14:cNvContentPartPr/>
              <p14:nvPr/>
            </p14:nvContentPartPr>
            <p14:xfrm>
              <a:off x="8073175" y="930415"/>
              <a:ext cx="237600" cy="12096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0AF784CF-6E49-46CD-A204-A5C0913AEF82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8068855" y="926095"/>
                <a:ext cx="246240" cy="12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oup 275">
            <a:extLst>
              <a:ext uri="{FF2B5EF4-FFF2-40B4-BE49-F238E27FC236}">
                <a16:creationId xmlns:a16="http://schemas.microsoft.com/office/drawing/2014/main" id="{73D35F60-0028-A1DC-2DBB-28C0D4882BBA}"/>
              </a:ext>
            </a:extLst>
          </p:cNvPr>
          <p:cNvGrpSpPr/>
          <p:nvPr/>
        </p:nvGrpSpPr>
        <p:grpSpPr>
          <a:xfrm>
            <a:off x="8502295" y="742135"/>
            <a:ext cx="2401920" cy="492120"/>
            <a:chOff x="8502295" y="742135"/>
            <a:chExt cx="2401920" cy="49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EB0EE0F-AEF3-8C78-0A49-3883422EE38F}"/>
                    </a:ext>
                  </a:extLst>
                </p14:cNvPr>
                <p14:cNvContentPartPr/>
                <p14:nvPr/>
              </p14:nvContentPartPr>
              <p14:xfrm>
                <a:off x="8502295" y="961015"/>
                <a:ext cx="64080" cy="2732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EB0EE0F-AEF3-8C78-0A49-3883422EE38F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497975" y="956695"/>
                  <a:ext cx="727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0E2F66B-E509-F51B-5645-5D58C7074EDD}"/>
                    </a:ext>
                  </a:extLst>
                </p14:cNvPr>
                <p14:cNvContentPartPr/>
                <p14:nvPr/>
              </p14:nvContentPartPr>
              <p14:xfrm>
                <a:off x="8711815" y="1071535"/>
                <a:ext cx="142200" cy="1249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0E2F66B-E509-F51B-5645-5D58C7074EDD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707495" y="1067215"/>
                  <a:ext cx="1508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032DBE6-F983-2DA3-B093-D9A14617176D}"/>
                    </a:ext>
                  </a:extLst>
                </p14:cNvPr>
                <p14:cNvContentPartPr/>
                <p14:nvPr/>
              </p14:nvContentPartPr>
              <p14:xfrm>
                <a:off x="8884615" y="1074415"/>
                <a:ext cx="88920" cy="1296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032DBE6-F983-2DA3-B093-D9A14617176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880295" y="1070095"/>
                  <a:ext cx="975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28FD30A-8F10-A8F5-F24F-000CCBC02786}"/>
                    </a:ext>
                  </a:extLst>
                </p14:cNvPr>
                <p14:cNvContentPartPr/>
                <p14:nvPr/>
              </p14:nvContentPartPr>
              <p14:xfrm>
                <a:off x="9003055" y="1070455"/>
                <a:ext cx="55440" cy="1036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28FD30A-8F10-A8F5-F24F-000CCBC02786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998735" y="1066135"/>
                  <a:ext cx="640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52082FF-05FE-6B45-60F3-D01276528D17}"/>
                    </a:ext>
                  </a:extLst>
                </p14:cNvPr>
                <p14:cNvContentPartPr/>
                <p14:nvPr/>
              </p14:nvContentPartPr>
              <p14:xfrm>
                <a:off x="9065335" y="914215"/>
                <a:ext cx="305640" cy="2595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52082FF-05FE-6B45-60F3-D01276528D1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061015" y="909895"/>
                  <a:ext cx="3142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FA76C4C-88AA-8EEB-B1FD-739D04AA5C5F}"/>
                    </a:ext>
                  </a:extLst>
                </p14:cNvPr>
                <p14:cNvContentPartPr/>
                <p14:nvPr/>
              </p14:nvContentPartPr>
              <p14:xfrm>
                <a:off x="9345055" y="1054615"/>
                <a:ext cx="188640" cy="759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FA76C4C-88AA-8EEB-B1FD-739D04AA5C5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340735" y="1050295"/>
                  <a:ext cx="197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9D1E09C-707C-D4E9-AA0A-C76652F925B1}"/>
                    </a:ext>
                  </a:extLst>
                </p14:cNvPr>
                <p14:cNvContentPartPr/>
                <p14:nvPr/>
              </p14:nvContentPartPr>
              <p14:xfrm>
                <a:off x="9540895" y="1062535"/>
                <a:ext cx="69840" cy="799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9D1E09C-707C-D4E9-AA0A-C76652F925B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536575" y="1058215"/>
                  <a:ext cx="784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AB936B9-40E8-1414-9AE5-D0B215E39E58}"/>
                    </a:ext>
                  </a:extLst>
                </p14:cNvPr>
                <p14:cNvContentPartPr/>
                <p14:nvPr/>
              </p14:nvContentPartPr>
              <p14:xfrm>
                <a:off x="9636295" y="859495"/>
                <a:ext cx="12960" cy="2448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AB936B9-40E8-1414-9AE5-D0B215E39E58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631975" y="855175"/>
                  <a:ext cx="21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5CAFD92-6EB9-E7DC-6089-AB0DF130994F}"/>
                    </a:ext>
                  </a:extLst>
                </p14:cNvPr>
                <p14:cNvContentPartPr/>
                <p14:nvPr/>
              </p14:nvContentPartPr>
              <p14:xfrm>
                <a:off x="9767335" y="987655"/>
                <a:ext cx="174600" cy="1080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5CAFD92-6EB9-E7DC-6089-AB0DF130994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763015" y="983335"/>
                  <a:ext cx="183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78970F4F-EB7B-E854-3F9F-52FFFE000308}"/>
                    </a:ext>
                  </a:extLst>
                </p14:cNvPr>
                <p14:cNvContentPartPr/>
                <p14:nvPr/>
              </p14:nvContentPartPr>
              <p14:xfrm>
                <a:off x="9899815" y="836095"/>
                <a:ext cx="25920" cy="2026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78970F4F-EB7B-E854-3F9F-52FFFE00030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895495" y="831775"/>
                  <a:ext cx="345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7F6E5D0-B7F3-5251-AA1D-5AE4F3B481BD}"/>
                    </a:ext>
                  </a:extLst>
                </p14:cNvPr>
                <p14:cNvContentPartPr/>
                <p14:nvPr/>
              </p14:nvContentPartPr>
              <p14:xfrm>
                <a:off x="9855175" y="897295"/>
                <a:ext cx="209520" cy="1432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7F6E5D0-B7F3-5251-AA1D-5AE4F3B481B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850855" y="892975"/>
                  <a:ext cx="218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ECCDCDEB-2E50-F865-C173-0A177D94F3B6}"/>
                    </a:ext>
                  </a:extLst>
                </p14:cNvPr>
                <p14:cNvContentPartPr/>
                <p14:nvPr/>
              </p14:nvContentPartPr>
              <p14:xfrm>
                <a:off x="10026895" y="1093855"/>
                <a:ext cx="21600" cy="3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ECCDCDEB-2E50-F865-C173-0A177D94F3B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022575" y="1089535"/>
                  <a:ext cx="302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16F9950E-6586-5B99-3F1C-30DBEA8E757A}"/>
                    </a:ext>
                  </a:extLst>
                </p14:cNvPr>
                <p14:cNvContentPartPr/>
                <p14:nvPr/>
              </p14:nvContentPartPr>
              <p14:xfrm>
                <a:off x="10191415" y="750055"/>
                <a:ext cx="350280" cy="2678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16F9950E-6586-5B99-3F1C-30DBEA8E757A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187095" y="745735"/>
                  <a:ext cx="3589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EC9E0D03-E7B9-B4D9-4605-3A50929A2397}"/>
                    </a:ext>
                  </a:extLst>
                </p14:cNvPr>
                <p14:cNvContentPartPr/>
                <p14:nvPr/>
              </p14:nvContentPartPr>
              <p14:xfrm>
                <a:off x="10571935" y="873895"/>
                <a:ext cx="206280" cy="1195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EC9E0D03-E7B9-B4D9-4605-3A50929A2397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567615" y="869575"/>
                  <a:ext cx="2149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DFB5807-8AF2-37EE-768D-5D8AE25DBD67}"/>
                    </a:ext>
                  </a:extLst>
                </p14:cNvPr>
                <p14:cNvContentPartPr/>
                <p14:nvPr/>
              </p14:nvContentPartPr>
              <p14:xfrm>
                <a:off x="10675615" y="1098535"/>
                <a:ext cx="360" cy="36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DFB5807-8AF2-37EE-768D-5D8AE25DBD67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671295" y="1094215"/>
                  <a:ext cx="900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43BA008-DD82-4B9F-7965-57D940563079}"/>
                    </a:ext>
                  </a:extLst>
                </p14:cNvPr>
                <p14:cNvContentPartPr/>
                <p14:nvPr/>
              </p14:nvContentPartPr>
              <p14:xfrm>
                <a:off x="10730335" y="742135"/>
                <a:ext cx="173880" cy="2692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43BA008-DD82-4B9F-7965-57D94056307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726015" y="737815"/>
                  <a:ext cx="18252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C6EBABF6-51F1-C6E5-8A8C-FBF01AEA191B}"/>
              </a:ext>
            </a:extLst>
          </p:cNvPr>
          <p:cNvGrpSpPr/>
          <p:nvPr/>
        </p:nvGrpSpPr>
        <p:grpSpPr>
          <a:xfrm>
            <a:off x="5368855" y="1468615"/>
            <a:ext cx="1066680" cy="415800"/>
            <a:chOff x="5368855" y="1468615"/>
            <a:chExt cx="1066680" cy="4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F7084D5-FF57-1F55-3D2F-2F561A99A02F}"/>
                    </a:ext>
                  </a:extLst>
                </p14:cNvPr>
                <p14:cNvContentPartPr/>
                <p14:nvPr/>
              </p14:nvContentPartPr>
              <p14:xfrm>
                <a:off x="5525455" y="1516135"/>
                <a:ext cx="68040" cy="2545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F7084D5-FF57-1F55-3D2F-2F561A99A02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5521135" y="1511815"/>
                  <a:ext cx="766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88DA33F-6C72-9DD7-3D0E-671828221A13}"/>
                    </a:ext>
                  </a:extLst>
                </p14:cNvPr>
                <p14:cNvContentPartPr/>
                <p14:nvPr/>
              </p14:nvContentPartPr>
              <p14:xfrm>
                <a:off x="5368855" y="1492735"/>
                <a:ext cx="340560" cy="266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88DA33F-6C72-9DD7-3D0E-671828221A13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364535" y="1488415"/>
                  <a:ext cx="349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E9E2636-9B02-EDF8-B14A-C2C2F050A25A}"/>
                    </a:ext>
                  </a:extLst>
                </p14:cNvPr>
                <p14:cNvContentPartPr/>
                <p14:nvPr/>
              </p14:nvContentPartPr>
              <p14:xfrm>
                <a:off x="5641015" y="1625935"/>
                <a:ext cx="373320" cy="2584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E9E2636-9B02-EDF8-B14A-C2C2F050A25A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636695" y="1621615"/>
                  <a:ext cx="3819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FDDCEF46-2FEA-45B6-35CD-74C428880D63}"/>
                    </a:ext>
                  </a:extLst>
                </p14:cNvPr>
                <p14:cNvContentPartPr/>
                <p14:nvPr/>
              </p14:nvContentPartPr>
              <p14:xfrm>
                <a:off x="5720575" y="1517215"/>
                <a:ext cx="156600" cy="684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FDDCEF46-2FEA-45B6-35CD-74C428880D63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716255" y="1512895"/>
                  <a:ext cx="1652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3A46B46-7F97-C21E-1807-485A308C2FF9}"/>
                    </a:ext>
                  </a:extLst>
                </p14:cNvPr>
                <p14:cNvContentPartPr/>
                <p14:nvPr/>
              </p14:nvContentPartPr>
              <p14:xfrm>
                <a:off x="5900575" y="1468615"/>
                <a:ext cx="163440" cy="309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3A46B46-7F97-C21E-1807-485A308C2FF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896255" y="1464295"/>
                  <a:ext cx="172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0706537-3CC7-4F3F-602F-8F3B3A19E4F5}"/>
                    </a:ext>
                  </a:extLst>
                </p14:cNvPr>
                <p14:cNvContentPartPr/>
                <p14:nvPr/>
              </p14:nvContentPartPr>
              <p14:xfrm>
                <a:off x="6173815" y="1521535"/>
                <a:ext cx="33480" cy="1483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0706537-3CC7-4F3F-602F-8F3B3A19E4F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169495" y="1517215"/>
                  <a:ext cx="421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098AD27-51FB-336D-483B-282FCA722D88}"/>
                    </a:ext>
                  </a:extLst>
                </p14:cNvPr>
                <p14:cNvContentPartPr/>
                <p14:nvPr/>
              </p14:nvContentPartPr>
              <p14:xfrm>
                <a:off x="6134935" y="1672375"/>
                <a:ext cx="241920" cy="3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098AD27-51FB-336D-483B-282FCA722D88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130615" y="1668055"/>
                  <a:ext cx="250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1D0207C-E790-53AA-FB53-E13A7B55C870}"/>
                    </a:ext>
                  </a:extLst>
                </p14:cNvPr>
                <p14:cNvContentPartPr/>
                <p14:nvPr/>
              </p14:nvContentPartPr>
              <p14:xfrm>
                <a:off x="6431935" y="1625575"/>
                <a:ext cx="3600" cy="3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1D0207C-E790-53AA-FB53-E13A7B55C87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427615" y="1621255"/>
                  <a:ext cx="122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927FBD24-6BE6-E1E6-3B8D-0770A622CE4F}"/>
                    </a:ext>
                  </a:extLst>
                </p14:cNvPr>
                <p14:cNvContentPartPr/>
                <p14:nvPr/>
              </p14:nvContentPartPr>
              <p14:xfrm>
                <a:off x="6361375" y="1687855"/>
                <a:ext cx="29160" cy="82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927FBD24-6BE6-E1E6-3B8D-0770A622CE4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357055" y="1683535"/>
                  <a:ext cx="37800" cy="1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2DC74184-1F80-19E1-D3E0-E4C316F21A2D}"/>
                  </a:ext>
                </a:extLst>
              </p14:cNvPr>
              <p14:cNvContentPartPr/>
              <p14:nvPr/>
            </p14:nvContentPartPr>
            <p14:xfrm>
              <a:off x="6812455" y="1530175"/>
              <a:ext cx="88560" cy="13392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2DC74184-1F80-19E1-D3E0-E4C316F21A2D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6808135" y="1525855"/>
                <a:ext cx="9720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1" name="Group 300">
            <a:extLst>
              <a:ext uri="{FF2B5EF4-FFF2-40B4-BE49-F238E27FC236}">
                <a16:creationId xmlns:a16="http://schemas.microsoft.com/office/drawing/2014/main" id="{7B62F57B-C244-56CE-EBBF-92C348E120FE}"/>
              </a:ext>
            </a:extLst>
          </p:cNvPr>
          <p:cNvGrpSpPr/>
          <p:nvPr/>
        </p:nvGrpSpPr>
        <p:grpSpPr>
          <a:xfrm>
            <a:off x="7369735" y="1438015"/>
            <a:ext cx="1014120" cy="406440"/>
            <a:chOff x="7369735" y="1438015"/>
            <a:chExt cx="1014120" cy="40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7EFDFB9-25CF-C56C-A7BB-4D8CF07AEF3D}"/>
                    </a:ext>
                  </a:extLst>
                </p14:cNvPr>
                <p14:cNvContentPartPr/>
                <p14:nvPr/>
              </p14:nvContentPartPr>
              <p14:xfrm>
                <a:off x="7369735" y="1562575"/>
                <a:ext cx="163440" cy="86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7EFDFB9-25CF-C56C-A7BB-4D8CF07AEF3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365415" y="1558255"/>
                  <a:ext cx="1720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6F71E84-36D5-13E2-0FE6-C581005C796C}"/>
                    </a:ext>
                  </a:extLst>
                </p14:cNvPr>
                <p14:cNvContentPartPr/>
                <p14:nvPr/>
              </p14:nvContentPartPr>
              <p14:xfrm>
                <a:off x="7408975" y="1625575"/>
                <a:ext cx="140040" cy="3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6F71E84-36D5-13E2-0FE6-C581005C796C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404655" y="1621255"/>
                  <a:ext cx="148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48A75E19-0B74-5431-8FCB-AFA638214CDF}"/>
                    </a:ext>
                  </a:extLst>
                </p14:cNvPr>
                <p14:cNvContentPartPr/>
                <p14:nvPr/>
              </p14:nvContentPartPr>
              <p14:xfrm>
                <a:off x="7664935" y="1523695"/>
                <a:ext cx="119160" cy="1040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48A75E19-0B74-5431-8FCB-AFA638214CD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660615" y="1519375"/>
                  <a:ext cx="1278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67829C82-9B30-64A8-248A-C692B16D9598}"/>
                    </a:ext>
                  </a:extLst>
                </p14:cNvPr>
                <p14:cNvContentPartPr/>
                <p14:nvPr/>
              </p14:nvContentPartPr>
              <p14:xfrm>
                <a:off x="7768255" y="1538815"/>
                <a:ext cx="92880" cy="1393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67829C82-9B30-64A8-248A-C692B16D9598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763935" y="1534495"/>
                  <a:ext cx="1015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310D165C-EC87-6B53-8C22-936E38433A58}"/>
                    </a:ext>
                  </a:extLst>
                </p14:cNvPr>
                <p14:cNvContentPartPr/>
                <p14:nvPr/>
              </p14:nvContentPartPr>
              <p14:xfrm>
                <a:off x="7876975" y="1547095"/>
                <a:ext cx="161280" cy="2973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310D165C-EC87-6B53-8C22-936E38433A5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7872655" y="1542775"/>
                  <a:ext cx="1699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8CA5CFC-5904-F979-3584-15B342EFB2D0}"/>
                    </a:ext>
                  </a:extLst>
                </p14:cNvPr>
                <p14:cNvContentPartPr/>
                <p14:nvPr/>
              </p14:nvContentPartPr>
              <p14:xfrm>
                <a:off x="7955095" y="1445575"/>
                <a:ext cx="246600" cy="1198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8CA5CFC-5904-F979-3584-15B342EFB2D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7950775" y="1441255"/>
                  <a:ext cx="2552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5D432592-B584-1CBF-762F-0E8DC0756529}"/>
                    </a:ext>
                  </a:extLst>
                </p14:cNvPr>
                <p14:cNvContentPartPr/>
                <p14:nvPr/>
              </p14:nvContentPartPr>
              <p14:xfrm>
                <a:off x="8213935" y="1438015"/>
                <a:ext cx="360" cy="3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5D432592-B584-1CBF-762F-0E8DC075652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209615" y="143369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0982107-9963-6EAC-E53D-58D0CACF3BDF}"/>
                    </a:ext>
                  </a:extLst>
                </p14:cNvPr>
                <p14:cNvContentPartPr/>
                <p14:nvPr/>
              </p14:nvContentPartPr>
              <p14:xfrm>
                <a:off x="8237335" y="1476895"/>
                <a:ext cx="146520" cy="932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0982107-9963-6EAC-E53D-58D0CACF3BD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233015" y="1472575"/>
                  <a:ext cx="1551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51DB4D67-5A76-EA0C-2E17-5AF88D925121}"/>
              </a:ext>
            </a:extLst>
          </p:cNvPr>
          <p:cNvGrpSpPr/>
          <p:nvPr/>
        </p:nvGrpSpPr>
        <p:grpSpPr>
          <a:xfrm>
            <a:off x="8557375" y="1289335"/>
            <a:ext cx="1104120" cy="391320"/>
            <a:chOff x="8557375" y="1289335"/>
            <a:chExt cx="1104120" cy="3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9F16B7F-F9D4-2B10-7181-261EB95ADF73}"/>
                    </a:ext>
                  </a:extLst>
                </p14:cNvPr>
                <p14:cNvContentPartPr/>
                <p14:nvPr/>
              </p14:nvContentPartPr>
              <p14:xfrm>
                <a:off x="8557375" y="1344055"/>
                <a:ext cx="9360" cy="2340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9F16B7F-F9D4-2B10-7181-261EB95ADF73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553055" y="1339735"/>
                  <a:ext cx="180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2B74E2B6-0D40-BE49-75E4-0922B3CF845B}"/>
                    </a:ext>
                  </a:extLst>
                </p14:cNvPr>
                <p14:cNvContentPartPr/>
                <p14:nvPr/>
              </p14:nvContentPartPr>
              <p14:xfrm>
                <a:off x="8596615" y="1336135"/>
                <a:ext cx="18000" cy="2260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2B74E2B6-0D40-BE49-75E4-0922B3CF845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592295" y="1331815"/>
                  <a:ext cx="26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5650F18-5EF7-3B88-39B6-2E1677A89D2A}"/>
                    </a:ext>
                  </a:extLst>
                </p14:cNvPr>
                <p14:cNvContentPartPr/>
                <p14:nvPr/>
              </p14:nvContentPartPr>
              <p14:xfrm>
                <a:off x="8674735" y="1412815"/>
                <a:ext cx="196920" cy="2131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5650F18-5EF7-3B88-39B6-2E1677A89D2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670415" y="1408495"/>
                  <a:ext cx="205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8A86B7E5-AEE6-C7A5-2617-FC2B59F71789}"/>
                    </a:ext>
                  </a:extLst>
                </p14:cNvPr>
                <p14:cNvContentPartPr/>
                <p14:nvPr/>
              </p14:nvContentPartPr>
              <p14:xfrm>
                <a:off x="8877775" y="1514335"/>
                <a:ext cx="140400" cy="1663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8A86B7E5-AEE6-C7A5-2617-FC2B59F71789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873455" y="1510015"/>
                  <a:ext cx="1490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A8501C4-366F-A2B3-6B48-5964D9A2816D}"/>
                    </a:ext>
                  </a:extLst>
                </p14:cNvPr>
                <p14:cNvContentPartPr/>
                <p14:nvPr/>
              </p14:nvContentPartPr>
              <p14:xfrm>
                <a:off x="8956255" y="1432975"/>
                <a:ext cx="166320" cy="601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A8501C4-366F-A2B3-6B48-5964D9A2816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951935" y="1428655"/>
                  <a:ext cx="1749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E3E53B3-0F96-E66D-0D24-34D32246C48E}"/>
                    </a:ext>
                  </a:extLst>
                </p14:cNvPr>
                <p14:cNvContentPartPr/>
                <p14:nvPr/>
              </p14:nvContentPartPr>
              <p14:xfrm>
                <a:off x="9198535" y="1412095"/>
                <a:ext cx="155880" cy="12924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E3E53B3-0F96-E66D-0D24-34D32246C48E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194215" y="1407775"/>
                  <a:ext cx="1645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0FA853C-A8C6-D57B-5741-7A5FDF6A197E}"/>
                    </a:ext>
                  </a:extLst>
                </p14:cNvPr>
                <p14:cNvContentPartPr/>
                <p14:nvPr/>
              </p14:nvContentPartPr>
              <p14:xfrm>
                <a:off x="9401215" y="1445575"/>
                <a:ext cx="9000" cy="1396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0FA853C-A8C6-D57B-5741-7A5FDF6A197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396895" y="1441255"/>
                  <a:ext cx="17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1C0B6DB0-676F-907E-8137-38A703DAC5A1}"/>
                    </a:ext>
                  </a:extLst>
                </p14:cNvPr>
                <p14:cNvContentPartPr/>
                <p14:nvPr/>
              </p14:nvContentPartPr>
              <p14:xfrm>
                <a:off x="9448735" y="1479775"/>
                <a:ext cx="72720" cy="367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1C0B6DB0-676F-907E-8137-38A703DAC5A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444415" y="1475455"/>
                  <a:ext cx="813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CB2B0782-9E64-D06F-0D98-61DE3F855715}"/>
                    </a:ext>
                  </a:extLst>
                </p14:cNvPr>
                <p14:cNvContentPartPr/>
                <p14:nvPr/>
              </p14:nvContentPartPr>
              <p14:xfrm>
                <a:off x="9464215" y="1523695"/>
                <a:ext cx="113400" cy="558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CB2B0782-9E64-D06F-0D98-61DE3F85571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459895" y="1519375"/>
                  <a:ext cx="1220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AEA6C2B-89FA-E98D-9631-97F151DAF87F}"/>
                    </a:ext>
                  </a:extLst>
                </p14:cNvPr>
                <p14:cNvContentPartPr/>
                <p14:nvPr/>
              </p14:nvContentPartPr>
              <p14:xfrm>
                <a:off x="9597055" y="1320655"/>
                <a:ext cx="360" cy="36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AEA6C2B-89FA-E98D-9631-97F151DAF87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592735" y="131633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941459CD-84E9-267B-DC38-71D0DB586C43}"/>
                    </a:ext>
                  </a:extLst>
                </p14:cNvPr>
                <p14:cNvContentPartPr/>
                <p14:nvPr/>
              </p14:nvContentPartPr>
              <p14:xfrm>
                <a:off x="9597055" y="1312735"/>
                <a:ext cx="24120" cy="2026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941459CD-84E9-267B-DC38-71D0DB586C43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9592735" y="1308415"/>
                  <a:ext cx="327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C2EA560-41A4-22EC-BB7F-22C3AECD6ADB}"/>
                    </a:ext>
                  </a:extLst>
                </p14:cNvPr>
                <p14:cNvContentPartPr/>
                <p14:nvPr/>
              </p14:nvContentPartPr>
              <p14:xfrm>
                <a:off x="9643855" y="1289335"/>
                <a:ext cx="17640" cy="2602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C2EA560-41A4-22EC-BB7F-22C3AECD6ADB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9639535" y="1285015"/>
                  <a:ext cx="2628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ED96AF8D-83DF-02F3-A6A7-C80C24DC836B}"/>
              </a:ext>
            </a:extLst>
          </p:cNvPr>
          <p:cNvGrpSpPr/>
          <p:nvPr/>
        </p:nvGrpSpPr>
        <p:grpSpPr>
          <a:xfrm>
            <a:off x="7080655" y="1986655"/>
            <a:ext cx="694800" cy="248400"/>
            <a:chOff x="7080655" y="1986655"/>
            <a:chExt cx="694800" cy="24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4E4C852-ADB9-7C9C-1B90-749A0DEA2D76}"/>
                    </a:ext>
                  </a:extLst>
                </p14:cNvPr>
                <p14:cNvContentPartPr/>
                <p14:nvPr/>
              </p14:nvContentPartPr>
              <p14:xfrm>
                <a:off x="7080655" y="2064055"/>
                <a:ext cx="149760" cy="17100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4E4C852-ADB9-7C9C-1B90-749A0DEA2D76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076335" y="2059735"/>
                  <a:ext cx="1584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67C730E0-2330-7350-03E0-C1BF5DC52683}"/>
                    </a:ext>
                  </a:extLst>
                </p14:cNvPr>
                <p14:cNvContentPartPr/>
                <p14:nvPr/>
              </p14:nvContentPartPr>
              <p14:xfrm>
                <a:off x="7182175" y="2016175"/>
                <a:ext cx="202680" cy="17244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67C730E0-2330-7350-03E0-C1BF5DC52683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177855" y="2011855"/>
                  <a:ext cx="211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91099CEA-7A9C-BC0E-BD69-BEEF932F7396}"/>
                    </a:ext>
                  </a:extLst>
                </p14:cNvPr>
                <p14:cNvContentPartPr/>
                <p14:nvPr/>
              </p14:nvContentPartPr>
              <p14:xfrm>
                <a:off x="7236895" y="1986655"/>
                <a:ext cx="33480" cy="1080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91099CEA-7A9C-BC0E-BD69-BEEF932F7396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7232575" y="1982335"/>
                  <a:ext cx="42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A674DA4-66F1-E931-3CBC-52FE9484F6EB}"/>
                    </a:ext>
                  </a:extLst>
                </p14:cNvPr>
                <p14:cNvContentPartPr/>
                <p14:nvPr/>
              </p14:nvContentPartPr>
              <p14:xfrm>
                <a:off x="7364695" y="2118415"/>
                <a:ext cx="145080" cy="864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A674DA4-66F1-E931-3CBC-52FE9484F6EB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7360375" y="2114095"/>
                  <a:ext cx="1537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BEDE537-DCBD-8EAD-EECF-D5CB0D00F38D}"/>
                    </a:ext>
                  </a:extLst>
                </p14:cNvPr>
                <p14:cNvContentPartPr/>
                <p14:nvPr/>
              </p14:nvContentPartPr>
              <p14:xfrm>
                <a:off x="7572775" y="2030575"/>
                <a:ext cx="132480" cy="93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BEDE537-DCBD-8EAD-EECF-D5CB0D00F38D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7568455" y="2026255"/>
                  <a:ext cx="141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5E9DFABE-5008-47EC-E6A4-4AF2F0A344CD}"/>
                    </a:ext>
                  </a:extLst>
                </p14:cNvPr>
                <p14:cNvContentPartPr/>
                <p14:nvPr/>
              </p14:nvContentPartPr>
              <p14:xfrm>
                <a:off x="7604095" y="2102215"/>
                <a:ext cx="171360" cy="3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5E9DFABE-5008-47EC-E6A4-4AF2F0A344CD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7599775" y="2097895"/>
                  <a:ext cx="1800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9CC0E7E3-D520-7133-671D-7C5A5CD8CEEE}"/>
              </a:ext>
            </a:extLst>
          </p:cNvPr>
          <p:cNvGrpSpPr/>
          <p:nvPr/>
        </p:nvGrpSpPr>
        <p:grpSpPr>
          <a:xfrm>
            <a:off x="8081095" y="1761295"/>
            <a:ext cx="1028160" cy="401400"/>
            <a:chOff x="8081095" y="1761295"/>
            <a:chExt cx="1028160" cy="40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6514BD2B-75B4-ED94-DAD7-64AF120722DB}"/>
                    </a:ext>
                  </a:extLst>
                </p14:cNvPr>
                <p14:cNvContentPartPr/>
                <p14:nvPr/>
              </p14:nvContentPartPr>
              <p14:xfrm>
                <a:off x="8081095" y="1913935"/>
                <a:ext cx="258120" cy="1731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6514BD2B-75B4-ED94-DAD7-64AF120722DB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8076775" y="1909615"/>
                  <a:ext cx="2667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A62BF054-8A86-7E88-86E5-43DD518CB167}"/>
                    </a:ext>
                  </a:extLst>
                </p14:cNvPr>
                <p14:cNvContentPartPr/>
                <p14:nvPr/>
              </p14:nvContentPartPr>
              <p14:xfrm>
                <a:off x="8330935" y="2046415"/>
                <a:ext cx="78480" cy="864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A62BF054-8A86-7E88-86E5-43DD518CB167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8326615" y="2042095"/>
                  <a:ext cx="87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D7C9F23D-9E1A-08E0-B175-E9D2FF325C6D}"/>
                    </a:ext>
                  </a:extLst>
                </p14:cNvPr>
                <p14:cNvContentPartPr/>
                <p14:nvPr/>
              </p14:nvContentPartPr>
              <p14:xfrm>
                <a:off x="8526415" y="1937695"/>
                <a:ext cx="171360" cy="316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D7C9F23D-9E1A-08E0-B175-E9D2FF325C6D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8522095" y="1933375"/>
                  <a:ext cx="180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6A4980B-36F8-5B4E-C0BF-C5978D21AB43}"/>
                    </a:ext>
                  </a:extLst>
                </p14:cNvPr>
                <p14:cNvContentPartPr/>
                <p14:nvPr/>
              </p14:nvContentPartPr>
              <p14:xfrm>
                <a:off x="8776615" y="1908535"/>
                <a:ext cx="171360" cy="1249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6A4980B-36F8-5B4E-C0BF-C5978D21AB43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8772295" y="1904215"/>
                  <a:ext cx="1800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A28099F5-E7E1-A8FA-B180-BFC843E3F1CE}"/>
                    </a:ext>
                  </a:extLst>
                </p14:cNvPr>
                <p14:cNvContentPartPr/>
                <p14:nvPr/>
              </p14:nvContentPartPr>
              <p14:xfrm>
                <a:off x="8964175" y="2005735"/>
                <a:ext cx="145080" cy="1569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A28099F5-E7E1-A8FA-B180-BFC843E3F1CE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8959855" y="2001415"/>
                  <a:ext cx="1537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BF16572-6535-68E0-6563-2569EA8934E8}"/>
                    </a:ext>
                  </a:extLst>
                </p14:cNvPr>
                <p14:cNvContentPartPr/>
                <p14:nvPr/>
              </p14:nvContentPartPr>
              <p14:xfrm>
                <a:off x="8838895" y="1761295"/>
                <a:ext cx="145800" cy="9036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BF16572-6535-68E0-6563-2569EA8934E8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834575" y="1756975"/>
                  <a:ext cx="15444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8A126CFE-4990-6926-4178-FEBC9B649BE3}"/>
              </a:ext>
            </a:extLst>
          </p:cNvPr>
          <p:cNvGrpSpPr/>
          <p:nvPr/>
        </p:nvGrpSpPr>
        <p:grpSpPr>
          <a:xfrm>
            <a:off x="6893095" y="1665535"/>
            <a:ext cx="155520" cy="117000"/>
            <a:chOff x="6893095" y="1665535"/>
            <a:chExt cx="155520" cy="11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A7E29B5A-302F-DE9B-698F-12C40ACDBA41}"/>
                    </a:ext>
                  </a:extLst>
                </p14:cNvPr>
                <p14:cNvContentPartPr/>
                <p14:nvPr/>
              </p14:nvContentPartPr>
              <p14:xfrm>
                <a:off x="6893095" y="1665535"/>
                <a:ext cx="55800" cy="9360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A7E29B5A-302F-DE9B-698F-12C40ACDBA41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888775" y="1661215"/>
                  <a:ext cx="64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14EB3093-6337-17B8-E256-CF12C351CCA1}"/>
                    </a:ext>
                  </a:extLst>
                </p14:cNvPr>
                <p14:cNvContentPartPr/>
                <p14:nvPr/>
              </p14:nvContentPartPr>
              <p14:xfrm>
                <a:off x="6900655" y="1765975"/>
                <a:ext cx="147960" cy="1656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14EB3093-6337-17B8-E256-CF12C351CCA1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6896335" y="1761655"/>
                  <a:ext cx="15660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3B7FBC01-793F-7D4A-3371-E858F598589E}"/>
              </a:ext>
            </a:extLst>
          </p:cNvPr>
          <p:cNvGrpSpPr/>
          <p:nvPr/>
        </p:nvGrpSpPr>
        <p:grpSpPr>
          <a:xfrm>
            <a:off x="6140695" y="2352415"/>
            <a:ext cx="3164400" cy="875880"/>
            <a:chOff x="6140695" y="2352415"/>
            <a:chExt cx="3164400" cy="87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81348E7-83BB-4F04-6560-D52367F61AEE}"/>
                    </a:ext>
                  </a:extLst>
                </p14:cNvPr>
                <p14:cNvContentPartPr/>
                <p14:nvPr/>
              </p14:nvContentPartPr>
              <p14:xfrm>
                <a:off x="6140695" y="2555095"/>
                <a:ext cx="127440" cy="2286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81348E7-83BB-4F04-6560-D52367F61AEE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6136375" y="2550775"/>
                  <a:ext cx="1360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5501FAE3-1910-F317-5A1F-A7F2C3048640}"/>
                    </a:ext>
                  </a:extLst>
                </p14:cNvPr>
                <p14:cNvContentPartPr/>
                <p14:nvPr/>
              </p14:nvContentPartPr>
              <p14:xfrm>
                <a:off x="6386575" y="2625655"/>
                <a:ext cx="30600" cy="1573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5501FAE3-1910-F317-5A1F-A7F2C3048640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6382255" y="2621335"/>
                  <a:ext cx="39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F915BCBE-B772-8E49-486B-70099BE36823}"/>
                    </a:ext>
                  </a:extLst>
                </p14:cNvPr>
                <p14:cNvContentPartPr/>
                <p14:nvPr/>
              </p14:nvContentPartPr>
              <p14:xfrm>
                <a:off x="6353815" y="2632135"/>
                <a:ext cx="165240" cy="158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F915BCBE-B772-8E49-486B-70099BE36823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6349495" y="2627815"/>
                  <a:ext cx="173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7726E384-7C15-83F2-F71A-66D21B4F95C1}"/>
                    </a:ext>
                  </a:extLst>
                </p14:cNvPr>
                <p14:cNvContentPartPr/>
                <p14:nvPr/>
              </p14:nvContentPartPr>
              <p14:xfrm>
                <a:off x="6330415" y="2763175"/>
                <a:ext cx="196200" cy="2088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7726E384-7C15-83F2-F71A-66D21B4F95C1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6326095" y="2758855"/>
                  <a:ext cx="204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BBB28825-C26C-22A8-382A-A6A73840468A}"/>
                    </a:ext>
                  </a:extLst>
                </p14:cNvPr>
                <p14:cNvContentPartPr/>
                <p14:nvPr/>
              </p14:nvContentPartPr>
              <p14:xfrm>
                <a:off x="6564775" y="2530615"/>
                <a:ext cx="196200" cy="2106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BBB28825-C26C-22A8-382A-A6A73840468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6560455" y="2526295"/>
                  <a:ext cx="2048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B6FC75D7-FACE-1BAF-B40E-2CF082AF1FF9}"/>
                    </a:ext>
                  </a:extLst>
                </p14:cNvPr>
                <p14:cNvContentPartPr/>
                <p14:nvPr/>
              </p14:nvContentPartPr>
              <p14:xfrm>
                <a:off x="6877255" y="2649415"/>
                <a:ext cx="21600" cy="79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B6FC75D7-FACE-1BAF-B40E-2CF082AF1FF9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6872935" y="2645095"/>
                  <a:ext cx="302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B536CDF-3910-EE62-6545-10EFEBA5297C}"/>
                    </a:ext>
                  </a:extLst>
                </p14:cNvPr>
                <p14:cNvContentPartPr/>
                <p14:nvPr/>
              </p14:nvContentPartPr>
              <p14:xfrm>
                <a:off x="6775735" y="2680735"/>
                <a:ext cx="218520" cy="162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B536CDF-3910-EE62-6545-10EFEBA5297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771415" y="2676415"/>
                  <a:ext cx="227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B0D055A0-32DC-2BAB-3F77-8F725F68EF81}"/>
                    </a:ext>
                  </a:extLst>
                </p14:cNvPr>
                <p14:cNvContentPartPr/>
                <p14:nvPr/>
              </p14:nvContentPartPr>
              <p14:xfrm>
                <a:off x="6838375" y="2644375"/>
                <a:ext cx="174600" cy="50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B0D055A0-32DC-2BAB-3F77-8F725F68EF81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6834055" y="2640055"/>
                  <a:ext cx="18324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E154BA58-3156-ADE0-0ACA-D252991B014B}"/>
                    </a:ext>
                  </a:extLst>
                </p14:cNvPr>
                <p14:cNvContentPartPr/>
                <p14:nvPr/>
              </p14:nvContentPartPr>
              <p14:xfrm>
                <a:off x="7937815" y="2508295"/>
                <a:ext cx="63720" cy="1029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E154BA58-3156-ADE0-0ACA-D252991B014B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933495" y="2503975"/>
                  <a:ext cx="72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F33B07EF-5C1E-44B6-1D5C-17BFDAF03BA9}"/>
                    </a:ext>
                  </a:extLst>
                </p14:cNvPr>
                <p14:cNvContentPartPr/>
                <p14:nvPr/>
              </p14:nvContentPartPr>
              <p14:xfrm>
                <a:off x="8081095" y="2572735"/>
                <a:ext cx="62640" cy="921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F33B07EF-5C1E-44B6-1D5C-17BFDAF03BA9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076775" y="2568415"/>
                  <a:ext cx="71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F6CEDAE5-8CA6-CB71-6457-32D39BED3342}"/>
                    </a:ext>
                  </a:extLst>
                </p14:cNvPr>
                <p14:cNvContentPartPr/>
                <p14:nvPr/>
              </p14:nvContentPartPr>
              <p14:xfrm>
                <a:off x="8229415" y="2602255"/>
                <a:ext cx="31680" cy="5076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F6CEDAE5-8CA6-CB71-6457-32D39BED3342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225095" y="2597935"/>
                  <a:ext cx="40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CAF66F36-DAF3-8B8F-6D7C-DF0B5289BAD7}"/>
                    </a:ext>
                  </a:extLst>
                </p14:cNvPr>
                <p14:cNvContentPartPr/>
                <p14:nvPr/>
              </p14:nvContentPartPr>
              <p14:xfrm>
                <a:off x="8462335" y="2422255"/>
                <a:ext cx="70560" cy="1497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CAF66F36-DAF3-8B8F-6D7C-DF0B5289BAD7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458015" y="2417935"/>
                  <a:ext cx="79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E5D67D55-F0AB-8FBC-487C-1D01B81973E8}"/>
                    </a:ext>
                  </a:extLst>
                </p14:cNvPr>
                <p14:cNvContentPartPr/>
                <p14:nvPr/>
              </p14:nvContentPartPr>
              <p14:xfrm>
                <a:off x="8620015" y="2539615"/>
                <a:ext cx="226080" cy="1105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E5D67D55-F0AB-8FBC-487C-1D01B81973E8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8615695" y="2535295"/>
                  <a:ext cx="234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F17F1D55-05D8-93A7-4D82-D2284DB8C57F}"/>
                    </a:ext>
                  </a:extLst>
                </p14:cNvPr>
                <p14:cNvContentPartPr/>
                <p14:nvPr/>
              </p14:nvContentPartPr>
              <p14:xfrm>
                <a:off x="8854735" y="2352415"/>
                <a:ext cx="95760" cy="29340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F17F1D55-05D8-93A7-4D82-D2284DB8C57F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8850415" y="2348095"/>
                  <a:ext cx="1044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EFBA4EF3-E30A-800C-36F6-16ADA8538A91}"/>
                    </a:ext>
                  </a:extLst>
                </p14:cNvPr>
                <p14:cNvContentPartPr/>
                <p14:nvPr/>
              </p14:nvContentPartPr>
              <p14:xfrm>
                <a:off x="7220695" y="2391295"/>
                <a:ext cx="55800" cy="2829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EFBA4EF3-E30A-800C-36F6-16ADA8538A91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216375" y="2386975"/>
                  <a:ext cx="644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58A5567B-9FE8-650D-6126-5DB958B07D22}"/>
                    </a:ext>
                  </a:extLst>
                </p14:cNvPr>
                <p14:cNvContentPartPr/>
                <p14:nvPr/>
              </p14:nvContentPartPr>
              <p14:xfrm>
                <a:off x="7399255" y="2540335"/>
                <a:ext cx="56880" cy="1188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58A5567B-9FE8-650D-6126-5DB958B07D22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7394935" y="2536015"/>
                  <a:ext cx="65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1842C710-458F-C249-C6F0-6320C0CC3C93}"/>
                    </a:ext>
                  </a:extLst>
                </p14:cNvPr>
                <p14:cNvContentPartPr/>
                <p14:nvPr/>
              </p14:nvContentPartPr>
              <p14:xfrm>
                <a:off x="7541095" y="2610895"/>
                <a:ext cx="64800" cy="950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1842C710-458F-C249-C6F0-6320C0CC3C93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7536775" y="2606575"/>
                  <a:ext cx="734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CA62AC7A-0EEC-4133-3D7F-2CFEDC2909AF}"/>
                    </a:ext>
                  </a:extLst>
                </p14:cNvPr>
                <p14:cNvContentPartPr/>
                <p14:nvPr/>
              </p14:nvContentPartPr>
              <p14:xfrm>
                <a:off x="7749175" y="2633575"/>
                <a:ext cx="27360" cy="8208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CA62AC7A-0EEC-4133-3D7F-2CFEDC2909AF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7744855" y="2629255"/>
                  <a:ext cx="360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7B744A8E-47D7-EFA6-1932-1279F1F7E9EB}"/>
                    </a:ext>
                  </a:extLst>
                </p14:cNvPr>
                <p14:cNvContentPartPr/>
                <p14:nvPr/>
              </p14:nvContentPartPr>
              <p14:xfrm>
                <a:off x="7204855" y="2414695"/>
                <a:ext cx="71640" cy="44820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7B744A8E-47D7-EFA6-1932-1279F1F7E9EB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7200535" y="2410375"/>
                  <a:ext cx="8028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C535F2CA-388B-2203-0117-8461E6EFA090}"/>
                    </a:ext>
                  </a:extLst>
                </p14:cNvPr>
                <p14:cNvContentPartPr/>
                <p14:nvPr/>
              </p14:nvContentPartPr>
              <p14:xfrm>
                <a:off x="7127455" y="3024535"/>
                <a:ext cx="218160" cy="12564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C535F2CA-388B-2203-0117-8461E6EFA090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7123135" y="3020215"/>
                  <a:ext cx="2268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2CAB64F7-0D5E-B20C-70A9-407B64961755}"/>
                    </a:ext>
                  </a:extLst>
                </p14:cNvPr>
                <p14:cNvContentPartPr/>
                <p14:nvPr/>
              </p14:nvContentPartPr>
              <p14:xfrm>
                <a:off x="7158775" y="3097615"/>
                <a:ext cx="135360" cy="576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2CAB64F7-0D5E-B20C-70A9-407B64961755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7154455" y="3093295"/>
                  <a:ext cx="1440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22ECD75D-F10C-5B80-FDDF-77C38F1E5B19}"/>
                    </a:ext>
                  </a:extLst>
                </p14:cNvPr>
                <p14:cNvContentPartPr/>
                <p14:nvPr/>
              </p14:nvContentPartPr>
              <p14:xfrm>
                <a:off x="7150855" y="2879095"/>
                <a:ext cx="137160" cy="10656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22ECD75D-F10C-5B80-FDDF-77C38F1E5B19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7146535" y="2874775"/>
                  <a:ext cx="1458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8D103069-BE16-5098-6E76-24BE352256EA}"/>
                    </a:ext>
                  </a:extLst>
                </p14:cNvPr>
                <p14:cNvContentPartPr/>
                <p14:nvPr/>
              </p14:nvContentPartPr>
              <p14:xfrm>
                <a:off x="7424455" y="3055495"/>
                <a:ext cx="137160" cy="115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8D103069-BE16-5098-6E76-24BE352256EA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7420135" y="3051175"/>
                  <a:ext cx="1458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8F8D60CB-D27C-EE89-1A4C-4F960A107098}"/>
                    </a:ext>
                  </a:extLst>
                </p14:cNvPr>
                <p14:cNvContentPartPr/>
                <p14:nvPr/>
              </p14:nvContentPartPr>
              <p14:xfrm>
                <a:off x="7447855" y="3141535"/>
                <a:ext cx="179280" cy="1620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8F8D60CB-D27C-EE89-1A4C-4F960A107098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7443535" y="3137215"/>
                  <a:ext cx="1879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8995E14-CEDF-4786-0C70-196E2A09C57F}"/>
                    </a:ext>
                  </a:extLst>
                </p14:cNvPr>
                <p14:cNvContentPartPr/>
                <p14:nvPr/>
              </p14:nvContentPartPr>
              <p14:xfrm>
                <a:off x="7768255" y="3006895"/>
                <a:ext cx="226080" cy="11988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8995E14-CEDF-4786-0C70-196E2A09C57F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7763935" y="3002575"/>
                  <a:ext cx="234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B528F64-5F2B-FFA0-3E20-DA0F580794A0}"/>
                    </a:ext>
                  </a:extLst>
                </p14:cNvPr>
                <p14:cNvContentPartPr/>
                <p14:nvPr/>
              </p14:nvContentPartPr>
              <p14:xfrm>
                <a:off x="8002615" y="3108415"/>
                <a:ext cx="168480" cy="11268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B528F64-5F2B-FFA0-3E20-DA0F580794A0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7998295" y="3104095"/>
                  <a:ext cx="1771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8184C8C5-CF1F-ABA5-678A-7E013286A601}"/>
                    </a:ext>
                  </a:extLst>
                </p14:cNvPr>
                <p14:cNvContentPartPr/>
                <p14:nvPr/>
              </p14:nvContentPartPr>
              <p14:xfrm>
                <a:off x="7854295" y="2894215"/>
                <a:ext cx="191160" cy="11088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8184C8C5-CF1F-ABA5-678A-7E013286A601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7849975" y="2889895"/>
                  <a:ext cx="1998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EE21BE98-5710-04DB-2F9D-B48068A13CBC}"/>
                    </a:ext>
                  </a:extLst>
                </p14:cNvPr>
                <p14:cNvContentPartPr/>
                <p14:nvPr/>
              </p14:nvContentPartPr>
              <p14:xfrm>
                <a:off x="8166775" y="3040015"/>
                <a:ext cx="132480" cy="36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EE21BE98-5710-04DB-2F9D-B48068A13CBC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8162455" y="3035695"/>
                  <a:ext cx="1411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C4EF9082-9589-EAB6-0CB0-B8B0457AAABE}"/>
                    </a:ext>
                  </a:extLst>
                </p14:cNvPr>
                <p14:cNvContentPartPr/>
                <p14:nvPr/>
              </p14:nvContentPartPr>
              <p14:xfrm>
                <a:off x="8244895" y="3000775"/>
                <a:ext cx="49680" cy="12132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C4EF9082-9589-EAB6-0CB0-B8B0457AAABE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8240575" y="2996455"/>
                  <a:ext cx="58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9216E1C7-80E8-66EC-880C-D7E275B9EC71}"/>
                    </a:ext>
                  </a:extLst>
                </p14:cNvPr>
                <p14:cNvContentPartPr/>
                <p14:nvPr/>
              </p14:nvContentPartPr>
              <p14:xfrm>
                <a:off x="8393575" y="3000775"/>
                <a:ext cx="139680" cy="15660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9216E1C7-80E8-66EC-880C-D7E275B9EC71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8389255" y="2996455"/>
                  <a:ext cx="1483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8A8DABB7-5E93-E4F0-87E5-5DB689A8C0FD}"/>
                    </a:ext>
                  </a:extLst>
                </p14:cNvPr>
                <p14:cNvContentPartPr/>
                <p14:nvPr/>
              </p14:nvContentPartPr>
              <p14:xfrm>
                <a:off x="8588695" y="3108415"/>
                <a:ext cx="171720" cy="11268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8A8DABB7-5E93-E4F0-87E5-5DB689A8C0F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584375" y="3104095"/>
                  <a:ext cx="1803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84F737AE-8376-8C20-6B74-D7CF10222100}"/>
                    </a:ext>
                  </a:extLst>
                </p14:cNvPr>
                <p14:cNvContentPartPr/>
                <p14:nvPr/>
              </p14:nvContentPartPr>
              <p14:xfrm>
                <a:off x="8432095" y="2885935"/>
                <a:ext cx="158760" cy="10764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84F737AE-8376-8C20-6B74-D7CF10222100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8427775" y="2881615"/>
                  <a:ext cx="167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DF58A1F1-9921-82BD-AB23-E0B833DACEB0}"/>
                    </a:ext>
                  </a:extLst>
                </p14:cNvPr>
                <p14:cNvContentPartPr/>
                <p14:nvPr/>
              </p14:nvContentPartPr>
              <p14:xfrm>
                <a:off x="8831335" y="3047575"/>
                <a:ext cx="116640" cy="1620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DF58A1F1-9921-82BD-AB23-E0B833DACEB0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8827015" y="3043255"/>
                  <a:ext cx="125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164DAE20-5BEC-D208-37B3-8C2C8FD751F9}"/>
                    </a:ext>
                  </a:extLst>
                </p14:cNvPr>
                <p14:cNvContentPartPr/>
                <p14:nvPr/>
              </p14:nvContentPartPr>
              <p14:xfrm>
                <a:off x="8916295" y="3000775"/>
                <a:ext cx="9000" cy="14004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164DAE20-5BEC-D208-37B3-8C2C8FD751F9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8911975" y="2996455"/>
                  <a:ext cx="176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640BE400-61CC-876C-BF36-4228BC323E65}"/>
                    </a:ext>
                  </a:extLst>
                </p14:cNvPr>
                <p14:cNvContentPartPr/>
                <p14:nvPr/>
              </p14:nvContentPartPr>
              <p14:xfrm>
                <a:off x="9010975" y="2968735"/>
                <a:ext cx="171360" cy="1576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640BE400-61CC-876C-BF36-4228BC323E65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9006655" y="2964415"/>
                  <a:ext cx="180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C9AE3743-36B4-2936-7286-9A3B830EE18F}"/>
                    </a:ext>
                  </a:extLst>
                </p14:cNvPr>
                <p14:cNvContentPartPr/>
                <p14:nvPr/>
              </p14:nvContentPartPr>
              <p14:xfrm>
                <a:off x="9165055" y="3085735"/>
                <a:ext cx="140040" cy="1425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C9AE3743-36B4-2936-7286-9A3B830EE18F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9160735" y="3081415"/>
                  <a:ext cx="1486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36FE3FCD-5932-2FAD-B4A9-0F6BA3032A0F}"/>
                    </a:ext>
                  </a:extLst>
                </p14:cNvPr>
                <p14:cNvContentPartPr/>
                <p14:nvPr/>
              </p14:nvContentPartPr>
              <p14:xfrm>
                <a:off x="9065695" y="2817175"/>
                <a:ext cx="147600" cy="9864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36FE3FCD-5932-2FAD-B4A9-0F6BA3032A0F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9061375" y="2812855"/>
                  <a:ext cx="15624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3D391738-0660-9700-56AB-37FB0F45D8ED}"/>
              </a:ext>
            </a:extLst>
          </p:cNvPr>
          <p:cNvGrpSpPr/>
          <p:nvPr/>
        </p:nvGrpSpPr>
        <p:grpSpPr>
          <a:xfrm>
            <a:off x="6328975" y="3344935"/>
            <a:ext cx="2790360" cy="398160"/>
            <a:chOff x="6328975" y="3344935"/>
            <a:chExt cx="279036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8C1C3E23-FBE5-8D95-3498-71B3950D9F24}"/>
                    </a:ext>
                  </a:extLst>
                </p14:cNvPr>
                <p14:cNvContentPartPr/>
                <p14:nvPr/>
              </p14:nvContentPartPr>
              <p14:xfrm>
                <a:off x="6328975" y="3484255"/>
                <a:ext cx="165240" cy="17424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8C1C3E23-FBE5-8D95-3498-71B3950D9F24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6324655" y="3479935"/>
                  <a:ext cx="173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F0AC34B3-EDFE-F3A5-E5EB-BD0DAB8C6CA1}"/>
                    </a:ext>
                  </a:extLst>
                </p14:cNvPr>
                <p14:cNvContentPartPr/>
                <p14:nvPr/>
              </p14:nvContentPartPr>
              <p14:xfrm>
                <a:off x="6337975" y="3362935"/>
                <a:ext cx="164520" cy="9000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F0AC34B3-EDFE-F3A5-E5EB-BD0DAB8C6CA1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6333655" y="3358615"/>
                  <a:ext cx="173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FDEC8A56-1A50-5A7E-1DF9-FBB5D3AFFF65}"/>
                    </a:ext>
                  </a:extLst>
                </p14:cNvPr>
                <p14:cNvContentPartPr/>
                <p14:nvPr/>
              </p14:nvContentPartPr>
              <p14:xfrm>
                <a:off x="6502135" y="3632935"/>
                <a:ext cx="145800" cy="11016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FDEC8A56-1A50-5A7E-1DF9-FBB5D3AFFF65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6497815" y="3628615"/>
                  <a:ext cx="154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C632CAB2-5E19-E713-5285-7564D746E53E}"/>
                    </a:ext>
                  </a:extLst>
                </p14:cNvPr>
                <p14:cNvContentPartPr/>
                <p14:nvPr/>
              </p14:nvContentPartPr>
              <p14:xfrm>
                <a:off x="6627415" y="3539695"/>
                <a:ext cx="93240" cy="86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C632CAB2-5E19-E713-5285-7564D746E53E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6623095" y="3535375"/>
                  <a:ext cx="1018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FB7B8994-8D71-D228-7CC1-D819EE83B711}"/>
                    </a:ext>
                  </a:extLst>
                </p14:cNvPr>
                <p14:cNvContentPartPr/>
                <p14:nvPr/>
              </p14:nvContentPartPr>
              <p14:xfrm>
                <a:off x="6650815" y="3587215"/>
                <a:ext cx="124560" cy="36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FB7B8994-8D71-D228-7CC1-D819EE83B71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46495" y="3582895"/>
                  <a:ext cx="133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998CF15A-6EDB-F10D-00A6-81E6D5ADE627}"/>
                    </a:ext>
                  </a:extLst>
                </p14:cNvPr>
                <p14:cNvContentPartPr/>
                <p14:nvPr/>
              </p14:nvContentPartPr>
              <p14:xfrm>
                <a:off x="6899935" y="3453655"/>
                <a:ext cx="185400" cy="11232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998CF15A-6EDB-F10D-00A6-81E6D5ADE62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6895615" y="3449335"/>
                  <a:ext cx="1940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4B097AC-FAD5-BD90-2CC4-7970FC075F8B}"/>
                    </a:ext>
                  </a:extLst>
                </p14:cNvPr>
                <p14:cNvContentPartPr/>
                <p14:nvPr/>
              </p14:nvContentPartPr>
              <p14:xfrm>
                <a:off x="7055815" y="3478855"/>
                <a:ext cx="73800" cy="788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4B097AC-FAD5-BD90-2CC4-7970FC075F8B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7051495" y="3474535"/>
                  <a:ext cx="82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AB6D2B1B-2D8F-108B-BC18-315ABA556373}"/>
                    </a:ext>
                  </a:extLst>
                </p14:cNvPr>
                <p14:cNvContentPartPr/>
                <p14:nvPr/>
              </p14:nvContentPartPr>
              <p14:xfrm>
                <a:off x="7197295" y="3501175"/>
                <a:ext cx="33120" cy="4752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AB6D2B1B-2D8F-108B-BC18-315ABA556373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7192975" y="3496855"/>
                  <a:ext cx="417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96B589EE-B337-3C70-4F9D-18523AA30ADE}"/>
                    </a:ext>
                  </a:extLst>
                </p14:cNvPr>
                <p14:cNvContentPartPr/>
                <p14:nvPr/>
              </p14:nvContentPartPr>
              <p14:xfrm>
                <a:off x="7252375" y="3375895"/>
                <a:ext cx="394200" cy="19764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96B589EE-B337-3C70-4F9D-18523AA30ADE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7248055" y="3371575"/>
                  <a:ext cx="4028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B06DB289-D008-F819-D483-849A2A10E7D6}"/>
                    </a:ext>
                  </a:extLst>
                </p14:cNvPr>
                <p14:cNvContentPartPr/>
                <p14:nvPr/>
              </p14:nvContentPartPr>
              <p14:xfrm>
                <a:off x="7650535" y="3499015"/>
                <a:ext cx="241920" cy="8820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B06DB289-D008-F819-D483-849A2A10E7D6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7646215" y="3494695"/>
                  <a:ext cx="250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FB649920-4A24-FB03-4826-5C05690D3825}"/>
                    </a:ext>
                  </a:extLst>
                </p14:cNvPr>
                <p14:cNvContentPartPr/>
                <p14:nvPr/>
              </p14:nvContentPartPr>
              <p14:xfrm>
                <a:off x="7884895" y="3344935"/>
                <a:ext cx="85320" cy="24336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FB649920-4A24-FB03-4826-5C05690D3825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880575" y="3340615"/>
                  <a:ext cx="939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E27877FD-A2FD-16BC-DB39-2384617C43D7}"/>
                    </a:ext>
                  </a:extLst>
                </p14:cNvPr>
                <p14:cNvContentPartPr/>
                <p14:nvPr/>
              </p14:nvContentPartPr>
              <p14:xfrm>
                <a:off x="8095135" y="3493975"/>
                <a:ext cx="74520" cy="9504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E27877FD-A2FD-16BC-DB39-2384617C43D7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8090815" y="3489655"/>
                  <a:ext cx="83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6B3BC4C-0725-8C2B-BA3C-EDA30CFCC4DB}"/>
                    </a:ext>
                  </a:extLst>
                </p14:cNvPr>
                <p14:cNvContentPartPr/>
                <p14:nvPr/>
              </p14:nvContentPartPr>
              <p14:xfrm>
                <a:off x="8174695" y="3360415"/>
                <a:ext cx="7920" cy="21060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6B3BC4C-0725-8C2B-BA3C-EDA30CFCC4DB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8170375" y="3356095"/>
                  <a:ext cx="16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5C7E8D24-D0D5-F2B2-652C-60315282286A}"/>
                    </a:ext>
                  </a:extLst>
                </p14:cNvPr>
                <p14:cNvContentPartPr/>
                <p14:nvPr/>
              </p14:nvContentPartPr>
              <p14:xfrm>
                <a:off x="8057335" y="3438535"/>
                <a:ext cx="220680" cy="14832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5C7E8D24-D0D5-F2B2-652C-60315282286A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8053015" y="3434215"/>
                  <a:ext cx="2293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993A3240-2E5A-F8AD-6BE1-60003D2977D5}"/>
                    </a:ext>
                  </a:extLst>
                </p14:cNvPr>
                <p14:cNvContentPartPr/>
                <p14:nvPr/>
              </p14:nvContentPartPr>
              <p14:xfrm>
                <a:off x="8213935" y="3665335"/>
                <a:ext cx="61560" cy="36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993A3240-2E5A-F8AD-6BE1-60003D2977D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8209615" y="3661015"/>
                  <a:ext cx="70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38E753C8-4240-3048-7F4A-6AF86AFC319E}"/>
                    </a:ext>
                  </a:extLst>
                </p14:cNvPr>
                <p14:cNvContentPartPr/>
                <p14:nvPr/>
              </p14:nvContentPartPr>
              <p14:xfrm>
                <a:off x="8407255" y="3345295"/>
                <a:ext cx="712080" cy="2930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38E753C8-4240-3048-7F4A-6AF86AFC319E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8402935" y="3340975"/>
                  <a:ext cx="7207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F1A54D3E-6FDE-B4E0-82BC-024E283A5124}"/>
                    </a:ext>
                  </a:extLst>
                </p14:cNvPr>
                <p14:cNvContentPartPr/>
                <p14:nvPr/>
              </p14:nvContentPartPr>
              <p14:xfrm>
                <a:off x="8974975" y="3677935"/>
                <a:ext cx="5040" cy="360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F1A54D3E-6FDE-B4E0-82BC-024E283A5124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8970655" y="3673615"/>
                  <a:ext cx="13680" cy="1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6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C7B34FE9-D603-1775-79B6-4D8C28145B4E}"/>
                  </a:ext>
                </a:extLst>
              </p14:cNvPr>
              <p14:cNvContentPartPr/>
              <p14:nvPr/>
            </p14:nvContentPartPr>
            <p14:xfrm>
              <a:off x="210775" y="3061615"/>
              <a:ext cx="376920" cy="291240"/>
            </p14:xfrm>
          </p:contentPart>
        </mc:Choice>
        <mc:Fallback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C7B34FE9-D603-1775-79B6-4D8C28145B4E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206455" y="3057295"/>
                <a:ext cx="3855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8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AB66AD77-B9CE-1473-6961-0C661FB273EC}"/>
                  </a:ext>
                </a:extLst>
              </p14:cNvPr>
              <p14:cNvContentPartPr/>
              <p14:nvPr/>
            </p14:nvContentPartPr>
            <p14:xfrm>
              <a:off x="756535" y="3133615"/>
              <a:ext cx="60120" cy="158400"/>
            </p14:xfrm>
          </p:contentPart>
        </mc:Choice>
        <mc:Fallback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AB66AD77-B9CE-1473-6961-0C661FB273EC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752215" y="3129295"/>
                <a:ext cx="6876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0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A6555DB2-A88F-88D8-6E9C-EE3295189FDF}"/>
                  </a:ext>
                </a:extLst>
              </p14:cNvPr>
              <p14:cNvContentPartPr/>
              <p14:nvPr/>
            </p14:nvContentPartPr>
            <p14:xfrm>
              <a:off x="890095" y="3032095"/>
              <a:ext cx="308160" cy="245880"/>
            </p14:xfrm>
          </p:contentPart>
        </mc:Choice>
        <mc:Fallback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A6555DB2-A88F-88D8-6E9C-EE3295189FDF}"/>
                  </a:ext>
                </a:extLst>
              </p:cNvPr>
              <p:cNvPicPr/>
              <p:nvPr/>
            </p:nvPicPr>
            <p:blipFill>
              <a:blip r:embed="rId551"/>
              <a:stretch>
                <a:fillRect/>
              </a:stretch>
            </p:blipFill>
            <p:spPr>
              <a:xfrm>
                <a:off x="885775" y="3027775"/>
                <a:ext cx="31680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2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AE7D2B5A-1123-63F4-5F76-09FD627FE4A3}"/>
                  </a:ext>
                </a:extLst>
              </p14:cNvPr>
              <p14:cNvContentPartPr/>
              <p14:nvPr/>
            </p14:nvContentPartPr>
            <p14:xfrm>
              <a:off x="1273855" y="3179695"/>
              <a:ext cx="304200" cy="284760"/>
            </p14:xfrm>
          </p:contentPart>
        </mc:Choice>
        <mc:Fallback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AE7D2B5A-1123-63F4-5F76-09FD627FE4A3}"/>
                  </a:ext>
                </a:extLst>
              </p:cNvPr>
              <p:cNvPicPr/>
              <p:nvPr/>
            </p:nvPicPr>
            <p:blipFill>
              <a:blip r:embed="rId553"/>
              <a:stretch>
                <a:fillRect/>
              </a:stretch>
            </p:blipFill>
            <p:spPr>
              <a:xfrm>
                <a:off x="1269535" y="3175375"/>
                <a:ext cx="31284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4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0E9456AF-E98C-3EDA-C363-8F11FB18DE1C}"/>
                  </a:ext>
                </a:extLst>
              </p14:cNvPr>
              <p14:cNvContentPartPr/>
              <p14:nvPr/>
            </p14:nvContentPartPr>
            <p14:xfrm>
              <a:off x="1750495" y="3196255"/>
              <a:ext cx="163440" cy="360"/>
            </p14:xfrm>
          </p:contentPart>
        </mc:Choice>
        <mc:Fallback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0E9456AF-E98C-3EDA-C363-8F11FB18DE1C}"/>
                  </a:ext>
                </a:extLst>
              </p:cNvPr>
              <p:cNvPicPr/>
              <p:nvPr/>
            </p:nvPicPr>
            <p:blipFill>
              <a:blip r:embed="rId555"/>
              <a:stretch>
                <a:fillRect/>
              </a:stretch>
            </p:blipFill>
            <p:spPr>
              <a:xfrm>
                <a:off x="1746175" y="3191935"/>
                <a:ext cx="17208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6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9E422706-5FFA-3795-61A0-280784995081}"/>
                  </a:ext>
                </a:extLst>
              </p14:cNvPr>
              <p14:cNvContentPartPr/>
              <p14:nvPr/>
            </p14:nvContentPartPr>
            <p14:xfrm>
              <a:off x="1836535" y="3250975"/>
              <a:ext cx="215280" cy="360"/>
            </p14:xfrm>
          </p:contentPart>
        </mc:Choice>
        <mc:Fallback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9E422706-5FFA-3795-61A0-280784995081}"/>
                  </a:ext>
                </a:extLst>
              </p:cNvPr>
              <p:cNvPicPr/>
              <p:nvPr/>
            </p:nvPicPr>
            <p:blipFill>
              <a:blip r:embed="rId557"/>
              <a:stretch>
                <a:fillRect/>
              </a:stretch>
            </p:blipFill>
            <p:spPr>
              <a:xfrm>
                <a:off x="1832215" y="3246655"/>
                <a:ext cx="22392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8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CC0069CB-246A-B55A-ABCE-9B5D14D9A5DE}"/>
                  </a:ext>
                </a:extLst>
              </p14:cNvPr>
              <p14:cNvContentPartPr/>
              <p14:nvPr/>
            </p14:nvContentPartPr>
            <p14:xfrm>
              <a:off x="147415" y="3522775"/>
              <a:ext cx="165240" cy="15948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CC0069CB-246A-B55A-ABCE-9B5D14D9A5DE}"/>
                  </a:ext>
                </a:extLst>
              </p:cNvPr>
              <p:cNvPicPr/>
              <p:nvPr/>
            </p:nvPicPr>
            <p:blipFill>
              <a:blip r:embed="rId559"/>
              <a:stretch>
                <a:fillRect/>
              </a:stretch>
            </p:blipFill>
            <p:spPr>
              <a:xfrm>
                <a:off x="143095" y="3518455"/>
                <a:ext cx="1738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0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9C86DAB6-5E3E-3CB1-96D7-E55093EE185E}"/>
                  </a:ext>
                </a:extLst>
              </p14:cNvPr>
              <p14:cNvContentPartPr/>
              <p14:nvPr/>
            </p14:nvContentPartPr>
            <p14:xfrm>
              <a:off x="328135" y="3610615"/>
              <a:ext cx="231120" cy="146880"/>
            </p14:xfrm>
          </p:contentPart>
        </mc:Choice>
        <mc:Fallback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9C86DAB6-5E3E-3CB1-96D7-E55093EE185E}"/>
                  </a:ext>
                </a:extLst>
              </p:cNvPr>
              <p:cNvPicPr/>
              <p:nvPr/>
            </p:nvPicPr>
            <p:blipFill>
              <a:blip r:embed="rId561"/>
              <a:stretch>
                <a:fillRect/>
              </a:stretch>
            </p:blipFill>
            <p:spPr>
              <a:xfrm>
                <a:off x="323815" y="3606295"/>
                <a:ext cx="23976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2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9CD45FA4-9208-8469-AF75-F478604A9DC0}"/>
                  </a:ext>
                </a:extLst>
              </p14:cNvPr>
              <p14:cNvContentPartPr/>
              <p14:nvPr/>
            </p14:nvContentPartPr>
            <p14:xfrm>
              <a:off x="601735" y="3672175"/>
              <a:ext cx="172800" cy="23400"/>
            </p14:xfrm>
          </p:contentPart>
        </mc:Choice>
        <mc:Fallback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9CD45FA4-9208-8469-AF75-F478604A9DC0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597415" y="3667855"/>
                <a:ext cx="1814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4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BA3686EE-A6EA-1055-73BE-8B6B0DB86557}"/>
                  </a:ext>
                </a:extLst>
              </p14:cNvPr>
              <p14:cNvContentPartPr/>
              <p14:nvPr/>
            </p14:nvContentPartPr>
            <p14:xfrm>
              <a:off x="625135" y="3727255"/>
              <a:ext cx="155880" cy="8640"/>
            </p14:xfrm>
          </p:contentPart>
        </mc:Choice>
        <mc:Fallback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BA3686EE-A6EA-1055-73BE-8B6B0DB86557}"/>
                  </a:ext>
                </a:extLst>
              </p:cNvPr>
              <p:cNvPicPr/>
              <p:nvPr/>
            </p:nvPicPr>
            <p:blipFill>
              <a:blip r:embed="rId565"/>
              <a:stretch>
                <a:fillRect/>
              </a:stretch>
            </p:blipFill>
            <p:spPr>
              <a:xfrm>
                <a:off x="620815" y="3722935"/>
                <a:ext cx="16452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6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74B5BF7C-383B-EFB9-E725-19ADF0E34847}"/>
                  </a:ext>
                </a:extLst>
              </p14:cNvPr>
              <p14:cNvContentPartPr/>
              <p14:nvPr/>
            </p14:nvContentPartPr>
            <p14:xfrm>
              <a:off x="1013935" y="3537535"/>
              <a:ext cx="142200" cy="167400"/>
            </p14:xfrm>
          </p:contentPart>
        </mc:Choice>
        <mc:Fallback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74B5BF7C-383B-EFB9-E725-19ADF0E34847}"/>
                  </a:ext>
                </a:extLst>
              </p:cNvPr>
              <p:cNvPicPr/>
              <p:nvPr/>
            </p:nvPicPr>
            <p:blipFill>
              <a:blip r:embed="rId567"/>
              <a:stretch>
                <a:fillRect/>
              </a:stretch>
            </p:blipFill>
            <p:spPr>
              <a:xfrm>
                <a:off x="1009615" y="3533215"/>
                <a:ext cx="15084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8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EF080752-7EF6-77D6-042D-9A6D3A967361}"/>
                  </a:ext>
                </a:extLst>
              </p14:cNvPr>
              <p14:cNvContentPartPr/>
              <p14:nvPr/>
            </p14:nvContentPartPr>
            <p14:xfrm>
              <a:off x="1185655" y="3594775"/>
              <a:ext cx="136800" cy="119160"/>
            </p14:xfrm>
          </p:contentPart>
        </mc:Choice>
        <mc:Fallback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EF080752-7EF6-77D6-042D-9A6D3A967361}"/>
                  </a:ext>
                </a:extLst>
              </p:cNvPr>
              <p:cNvPicPr/>
              <p:nvPr/>
            </p:nvPicPr>
            <p:blipFill>
              <a:blip r:embed="rId569"/>
              <a:stretch>
                <a:fillRect/>
              </a:stretch>
            </p:blipFill>
            <p:spPr>
              <a:xfrm>
                <a:off x="1181335" y="3590455"/>
                <a:ext cx="1454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0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B9901F4D-5835-C4BE-45B7-1BD2278BC0EE}"/>
                  </a:ext>
                </a:extLst>
              </p14:cNvPr>
              <p14:cNvContentPartPr/>
              <p14:nvPr/>
            </p14:nvContentPartPr>
            <p14:xfrm>
              <a:off x="1380415" y="3648415"/>
              <a:ext cx="88920" cy="7164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B9901F4D-5835-C4BE-45B7-1BD2278BC0EE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1376095" y="3644095"/>
                <a:ext cx="975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2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378521F9-B83A-A1D4-A048-7E315623F71E}"/>
                  </a:ext>
                </a:extLst>
              </p14:cNvPr>
              <p14:cNvContentPartPr/>
              <p14:nvPr/>
            </p14:nvContentPartPr>
            <p14:xfrm>
              <a:off x="1452775" y="3501175"/>
              <a:ext cx="202320" cy="21852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378521F9-B83A-A1D4-A048-7E315623F71E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1448455" y="3496855"/>
                <a:ext cx="2109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4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6DD4826B-7263-0A5D-02EE-484A7AD5F215}"/>
                  </a:ext>
                </a:extLst>
              </p14:cNvPr>
              <p14:cNvContentPartPr/>
              <p14:nvPr/>
            </p14:nvContentPartPr>
            <p14:xfrm>
              <a:off x="1625215" y="3493255"/>
              <a:ext cx="340920" cy="26748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6DD4826B-7263-0A5D-02EE-484A7AD5F215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1620895" y="3488935"/>
                <a:ext cx="34956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6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B32E41FA-D883-56CB-539A-D38C8959EEF4}"/>
                  </a:ext>
                </a:extLst>
              </p14:cNvPr>
              <p14:cNvContentPartPr/>
              <p14:nvPr/>
            </p14:nvContentPartPr>
            <p14:xfrm>
              <a:off x="1976935" y="3555895"/>
              <a:ext cx="234000" cy="18936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B32E41FA-D883-56CB-539A-D38C8959EEF4}"/>
                  </a:ext>
                </a:extLst>
              </p:cNvPr>
              <p:cNvPicPr/>
              <p:nvPr/>
            </p:nvPicPr>
            <p:blipFill>
              <a:blip r:embed="rId577"/>
              <a:stretch>
                <a:fillRect/>
              </a:stretch>
            </p:blipFill>
            <p:spPr>
              <a:xfrm>
                <a:off x="1972615" y="3551575"/>
                <a:ext cx="242640" cy="19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3" name="Group 442">
            <a:extLst>
              <a:ext uri="{FF2B5EF4-FFF2-40B4-BE49-F238E27FC236}">
                <a16:creationId xmlns:a16="http://schemas.microsoft.com/office/drawing/2014/main" id="{75C1A93C-2E92-1EBB-1B32-A9C1D58F3716}"/>
              </a:ext>
            </a:extLst>
          </p:cNvPr>
          <p:cNvGrpSpPr/>
          <p:nvPr/>
        </p:nvGrpSpPr>
        <p:grpSpPr>
          <a:xfrm>
            <a:off x="178735" y="4016695"/>
            <a:ext cx="656640" cy="130680"/>
            <a:chOff x="178735" y="4016695"/>
            <a:chExt cx="656640" cy="13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A30B5C87-88D3-73F9-D788-880F7EAEB864}"/>
                    </a:ext>
                  </a:extLst>
                </p14:cNvPr>
                <p14:cNvContentPartPr/>
                <p14:nvPr/>
              </p14:nvContentPartPr>
              <p14:xfrm>
                <a:off x="178735" y="4016695"/>
                <a:ext cx="334440" cy="13068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A30B5C87-88D3-73F9-D788-880F7EAEB864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74415" y="4012375"/>
                  <a:ext cx="343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1D4313E6-8527-9396-599E-0B1F2ADB705C}"/>
                    </a:ext>
                  </a:extLst>
                </p14:cNvPr>
                <p14:cNvContentPartPr/>
                <p14:nvPr/>
              </p14:nvContentPartPr>
              <p14:xfrm>
                <a:off x="593815" y="4032535"/>
                <a:ext cx="116640" cy="828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1D4313E6-8527-9396-599E-0B1F2ADB705C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589495" y="4028215"/>
                  <a:ext cx="1252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79BFC818-7708-F8C4-289E-98A10DBD7BC6}"/>
                    </a:ext>
                  </a:extLst>
                </p14:cNvPr>
                <p14:cNvContentPartPr/>
                <p14:nvPr/>
              </p14:nvContentPartPr>
              <p14:xfrm>
                <a:off x="562495" y="4116775"/>
                <a:ext cx="272880" cy="1800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79BFC818-7708-F8C4-289E-98A10DBD7BC6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558175" y="4112455"/>
                  <a:ext cx="28152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10274BFC-63E2-C315-005B-7B56DCC1BC0C}"/>
              </a:ext>
            </a:extLst>
          </p:cNvPr>
          <p:cNvGrpSpPr/>
          <p:nvPr/>
        </p:nvGrpSpPr>
        <p:grpSpPr>
          <a:xfrm>
            <a:off x="1047055" y="3923095"/>
            <a:ext cx="2768040" cy="264600"/>
            <a:chOff x="1047055" y="3923095"/>
            <a:chExt cx="276804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BF7BD648-59CC-399F-FFB4-C71D3D7567AA}"/>
                    </a:ext>
                  </a:extLst>
                </p14:cNvPr>
                <p14:cNvContentPartPr/>
                <p14:nvPr/>
              </p14:nvContentPartPr>
              <p14:xfrm>
                <a:off x="1047055" y="4001215"/>
                <a:ext cx="336960" cy="12708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BF7BD648-59CC-399F-FFB4-C71D3D7567AA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042735" y="3996895"/>
                  <a:ext cx="345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C211D4BC-3964-4F86-7661-146B4B66CB1A}"/>
                    </a:ext>
                  </a:extLst>
                </p14:cNvPr>
                <p14:cNvContentPartPr/>
                <p14:nvPr/>
              </p14:nvContentPartPr>
              <p14:xfrm>
                <a:off x="1148575" y="3961975"/>
                <a:ext cx="152280" cy="2700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C211D4BC-3964-4F86-7661-146B4B66CB1A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144255" y="3957655"/>
                  <a:ext cx="160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871C2406-500F-5F43-DFD9-7F485B5E2BB2}"/>
                    </a:ext>
                  </a:extLst>
                </p14:cNvPr>
                <p14:cNvContentPartPr/>
                <p14:nvPr/>
              </p14:nvContentPartPr>
              <p14:xfrm>
                <a:off x="1421455" y="4039735"/>
                <a:ext cx="137160" cy="11016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871C2406-500F-5F43-DFD9-7F485B5E2BB2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417135" y="4035415"/>
                  <a:ext cx="1458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5C8E77A7-86FB-01E5-19C7-EB4A15C7966C}"/>
                    </a:ext>
                  </a:extLst>
                </p14:cNvPr>
                <p14:cNvContentPartPr/>
                <p14:nvPr/>
              </p14:nvContentPartPr>
              <p14:xfrm>
                <a:off x="1562575" y="3923095"/>
                <a:ext cx="271440" cy="25308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5C8E77A7-86FB-01E5-19C7-EB4A15C7966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558255" y="3918775"/>
                  <a:ext cx="2800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F226A71C-F7A4-4335-471E-700BF35CC5C0}"/>
                    </a:ext>
                  </a:extLst>
                </p14:cNvPr>
                <p14:cNvContentPartPr/>
                <p14:nvPr/>
              </p14:nvContentPartPr>
              <p14:xfrm>
                <a:off x="1783615" y="4079335"/>
                <a:ext cx="100080" cy="5580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F226A71C-F7A4-4335-471E-700BF35CC5C0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779295" y="4075015"/>
                  <a:ext cx="1087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F7E7CF59-ADFE-390C-85BA-F0274C5DBE24}"/>
                    </a:ext>
                  </a:extLst>
                </p14:cNvPr>
                <p14:cNvContentPartPr/>
                <p14:nvPr/>
              </p14:nvContentPartPr>
              <p14:xfrm>
                <a:off x="2007535" y="4039375"/>
                <a:ext cx="331920" cy="11196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F7E7CF59-ADFE-390C-85BA-F0274C5DBE24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003215" y="4035055"/>
                  <a:ext cx="3405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B2D8BDFF-98FA-425A-E24A-1B2AC8F68A99}"/>
                    </a:ext>
                  </a:extLst>
                </p14:cNvPr>
                <p14:cNvContentPartPr/>
                <p14:nvPr/>
              </p14:nvContentPartPr>
              <p14:xfrm>
                <a:off x="2352415" y="4118575"/>
                <a:ext cx="56160" cy="2232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B2D8BDFF-98FA-425A-E24A-1B2AC8F68A99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348095" y="4114255"/>
                  <a:ext cx="64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C0CDA817-4D87-34C2-8462-3DB70A1067F0}"/>
                    </a:ext>
                  </a:extLst>
                </p14:cNvPr>
                <p14:cNvContentPartPr/>
                <p14:nvPr/>
              </p14:nvContentPartPr>
              <p14:xfrm>
                <a:off x="2156935" y="3938215"/>
                <a:ext cx="141120" cy="10440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C0CDA817-4D87-34C2-8462-3DB70A1067F0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2152615" y="3933895"/>
                  <a:ext cx="1497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83B29364-0F77-F2AD-0ACC-ACC8844CB407}"/>
                    </a:ext>
                  </a:extLst>
                </p14:cNvPr>
                <p14:cNvContentPartPr/>
                <p14:nvPr/>
              </p14:nvContentPartPr>
              <p14:xfrm>
                <a:off x="2568775" y="4043695"/>
                <a:ext cx="337320" cy="10764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83B29364-0F77-F2AD-0ACC-ACC8844CB407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2564455" y="4039375"/>
                  <a:ext cx="3459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DCE06736-0C4D-D5FD-E408-94571EFFA06A}"/>
                    </a:ext>
                  </a:extLst>
                </p14:cNvPr>
                <p14:cNvContentPartPr/>
                <p14:nvPr/>
              </p14:nvContentPartPr>
              <p14:xfrm>
                <a:off x="2907175" y="3938935"/>
                <a:ext cx="250920" cy="22752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DCE06736-0C4D-D5FD-E408-94571EFFA06A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2902855" y="3934615"/>
                  <a:ext cx="2595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706CCD5A-D5B0-FB0A-D36C-B1B5CE54E370}"/>
                    </a:ext>
                  </a:extLst>
                </p14:cNvPr>
                <p14:cNvContentPartPr/>
                <p14:nvPr/>
              </p14:nvContentPartPr>
              <p14:xfrm>
                <a:off x="3109855" y="3938935"/>
                <a:ext cx="260640" cy="21204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706CCD5A-D5B0-FB0A-D36C-B1B5CE54E370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3105535" y="3934615"/>
                  <a:ext cx="2692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D1EF3C67-CB95-19B5-8200-347E3D570105}"/>
                    </a:ext>
                  </a:extLst>
                </p14:cNvPr>
                <p14:cNvContentPartPr/>
                <p14:nvPr/>
              </p14:nvContentPartPr>
              <p14:xfrm>
                <a:off x="3367975" y="4071775"/>
                <a:ext cx="119880" cy="10332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D1EF3C67-CB95-19B5-8200-347E3D570105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3363655" y="4067455"/>
                  <a:ext cx="1285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A2966576-1A52-7776-003A-E826E1C414A0}"/>
                    </a:ext>
                  </a:extLst>
                </p14:cNvPr>
                <p14:cNvContentPartPr/>
                <p14:nvPr/>
              </p14:nvContentPartPr>
              <p14:xfrm>
                <a:off x="3485335" y="3938935"/>
                <a:ext cx="360" cy="19656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A2966576-1A52-7776-003A-E826E1C414A0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3481015" y="3934615"/>
                  <a:ext cx="9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89D6FF75-167E-F7C4-3B65-FD75E3D03E8F}"/>
                    </a:ext>
                  </a:extLst>
                </p14:cNvPr>
                <p14:cNvContentPartPr/>
                <p14:nvPr/>
              </p14:nvContentPartPr>
              <p14:xfrm>
                <a:off x="3500815" y="4033975"/>
                <a:ext cx="314280" cy="15372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89D6FF75-167E-F7C4-3B65-FD75E3D03E8F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3496495" y="4029655"/>
                  <a:ext cx="32292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831D82A2-772D-D962-4D73-18E70A9E41C2}"/>
              </a:ext>
            </a:extLst>
          </p:cNvPr>
          <p:cNvGrpSpPr/>
          <p:nvPr/>
        </p:nvGrpSpPr>
        <p:grpSpPr>
          <a:xfrm>
            <a:off x="2273935" y="2860015"/>
            <a:ext cx="2337120" cy="940680"/>
            <a:chOff x="2273935" y="2860015"/>
            <a:chExt cx="2337120" cy="94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2E375B10-6BBA-E51C-7D47-78D69AADDF9C}"/>
                    </a:ext>
                  </a:extLst>
                </p14:cNvPr>
                <p14:cNvContentPartPr/>
                <p14:nvPr/>
              </p14:nvContentPartPr>
              <p14:xfrm>
                <a:off x="2273935" y="2915095"/>
                <a:ext cx="17280" cy="48564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2E375B10-6BBA-E51C-7D47-78D69AADDF9C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2269615" y="2910775"/>
                  <a:ext cx="2592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ECA6B666-A429-4EAC-FC53-628AD8F2A834}"/>
                    </a:ext>
                  </a:extLst>
                </p14:cNvPr>
                <p14:cNvContentPartPr/>
                <p14:nvPr/>
              </p14:nvContentPartPr>
              <p14:xfrm>
                <a:off x="2313175" y="2915095"/>
                <a:ext cx="171720" cy="36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ECA6B666-A429-4EAC-FC53-628AD8F2A834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2308855" y="2910775"/>
                  <a:ext cx="1803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6833B62-7BFC-375E-C937-F8780886E948}"/>
                    </a:ext>
                  </a:extLst>
                </p14:cNvPr>
                <p14:cNvContentPartPr/>
                <p14:nvPr/>
              </p14:nvContentPartPr>
              <p14:xfrm>
                <a:off x="2305255" y="3399655"/>
                <a:ext cx="188640" cy="1692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6833B62-7BFC-375E-C937-F8780886E948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2300935" y="3395335"/>
                  <a:ext cx="197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090DC941-307E-25F8-4C23-D89B9BDCAFCB}"/>
                    </a:ext>
                  </a:extLst>
                </p14:cNvPr>
                <p14:cNvContentPartPr/>
                <p14:nvPr/>
              </p14:nvContentPartPr>
              <p14:xfrm>
                <a:off x="2678215" y="2860015"/>
                <a:ext cx="214920" cy="59616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090DC941-307E-25F8-4C23-D89B9BDCAFCB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2673895" y="2855695"/>
                  <a:ext cx="22356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F2DB70CC-7578-02CE-AAC0-0927B3BFC619}"/>
                    </a:ext>
                  </a:extLst>
                </p14:cNvPr>
                <p14:cNvContentPartPr/>
                <p14:nvPr/>
              </p14:nvContentPartPr>
              <p14:xfrm>
                <a:off x="2312815" y="3626095"/>
                <a:ext cx="217800" cy="12636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F2DB70CC-7578-02CE-AAC0-0927B3BFC619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2308495" y="3621775"/>
                  <a:ext cx="226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F7AFD02-E750-B83C-50A8-31C32E49EE8C}"/>
                    </a:ext>
                  </a:extLst>
                </p14:cNvPr>
                <p14:cNvContentPartPr/>
                <p14:nvPr/>
              </p14:nvContentPartPr>
              <p14:xfrm>
                <a:off x="2694415" y="3585775"/>
                <a:ext cx="126000" cy="12708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F7AFD02-E750-B83C-50A8-31C32E49EE8C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2690095" y="3581455"/>
                  <a:ext cx="134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1C9A1BD7-5695-24B9-756E-D4B96DEE5996}"/>
                    </a:ext>
                  </a:extLst>
                </p14:cNvPr>
                <p14:cNvContentPartPr/>
                <p14:nvPr/>
              </p14:nvContentPartPr>
              <p14:xfrm>
                <a:off x="2873335" y="3617815"/>
                <a:ext cx="75600" cy="10980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1C9A1BD7-5695-24B9-756E-D4B96DEE5996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2869015" y="3613495"/>
                  <a:ext cx="842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406B2CA3-23D8-11E8-DBA3-37858D60B01F}"/>
                    </a:ext>
                  </a:extLst>
                </p14:cNvPr>
                <p14:cNvContentPartPr/>
                <p14:nvPr/>
              </p14:nvContentPartPr>
              <p14:xfrm>
                <a:off x="2907175" y="3485695"/>
                <a:ext cx="117360" cy="5508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406B2CA3-23D8-11E8-DBA3-37858D60B01F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2902855" y="3481375"/>
                  <a:ext cx="126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0B552E74-9F86-7564-65D0-B90BB6137A36}"/>
                    </a:ext>
                  </a:extLst>
                </p14:cNvPr>
                <p14:cNvContentPartPr/>
                <p14:nvPr/>
              </p14:nvContentPartPr>
              <p14:xfrm>
                <a:off x="3209935" y="3641935"/>
                <a:ext cx="72720" cy="504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0B552E74-9F86-7564-65D0-B90BB6137A36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3205615" y="3637615"/>
                  <a:ext cx="8136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F28F9982-5470-D832-D8E7-3239B037AB2F}"/>
                    </a:ext>
                  </a:extLst>
                </p14:cNvPr>
                <p14:cNvContentPartPr/>
                <p14:nvPr/>
              </p14:nvContentPartPr>
              <p14:xfrm>
                <a:off x="3188335" y="3600895"/>
                <a:ext cx="412920" cy="10440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F28F9982-5470-D832-D8E7-3239B037AB2F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3184015" y="3596575"/>
                  <a:ext cx="4215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E2CFCD12-DC65-1F13-9540-21172E649939}"/>
                    </a:ext>
                  </a:extLst>
                </p14:cNvPr>
                <p14:cNvContentPartPr/>
                <p14:nvPr/>
              </p14:nvContentPartPr>
              <p14:xfrm>
                <a:off x="3587215" y="3423055"/>
                <a:ext cx="321840" cy="27468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E2CFCD12-DC65-1F13-9540-21172E649939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3582895" y="3418735"/>
                  <a:ext cx="3304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DC613E62-B650-DC51-F018-E5581AB33A20}"/>
                    </a:ext>
                  </a:extLst>
                </p14:cNvPr>
                <p14:cNvContentPartPr/>
                <p14:nvPr/>
              </p14:nvContentPartPr>
              <p14:xfrm>
                <a:off x="3899695" y="3407215"/>
                <a:ext cx="23400" cy="28116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DC613E62-B650-DC51-F018-E5581AB33A20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3895375" y="3402895"/>
                  <a:ext cx="320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86E3397F-4DD3-3B94-7A43-54D739C37FDB}"/>
                    </a:ext>
                  </a:extLst>
                </p14:cNvPr>
                <p14:cNvContentPartPr/>
                <p14:nvPr/>
              </p14:nvContentPartPr>
              <p14:xfrm>
                <a:off x="3945055" y="3581455"/>
                <a:ext cx="64440" cy="11484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86E3397F-4DD3-3B94-7A43-54D739C37FDB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3940735" y="3577135"/>
                  <a:ext cx="730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0DCF4220-2D4D-4202-C6F9-398B841C3D98}"/>
                    </a:ext>
                  </a:extLst>
                </p14:cNvPr>
                <p14:cNvContentPartPr/>
                <p14:nvPr/>
              </p14:nvContentPartPr>
              <p14:xfrm>
                <a:off x="4008415" y="3423055"/>
                <a:ext cx="56520" cy="25596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0DCF4220-2D4D-4202-C6F9-398B841C3D98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4004095" y="3418735"/>
                  <a:ext cx="651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60227059-5C4C-509C-90E2-A739C36EA151}"/>
                    </a:ext>
                  </a:extLst>
                </p14:cNvPr>
                <p14:cNvContentPartPr/>
                <p14:nvPr/>
              </p14:nvContentPartPr>
              <p14:xfrm>
                <a:off x="4079335" y="3610615"/>
                <a:ext cx="249480" cy="5904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60227059-5C4C-509C-90E2-A739C36EA151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4075015" y="3606295"/>
                  <a:ext cx="2581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822B32FE-A44A-8695-4BDB-71BF9B4BAB4F}"/>
                    </a:ext>
                  </a:extLst>
                </p14:cNvPr>
                <p14:cNvContentPartPr/>
                <p14:nvPr/>
              </p14:nvContentPartPr>
              <p14:xfrm>
                <a:off x="4257895" y="3579295"/>
                <a:ext cx="111960" cy="22140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822B32FE-A44A-8695-4BDB-71BF9B4BAB4F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4253575" y="3574975"/>
                  <a:ext cx="1206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928C6512-8F2C-717F-183D-2B466F3FE50A}"/>
                    </a:ext>
                  </a:extLst>
                </p14:cNvPr>
                <p14:cNvContentPartPr/>
                <p14:nvPr/>
              </p14:nvContentPartPr>
              <p14:xfrm>
                <a:off x="4063855" y="3461215"/>
                <a:ext cx="45360" cy="1656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928C6512-8F2C-717F-183D-2B466F3FE50A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4059535" y="3456895"/>
                  <a:ext cx="54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3C364E42-75A6-ADF0-2EE2-C580DFF3F6EF}"/>
                    </a:ext>
                  </a:extLst>
                </p14:cNvPr>
                <p14:cNvContentPartPr/>
                <p14:nvPr/>
              </p14:nvContentPartPr>
              <p14:xfrm>
                <a:off x="4431055" y="3423055"/>
                <a:ext cx="31680" cy="20232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3C364E42-75A6-ADF0-2EE2-C580DFF3F6EF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4426735" y="3418735"/>
                  <a:ext cx="403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64817D8D-657C-590E-03B2-F0570E60119D}"/>
                    </a:ext>
                  </a:extLst>
                </p14:cNvPr>
                <p14:cNvContentPartPr/>
                <p14:nvPr/>
              </p14:nvContentPartPr>
              <p14:xfrm>
                <a:off x="4462375" y="3494695"/>
                <a:ext cx="100800" cy="6156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64817D8D-657C-590E-03B2-F0570E60119D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4458055" y="3490375"/>
                  <a:ext cx="1094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89946AA4-AEA9-BB62-8D0A-4F07B443A801}"/>
                    </a:ext>
                  </a:extLst>
                </p14:cNvPr>
                <p14:cNvContentPartPr/>
                <p14:nvPr/>
              </p14:nvContentPartPr>
              <p14:xfrm>
                <a:off x="4477855" y="3563815"/>
                <a:ext cx="133200" cy="8568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89946AA4-AEA9-BB62-8D0A-4F07B443A801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4473535" y="3559135"/>
                  <a:ext cx="14184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753CF751-0673-EDE6-D098-A61BF425E3C7}"/>
              </a:ext>
            </a:extLst>
          </p:cNvPr>
          <p:cNvGrpSpPr/>
          <p:nvPr/>
        </p:nvGrpSpPr>
        <p:grpSpPr>
          <a:xfrm>
            <a:off x="3969895" y="3923095"/>
            <a:ext cx="405720" cy="243720"/>
            <a:chOff x="3969895" y="3923095"/>
            <a:chExt cx="405720" cy="2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6B00B5F8-73E5-090A-FE1A-EB2299F2776F}"/>
                    </a:ext>
                  </a:extLst>
                </p14:cNvPr>
                <p14:cNvContentPartPr/>
                <p14:nvPr/>
              </p14:nvContentPartPr>
              <p14:xfrm>
                <a:off x="3969895" y="3923095"/>
                <a:ext cx="53640" cy="24372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6B00B5F8-73E5-090A-FE1A-EB2299F2776F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965575" y="3918775"/>
                  <a:ext cx="622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76450D24-3E83-27F9-0861-E1A3FBA87390}"/>
                    </a:ext>
                  </a:extLst>
                </p14:cNvPr>
                <p14:cNvContentPartPr/>
                <p14:nvPr/>
              </p14:nvContentPartPr>
              <p14:xfrm>
                <a:off x="4062055" y="4048015"/>
                <a:ext cx="182880" cy="11772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76450D24-3E83-27F9-0861-E1A3FBA87390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4057735" y="4043695"/>
                  <a:ext cx="1915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CAB36CA2-F70C-C5B9-E4F3-FE9C4B760BFF}"/>
                    </a:ext>
                  </a:extLst>
                </p14:cNvPr>
                <p14:cNvContentPartPr/>
                <p14:nvPr/>
              </p14:nvContentPartPr>
              <p14:xfrm>
                <a:off x="4134055" y="3938575"/>
                <a:ext cx="241560" cy="3996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CAB36CA2-F70C-C5B9-E4F3-FE9C4B760BFF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4129735" y="3934255"/>
                  <a:ext cx="25020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F74C75D2-2181-7CFD-0C71-A436BD7EEFC6}"/>
              </a:ext>
            </a:extLst>
          </p:cNvPr>
          <p:cNvGrpSpPr/>
          <p:nvPr/>
        </p:nvGrpSpPr>
        <p:grpSpPr>
          <a:xfrm>
            <a:off x="170815" y="4243495"/>
            <a:ext cx="1618200" cy="415440"/>
            <a:chOff x="170815" y="4243495"/>
            <a:chExt cx="1618200" cy="41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489DB550-3022-AC44-BCFB-BEDD2220D36E}"/>
                    </a:ext>
                  </a:extLst>
                </p14:cNvPr>
                <p14:cNvContentPartPr/>
                <p14:nvPr/>
              </p14:nvContentPartPr>
              <p14:xfrm>
                <a:off x="170815" y="4334935"/>
                <a:ext cx="362880" cy="12960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489DB550-3022-AC44-BCFB-BEDD2220D36E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66495" y="4330615"/>
                  <a:ext cx="371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61A45845-5E94-C5DB-1C36-938BE3060632}"/>
                    </a:ext>
                  </a:extLst>
                </p14:cNvPr>
                <p14:cNvContentPartPr/>
                <p14:nvPr/>
              </p14:nvContentPartPr>
              <p14:xfrm>
                <a:off x="547015" y="4407655"/>
                <a:ext cx="90360" cy="360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61A45845-5E94-C5DB-1C36-938BE3060632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542695" y="4403335"/>
                  <a:ext cx="9900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43C41C3C-CB10-DD5E-ABB8-25767D656558}"/>
                    </a:ext>
                  </a:extLst>
                </p14:cNvPr>
                <p14:cNvContentPartPr/>
                <p14:nvPr/>
              </p14:nvContentPartPr>
              <p14:xfrm>
                <a:off x="554575" y="4462375"/>
                <a:ext cx="202680" cy="864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43C41C3C-CB10-DD5E-ABB8-25767D656558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550255" y="4458055"/>
                  <a:ext cx="2113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0758C6DE-2DA3-E173-3889-495BA90E7038}"/>
                    </a:ext>
                  </a:extLst>
                </p14:cNvPr>
                <p14:cNvContentPartPr/>
                <p14:nvPr/>
              </p14:nvContentPartPr>
              <p14:xfrm>
                <a:off x="842935" y="4298575"/>
                <a:ext cx="109440" cy="16632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0758C6DE-2DA3-E173-3889-495BA90E7038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838615" y="4294255"/>
                  <a:ext cx="118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952F0D86-59F0-7D43-2503-37B2DA18AD79}"/>
                    </a:ext>
                  </a:extLst>
                </p14:cNvPr>
                <p14:cNvContentPartPr/>
                <p14:nvPr/>
              </p14:nvContentPartPr>
              <p14:xfrm>
                <a:off x="1014655" y="4376335"/>
                <a:ext cx="87840" cy="11016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952F0D86-59F0-7D43-2503-37B2DA18AD79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010335" y="4372015"/>
                  <a:ext cx="96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6B351DA9-2A91-8FFB-AB3B-0BE00374602B}"/>
                    </a:ext>
                  </a:extLst>
                </p14:cNvPr>
                <p14:cNvContentPartPr/>
                <p14:nvPr/>
              </p14:nvContentPartPr>
              <p14:xfrm>
                <a:off x="937615" y="4337095"/>
                <a:ext cx="173160" cy="1476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6B351DA9-2A91-8FFB-AB3B-0BE00374602B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933295" y="4332775"/>
                  <a:ext cx="181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27BAF771-AE9D-BA16-3888-7D96EAC242CF}"/>
                    </a:ext>
                  </a:extLst>
                </p14:cNvPr>
                <p14:cNvContentPartPr/>
                <p14:nvPr/>
              </p14:nvContentPartPr>
              <p14:xfrm>
                <a:off x="1148575" y="4251055"/>
                <a:ext cx="108720" cy="5508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27BAF771-AE9D-BA16-3888-7D96EAC242CF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1144255" y="4246735"/>
                  <a:ext cx="117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A090734E-AEC0-ADD9-68BB-4B645C6B3B85}"/>
                    </a:ext>
                  </a:extLst>
                </p14:cNvPr>
                <p14:cNvContentPartPr/>
                <p14:nvPr/>
              </p14:nvContentPartPr>
              <p14:xfrm>
                <a:off x="1304815" y="4243495"/>
                <a:ext cx="79560" cy="26748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A090734E-AEC0-ADD9-68BB-4B645C6B3B85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1300495" y="4239175"/>
                  <a:ext cx="882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58D638C3-44B5-5AFB-C3E5-936984433A97}"/>
                    </a:ext>
                  </a:extLst>
                </p14:cNvPr>
                <p14:cNvContentPartPr/>
                <p14:nvPr/>
              </p14:nvContentPartPr>
              <p14:xfrm>
                <a:off x="1234615" y="4375255"/>
                <a:ext cx="439200" cy="10368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58D638C3-44B5-5AFB-C3E5-936984433A97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230295" y="4370935"/>
                  <a:ext cx="447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770BA79B-59A2-D6C5-CED8-7E7094C77F9A}"/>
                    </a:ext>
                  </a:extLst>
                </p14:cNvPr>
                <p14:cNvContentPartPr/>
                <p14:nvPr/>
              </p14:nvContentPartPr>
              <p14:xfrm>
                <a:off x="1616575" y="4399735"/>
                <a:ext cx="129960" cy="25920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770BA79B-59A2-D6C5-CED8-7E7094C77F9A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612255" y="4395415"/>
                  <a:ext cx="1386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BDB7D31E-4685-DB8B-39FE-8A95DD68C1B4}"/>
                    </a:ext>
                  </a:extLst>
                </p14:cNvPr>
                <p14:cNvContentPartPr/>
                <p14:nvPr/>
              </p14:nvContentPartPr>
              <p14:xfrm>
                <a:off x="1461415" y="4282375"/>
                <a:ext cx="169560" cy="4968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BDB7D31E-4685-DB8B-39FE-8A95DD68C1B4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457095" y="4278055"/>
                  <a:ext cx="1782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481B2D20-E177-5E80-5B65-07293262F28A}"/>
                    </a:ext>
                  </a:extLst>
                </p14:cNvPr>
                <p14:cNvContentPartPr/>
                <p14:nvPr/>
              </p14:nvContentPartPr>
              <p14:xfrm>
                <a:off x="1648975" y="4258975"/>
                <a:ext cx="140040" cy="1692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481B2D20-E177-5E80-5B65-07293262F28A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644655" y="4254655"/>
                  <a:ext cx="148680" cy="2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87889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36AFAC7-409A-9983-999F-7CB3FC4EEEC5}"/>
              </a:ext>
            </a:extLst>
          </p:cNvPr>
          <p:cNvGrpSpPr/>
          <p:nvPr/>
        </p:nvGrpSpPr>
        <p:grpSpPr>
          <a:xfrm>
            <a:off x="46855" y="62455"/>
            <a:ext cx="1519920" cy="448200"/>
            <a:chOff x="46855" y="62455"/>
            <a:chExt cx="1519920" cy="44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6DE07BC-5C8F-B1AE-BBD2-D7B0EC50C2FF}"/>
                    </a:ext>
                  </a:extLst>
                </p14:cNvPr>
                <p14:cNvContentPartPr/>
                <p14:nvPr/>
              </p14:nvContentPartPr>
              <p14:xfrm>
                <a:off x="55495" y="109255"/>
                <a:ext cx="188640" cy="232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6DE07BC-5C8F-B1AE-BBD2-D7B0EC50C2F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175" y="104935"/>
                  <a:ext cx="1972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B6B31B-0065-BD6E-D025-1B08212F491C}"/>
                    </a:ext>
                  </a:extLst>
                </p14:cNvPr>
                <p14:cNvContentPartPr/>
                <p14:nvPr/>
              </p14:nvContentPartPr>
              <p14:xfrm>
                <a:off x="46855" y="225175"/>
                <a:ext cx="179280" cy="9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0B6B31B-0065-BD6E-D025-1B08212F491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535" y="220855"/>
                  <a:ext cx="187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21D2A31-93A6-332A-8DC1-7DF4C480AB66}"/>
                    </a:ext>
                  </a:extLst>
                </p14:cNvPr>
                <p14:cNvContentPartPr/>
                <p14:nvPr/>
              </p14:nvContentPartPr>
              <p14:xfrm>
                <a:off x="216415" y="214015"/>
                <a:ext cx="327960" cy="296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21D2A31-93A6-332A-8DC1-7DF4C480AB6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2095" y="209695"/>
                  <a:ext cx="3366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E63E71D-E794-97A0-B78B-51A8F921D802}"/>
                    </a:ext>
                  </a:extLst>
                </p14:cNvPr>
                <p14:cNvContentPartPr/>
                <p14:nvPr/>
              </p14:nvContentPartPr>
              <p14:xfrm>
                <a:off x="257815" y="69655"/>
                <a:ext cx="147600" cy="71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E63E71D-E794-97A0-B78B-51A8F921D80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3495" y="65335"/>
                  <a:ext cx="1562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A292308-B8A7-90DD-9257-E5F8F4380E3B}"/>
                    </a:ext>
                  </a:extLst>
                </p14:cNvPr>
                <p14:cNvContentPartPr/>
                <p14:nvPr/>
              </p14:nvContentPartPr>
              <p14:xfrm>
                <a:off x="537895" y="202855"/>
                <a:ext cx="220680" cy="284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A292308-B8A7-90DD-9257-E5F8F4380E3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3575" y="198535"/>
                  <a:ext cx="2293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EE354B6-6B44-FB37-BF56-A531CB3BF423}"/>
                    </a:ext>
                  </a:extLst>
                </p14:cNvPr>
                <p14:cNvContentPartPr/>
                <p14:nvPr/>
              </p14:nvContentPartPr>
              <p14:xfrm>
                <a:off x="740575" y="186295"/>
                <a:ext cx="182520" cy="280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EE354B6-6B44-FB37-BF56-A531CB3BF4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6255" y="181975"/>
                  <a:ext cx="1911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96EC770-9150-7B1C-982C-8CDB4A2B6AEA}"/>
                    </a:ext>
                  </a:extLst>
                </p14:cNvPr>
                <p14:cNvContentPartPr/>
                <p14:nvPr/>
              </p14:nvContentPartPr>
              <p14:xfrm>
                <a:off x="796375" y="62455"/>
                <a:ext cx="40320" cy="93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96EC770-9150-7B1C-982C-8CDB4A2B6A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2055" y="58135"/>
                  <a:ext cx="489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6BF104-A0AF-2EDA-8F81-1EBA32835D91}"/>
                    </a:ext>
                  </a:extLst>
                </p14:cNvPr>
                <p14:cNvContentPartPr/>
                <p14:nvPr/>
              </p14:nvContentPartPr>
              <p14:xfrm>
                <a:off x="1037215" y="71095"/>
                <a:ext cx="529560" cy="249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46BF104-A0AF-2EDA-8F81-1EBA32835D9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32895" y="66775"/>
                  <a:ext cx="5382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8F5A36D-3F1F-BCAC-1778-721FD72CB3B0}"/>
                    </a:ext>
                  </a:extLst>
                </p14:cNvPr>
                <p14:cNvContentPartPr/>
                <p14:nvPr/>
              </p14:nvContentPartPr>
              <p14:xfrm>
                <a:off x="1312975" y="85855"/>
                <a:ext cx="117360" cy="47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8F5A36D-3F1F-BCAC-1778-721FD72CB3B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08655" y="81535"/>
                  <a:ext cx="12600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0A2BB1-1FB7-038C-97C3-0EFF7F714A8B}"/>
              </a:ext>
            </a:extLst>
          </p:cNvPr>
          <p:cNvGrpSpPr/>
          <p:nvPr/>
        </p:nvGrpSpPr>
        <p:grpSpPr>
          <a:xfrm>
            <a:off x="249895" y="751135"/>
            <a:ext cx="196200" cy="212040"/>
            <a:chOff x="249895" y="751135"/>
            <a:chExt cx="19620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9022143-B198-7187-61C2-448BC1019A4C}"/>
                    </a:ext>
                  </a:extLst>
                </p14:cNvPr>
                <p14:cNvContentPartPr/>
                <p14:nvPr/>
              </p14:nvContentPartPr>
              <p14:xfrm>
                <a:off x="249895" y="751135"/>
                <a:ext cx="87480" cy="151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9022143-B198-7187-61C2-448BC1019A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5575" y="746815"/>
                  <a:ext cx="96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6943815-410F-6FD9-B753-983EA7F54AD7}"/>
                    </a:ext>
                  </a:extLst>
                </p14:cNvPr>
                <p14:cNvContentPartPr/>
                <p14:nvPr/>
              </p14:nvContentPartPr>
              <p14:xfrm>
                <a:off x="273295" y="914215"/>
                <a:ext cx="1245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6943815-410F-6FD9-B753-983EA7F54AD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8975" y="909895"/>
                  <a:ext cx="133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B3BF3FB-106B-7B08-0D0F-FFBC19721A6C}"/>
                    </a:ext>
                  </a:extLst>
                </p14:cNvPr>
                <p14:cNvContentPartPr/>
                <p14:nvPr/>
              </p14:nvContentPartPr>
              <p14:xfrm>
                <a:off x="417295" y="882895"/>
                <a:ext cx="28800" cy="80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B3BF3FB-106B-7B08-0D0F-FFBC19721A6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2975" y="878575"/>
                  <a:ext cx="3744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5CBD0-32DD-EFEA-8E1B-BE527EEBFFFD}"/>
              </a:ext>
            </a:extLst>
          </p:cNvPr>
          <p:cNvGrpSpPr/>
          <p:nvPr/>
        </p:nvGrpSpPr>
        <p:grpSpPr>
          <a:xfrm>
            <a:off x="726535" y="666895"/>
            <a:ext cx="1305000" cy="213120"/>
            <a:chOff x="726535" y="666895"/>
            <a:chExt cx="130500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1C903DA-E8DA-31DF-D109-901912FE449F}"/>
                    </a:ext>
                  </a:extLst>
                </p14:cNvPr>
                <p14:cNvContentPartPr/>
                <p14:nvPr/>
              </p14:nvContentPartPr>
              <p14:xfrm>
                <a:off x="726535" y="701095"/>
                <a:ext cx="272880" cy="178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1C903DA-E8DA-31DF-D109-901912FE449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2215" y="696775"/>
                  <a:ext cx="2815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92C1D3F-6A11-B247-4265-86BED003557F}"/>
                    </a:ext>
                  </a:extLst>
                </p14:cNvPr>
                <p14:cNvContentPartPr/>
                <p14:nvPr/>
              </p14:nvContentPartPr>
              <p14:xfrm>
                <a:off x="982135" y="734935"/>
                <a:ext cx="98280" cy="134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92C1D3F-6A11-B247-4265-86BED003557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7815" y="730615"/>
                  <a:ext cx="106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85A16B4-4F99-3DBF-F713-E53EF8B6D0A8}"/>
                    </a:ext>
                  </a:extLst>
                </p14:cNvPr>
                <p14:cNvContentPartPr/>
                <p14:nvPr/>
              </p14:nvContentPartPr>
              <p14:xfrm>
                <a:off x="984655" y="796855"/>
                <a:ext cx="226080" cy="78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85A16B4-4F99-3DBF-F713-E53EF8B6D0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0335" y="792535"/>
                  <a:ext cx="234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8EF3A17-D35B-7C3C-E7DD-6CB9D1C534B8}"/>
                    </a:ext>
                  </a:extLst>
                </p14:cNvPr>
                <p14:cNvContentPartPr/>
                <p14:nvPr/>
              </p14:nvContentPartPr>
              <p14:xfrm>
                <a:off x="1226935" y="773455"/>
                <a:ext cx="17928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8EF3A17-D35B-7C3C-E7DD-6CB9D1C534B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22615" y="769135"/>
                  <a:ext cx="1879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8BBF0B1-E073-D5A3-F55A-0D0080B391AB}"/>
                    </a:ext>
                  </a:extLst>
                </p14:cNvPr>
                <p14:cNvContentPartPr/>
                <p14:nvPr/>
              </p14:nvContentPartPr>
              <p14:xfrm>
                <a:off x="1523935" y="687415"/>
                <a:ext cx="193680" cy="140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8BBF0B1-E073-D5A3-F55A-0D0080B391A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19615" y="683095"/>
                  <a:ext cx="202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58C01A-8284-D6B9-3F20-E3CA77BE8410}"/>
                    </a:ext>
                  </a:extLst>
                </p14:cNvPr>
                <p14:cNvContentPartPr/>
                <p14:nvPr/>
              </p14:nvContentPartPr>
              <p14:xfrm>
                <a:off x="1750375" y="695335"/>
                <a:ext cx="24120" cy="126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58C01A-8284-D6B9-3F20-E3CA77BE841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46055" y="691015"/>
                  <a:ext cx="327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380283F-159D-058E-365D-55B003564F97}"/>
                    </a:ext>
                  </a:extLst>
                </p14:cNvPr>
                <p14:cNvContentPartPr/>
                <p14:nvPr/>
              </p14:nvContentPartPr>
              <p14:xfrm>
                <a:off x="1773775" y="692455"/>
                <a:ext cx="106200" cy="136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380283F-159D-058E-365D-55B003564F9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69455" y="688135"/>
                  <a:ext cx="1148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3FAF580-010C-0E81-D965-F5049DA230C9}"/>
                    </a:ext>
                  </a:extLst>
                </p14:cNvPr>
                <p14:cNvContentPartPr/>
                <p14:nvPr/>
              </p14:nvContentPartPr>
              <p14:xfrm>
                <a:off x="1797535" y="741775"/>
                <a:ext cx="37800" cy="24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3FAF580-010C-0E81-D965-F5049DA230C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93215" y="737455"/>
                  <a:ext cx="464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875193F-E415-D827-30FD-D071219329B3}"/>
                    </a:ext>
                  </a:extLst>
                </p14:cNvPr>
                <p14:cNvContentPartPr/>
                <p14:nvPr/>
              </p14:nvContentPartPr>
              <p14:xfrm>
                <a:off x="1867735" y="687415"/>
                <a:ext cx="62640" cy="116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875193F-E415-D827-30FD-D071219329B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63415" y="683095"/>
                  <a:ext cx="712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432F43D-33F4-4F1A-AAB1-2EFD1C08C523}"/>
                    </a:ext>
                  </a:extLst>
                </p14:cNvPr>
                <p14:cNvContentPartPr/>
                <p14:nvPr/>
              </p14:nvContentPartPr>
              <p14:xfrm>
                <a:off x="1899055" y="666895"/>
                <a:ext cx="56880" cy="36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432F43D-33F4-4F1A-AAB1-2EFD1C08C52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94735" y="662575"/>
                  <a:ext cx="65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5744E4F-E974-A988-BF7E-7E46CD1C9D71}"/>
                    </a:ext>
                  </a:extLst>
                </p14:cNvPr>
                <p14:cNvContentPartPr/>
                <p14:nvPr/>
              </p14:nvContentPartPr>
              <p14:xfrm>
                <a:off x="1906615" y="750055"/>
                <a:ext cx="124560" cy="25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5744E4F-E974-A988-BF7E-7E46CD1C9D7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02295" y="745735"/>
                  <a:ext cx="1332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E11D433-BAC9-38E3-91A2-6A70631865BE}"/>
                    </a:ext>
                  </a:extLst>
                </p14:cNvPr>
                <p14:cNvContentPartPr/>
                <p14:nvPr/>
              </p14:nvContentPartPr>
              <p14:xfrm>
                <a:off x="1930375" y="812695"/>
                <a:ext cx="101160" cy="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E11D433-BAC9-38E3-91A2-6A70631865B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26055" y="808375"/>
                  <a:ext cx="1098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E0FF51A-F285-2EB6-2B20-69EBE0E8CAAE}"/>
              </a:ext>
            </a:extLst>
          </p:cNvPr>
          <p:cNvGrpSpPr/>
          <p:nvPr/>
        </p:nvGrpSpPr>
        <p:grpSpPr>
          <a:xfrm>
            <a:off x="277255" y="1139215"/>
            <a:ext cx="276480" cy="255240"/>
            <a:chOff x="277255" y="1139215"/>
            <a:chExt cx="27648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F6AEE63-E3E5-02D4-FEAF-C1FA9A5032BE}"/>
                    </a:ext>
                  </a:extLst>
                </p14:cNvPr>
                <p14:cNvContentPartPr/>
                <p14:nvPr/>
              </p14:nvContentPartPr>
              <p14:xfrm>
                <a:off x="277255" y="1139215"/>
                <a:ext cx="206640" cy="159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F6AEE63-E3E5-02D4-FEAF-C1FA9A5032B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2935" y="1134895"/>
                  <a:ext cx="2152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5039D07-7348-4576-C43C-03386E1A01C4}"/>
                    </a:ext>
                  </a:extLst>
                </p14:cNvPr>
                <p14:cNvContentPartPr/>
                <p14:nvPr/>
              </p14:nvContentPartPr>
              <p14:xfrm>
                <a:off x="449695" y="1289335"/>
                <a:ext cx="104040" cy="105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5039D07-7348-4576-C43C-03386E1A01C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5375" y="1285015"/>
                  <a:ext cx="11268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F7E2AA1-A710-63C3-7FDB-F64AEF48C607}"/>
              </a:ext>
            </a:extLst>
          </p:cNvPr>
          <p:cNvGrpSpPr/>
          <p:nvPr/>
        </p:nvGrpSpPr>
        <p:grpSpPr>
          <a:xfrm>
            <a:off x="749935" y="1123735"/>
            <a:ext cx="1995120" cy="307080"/>
            <a:chOff x="749935" y="1123735"/>
            <a:chExt cx="199512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2E5C4DF-E2F8-14F7-714A-505662C7E78C}"/>
                    </a:ext>
                  </a:extLst>
                </p14:cNvPr>
                <p14:cNvContentPartPr/>
                <p14:nvPr/>
              </p14:nvContentPartPr>
              <p14:xfrm>
                <a:off x="831295" y="1148575"/>
                <a:ext cx="13680" cy="207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2E5C4DF-E2F8-14F7-714A-505662C7E7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6975" y="1144255"/>
                  <a:ext cx="223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447112-A3A5-056E-F58A-7096A1D19BCE}"/>
                    </a:ext>
                  </a:extLst>
                </p14:cNvPr>
                <p14:cNvContentPartPr/>
                <p14:nvPr/>
              </p14:nvContentPartPr>
              <p14:xfrm>
                <a:off x="749935" y="1156495"/>
                <a:ext cx="296640" cy="5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447112-A3A5-056E-F58A-7096A1D19BC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5615" y="1152175"/>
                  <a:ext cx="30528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CFA5EB0-5CF6-1613-E4B0-1458E71068AB}"/>
                    </a:ext>
                  </a:extLst>
                </p14:cNvPr>
                <p14:cNvContentPartPr/>
                <p14:nvPr/>
              </p14:nvContentPartPr>
              <p14:xfrm>
                <a:off x="905095" y="1241095"/>
                <a:ext cx="180360" cy="125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CFA5EB0-5CF6-1613-E4B0-1458E71068A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0775" y="1236775"/>
                  <a:ext cx="1890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35F173C-6DCD-DEC2-E2AB-8B23B02DC845}"/>
                    </a:ext>
                  </a:extLst>
                </p14:cNvPr>
                <p14:cNvContentPartPr/>
                <p14:nvPr/>
              </p14:nvContentPartPr>
              <p14:xfrm>
                <a:off x="1077535" y="1250095"/>
                <a:ext cx="76680" cy="79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35F173C-6DCD-DEC2-E2AB-8B23B02DC84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73215" y="1245775"/>
                  <a:ext cx="85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873DEC6-E185-3DD6-9B3B-0B48962D6223}"/>
                    </a:ext>
                  </a:extLst>
                </p14:cNvPr>
                <p14:cNvContentPartPr/>
                <p14:nvPr/>
              </p14:nvContentPartPr>
              <p14:xfrm>
                <a:off x="1164295" y="1279615"/>
                <a:ext cx="126360" cy="47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873DEC6-E185-3DD6-9B3B-0B48962D622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59975" y="1275295"/>
                  <a:ext cx="135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90C6CF8-002A-5C7F-6CA1-6AFD45467C68}"/>
                    </a:ext>
                  </a:extLst>
                </p14:cNvPr>
                <p14:cNvContentPartPr/>
                <p14:nvPr/>
              </p14:nvContentPartPr>
              <p14:xfrm>
                <a:off x="1310455" y="1171615"/>
                <a:ext cx="42120" cy="259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90C6CF8-002A-5C7F-6CA1-6AFD45467C6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306135" y="1167295"/>
                  <a:ext cx="507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FF8742-0D46-553C-B9CD-A57CC9BFC3E8}"/>
                    </a:ext>
                  </a:extLst>
                </p14:cNvPr>
                <p14:cNvContentPartPr/>
                <p14:nvPr/>
              </p14:nvContentPartPr>
              <p14:xfrm>
                <a:off x="1424575" y="1250095"/>
                <a:ext cx="76320" cy="9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FF8742-0D46-553C-B9CD-A57CC9BFC3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20255" y="1245775"/>
                  <a:ext cx="849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3B0C837-F16A-366A-45AE-C38415AA7D54}"/>
                    </a:ext>
                  </a:extLst>
                </p14:cNvPr>
                <p14:cNvContentPartPr/>
                <p14:nvPr/>
              </p14:nvContentPartPr>
              <p14:xfrm>
                <a:off x="1320535" y="1257655"/>
                <a:ext cx="132120" cy="16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3B0C837-F16A-366A-45AE-C38415AA7D5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316215" y="1253335"/>
                  <a:ext cx="1407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4A8418B-95AF-011C-C258-BAD7480946AF}"/>
                    </a:ext>
                  </a:extLst>
                </p14:cNvPr>
                <p14:cNvContentPartPr/>
                <p14:nvPr/>
              </p14:nvContentPartPr>
              <p14:xfrm>
                <a:off x="1373095" y="1225615"/>
                <a:ext cx="744120" cy="97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4A8418B-95AF-011C-C258-BAD7480946A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68775" y="1221295"/>
                  <a:ext cx="752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1FD1C03-9050-6084-F8FB-33AFA16FA966}"/>
                    </a:ext>
                  </a:extLst>
                </p14:cNvPr>
                <p14:cNvContentPartPr/>
                <p14:nvPr/>
              </p14:nvContentPartPr>
              <p14:xfrm>
                <a:off x="2196775" y="1156135"/>
                <a:ext cx="120960" cy="127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1FD1C03-9050-6084-F8FB-33AFA16FA96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192455" y="1151815"/>
                  <a:ext cx="129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135BECF-6B54-3C77-692D-2B8F2184012F}"/>
                    </a:ext>
                  </a:extLst>
                </p14:cNvPr>
                <p14:cNvContentPartPr/>
                <p14:nvPr/>
              </p14:nvContentPartPr>
              <p14:xfrm>
                <a:off x="2360215" y="1179895"/>
                <a:ext cx="33480" cy="86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135BECF-6B54-3C77-692D-2B8F2184012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55895" y="1175575"/>
                  <a:ext cx="42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A7E39F6-6539-5F42-6E79-1F8CD85E8CD0}"/>
                    </a:ext>
                  </a:extLst>
                </p14:cNvPr>
                <p14:cNvContentPartPr/>
                <p14:nvPr/>
              </p14:nvContentPartPr>
              <p14:xfrm>
                <a:off x="2328895" y="1155775"/>
                <a:ext cx="160560" cy="9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A7E39F6-6539-5F42-6E79-1F8CD85E8CD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324575" y="1151455"/>
                  <a:ext cx="1692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126C50C-E4FA-565E-6747-C3AC514451FA}"/>
                    </a:ext>
                  </a:extLst>
                </p14:cNvPr>
                <p14:cNvContentPartPr/>
                <p14:nvPr/>
              </p14:nvContentPartPr>
              <p14:xfrm>
                <a:off x="2344375" y="1270975"/>
                <a:ext cx="208080" cy="35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126C50C-E4FA-565E-6747-C3AC514451F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40055" y="1266655"/>
                  <a:ext cx="216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93CE6BF-5E1D-2508-C0D4-EF211A4AA8FB}"/>
                    </a:ext>
                  </a:extLst>
                </p14:cNvPr>
                <p14:cNvContentPartPr/>
                <p14:nvPr/>
              </p14:nvContentPartPr>
              <p14:xfrm>
                <a:off x="2525095" y="1123735"/>
                <a:ext cx="219960" cy="181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93CE6BF-5E1D-2508-C0D4-EF211A4AA8F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20775" y="1119415"/>
                  <a:ext cx="22860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91049B3-41BF-468D-A70C-B56F079030C8}"/>
              </a:ext>
            </a:extLst>
          </p:cNvPr>
          <p:cNvGrpSpPr/>
          <p:nvPr/>
        </p:nvGrpSpPr>
        <p:grpSpPr>
          <a:xfrm>
            <a:off x="320095" y="1506415"/>
            <a:ext cx="271080" cy="260280"/>
            <a:chOff x="320095" y="1506415"/>
            <a:chExt cx="27108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0710C68-AF02-5806-B65D-E6624CDA5087}"/>
                    </a:ext>
                  </a:extLst>
                </p14:cNvPr>
                <p14:cNvContentPartPr/>
                <p14:nvPr/>
              </p14:nvContentPartPr>
              <p14:xfrm>
                <a:off x="320095" y="1506415"/>
                <a:ext cx="188640" cy="246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0710C68-AF02-5806-B65D-E6624CDA508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5775" y="1502095"/>
                  <a:ext cx="1972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929193B-C741-127A-DF49-45C3CCFC8880}"/>
                    </a:ext>
                  </a:extLst>
                </p14:cNvPr>
                <p14:cNvContentPartPr/>
                <p14:nvPr/>
              </p14:nvContentPartPr>
              <p14:xfrm>
                <a:off x="477775" y="1711255"/>
                <a:ext cx="113400" cy="55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929193B-C741-127A-DF49-45C3CCFC888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3455" y="1706935"/>
                  <a:ext cx="12204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85CC59B-C4FE-02DF-208B-8C1E63530D4B}"/>
              </a:ext>
            </a:extLst>
          </p:cNvPr>
          <p:cNvGrpSpPr/>
          <p:nvPr/>
        </p:nvGrpSpPr>
        <p:grpSpPr>
          <a:xfrm>
            <a:off x="828415" y="1531615"/>
            <a:ext cx="1780920" cy="254520"/>
            <a:chOff x="828415" y="1531615"/>
            <a:chExt cx="1780920" cy="25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36BA334-3AA4-89AB-F975-8A646F214B65}"/>
                    </a:ext>
                  </a:extLst>
                </p14:cNvPr>
                <p14:cNvContentPartPr/>
                <p14:nvPr/>
              </p14:nvContentPartPr>
              <p14:xfrm>
                <a:off x="828415" y="1617655"/>
                <a:ext cx="21240" cy="88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36BA334-3AA4-89AB-F975-8A646F214B6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4095" y="1613335"/>
                  <a:ext cx="29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C7CE72D-ECC2-C061-DE8B-B678016CF887}"/>
                    </a:ext>
                  </a:extLst>
                </p14:cNvPr>
                <p14:cNvContentPartPr/>
                <p14:nvPr/>
              </p14:nvContentPartPr>
              <p14:xfrm>
                <a:off x="828415" y="1593535"/>
                <a:ext cx="183960" cy="16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C7CE72D-ECC2-C061-DE8B-B678016CF88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4095" y="1589215"/>
                  <a:ext cx="1926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73FFF58-3CB6-B0E0-E984-ACBEBF843143}"/>
                    </a:ext>
                  </a:extLst>
                </p14:cNvPr>
                <p14:cNvContentPartPr/>
                <p14:nvPr/>
              </p14:nvContentPartPr>
              <p14:xfrm>
                <a:off x="898615" y="1664455"/>
                <a:ext cx="360" cy="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73FFF58-3CB6-B0E0-E984-ACBEBF84314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4295" y="166013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7328460-8F62-38FA-C4EE-67D3EF252FAA}"/>
                    </a:ext>
                  </a:extLst>
                </p14:cNvPr>
                <p14:cNvContentPartPr/>
                <p14:nvPr/>
              </p14:nvContentPartPr>
              <p14:xfrm>
                <a:off x="828415" y="1664095"/>
                <a:ext cx="77400" cy="8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7328460-8F62-38FA-C4EE-67D3EF252FA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4095" y="1659775"/>
                  <a:ext cx="860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AD1B6ED-69BB-FDE1-ABC5-488E887A3CD2}"/>
                    </a:ext>
                  </a:extLst>
                </p14:cNvPr>
                <p14:cNvContentPartPr/>
                <p14:nvPr/>
              </p14:nvContentPartPr>
              <p14:xfrm>
                <a:off x="843895" y="1680295"/>
                <a:ext cx="3600" cy="105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AD1B6ED-69BB-FDE1-ABC5-488E887A3CD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9575" y="1675975"/>
                  <a:ext cx="122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AF68E11-0814-BFFB-B5AD-41BC128D512E}"/>
                    </a:ext>
                  </a:extLst>
                </p14:cNvPr>
                <p14:cNvContentPartPr/>
                <p14:nvPr/>
              </p14:nvContentPartPr>
              <p14:xfrm>
                <a:off x="976735" y="1664455"/>
                <a:ext cx="75960" cy="95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AF68E11-0814-BFFB-B5AD-41BC128D512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2415" y="1660135"/>
                  <a:ext cx="846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F64D310-73CE-9DC0-6280-499288F945AE}"/>
                    </a:ext>
                  </a:extLst>
                </p14:cNvPr>
                <p14:cNvContentPartPr/>
                <p14:nvPr/>
              </p14:nvContentPartPr>
              <p14:xfrm>
                <a:off x="1008055" y="1617655"/>
                <a:ext cx="360" cy="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F64D310-73CE-9DC0-6280-499288F945A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03735" y="161333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8C72082-C10E-8B19-31B9-7497CCE5FC9B}"/>
                    </a:ext>
                  </a:extLst>
                </p14:cNvPr>
                <p14:cNvContentPartPr/>
                <p14:nvPr/>
              </p14:nvContentPartPr>
              <p14:xfrm>
                <a:off x="1054855" y="1641055"/>
                <a:ext cx="360" cy="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8C72082-C10E-8B19-31B9-7497CCE5FC9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50535" y="163673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9119582-A47A-9C71-DCFD-C753142E32BD}"/>
                    </a:ext>
                  </a:extLst>
                </p14:cNvPr>
                <p14:cNvContentPartPr/>
                <p14:nvPr/>
              </p14:nvContentPartPr>
              <p14:xfrm>
                <a:off x="1078255" y="1656535"/>
                <a:ext cx="112680" cy="107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9119582-A47A-9C71-DCFD-C753142E32B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73935" y="1652215"/>
                  <a:ext cx="1213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BDD14AB-680B-09E4-9DE3-9105A12D1D3D}"/>
                    </a:ext>
                  </a:extLst>
                </p14:cNvPr>
                <p14:cNvContentPartPr/>
                <p14:nvPr/>
              </p14:nvContentPartPr>
              <p14:xfrm>
                <a:off x="1047655" y="1666975"/>
                <a:ext cx="117000" cy="99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BDD14AB-680B-09E4-9DE3-9105A12D1D3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43335" y="1662655"/>
                  <a:ext cx="125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DC3EBC2-C1FA-688B-6976-7F5EA034D76B}"/>
                    </a:ext>
                  </a:extLst>
                </p14:cNvPr>
                <p14:cNvContentPartPr/>
                <p14:nvPr/>
              </p14:nvContentPartPr>
              <p14:xfrm>
                <a:off x="1334575" y="1649695"/>
                <a:ext cx="110520" cy="101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DC3EBC2-C1FA-688B-6976-7F5EA034D76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30255" y="1645375"/>
                  <a:ext cx="1191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A057F0C-351A-571B-BC3A-D0D4EBECED4A}"/>
                    </a:ext>
                  </a:extLst>
                </p14:cNvPr>
                <p14:cNvContentPartPr/>
                <p14:nvPr/>
              </p14:nvContentPartPr>
              <p14:xfrm>
                <a:off x="1482895" y="1673455"/>
                <a:ext cx="65520" cy="79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A057F0C-351A-571B-BC3A-D0D4EBECED4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78575" y="1669135"/>
                  <a:ext cx="74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AD229C7-9126-0097-3B32-7B75396DCBB3}"/>
                    </a:ext>
                  </a:extLst>
                </p14:cNvPr>
                <p14:cNvContentPartPr/>
                <p14:nvPr/>
              </p14:nvContentPartPr>
              <p14:xfrm>
                <a:off x="1616815" y="1531615"/>
                <a:ext cx="48600" cy="249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AD229C7-9126-0097-3B32-7B75396DCB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12495" y="1527295"/>
                  <a:ext cx="572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7F41BC5-8890-462B-42B4-E16430E5E29F}"/>
                    </a:ext>
                  </a:extLst>
                </p14:cNvPr>
                <p14:cNvContentPartPr/>
                <p14:nvPr/>
              </p14:nvContentPartPr>
              <p14:xfrm>
                <a:off x="1678375" y="1673095"/>
                <a:ext cx="80280" cy="74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7F41BC5-8890-462B-42B4-E16430E5E29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674055" y="1668775"/>
                  <a:ext cx="889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9097EF5-D5AE-832D-6834-54014CEB12DE}"/>
                    </a:ext>
                  </a:extLst>
                </p14:cNvPr>
                <p14:cNvContentPartPr/>
                <p14:nvPr/>
              </p14:nvContentPartPr>
              <p14:xfrm>
                <a:off x="1718335" y="1531615"/>
                <a:ext cx="54360" cy="251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9097EF5-D5AE-832D-6834-54014CEB12D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714015" y="1527295"/>
                  <a:ext cx="630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4181187-223C-AA0B-2495-EFF2401D6D5E}"/>
                    </a:ext>
                  </a:extLst>
                </p14:cNvPr>
                <p14:cNvContentPartPr/>
                <p14:nvPr/>
              </p14:nvContentPartPr>
              <p14:xfrm>
                <a:off x="1874575" y="1632775"/>
                <a:ext cx="84240" cy="135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4181187-223C-AA0B-2495-EFF2401D6D5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870255" y="1628455"/>
                  <a:ext cx="928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7F0AC58-B79A-DD90-8805-63F06DD6F6B7}"/>
                    </a:ext>
                  </a:extLst>
                </p14:cNvPr>
                <p14:cNvContentPartPr/>
                <p14:nvPr/>
              </p14:nvContentPartPr>
              <p14:xfrm>
                <a:off x="2015695" y="1562935"/>
                <a:ext cx="25200" cy="194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7F0AC58-B79A-DD90-8805-63F06DD6F6B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011375" y="1558615"/>
                  <a:ext cx="338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704E399-2AEA-09AD-383B-28B5042D6185}"/>
                    </a:ext>
                  </a:extLst>
                </p14:cNvPr>
                <p14:cNvContentPartPr/>
                <p14:nvPr/>
              </p14:nvContentPartPr>
              <p14:xfrm>
                <a:off x="1961335" y="1639255"/>
                <a:ext cx="300960" cy="113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704E399-2AEA-09AD-383B-28B5042D618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957015" y="1634935"/>
                  <a:ext cx="309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1FADC35-4D90-5198-0A8E-2BF0818CDF8B}"/>
                    </a:ext>
                  </a:extLst>
                </p14:cNvPr>
                <p14:cNvContentPartPr/>
                <p14:nvPr/>
              </p14:nvContentPartPr>
              <p14:xfrm>
                <a:off x="2328895" y="1539535"/>
                <a:ext cx="18000" cy="217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1FADC35-4D90-5198-0A8E-2BF0818CDF8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24575" y="1535215"/>
                  <a:ext cx="26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EDBD342-1A7D-C103-2403-BEB7C59B6A68}"/>
                    </a:ext>
                  </a:extLst>
                </p14:cNvPr>
                <p14:cNvContentPartPr/>
                <p14:nvPr/>
              </p14:nvContentPartPr>
              <p14:xfrm>
                <a:off x="2328895" y="1640695"/>
                <a:ext cx="280440" cy="32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EDBD342-1A7D-C103-2403-BEB7C59B6A6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24575" y="1636375"/>
                  <a:ext cx="28908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5445E6D-EC5B-9475-D6BA-753C2E39981F}"/>
              </a:ext>
            </a:extLst>
          </p:cNvPr>
          <p:cNvGrpSpPr/>
          <p:nvPr/>
        </p:nvGrpSpPr>
        <p:grpSpPr>
          <a:xfrm>
            <a:off x="3429055" y="107095"/>
            <a:ext cx="1416600" cy="393120"/>
            <a:chOff x="3429055" y="107095"/>
            <a:chExt cx="141660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526683A-9D5F-5AC0-B292-A6008F1899D2}"/>
                    </a:ext>
                  </a:extLst>
                </p14:cNvPr>
                <p14:cNvContentPartPr/>
                <p14:nvPr/>
              </p14:nvContentPartPr>
              <p14:xfrm>
                <a:off x="3429055" y="107095"/>
                <a:ext cx="213120" cy="324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526683A-9D5F-5AC0-B292-A6008F1899D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424735" y="102775"/>
                  <a:ext cx="2217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2CDA811-BC69-D5F2-6FC7-637BED2E0D48}"/>
                    </a:ext>
                  </a:extLst>
                </p14:cNvPr>
                <p14:cNvContentPartPr/>
                <p14:nvPr/>
              </p14:nvContentPartPr>
              <p14:xfrm>
                <a:off x="3485575" y="304015"/>
                <a:ext cx="169560" cy="120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2CDA811-BC69-D5F2-6FC7-637BED2E0D4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481255" y="299695"/>
                  <a:ext cx="1782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2410D57-589D-6816-E2E2-27EF2C424AA7}"/>
                    </a:ext>
                  </a:extLst>
                </p14:cNvPr>
                <p14:cNvContentPartPr/>
                <p14:nvPr/>
              </p14:nvContentPartPr>
              <p14:xfrm>
                <a:off x="3657295" y="265495"/>
                <a:ext cx="360" cy="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2410D57-589D-6816-E2E2-27EF2C424AA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652975" y="26117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7228772-A735-B88D-59F1-499EF70BB4B5}"/>
                    </a:ext>
                  </a:extLst>
                </p14:cNvPr>
                <p14:cNvContentPartPr/>
                <p14:nvPr/>
              </p14:nvContentPartPr>
              <p14:xfrm>
                <a:off x="3618415" y="279535"/>
                <a:ext cx="180000" cy="122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7228772-A735-B88D-59F1-499EF70BB4B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614095" y="275215"/>
                  <a:ext cx="188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5B00A3A-EAB0-E4D9-6C6B-7F4E34990749}"/>
                    </a:ext>
                  </a:extLst>
                </p14:cNvPr>
                <p14:cNvContentPartPr/>
                <p14:nvPr/>
              </p14:nvContentPartPr>
              <p14:xfrm>
                <a:off x="3798055" y="248215"/>
                <a:ext cx="8280" cy="2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5B00A3A-EAB0-E4D9-6C6B-7F4E3499074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793735" y="243895"/>
                  <a:ext cx="1692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C68948B-EF56-EB02-4611-F46584EC4397}"/>
                    </a:ext>
                  </a:extLst>
                </p14:cNvPr>
                <p14:cNvContentPartPr/>
                <p14:nvPr/>
              </p14:nvContentPartPr>
              <p14:xfrm>
                <a:off x="3889855" y="295375"/>
                <a:ext cx="111960" cy="81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C68948B-EF56-EB02-4611-F46584EC439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885535" y="291055"/>
                  <a:ext cx="1206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D04AB72-D462-B6EA-9186-2A303BBDDC98}"/>
                    </a:ext>
                  </a:extLst>
                </p14:cNvPr>
                <p14:cNvContentPartPr/>
                <p14:nvPr/>
              </p14:nvContentPartPr>
              <p14:xfrm>
                <a:off x="3993535" y="156055"/>
                <a:ext cx="38880" cy="211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D04AB72-D462-B6EA-9186-2A303BBDDC9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989215" y="151735"/>
                  <a:ext cx="475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FA45EF2-47FC-1D4D-5723-29D420926D1D}"/>
                    </a:ext>
                  </a:extLst>
                </p14:cNvPr>
                <p14:cNvContentPartPr/>
                <p14:nvPr/>
              </p14:nvContentPartPr>
              <p14:xfrm>
                <a:off x="3876175" y="233815"/>
                <a:ext cx="396000" cy="166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FA45EF2-47FC-1D4D-5723-29D420926D1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871855" y="229495"/>
                  <a:ext cx="4046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5CB6FFB-EC4A-7789-D5D5-3C51CA37459A}"/>
                    </a:ext>
                  </a:extLst>
                </p14:cNvPr>
                <p14:cNvContentPartPr/>
                <p14:nvPr/>
              </p14:nvContentPartPr>
              <p14:xfrm>
                <a:off x="4290535" y="273055"/>
                <a:ext cx="110520" cy="119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5CB6FFB-EC4A-7789-D5D5-3C51CA37459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286215" y="268735"/>
                  <a:ext cx="1191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93460E6-A5FF-85CE-C6C3-A90AD66DE047}"/>
                    </a:ext>
                  </a:extLst>
                </p14:cNvPr>
                <p14:cNvContentPartPr/>
                <p14:nvPr/>
              </p14:nvContentPartPr>
              <p14:xfrm>
                <a:off x="4243735" y="485095"/>
                <a:ext cx="21960" cy="7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93460E6-A5FF-85CE-C6C3-A90AD66DE04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239415" y="480775"/>
                  <a:ext cx="306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68E24D4-2381-2A2D-3603-CE354C30BBAB}"/>
                    </a:ext>
                  </a:extLst>
                </p14:cNvPr>
                <p14:cNvContentPartPr/>
                <p14:nvPr/>
              </p14:nvContentPartPr>
              <p14:xfrm>
                <a:off x="4486015" y="179815"/>
                <a:ext cx="220320" cy="320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68E24D4-2381-2A2D-3603-CE354C30BBA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481695" y="175495"/>
                  <a:ext cx="2289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87AEC96-33FD-2827-9EF5-6AB3CBF864B1}"/>
                    </a:ext>
                  </a:extLst>
                </p14:cNvPr>
                <p14:cNvContentPartPr/>
                <p14:nvPr/>
              </p14:nvContentPartPr>
              <p14:xfrm>
                <a:off x="4603015" y="326695"/>
                <a:ext cx="174600" cy="17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87AEC96-33FD-2827-9EF5-6AB3CBF864B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598695" y="322375"/>
                  <a:ext cx="1832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CF333DB-E7DD-012C-26B7-1D23F02F078A}"/>
                    </a:ext>
                  </a:extLst>
                </p14:cNvPr>
                <p14:cNvContentPartPr/>
                <p14:nvPr/>
              </p14:nvContentPartPr>
              <p14:xfrm>
                <a:off x="4833415" y="332455"/>
                <a:ext cx="12240" cy="5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CF333DB-E7DD-012C-26B7-1D23F02F078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829095" y="328135"/>
                  <a:ext cx="2088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326F45E-A9DA-AF7C-1530-8240F4C8F4EC}"/>
                    </a:ext>
                  </a:extLst>
                </p14:cNvPr>
                <p14:cNvContentPartPr/>
                <p14:nvPr/>
              </p14:nvContentPartPr>
              <p14:xfrm>
                <a:off x="4767175" y="448015"/>
                <a:ext cx="32760" cy="20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326F45E-A9DA-AF7C-1530-8240F4C8F4E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762855" y="443695"/>
                  <a:ext cx="4140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92C9BBC-D5E5-30C2-F8B8-EF9963D374F2}"/>
              </a:ext>
            </a:extLst>
          </p:cNvPr>
          <p:cNvGrpSpPr/>
          <p:nvPr/>
        </p:nvGrpSpPr>
        <p:grpSpPr>
          <a:xfrm>
            <a:off x="5158135" y="195295"/>
            <a:ext cx="1782720" cy="305640"/>
            <a:chOff x="5158135" y="195295"/>
            <a:chExt cx="1782720" cy="30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346D9E1-CDF2-84D8-29FC-30120E1BE6C7}"/>
                    </a:ext>
                  </a:extLst>
                </p14:cNvPr>
                <p14:cNvContentPartPr/>
                <p14:nvPr/>
              </p14:nvContentPartPr>
              <p14:xfrm>
                <a:off x="5165695" y="202855"/>
                <a:ext cx="14760" cy="258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346D9E1-CDF2-84D8-29FC-30120E1BE6C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161375" y="198535"/>
                  <a:ext cx="234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91DC974-E932-2C5E-6DF1-CAE8FDAFF021}"/>
                    </a:ext>
                  </a:extLst>
                </p14:cNvPr>
                <p14:cNvContentPartPr/>
                <p14:nvPr/>
              </p14:nvContentPartPr>
              <p14:xfrm>
                <a:off x="5158135" y="225175"/>
                <a:ext cx="197640" cy="241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91DC974-E932-2C5E-6DF1-CAE8FDAFF02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153815" y="220855"/>
                  <a:ext cx="2062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435A299-168C-84F9-39C2-AD6BDF2A6996}"/>
                    </a:ext>
                  </a:extLst>
                </p14:cNvPr>
                <p14:cNvContentPartPr/>
                <p14:nvPr/>
              </p14:nvContentPartPr>
              <p14:xfrm>
                <a:off x="5384215" y="241735"/>
                <a:ext cx="166680" cy="221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435A299-168C-84F9-39C2-AD6BDF2A699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379895" y="237415"/>
                  <a:ext cx="1753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4687D48-02A0-82E3-61B9-FFBA9FA6C093}"/>
                    </a:ext>
                  </a:extLst>
                </p14:cNvPr>
                <p14:cNvContentPartPr/>
                <p14:nvPr/>
              </p14:nvContentPartPr>
              <p14:xfrm>
                <a:off x="5431375" y="390415"/>
                <a:ext cx="210240" cy="55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4687D48-02A0-82E3-61B9-FFBA9FA6C09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427055" y="386095"/>
                  <a:ext cx="2188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F77FCE1-557C-32C7-C642-B00B4831523C}"/>
                    </a:ext>
                  </a:extLst>
                </p14:cNvPr>
                <p14:cNvContentPartPr/>
                <p14:nvPr/>
              </p14:nvContentPartPr>
              <p14:xfrm>
                <a:off x="5704975" y="351535"/>
                <a:ext cx="187200" cy="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F77FCE1-557C-32C7-C642-B00B4831523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700655" y="347215"/>
                  <a:ext cx="1958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6F25C45-EBDB-7710-1FF5-1C681F903D53}"/>
                    </a:ext>
                  </a:extLst>
                </p14:cNvPr>
                <p14:cNvContentPartPr/>
                <p14:nvPr/>
              </p14:nvContentPartPr>
              <p14:xfrm>
                <a:off x="5939335" y="241375"/>
                <a:ext cx="162720" cy="199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6F25C45-EBDB-7710-1FF5-1C681F903D5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935015" y="237055"/>
                  <a:ext cx="171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E46487F-461B-F924-AB4B-608467A5C4ED}"/>
                    </a:ext>
                  </a:extLst>
                </p14:cNvPr>
                <p14:cNvContentPartPr/>
                <p14:nvPr/>
              </p14:nvContentPartPr>
              <p14:xfrm>
                <a:off x="6142735" y="250015"/>
                <a:ext cx="39960" cy="169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E46487F-461B-F924-AB4B-608467A5C4E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138415" y="245695"/>
                  <a:ext cx="486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CF6EF9D-C453-F6C8-DFC7-42CDC03300C5}"/>
                    </a:ext>
                  </a:extLst>
                </p14:cNvPr>
                <p14:cNvContentPartPr/>
                <p14:nvPr/>
              </p14:nvContentPartPr>
              <p14:xfrm>
                <a:off x="6166135" y="246775"/>
                <a:ext cx="151200" cy="1839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CF6EF9D-C453-F6C8-DFC7-42CDC03300C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161815" y="242455"/>
                  <a:ext cx="159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1E74B81-5021-E9AF-DF52-11D15F96DD63}"/>
                    </a:ext>
                  </a:extLst>
                </p14:cNvPr>
                <p14:cNvContentPartPr/>
                <p14:nvPr/>
              </p14:nvContentPartPr>
              <p14:xfrm>
                <a:off x="6205375" y="321655"/>
                <a:ext cx="102600" cy="30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1E74B81-5021-E9AF-DF52-11D15F96DD6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201055" y="317335"/>
                  <a:ext cx="111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13580F6-BFEB-7976-43FC-90101F61A70D}"/>
                    </a:ext>
                  </a:extLst>
                </p14:cNvPr>
                <p14:cNvContentPartPr/>
                <p14:nvPr/>
              </p14:nvContentPartPr>
              <p14:xfrm>
                <a:off x="6369535" y="250015"/>
                <a:ext cx="15480" cy="1526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13580F6-BFEB-7976-43FC-90101F61A70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365215" y="245695"/>
                  <a:ext cx="24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14A311E-ED20-83E2-16CB-796690F56773}"/>
                    </a:ext>
                  </a:extLst>
                </p14:cNvPr>
                <p14:cNvContentPartPr/>
                <p14:nvPr/>
              </p14:nvContentPartPr>
              <p14:xfrm>
                <a:off x="6377095" y="249295"/>
                <a:ext cx="74160" cy="244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14A311E-ED20-83E2-16CB-796690F5677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372775" y="244975"/>
                  <a:ext cx="82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50BD40F-EBE0-F763-67E0-31ADFEBDB98A}"/>
                    </a:ext>
                  </a:extLst>
                </p14:cNvPr>
                <p14:cNvContentPartPr/>
                <p14:nvPr/>
              </p14:nvContentPartPr>
              <p14:xfrm>
                <a:off x="6416335" y="320215"/>
                <a:ext cx="74520" cy="18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50BD40F-EBE0-F763-67E0-31ADFEBDB98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412015" y="315895"/>
                  <a:ext cx="831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6E354D6-E877-FAAF-A2E6-E4CF61113FA4}"/>
                    </a:ext>
                  </a:extLst>
                </p14:cNvPr>
                <p14:cNvContentPartPr/>
                <p14:nvPr/>
              </p14:nvContentPartPr>
              <p14:xfrm>
                <a:off x="6408415" y="387535"/>
                <a:ext cx="97920" cy="3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6E354D6-E877-FAAF-A2E6-E4CF61113FA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404095" y="383215"/>
                  <a:ext cx="10656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05AEA33-11DB-FCC4-E50D-B046F7F368DE}"/>
                    </a:ext>
                  </a:extLst>
                </p14:cNvPr>
                <p14:cNvContentPartPr/>
                <p14:nvPr/>
              </p14:nvContentPartPr>
              <p14:xfrm>
                <a:off x="6369535" y="320215"/>
                <a:ext cx="93240" cy="8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05AEA33-11DB-FCC4-E50D-B046F7F368D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365215" y="315895"/>
                  <a:ext cx="1018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9968B85-1B4A-1F0C-F018-00064561A3F9}"/>
                    </a:ext>
                  </a:extLst>
                </p14:cNvPr>
                <p14:cNvContentPartPr/>
                <p14:nvPr/>
              </p14:nvContentPartPr>
              <p14:xfrm>
                <a:off x="6780655" y="195295"/>
                <a:ext cx="3600" cy="207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9968B85-1B4A-1F0C-F018-00064561A3F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776335" y="190975"/>
                  <a:ext cx="12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D805AF1-FD60-B690-9FB4-DB29B37E8BB4}"/>
                    </a:ext>
                  </a:extLst>
                </p14:cNvPr>
                <p14:cNvContentPartPr/>
                <p14:nvPr/>
              </p14:nvContentPartPr>
              <p14:xfrm>
                <a:off x="6635215" y="296455"/>
                <a:ext cx="250920" cy="101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D805AF1-FD60-B690-9FB4-DB29B37E8BB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630895" y="292135"/>
                  <a:ext cx="259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CCBFDEB-5002-EE04-EC73-10B4DA46F0CB}"/>
                    </a:ext>
                  </a:extLst>
                </p14:cNvPr>
                <p14:cNvContentPartPr/>
                <p14:nvPr/>
              </p14:nvContentPartPr>
              <p14:xfrm>
                <a:off x="6883615" y="328135"/>
                <a:ext cx="57240" cy="102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CCBFDEB-5002-EE04-EC73-10B4DA46F0C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879295" y="323815"/>
                  <a:ext cx="65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CC80647-ADE9-79A6-1E10-BE4304FFA579}"/>
                    </a:ext>
                  </a:extLst>
                </p14:cNvPr>
                <p14:cNvContentPartPr/>
                <p14:nvPr/>
              </p14:nvContentPartPr>
              <p14:xfrm>
                <a:off x="6728815" y="484375"/>
                <a:ext cx="85320" cy="16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CC80647-ADE9-79A6-1E10-BE4304FFA57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724495" y="480055"/>
                  <a:ext cx="9396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D020F02-37BB-73A5-4C86-857C7A60528D}"/>
              </a:ext>
            </a:extLst>
          </p:cNvPr>
          <p:cNvGrpSpPr/>
          <p:nvPr/>
        </p:nvGrpSpPr>
        <p:grpSpPr>
          <a:xfrm>
            <a:off x="7119775" y="163975"/>
            <a:ext cx="937440" cy="266760"/>
            <a:chOff x="7119775" y="163975"/>
            <a:chExt cx="93744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C26CACA-A6A7-F749-1127-2034DFD6570B}"/>
                    </a:ext>
                  </a:extLst>
                </p14:cNvPr>
                <p14:cNvContentPartPr/>
                <p14:nvPr/>
              </p14:nvContentPartPr>
              <p14:xfrm>
                <a:off x="7119775" y="302935"/>
                <a:ext cx="133200" cy="87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C26CACA-A6A7-F749-1127-2034DFD6570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115455" y="298615"/>
                  <a:ext cx="1418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36CEA16-56FB-8450-5F54-FB6471C305DC}"/>
                    </a:ext>
                  </a:extLst>
                </p14:cNvPr>
                <p14:cNvContentPartPr/>
                <p14:nvPr/>
              </p14:nvContentPartPr>
              <p14:xfrm>
                <a:off x="7174855" y="179455"/>
                <a:ext cx="31320" cy="234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36CEA16-56FB-8450-5F54-FB6471C305D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170535" y="175135"/>
                  <a:ext cx="399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8F4DCBA-2C2C-E2F4-BDBD-44E255FED524}"/>
                    </a:ext>
                  </a:extLst>
                </p14:cNvPr>
                <p14:cNvContentPartPr/>
                <p14:nvPr/>
              </p14:nvContentPartPr>
              <p14:xfrm>
                <a:off x="7127335" y="265495"/>
                <a:ext cx="268920" cy="127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8F4DCBA-2C2C-E2F4-BDBD-44E255FED52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123015" y="261175"/>
                  <a:ext cx="277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D62B188-75B8-6E13-5D17-3B1AAEB83070}"/>
                    </a:ext>
                  </a:extLst>
                </p14:cNvPr>
                <p14:cNvContentPartPr/>
                <p14:nvPr/>
              </p14:nvContentPartPr>
              <p14:xfrm>
                <a:off x="7402375" y="163975"/>
                <a:ext cx="46800" cy="243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D62B188-75B8-6E13-5D17-3B1AAEB8307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398055" y="159655"/>
                  <a:ext cx="554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BDAED17-C493-EBE3-D01E-1B1C61DDD4A9}"/>
                    </a:ext>
                  </a:extLst>
                </p14:cNvPr>
                <p14:cNvContentPartPr/>
                <p14:nvPr/>
              </p14:nvContentPartPr>
              <p14:xfrm>
                <a:off x="7400935" y="296455"/>
                <a:ext cx="245160" cy="102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BDAED17-C493-EBE3-D01E-1B1C61DDD4A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396615" y="292135"/>
                  <a:ext cx="2538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56EEC04-AC00-2DBD-BA38-956E9434C913}"/>
                    </a:ext>
                  </a:extLst>
                </p14:cNvPr>
                <p14:cNvContentPartPr/>
                <p14:nvPr/>
              </p14:nvContentPartPr>
              <p14:xfrm>
                <a:off x="7620535" y="304735"/>
                <a:ext cx="248760" cy="1177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56EEC04-AC00-2DBD-BA38-956E9434C91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616215" y="300415"/>
                  <a:ext cx="257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3A16787-4191-7D0E-35CC-D82D51027DBB}"/>
                    </a:ext>
                  </a:extLst>
                </p14:cNvPr>
                <p14:cNvContentPartPr/>
                <p14:nvPr/>
              </p14:nvContentPartPr>
              <p14:xfrm>
                <a:off x="7824295" y="202855"/>
                <a:ext cx="68400" cy="227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3A16787-4191-7D0E-35CC-D82D51027DB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819975" y="198535"/>
                  <a:ext cx="77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6BCAA4E-D3F5-0C23-28AD-3ABF33BA94B8}"/>
                    </a:ext>
                  </a:extLst>
                </p14:cNvPr>
                <p14:cNvContentPartPr/>
                <p14:nvPr/>
              </p14:nvContentPartPr>
              <p14:xfrm>
                <a:off x="7799455" y="304015"/>
                <a:ext cx="257760" cy="24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6BCAA4E-D3F5-0C23-28AD-3ABF33BA94B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795135" y="299695"/>
                  <a:ext cx="26640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D6F62442-6C6D-56B8-34FB-B3DAE3F40FD8}"/>
              </a:ext>
            </a:extLst>
          </p:cNvPr>
          <p:cNvGrpSpPr/>
          <p:nvPr/>
        </p:nvGrpSpPr>
        <p:grpSpPr>
          <a:xfrm>
            <a:off x="8235775" y="202855"/>
            <a:ext cx="964800" cy="289800"/>
            <a:chOff x="8235775" y="202855"/>
            <a:chExt cx="964800" cy="2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CB24755-9DEB-014E-311E-AACDA66A70E2}"/>
                    </a:ext>
                  </a:extLst>
                </p14:cNvPr>
                <p14:cNvContentPartPr/>
                <p14:nvPr/>
              </p14:nvContentPartPr>
              <p14:xfrm>
                <a:off x="8235775" y="304735"/>
                <a:ext cx="10080" cy="1371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CB24755-9DEB-014E-311E-AACDA66A70E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231455" y="300415"/>
                  <a:ext cx="18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E49F1F6-EBB2-F04E-9336-59840EB8E4EE}"/>
                    </a:ext>
                  </a:extLst>
                </p14:cNvPr>
                <p14:cNvContentPartPr/>
                <p14:nvPr/>
              </p14:nvContentPartPr>
              <p14:xfrm>
                <a:off x="8237215" y="202855"/>
                <a:ext cx="360" cy="8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E49F1F6-EBB2-F04E-9336-59840EB8E4E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232895" y="198535"/>
                  <a:ext cx="90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40D52C1-FC42-25B5-77CC-95CE0AC43D32}"/>
                    </a:ext>
                  </a:extLst>
                </p14:cNvPr>
                <p14:cNvContentPartPr/>
                <p14:nvPr/>
              </p14:nvContentPartPr>
              <p14:xfrm>
                <a:off x="8299855" y="202855"/>
                <a:ext cx="33120" cy="252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40D52C1-FC42-25B5-77CC-95CE0AC43D3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295535" y="198535"/>
                  <a:ext cx="417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6B5F43C-679C-F0F7-DD63-1ECF5DDBAF1E}"/>
                    </a:ext>
                  </a:extLst>
                </p14:cNvPr>
                <p14:cNvContentPartPr/>
                <p14:nvPr/>
              </p14:nvContentPartPr>
              <p14:xfrm>
                <a:off x="8291935" y="313015"/>
                <a:ext cx="327240" cy="1116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6B5F43C-679C-F0F7-DD63-1ECF5DDBAF1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287615" y="308695"/>
                  <a:ext cx="3358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ABBF8A6-2F8A-BB1E-143D-09C71CDDF10D}"/>
                    </a:ext>
                  </a:extLst>
                </p14:cNvPr>
                <p14:cNvContentPartPr/>
                <p14:nvPr/>
              </p14:nvContentPartPr>
              <p14:xfrm>
                <a:off x="8767855" y="249655"/>
                <a:ext cx="72360" cy="178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ABBF8A6-2F8A-BB1E-143D-09C71CDDF10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763535" y="245335"/>
                  <a:ext cx="81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D8CE818-42D0-B96C-9306-5D670EA69058}"/>
                    </a:ext>
                  </a:extLst>
                </p14:cNvPr>
                <p14:cNvContentPartPr/>
                <p14:nvPr/>
              </p14:nvContentPartPr>
              <p14:xfrm>
                <a:off x="8915095" y="296815"/>
                <a:ext cx="26280" cy="1418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D8CE818-42D0-B96C-9306-5D670EA6905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910775" y="292495"/>
                  <a:ext cx="349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1192AF5-1E9B-FC35-8335-471198DAB840}"/>
                    </a:ext>
                  </a:extLst>
                </p14:cNvPr>
                <p14:cNvContentPartPr/>
                <p14:nvPr/>
              </p14:nvContentPartPr>
              <p14:xfrm>
                <a:off x="8870455" y="311215"/>
                <a:ext cx="124560" cy="17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1192AF5-1E9B-FC35-8335-471198DAB84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866135" y="306895"/>
                  <a:ext cx="1332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6272325-FD57-D481-4E10-2CB2C02198CB}"/>
                    </a:ext>
                  </a:extLst>
                </p14:cNvPr>
                <p14:cNvContentPartPr/>
                <p14:nvPr/>
              </p14:nvContentPartPr>
              <p14:xfrm>
                <a:off x="8887735" y="405895"/>
                <a:ext cx="141480" cy="79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6272325-FD57-D481-4E10-2CB2C02198C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883415" y="401575"/>
                  <a:ext cx="1501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79DEC69-7134-30C1-F7E5-10196E0D3AC3}"/>
                    </a:ext>
                  </a:extLst>
                </p14:cNvPr>
                <p14:cNvContentPartPr/>
                <p14:nvPr/>
              </p14:nvContentPartPr>
              <p14:xfrm>
                <a:off x="8729695" y="288895"/>
                <a:ext cx="470880" cy="2037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79DEC69-7134-30C1-F7E5-10196E0D3AC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725375" y="284575"/>
                  <a:ext cx="47952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D1E19F12-12E2-9222-88EC-8935B077561A}"/>
              </a:ext>
            </a:extLst>
          </p:cNvPr>
          <p:cNvGrpSpPr/>
          <p:nvPr/>
        </p:nvGrpSpPr>
        <p:grpSpPr>
          <a:xfrm>
            <a:off x="4556215" y="695335"/>
            <a:ext cx="367200" cy="226080"/>
            <a:chOff x="4556215" y="695335"/>
            <a:chExt cx="367200" cy="22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5BABD12-DDC6-9594-51B8-472DEE640853}"/>
                    </a:ext>
                  </a:extLst>
                </p14:cNvPr>
                <p14:cNvContentPartPr/>
                <p14:nvPr/>
              </p14:nvContentPartPr>
              <p14:xfrm>
                <a:off x="4556215" y="695335"/>
                <a:ext cx="41400" cy="226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5BABD12-DDC6-9594-51B8-472DEE64085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551895" y="691015"/>
                  <a:ext cx="500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1AE7560-71F9-1C89-8817-60755BFC952A}"/>
                    </a:ext>
                  </a:extLst>
                </p14:cNvPr>
                <p14:cNvContentPartPr/>
                <p14:nvPr/>
              </p14:nvContentPartPr>
              <p14:xfrm>
                <a:off x="4624615" y="710455"/>
                <a:ext cx="142200" cy="205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1AE7560-71F9-1C89-8817-60755BFC952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620295" y="706135"/>
                  <a:ext cx="1508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5F20ABC-2B92-3FC2-A67E-D1C3108ED56E}"/>
                    </a:ext>
                  </a:extLst>
                </p14:cNvPr>
                <p14:cNvContentPartPr/>
                <p14:nvPr/>
              </p14:nvContentPartPr>
              <p14:xfrm>
                <a:off x="4915855" y="804775"/>
                <a:ext cx="7560" cy="14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5F20ABC-2B92-3FC2-A67E-D1C3108ED56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911535" y="800455"/>
                  <a:ext cx="162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20436C8-700C-DF16-7E8B-AE2B615B4D9B}"/>
                    </a:ext>
                  </a:extLst>
                </p14:cNvPr>
                <p14:cNvContentPartPr/>
                <p14:nvPr/>
              </p14:nvContentPartPr>
              <p14:xfrm>
                <a:off x="4884535" y="914215"/>
                <a:ext cx="14400" cy="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20436C8-700C-DF16-7E8B-AE2B615B4D9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880215" y="909895"/>
                  <a:ext cx="2304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36E76B9-ED64-1D3A-1E0E-5E3ABCE08520}"/>
              </a:ext>
            </a:extLst>
          </p:cNvPr>
          <p:cNvGrpSpPr/>
          <p:nvPr/>
        </p:nvGrpSpPr>
        <p:grpSpPr>
          <a:xfrm>
            <a:off x="5243815" y="640615"/>
            <a:ext cx="3589200" cy="494280"/>
            <a:chOff x="5243815" y="640615"/>
            <a:chExt cx="3589200" cy="49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B8293F3-1005-DD0A-CD97-DFEC83261175}"/>
                    </a:ext>
                  </a:extLst>
                </p14:cNvPr>
                <p14:cNvContentPartPr/>
                <p14:nvPr/>
              </p14:nvContentPartPr>
              <p14:xfrm>
                <a:off x="5243815" y="695335"/>
                <a:ext cx="149760" cy="228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B8293F3-1005-DD0A-CD97-DFEC8326117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239495" y="691015"/>
                  <a:ext cx="158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BB56968-DB13-6871-DD39-9007D033BE5E}"/>
                    </a:ext>
                  </a:extLst>
                </p14:cNvPr>
                <p14:cNvContentPartPr/>
                <p14:nvPr/>
              </p14:nvContentPartPr>
              <p14:xfrm>
                <a:off x="5383135" y="773455"/>
                <a:ext cx="447120" cy="138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BB56968-DB13-6871-DD39-9007D033BE5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378815" y="769135"/>
                  <a:ext cx="4557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0C18390-19BC-FCE9-1CC0-67E5FEA48C3C}"/>
                    </a:ext>
                  </a:extLst>
                </p14:cNvPr>
                <p14:cNvContentPartPr/>
                <p14:nvPr/>
              </p14:nvContentPartPr>
              <p14:xfrm>
                <a:off x="5963095" y="687415"/>
                <a:ext cx="295200" cy="257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0C18390-19BC-FCE9-1CC0-67E5FEA48C3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958775" y="683095"/>
                  <a:ext cx="3038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B2AFC51-6B7D-CDC6-2021-815C1B65EC66}"/>
                    </a:ext>
                  </a:extLst>
                </p14:cNvPr>
                <p14:cNvContentPartPr/>
                <p14:nvPr/>
              </p14:nvContentPartPr>
              <p14:xfrm>
                <a:off x="6254695" y="711175"/>
                <a:ext cx="184320" cy="2361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B2AFC51-6B7D-CDC6-2021-815C1B65EC6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250375" y="706855"/>
                  <a:ext cx="192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4506DC2-C865-DC27-985E-68B798C3BFE8}"/>
                    </a:ext>
                  </a:extLst>
                </p14:cNvPr>
                <p14:cNvContentPartPr/>
                <p14:nvPr/>
              </p14:nvContentPartPr>
              <p14:xfrm>
                <a:off x="6429655" y="811615"/>
                <a:ext cx="114120" cy="108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4506DC2-C865-DC27-985E-68B798C3BFE8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425335" y="807295"/>
                  <a:ext cx="1227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9C4AE40-C424-84AB-1FB0-7A15BAC11450}"/>
                    </a:ext>
                  </a:extLst>
                </p14:cNvPr>
                <p14:cNvContentPartPr/>
                <p14:nvPr/>
              </p14:nvContentPartPr>
              <p14:xfrm>
                <a:off x="6541255" y="812695"/>
                <a:ext cx="101160" cy="990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9C4AE40-C424-84AB-1FB0-7A15BAC1145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536935" y="808375"/>
                  <a:ext cx="109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0E22086-B9E3-A4A8-EF43-73271988797C}"/>
                    </a:ext>
                  </a:extLst>
                </p14:cNvPr>
                <p14:cNvContentPartPr/>
                <p14:nvPr/>
              </p14:nvContentPartPr>
              <p14:xfrm>
                <a:off x="6674095" y="820615"/>
                <a:ext cx="23400" cy="78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0E22086-B9E3-A4A8-EF43-73271988797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669775" y="815935"/>
                  <a:ext cx="320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C8EE73B-A7E4-9161-AF3F-6B061FDA18C6}"/>
                    </a:ext>
                  </a:extLst>
                </p14:cNvPr>
                <p14:cNvContentPartPr/>
                <p14:nvPr/>
              </p14:nvContentPartPr>
              <p14:xfrm>
                <a:off x="6720895" y="836095"/>
                <a:ext cx="24120" cy="77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C8EE73B-A7E4-9161-AF3F-6B061FDA18C6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716575" y="831775"/>
                  <a:ext cx="32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C24C34D-5960-A813-EC80-F6A1AB10B6E6}"/>
                    </a:ext>
                  </a:extLst>
                </p14:cNvPr>
                <p14:cNvContentPartPr/>
                <p14:nvPr/>
              </p14:nvContentPartPr>
              <p14:xfrm>
                <a:off x="6728815" y="789295"/>
                <a:ext cx="26280" cy="183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C24C34D-5960-A813-EC80-F6A1AB10B6E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724495" y="784975"/>
                  <a:ext cx="34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849EB4B-7613-FA75-18F6-FCE1DAD620EC}"/>
                    </a:ext>
                  </a:extLst>
                </p14:cNvPr>
                <p14:cNvContentPartPr/>
                <p14:nvPr/>
              </p14:nvContentPartPr>
              <p14:xfrm>
                <a:off x="6791095" y="805135"/>
                <a:ext cx="387720" cy="115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849EB4B-7613-FA75-18F6-FCE1DAD620E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6775" y="800815"/>
                  <a:ext cx="396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260FCB2-8200-D3D5-5A9D-8077415AD9D5}"/>
                    </a:ext>
                  </a:extLst>
                </p14:cNvPr>
                <p14:cNvContentPartPr/>
                <p14:nvPr/>
              </p14:nvContentPartPr>
              <p14:xfrm>
                <a:off x="7205455" y="842575"/>
                <a:ext cx="146520" cy="10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260FCB2-8200-D3D5-5A9D-8077415AD9D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201135" y="838255"/>
                  <a:ext cx="155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FCF8598-27AA-625A-D6A0-E130148D4390}"/>
                    </a:ext>
                  </a:extLst>
                </p14:cNvPr>
                <p14:cNvContentPartPr/>
                <p14:nvPr/>
              </p14:nvContentPartPr>
              <p14:xfrm>
                <a:off x="7276015" y="781375"/>
                <a:ext cx="39960" cy="171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FCF8598-27AA-625A-D6A0-E130148D439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271695" y="777055"/>
                  <a:ext cx="486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D3A0EFB-9805-9D52-F2A0-1E975CC10BDB}"/>
                    </a:ext>
                  </a:extLst>
                </p14:cNvPr>
                <p14:cNvContentPartPr/>
                <p14:nvPr/>
              </p14:nvContentPartPr>
              <p14:xfrm>
                <a:off x="7494535" y="741415"/>
                <a:ext cx="172440" cy="1828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D3A0EFB-9805-9D52-F2A0-1E975CC10BDB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490215" y="737095"/>
                  <a:ext cx="1810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0C5011B-C5EA-6A60-4C5B-53FD4441F9E3}"/>
                    </a:ext>
                  </a:extLst>
                </p14:cNvPr>
                <p14:cNvContentPartPr/>
                <p14:nvPr/>
              </p14:nvContentPartPr>
              <p14:xfrm>
                <a:off x="7752655" y="765895"/>
                <a:ext cx="22680" cy="120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0C5011B-C5EA-6A60-4C5B-53FD4441F9E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748335" y="761575"/>
                  <a:ext cx="31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B5AC655-7E57-11F5-25F2-ECC3CE86EB3F}"/>
                    </a:ext>
                  </a:extLst>
                </p14:cNvPr>
                <p14:cNvContentPartPr/>
                <p14:nvPr/>
              </p14:nvContentPartPr>
              <p14:xfrm>
                <a:off x="7682455" y="757255"/>
                <a:ext cx="196560" cy="306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B5AC655-7E57-11F5-25F2-ECC3CE86EB3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678135" y="752935"/>
                  <a:ext cx="205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8B4ADE6-1D04-71FB-4663-ADCBAF004667}"/>
                    </a:ext>
                  </a:extLst>
                </p14:cNvPr>
                <p14:cNvContentPartPr/>
                <p14:nvPr/>
              </p14:nvContentPartPr>
              <p14:xfrm>
                <a:off x="7697935" y="915655"/>
                <a:ext cx="188640" cy="15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8B4ADE6-1D04-71FB-4663-ADCBAF00466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693615" y="911335"/>
                  <a:ext cx="197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E902B42-2244-243D-296D-AC3D42FE4044}"/>
                    </a:ext>
                  </a:extLst>
                </p14:cNvPr>
                <p14:cNvContentPartPr/>
                <p14:nvPr/>
              </p14:nvContentPartPr>
              <p14:xfrm>
                <a:off x="7924015" y="742135"/>
                <a:ext cx="142920" cy="161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E902B42-2244-243D-296D-AC3D42FE404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919695" y="737815"/>
                  <a:ext cx="1515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1A93A72-F6B2-6DE6-2CAE-231B1D7BA50C}"/>
                    </a:ext>
                  </a:extLst>
                </p14:cNvPr>
                <p14:cNvContentPartPr/>
                <p14:nvPr/>
              </p14:nvContentPartPr>
              <p14:xfrm>
                <a:off x="8213095" y="640615"/>
                <a:ext cx="141480" cy="2512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1A93A72-F6B2-6DE6-2CAE-231B1D7BA50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208775" y="636295"/>
                  <a:ext cx="1501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CA3A284-69B2-2003-EFF3-CF805D9D5C6E}"/>
                    </a:ext>
                  </a:extLst>
                </p14:cNvPr>
                <p14:cNvContentPartPr/>
                <p14:nvPr/>
              </p14:nvContentPartPr>
              <p14:xfrm>
                <a:off x="8323255" y="757975"/>
                <a:ext cx="63360" cy="22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CA3A284-69B2-2003-EFF3-CF805D9D5C6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318935" y="753655"/>
                  <a:ext cx="72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3D7F42A-0ED6-88C1-A50E-30CEF25FD13F}"/>
                    </a:ext>
                  </a:extLst>
                </p14:cNvPr>
                <p14:cNvContentPartPr/>
                <p14:nvPr/>
              </p14:nvContentPartPr>
              <p14:xfrm>
                <a:off x="8384455" y="772015"/>
                <a:ext cx="82440" cy="135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3D7F42A-0ED6-88C1-A50E-30CEF25FD13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380135" y="767695"/>
                  <a:ext cx="91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B03A85F-ED16-8FFF-9C43-EF13F59B3573}"/>
                    </a:ext>
                  </a:extLst>
                </p14:cNvPr>
                <p14:cNvContentPartPr/>
                <p14:nvPr/>
              </p14:nvContentPartPr>
              <p14:xfrm>
                <a:off x="8471575" y="711175"/>
                <a:ext cx="46800" cy="1915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B03A85F-ED16-8FFF-9C43-EF13F59B357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467255" y="706855"/>
                  <a:ext cx="554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AAF0EE8-B1E6-D1D9-CDFE-3BE7638A0109}"/>
                    </a:ext>
                  </a:extLst>
                </p14:cNvPr>
                <p14:cNvContentPartPr/>
                <p14:nvPr/>
              </p14:nvContentPartPr>
              <p14:xfrm>
                <a:off x="8440255" y="803695"/>
                <a:ext cx="172080" cy="85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AAF0EE8-B1E6-D1D9-CDFE-3BE7638A010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435935" y="799375"/>
                  <a:ext cx="180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B521572-2A02-4E9F-2577-B1F827396B80}"/>
                    </a:ext>
                  </a:extLst>
                </p14:cNvPr>
                <p14:cNvContentPartPr/>
                <p14:nvPr/>
              </p14:nvContentPartPr>
              <p14:xfrm>
                <a:off x="8612335" y="775615"/>
                <a:ext cx="220680" cy="3592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B521572-2A02-4E9F-2577-B1F827396B8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608015" y="771295"/>
                  <a:ext cx="229320" cy="36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D3FDB29-23F2-0BBB-0639-96CBB675DDDA}"/>
              </a:ext>
            </a:extLst>
          </p:cNvPr>
          <p:cNvGrpSpPr/>
          <p:nvPr/>
        </p:nvGrpSpPr>
        <p:grpSpPr>
          <a:xfrm>
            <a:off x="6689935" y="1148575"/>
            <a:ext cx="1298880" cy="464040"/>
            <a:chOff x="6689935" y="1148575"/>
            <a:chExt cx="1298880" cy="46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5987360-CC7A-34A5-8246-A39E8932DBF0}"/>
                    </a:ext>
                  </a:extLst>
                </p14:cNvPr>
                <p14:cNvContentPartPr/>
                <p14:nvPr/>
              </p14:nvContentPartPr>
              <p14:xfrm>
                <a:off x="6689935" y="1382935"/>
                <a:ext cx="304200" cy="86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5987360-CC7A-34A5-8246-A39E8932DBF0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685615" y="1378615"/>
                  <a:ext cx="3128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25DE01F-A778-AC19-EE8B-A65A13B14498}"/>
                    </a:ext>
                  </a:extLst>
                </p14:cNvPr>
                <p14:cNvContentPartPr/>
                <p14:nvPr/>
              </p14:nvContentPartPr>
              <p14:xfrm>
                <a:off x="6775615" y="1398775"/>
                <a:ext cx="264960" cy="162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25DE01F-A778-AC19-EE8B-A65A13B1449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771295" y="1394455"/>
                  <a:ext cx="2736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49F1EE6-27B8-1B4D-0B40-D60C2A8B205B}"/>
                    </a:ext>
                  </a:extLst>
                </p14:cNvPr>
                <p14:cNvContentPartPr/>
                <p14:nvPr/>
              </p14:nvContentPartPr>
              <p14:xfrm>
                <a:off x="6752215" y="1344055"/>
                <a:ext cx="249480" cy="162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49F1EE6-27B8-1B4D-0B40-D60C2A8B205B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747895" y="1339735"/>
                  <a:ext cx="258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AC640AC-5462-B15A-B13D-C0BB4701CC93}"/>
                    </a:ext>
                  </a:extLst>
                </p14:cNvPr>
                <p14:cNvContentPartPr/>
                <p14:nvPr/>
              </p14:nvContentPartPr>
              <p14:xfrm>
                <a:off x="6991975" y="1296895"/>
                <a:ext cx="189000" cy="2145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AC640AC-5462-B15A-B13D-C0BB4701CC93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987655" y="1292575"/>
                  <a:ext cx="1976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76FBB85-5C3C-4B80-E8F3-8FB6B7C72B62}"/>
                    </a:ext>
                  </a:extLst>
                </p14:cNvPr>
                <p14:cNvContentPartPr/>
                <p14:nvPr/>
              </p14:nvContentPartPr>
              <p14:xfrm>
                <a:off x="7236775" y="1148575"/>
                <a:ext cx="47520" cy="2682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76FBB85-5C3C-4B80-E8F3-8FB6B7C72B6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232455" y="1144255"/>
                  <a:ext cx="561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A6DAC1C-4B8D-4ED2-5CA5-ABBFABFCD3F4}"/>
                    </a:ext>
                  </a:extLst>
                </p14:cNvPr>
                <p14:cNvContentPartPr/>
                <p14:nvPr/>
              </p14:nvContentPartPr>
              <p14:xfrm>
                <a:off x="7330375" y="1351975"/>
                <a:ext cx="127080" cy="118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A6DAC1C-4B8D-4ED2-5CA5-ABBFABFCD3F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326055" y="1347655"/>
                  <a:ext cx="1357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0140991-E979-F6AD-5BCD-0D99649532E1}"/>
                    </a:ext>
                  </a:extLst>
                </p14:cNvPr>
                <p14:cNvContentPartPr/>
                <p14:nvPr/>
              </p14:nvContentPartPr>
              <p14:xfrm>
                <a:off x="7507855" y="1343695"/>
                <a:ext cx="43560" cy="109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0140991-E979-F6AD-5BCD-0D99649532E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503535" y="1339375"/>
                  <a:ext cx="52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9802821-5610-A04E-D0C6-F411BF3E4DF2}"/>
                    </a:ext>
                  </a:extLst>
                </p14:cNvPr>
                <p14:cNvContentPartPr/>
                <p14:nvPr/>
              </p14:nvContentPartPr>
              <p14:xfrm>
                <a:off x="7596415" y="1211215"/>
                <a:ext cx="38520" cy="210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9802821-5610-A04E-D0C6-F411BF3E4DF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592095" y="1206895"/>
                  <a:ext cx="471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D1F3BD8-379E-BC3B-0D48-F487F077C3D3}"/>
                    </a:ext>
                  </a:extLst>
                </p14:cNvPr>
                <p14:cNvContentPartPr/>
                <p14:nvPr/>
              </p14:nvContentPartPr>
              <p14:xfrm>
                <a:off x="7635295" y="1343695"/>
                <a:ext cx="85320" cy="165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D1F3BD8-379E-BC3B-0D48-F487F077C3D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630975" y="1339375"/>
                  <a:ext cx="939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3232351-B503-2720-E5E4-E4349BB0C5CE}"/>
                    </a:ext>
                  </a:extLst>
                </p14:cNvPr>
                <p14:cNvContentPartPr/>
                <p14:nvPr/>
              </p14:nvContentPartPr>
              <p14:xfrm>
                <a:off x="7645015" y="1390855"/>
                <a:ext cx="75600" cy="399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3232351-B503-2720-E5E4-E4349BB0C5CE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640695" y="1386535"/>
                  <a:ext cx="84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EAFA87A-25BD-1E2B-3ECF-706E39F3BF3A}"/>
                    </a:ext>
                  </a:extLst>
                </p14:cNvPr>
                <p14:cNvContentPartPr/>
                <p14:nvPr/>
              </p14:nvContentPartPr>
              <p14:xfrm>
                <a:off x="7752655" y="1343695"/>
                <a:ext cx="236160" cy="2689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EAFA87A-25BD-1E2B-3ECF-706E39F3BF3A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748335" y="1339375"/>
                  <a:ext cx="24480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DDE44234-BB9F-D446-23D0-0F054E39E49B}"/>
              </a:ext>
            </a:extLst>
          </p:cNvPr>
          <p:cNvGrpSpPr/>
          <p:nvPr/>
        </p:nvGrpSpPr>
        <p:grpSpPr>
          <a:xfrm>
            <a:off x="8159815" y="1228855"/>
            <a:ext cx="404280" cy="209520"/>
            <a:chOff x="8159815" y="1228855"/>
            <a:chExt cx="404280" cy="2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85C3995-8D70-312A-E5D7-7CCF9A2A1EF7}"/>
                    </a:ext>
                  </a:extLst>
                </p14:cNvPr>
                <p14:cNvContentPartPr/>
                <p14:nvPr/>
              </p14:nvContentPartPr>
              <p14:xfrm>
                <a:off x="8159815" y="1228855"/>
                <a:ext cx="108000" cy="1555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85C3995-8D70-312A-E5D7-7CCF9A2A1EF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155495" y="1224535"/>
                  <a:ext cx="1166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751A0DA-4779-9887-4626-464224269941}"/>
                    </a:ext>
                  </a:extLst>
                </p14:cNvPr>
                <p14:cNvContentPartPr/>
                <p14:nvPr/>
              </p14:nvContentPartPr>
              <p14:xfrm>
                <a:off x="8268535" y="1289335"/>
                <a:ext cx="23400" cy="702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751A0DA-4779-9887-4626-46422426994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264215" y="1285015"/>
                  <a:ext cx="320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E0373B2-17DA-D9EA-9CB1-344C5BFC551F}"/>
                    </a:ext>
                  </a:extLst>
                </p14:cNvPr>
                <p14:cNvContentPartPr/>
                <p14:nvPr/>
              </p14:nvContentPartPr>
              <p14:xfrm>
                <a:off x="8268535" y="1242535"/>
                <a:ext cx="147960" cy="3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E0373B2-17DA-D9EA-9CB1-344C5BFC551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264215" y="1238215"/>
                  <a:ext cx="156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A6B395D-4577-2A2D-486A-63E344C596E3}"/>
                    </a:ext>
                  </a:extLst>
                </p14:cNvPr>
                <p14:cNvContentPartPr/>
                <p14:nvPr/>
              </p14:nvContentPartPr>
              <p14:xfrm>
                <a:off x="8237215" y="1411015"/>
                <a:ext cx="155520" cy="273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A6B395D-4577-2A2D-486A-63E344C596E3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232895" y="1406695"/>
                  <a:ext cx="164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B148A63-DD54-653D-0A5F-5E3A67E8CA30}"/>
                    </a:ext>
                  </a:extLst>
                </p14:cNvPr>
                <p14:cNvContentPartPr/>
                <p14:nvPr/>
              </p14:nvContentPartPr>
              <p14:xfrm>
                <a:off x="8229295" y="1242535"/>
                <a:ext cx="194760" cy="3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B148A63-DD54-653D-0A5F-5E3A67E8CA3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224975" y="1238215"/>
                  <a:ext cx="2034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0B47E7D-95B3-65BC-1135-8166C01442B0}"/>
                    </a:ext>
                  </a:extLst>
                </p14:cNvPr>
                <p14:cNvContentPartPr/>
                <p14:nvPr/>
              </p14:nvContentPartPr>
              <p14:xfrm>
                <a:off x="8424775" y="1240735"/>
                <a:ext cx="139320" cy="1749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0B47E7D-95B3-65BC-1135-8166C01442B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420455" y="1236415"/>
                  <a:ext cx="14796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AE27303-A72B-ADD8-E610-734A4A9F220A}"/>
              </a:ext>
            </a:extLst>
          </p:cNvPr>
          <p:cNvGrpSpPr/>
          <p:nvPr/>
        </p:nvGrpSpPr>
        <p:grpSpPr>
          <a:xfrm>
            <a:off x="8815735" y="1179895"/>
            <a:ext cx="538200" cy="198000"/>
            <a:chOff x="8815735" y="1179895"/>
            <a:chExt cx="53820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F55FD5B-54E1-5DAA-6D24-52E2CFFC7426}"/>
                    </a:ext>
                  </a:extLst>
                </p14:cNvPr>
                <p14:cNvContentPartPr/>
                <p14:nvPr/>
              </p14:nvContentPartPr>
              <p14:xfrm>
                <a:off x="8815735" y="1265935"/>
                <a:ext cx="8280" cy="1008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F55FD5B-54E1-5DAA-6D24-52E2CFFC7426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811415" y="1261615"/>
                  <a:ext cx="16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95CD74B-9C02-C79F-596E-1C9E33854CF6}"/>
                    </a:ext>
                  </a:extLst>
                </p14:cNvPr>
                <p14:cNvContentPartPr/>
                <p14:nvPr/>
              </p14:nvContentPartPr>
              <p14:xfrm>
                <a:off x="8831215" y="1179895"/>
                <a:ext cx="6480" cy="82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95CD74B-9C02-C79F-596E-1C9E33854CF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826895" y="1175575"/>
                  <a:ext cx="151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A1C16F8-7106-1391-5667-C5AB10233A8C}"/>
                    </a:ext>
                  </a:extLst>
                </p14:cNvPr>
                <p14:cNvContentPartPr/>
                <p14:nvPr/>
              </p14:nvContentPartPr>
              <p14:xfrm>
                <a:off x="8893855" y="1187815"/>
                <a:ext cx="31680" cy="1789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A1C16F8-7106-1391-5667-C5AB10233A8C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889535" y="1183495"/>
                  <a:ext cx="403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E030A7F-15E5-6AC5-FF53-791B87FD3B9A}"/>
                    </a:ext>
                  </a:extLst>
                </p14:cNvPr>
                <p14:cNvContentPartPr/>
                <p14:nvPr/>
              </p14:nvContentPartPr>
              <p14:xfrm>
                <a:off x="8862535" y="1250095"/>
                <a:ext cx="333720" cy="1278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E030A7F-15E5-6AC5-FF53-791B87FD3B9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858215" y="1245775"/>
                  <a:ext cx="3423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BF31C96-1365-9153-44B8-6A4E383D7A30}"/>
                    </a:ext>
                  </a:extLst>
                </p14:cNvPr>
                <p14:cNvContentPartPr/>
                <p14:nvPr/>
              </p14:nvContentPartPr>
              <p14:xfrm>
                <a:off x="9221815" y="1296895"/>
                <a:ext cx="132120" cy="558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BF31C96-1365-9153-44B8-6A4E383D7A30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217495" y="1292575"/>
                  <a:ext cx="14076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BDCF9A78-AE2D-6936-7F05-DE53091C3F41}"/>
                  </a:ext>
                </a:extLst>
              </p14:cNvPr>
              <p14:cNvContentPartPr/>
              <p14:nvPr/>
            </p14:nvContentPartPr>
            <p14:xfrm>
              <a:off x="1719055" y="2039575"/>
              <a:ext cx="720" cy="22716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BDCF9A78-AE2D-6936-7F05-DE53091C3F41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1710415" y="2035255"/>
                <a:ext cx="18000" cy="23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CD1718A8-C21A-E409-A9E3-52CB25E368FF}"/>
              </a:ext>
            </a:extLst>
          </p:cNvPr>
          <p:cNvGrpSpPr/>
          <p:nvPr/>
        </p:nvGrpSpPr>
        <p:grpSpPr>
          <a:xfrm>
            <a:off x="111655" y="2024095"/>
            <a:ext cx="1747440" cy="347400"/>
            <a:chOff x="111655" y="2024095"/>
            <a:chExt cx="1747440" cy="34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051785E-E2BF-625F-347A-37A289CE0912}"/>
                    </a:ext>
                  </a:extLst>
                </p14:cNvPr>
                <p14:cNvContentPartPr/>
                <p14:nvPr/>
              </p14:nvContentPartPr>
              <p14:xfrm>
                <a:off x="111655" y="2094295"/>
                <a:ext cx="60840" cy="2772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051785E-E2BF-625F-347A-37A289CE0912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7335" y="2089975"/>
                  <a:ext cx="694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51FA962-2C04-77BF-A3AF-0D310B3CF664}"/>
                    </a:ext>
                  </a:extLst>
                </p14:cNvPr>
                <p14:cNvContentPartPr/>
                <p14:nvPr/>
              </p14:nvContentPartPr>
              <p14:xfrm>
                <a:off x="179695" y="2086375"/>
                <a:ext cx="156600" cy="2340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51FA962-2C04-77BF-A3AF-0D310B3CF664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75375" y="2082055"/>
                  <a:ext cx="1652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0A671DF-EADD-BF4E-A478-6EE53BF5F07B}"/>
                    </a:ext>
                  </a:extLst>
                </p14:cNvPr>
                <p14:cNvContentPartPr/>
                <p14:nvPr/>
              </p14:nvContentPartPr>
              <p14:xfrm>
                <a:off x="292015" y="2062975"/>
                <a:ext cx="45360" cy="228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0A671DF-EADD-BF4E-A478-6EE53BF5F07B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87695" y="2058655"/>
                  <a:ext cx="540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CA1C9FC-626F-A0C3-FB90-00C4492885C6}"/>
                    </a:ext>
                  </a:extLst>
                </p14:cNvPr>
                <p14:cNvContentPartPr/>
                <p14:nvPr/>
              </p14:nvContentPartPr>
              <p14:xfrm>
                <a:off x="343855" y="2024095"/>
                <a:ext cx="186480" cy="2977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CA1C9FC-626F-A0C3-FB90-00C4492885C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39535" y="2019775"/>
                  <a:ext cx="1951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7057C1A-6BC3-D31D-6588-20210066006E}"/>
                    </a:ext>
                  </a:extLst>
                </p14:cNvPr>
                <p14:cNvContentPartPr/>
                <p14:nvPr/>
              </p14:nvContentPartPr>
              <p14:xfrm>
                <a:off x="473095" y="2171335"/>
                <a:ext cx="72360" cy="738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7057C1A-6BC3-D31D-6588-20210066006E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68775" y="2167015"/>
                  <a:ext cx="810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CF82642-BB79-4D5B-CE97-20026A1F1CFB}"/>
                    </a:ext>
                  </a:extLst>
                </p14:cNvPr>
                <p14:cNvContentPartPr/>
                <p14:nvPr/>
              </p14:nvContentPartPr>
              <p14:xfrm>
                <a:off x="536815" y="2227135"/>
                <a:ext cx="75240" cy="1108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CF82642-BB79-4D5B-CE97-20026A1F1CFB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532495" y="2222815"/>
                  <a:ext cx="838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53658D5-63A5-272B-5638-06764E3F9824}"/>
                    </a:ext>
                  </a:extLst>
                </p14:cNvPr>
                <p14:cNvContentPartPr/>
                <p14:nvPr/>
              </p14:nvContentPartPr>
              <p14:xfrm>
                <a:off x="593695" y="2188255"/>
                <a:ext cx="29520" cy="856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53658D5-63A5-272B-5638-06764E3F982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589375" y="2183935"/>
                  <a:ext cx="381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C1D2E58-0747-1102-7A25-3F4BDEB6D4D0}"/>
                    </a:ext>
                  </a:extLst>
                </p14:cNvPr>
                <p14:cNvContentPartPr/>
                <p14:nvPr/>
              </p14:nvContentPartPr>
              <p14:xfrm>
                <a:off x="670015" y="2250175"/>
                <a:ext cx="64800" cy="874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C1D2E58-0747-1102-7A25-3F4BDEB6D4D0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65695" y="2245855"/>
                  <a:ext cx="734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D8538C8-EB30-58A6-1800-785F22A5B971}"/>
                    </a:ext>
                  </a:extLst>
                </p14:cNvPr>
                <p14:cNvContentPartPr/>
                <p14:nvPr/>
              </p14:nvContentPartPr>
              <p14:xfrm>
                <a:off x="648415" y="2367895"/>
                <a:ext cx="45360" cy="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D8538C8-EB30-58A6-1800-785F22A5B97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44095" y="2363575"/>
                  <a:ext cx="54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2A3050A-EADA-2400-D60E-ED19B474C187}"/>
                    </a:ext>
                  </a:extLst>
                </p14:cNvPr>
                <p14:cNvContentPartPr/>
                <p14:nvPr/>
              </p14:nvContentPartPr>
              <p14:xfrm>
                <a:off x="835255" y="2233255"/>
                <a:ext cx="117720" cy="1119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2A3050A-EADA-2400-D60E-ED19B474C187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30935" y="2228935"/>
                  <a:ext cx="1263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9B3BBD1-FF04-DA74-CE09-E2FFA1C61C51}"/>
                    </a:ext>
                  </a:extLst>
                </p14:cNvPr>
                <p14:cNvContentPartPr/>
                <p14:nvPr/>
              </p14:nvContentPartPr>
              <p14:xfrm>
                <a:off x="984655" y="2094295"/>
                <a:ext cx="8280" cy="2214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9B3BBD1-FF04-DA74-CE09-E2FFA1C61C5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80335" y="2089975"/>
                  <a:ext cx="169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7B5B859-F010-AF39-E6A5-9D9140406122}"/>
                    </a:ext>
                  </a:extLst>
                </p14:cNvPr>
                <p14:cNvContentPartPr/>
                <p14:nvPr/>
              </p14:nvContentPartPr>
              <p14:xfrm>
                <a:off x="929935" y="2172055"/>
                <a:ext cx="483480" cy="1479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7B5B859-F010-AF39-E6A5-9D914040612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25615" y="2167735"/>
                  <a:ext cx="492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AE5E712-550C-89CA-2672-7BD6CA9E5313}"/>
                    </a:ext>
                  </a:extLst>
                </p14:cNvPr>
                <p14:cNvContentPartPr/>
                <p14:nvPr/>
              </p14:nvContentPartPr>
              <p14:xfrm>
                <a:off x="1195615" y="2110135"/>
                <a:ext cx="14400" cy="230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AE5E712-550C-89CA-2672-7BD6CA9E5313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191295" y="2105815"/>
                  <a:ext cx="230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DDA9AD5-66C3-BAC6-A8EB-964CC5C35723}"/>
                    </a:ext>
                  </a:extLst>
                </p14:cNvPr>
                <p14:cNvContentPartPr/>
                <p14:nvPr/>
              </p14:nvContentPartPr>
              <p14:xfrm>
                <a:off x="1250335" y="2093935"/>
                <a:ext cx="95400" cy="626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DDA9AD5-66C3-BAC6-A8EB-964CC5C35723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246015" y="2089615"/>
                  <a:ext cx="1040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6770E58-1CAA-966C-E968-6A1A5A7A3261}"/>
                    </a:ext>
                  </a:extLst>
                </p14:cNvPr>
                <p14:cNvContentPartPr/>
                <p14:nvPr/>
              </p14:nvContentPartPr>
              <p14:xfrm>
                <a:off x="1140895" y="2132815"/>
                <a:ext cx="78120" cy="241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6770E58-1CAA-966C-E968-6A1A5A7A326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136575" y="2128495"/>
                  <a:ext cx="86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AA60835-C924-3808-6BED-B9FAD89D1C96}"/>
                    </a:ext>
                  </a:extLst>
                </p14:cNvPr>
                <p14:cNvContentPartPr/>
                <p14:nvPr/>
              </p14:nvContentPartPr>
              <p14:xfrm>
                <a:off x="1539415" y="2179615"/>
                <a:ext cx="145800" cy="1040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AA60835-C924-3808-6BED-B9FAD89D1C9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535095" y="2175295"/>
                  <a:ext cx="1544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AB4DD17-6625-D506-94CB-C1956713FD22}"/>
                    </a:ext>
                  </a:extLst>
                </p14:cNvPr>
                <p14:cNvContentPartPr/>
                <p14:nvPr/>
              </p14:nvContentPartPr>
              <p14:xfrm>
                <a:off x="1695655" y="2178535"/>
                <a:ext cx="163440" cy="1054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AB4DD17-6625-D506-94CB-C1956713FD2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691335" y="2174215"/>
                  <a:ext cx="17208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73150C2-1927-2B09-6752-83D086C14B01}"/>
              </a:ext>
            </a:extLst>
          </p:cNvPr>
          <p:cNvGrpSpPr/>
          <p:nvPr/>
        </p:nvGrpSpPr>
        <p:grpSpPr>
          <a:xfrm>
            <a:off x="1992655" y="1903135"/>
            <a:ext cx="1293480" cy="448920"/>
            <a:chOff x="1992655" y="1903135"/>
            <a:chExt cx="129348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4BB1C88-1336-4087-5948-65B8A7A9EED4}"/>
                    </a:ext>
                  </a:extLst>
                </p14:cNvPr>
                <p14:cNvContentPartPr/>
                <p14:nvPr/>
              </p14:nvContentPartPr>
              <p14:xfrm>
                <a:off x="2059615" y="2000695"/>
                <a:ext cx="28080" cy="2386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4BB1C88-1336-4087-5948-65B8A7A9EED4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055295" y="1996375"/>
                  <a:ext cx="36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FC74C6A-91D0-29D7-7B0B-1BD1768C06BE}"/>
                    </a:ext>
                  </a:extLst>
                </p14:cNvPr>
                <p14:cNvContentPartPr/>
                <p14:nvPr/>
              </p14:nvContentPartPr>
              <p14:xfrm>
                <a:off x="1992655" y="2119495"/>
                <a:ext cx="677520" cy="2325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FC74C6A-91D0-29D7-7B0B-1BD1768C06B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988335" y="2115175"/>
                  <a:ext cx="6861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E7EE2AC-3B4D-F34F-AD8A-09499BFE6C23}"/>
                    </a:ext>
                  </a:extLst>
                </p14:cNvPr>
                <p14:cNvContentPartPr/>
                <p14:nvPr/>
              </p14:nvContentPartPr>
              <p14:xfrm>
                <a:off x="2453815" y="2039575"/>
                <a:ext cx="127080" cy="853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E7EE2AC-3B4D-F34F-AD8A-09499BFE6C2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449495" y="2035255"/>
                  <a:ext cx="135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04CA4FB-C712-5251-1DE5-FD5AAAC9D66B}"/>
                    </a:ext>
                  </a:extLst>
                </p14:cNvPr>
                <p14:cNvContentPartPr/>
                <p14:nvPr/>
              </p14:nvContentPartPr>
              <p14:xfrm>
                <a:off x="2586655" y="2000335"/>
                <a:ext cx="196560" cy="464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04CA4FB-C712-5251-1DE5-FD5AAAC9D66B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582335" y="1996015"/>
                  <a:ext cx="2052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F1C2617-9E51-C399-2FAD-FAD082EBE3FD}"/>
                    </a:ext>
                  </a:extLst>
                </p14:cNvPr>
                <p14:cNvContentPartPr/>
                <p14:nvPr/>
              </p14:nvContentPartPr>
              <p14:xfrm>
                <a:off x="2733895" y="1984495"/>
                <a:ext cx="494640" cy="3463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F1C2617-9E51-C399-2FAD-FAD082EBE3FD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2729575" y="1980175"/>
                  <a:ext cx="5032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37EC256-38F8-6FEB-E8EF-84B1F78DCE7D}"/>
                    </a:ext>
                  </a:extLst>
                </p14:cNvPr>
                <p14:cNvContentPartPr/>
                <p14:nvPr/>
              </p14:nvContentPartPr>
              <p14:xfrm>
                <a:off x="3063295" y="2038855"/>
                <a:ext cx="61560" cy="165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37EC256-38F8-6FEB-E8EF-84B1F78DCE7D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058975" y="2034535"/>
                  <a:ext cx="70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BBF174A-1989-F10C-E1BA-696027ABBA1D}"/>
                    </a:ext>
                  </a:extLst>
                </p14:cNvPr>
                <p14:cNvContentPartPr/>
                <p14:nvPr/>
              </p14:nvContentPartPr>
              <p14:xfrm>
                <a:off x="3141775" y="1903135"/>
                <a:ext cx="144360" cy="1134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BBF174A-1989-F10C-E1BA-696027ABBA1D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137455" y="1898815"/>
                  <a:ext cx="153000" cy="12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47289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1E910038-6869-DAD4-DF0A-69FD231E77AE}"/>
              </a:ext>
            </a:extLst>
          </p:cNvPr>
          <p:cNvGrpSpPr/>
          <p:nvPr/>
        </p:nvGrpSpPr>
        <p:grpSpPr>
          <a:xfrm>
            <a:off x="100255" y="148135"/>
            <a:ext cx="1243440" cy="252360"/>
            <a:chOff x="100255" y="148135"/>
            <a:chExt cx="1243440" cy="25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9A640E4-100A-81C8-4DC2-B0A2C214ECE3}"/>
                    </a:ext>
                  </a:extLst>
                </p14:cNvPr>
                <p14:cNvContentPartPr/>
                <p14:nvPr/>
              </p14:nvContentPartPr>
              <p14:xfrm>
                <a:off x="100255" y="185215"/>
                <a:ext cx="191160" cy="207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9A640E4-100A-81C8-4DC2-B0A2C214ECE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5935" y="180895"/>
                  <a:ext cx="1998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5CC04CB-71D2-EFF7-D8B3-CD323F80DDAD}"/>
                    </a:ext>
                  </a:extLst>
                </p14:cNvPr>
                <p14:cNvContentPartPr/>
                <p14:nvPr/>
              </p14:nvContentPartPr>
              <p14:xfrm>
                <a:off x="296095" y="265495"/>
                <a:ext cx="73440" cy="110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5CC04CB-71D2-EFF7-D8B3-CD323F80DDA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1775" y="261175"/>
                  <a:ext cx="82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379ED02-4E84-E407-87F4-688A751019CC}"/>
                    </a:ext>
                  </a:extLst>
                </p14:cNvPr>
                <p14:cNvContentPartPr/>
                <p14:nvPr/>
              </p14:nvContentPartPr>
              <p14:xfrm>
                <a:off x="403735" y="303295"/>
                <a:ext cx="102240" cy="96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379ED02-4E84-E407-87F4-688A751019C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9415" y="298975"/>
                  <a:ext cx="1108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0C87D8B-7C87-16E1-59FA-4F14789FCB3E}"/>
                    </a:ext>
                  </a:extLst>
                </p14:cNvPr>
                <p14:cNvContentPartPr/>
                <p14:nvPr/>
              </p14:nvContentPartPr>
              <p14:xfrm>
                <a:off x="514975" y="202855"/>
                <a:ext cx="240840" cy="197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0C87D8B-7C87-16E1-59FA-4F14789FCB3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0655" y="198535"/>
                  <a:ext cx="249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7AA8E92-4AED-8A2D-C729-627D8F039AFF}"/>
                    </a:ext>
                  </a:extLst>
                </p14:cNvPr>
                <p14:cNvContentPartPr/>
                <p14:nvPr/>
              </p14:nvContentPartPr>
              <p14:xfrm>
                <a:off x="702895" y="148135"/>
                <a:ext cx="194040" cy="232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7AA8E92-4AED-8A2D-C729-627D8F039AF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8575" y="143815"/>
                  <a:ext cx="202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1281C0D-C5B5-A316-D995-7FE8DEFE7CD5}"/>
                    </a:ext>
                  </a:extLst>
                </p14:cNvPr>
                <p14:cNvContentPartPr/>
                <p14:nvPr/>
              </p14:nvContentPartPr>
              <p14:xfrm>
                <a:off x="895855" y="315175"/>
                <a:ext cx="121680" cy="85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1281C0D-C5B5-A316-D995-7FE8DEFE7CD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91535" y="310855"/>
                  <a:ext cx="130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9F08424-A1FB-4465-3F5C-945E1F1DB4FD}"/>
                    </a:ext>
                  </a:extLst>
                </p14:cNvPr>
                <p14:cNvContentPartPr/>
                <p14:nvPr/>
              </p14:nvContentPartPr>
              <p14:xfrm>
                <a:off x="1022575" y="297535"/>
                <a:ext cx="72000" cy="86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F08424-A1FB-4465-3F5C-945E1F1DB4F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8255" y="293215"/>
                  <a:ext cx="80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22B4F1B-9354-E377-F5DF-7E3A2CC6000C}"/>
                    </a:ext>
                  </a:extLst>
                </p14:cNvPr>
                <p14:cNvContentPartPr/>
                <p14:nvPr/>
              </p14:nvContentPartPr>
              <p14:xfrm>
                <a:off x="1148575" y="156055"/>
                <a:ext cx="9000" cy="218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22B4F1B-9354-E377-F5DF-7E3A2CC6000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44255" y="151735"/>
                  <a:ext cx="176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A72510C-E516-CAF7-A97E-A4892FDB0721}"/>
                    </a:ext>
                  </a:extLst>
                </p14:cNvPr>
                <p14:cNvContentPartPr/>
                <p14:nvPr/>
              </p14:nvContentPartPr>
              <p14:xfrm>
                <a:off x="1156495" y="226975"/>
                <a:ext cx="148320" cy="54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A72510C-E516-CAF7-A97E-A4892FDB07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52175" y="222655"/>
                  <a:ext cx="1569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CB1D2DA-7D9A-0D94-001B-8CC12495D1F4}"/>
                    </a:ext>
                  </a:extLst>
                </p14:cNvPr>
                <p14:cNvContentPartPr/>
                <p14:nvPr/>
              </p14:nvContentPartPr>
              <p14:xfrm>
                <a:off x="1210855" y="281335"/>
                <a:ext cx="132840" cy="104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CB1D2DA-7D9A-0D94-001B-8CC12495D1F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06535" y="277015"/>
                  <a:ext cx="14148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4F8B14C-71D4-8525-580B-E7AACD6FAB41}"/>
              </a:ext>
            </a:extLst>
          </p:cNvPr>
          <p:cNvGrpSpPr/>
          <p:nvPr/>
        </p:nvGrpSpPr>
        <p:grpSpPr>
          <a:xfrm>
            <a:off x="1601815" y="62455"/>
            <a:ext cx="2237760" cy="1196640"/>
            <a:chOff x="1601815" y="62455"/>
            <a:chExt cx="2237760" cy="11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EF72D7D-88E7-B39A-CF79-273EF4408283}"/>
                    </a:ext>
                  </a:extLst>
                </p14:cNvPr>
                <p14:cNvContentPartPr/>
                <p14:nvPr/>
              </p14:nvContentPartPr>
              <p14:xfrm>
                <a:off x="1601815" y="309415"/>
                <a:ext cx="360" cy="3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EF72D7D-88E7-B39A-CF79-273EF440828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97495" y="305095"/>
                  <a:ext cx="900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33594FD-A385-5536-3DF1-DBEC27310C87}"/>
                    </a:ext>
                  </a:extLst>
                </p14:cNvPr>
                <p14:cNvContentPartPr/>
                <p14:nvPr/>
              </p14:nvContentPartPr>
              <p14:xfrm>
                <a:off x="1601815" y="382855"/>
                <a:ext cx="36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33594FD-A385-5536-3DF1-DBEC27310C8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97495" y="37853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8D7FCF0-2A1A-8604-EFEA-DE60CF06B38F}"/>
                    </a:ext>
                  </a:extLst>
                </p14:cNvPr>
                <p14:cNvContentPartPr/>
                <p14:nvPr/>
              </p14:nvContentPartPr>
              <p14:xfrm>
                <a:off x="1797295" y="424975"/>
                <a:ext cx="2042280" cy="45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8D7FCF0-2A1A-8604-EFEA-DE60CF06B38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92975" y="420655"/>
                  <a:ext cx="2050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000FEEE-B3F2-7A28-F308-F5368F20F6F3}"/>
                    </a:ext>
                  </a:extLst>
                </p14:cNvPr>
                <p14:cNvContentPartPr/>
                <p14:nvPr/>
              </p14:nvContentPartPr>
              <p14:xfrm>
                <a:off x="2000335" y="132655"/>
                <a:ext cx="9000" cy="178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000FEEE-B3F2-7A28-F308-F5368F20F6F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96015" y="128335"/>
                  <a:ext cx="17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8739849-0253-D1A5-F08A-D3F5F66BD9CF}"/>
                    </a:ext>
                  </a:extLst>
                </p14:cNvPr>
                <p14:cNvContentPartPr/>
                <p14:nvPr/>
              </p14:nvContentPartPr>
              <p14:xfrm>
                <a:off x="1891255" y="132655"/>
                <a:ext cx="272880" cy="8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8739849-0253-D1A5-F08A-D3F5F66BD9C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86935" y="128335"/>
                  <a:ext cx="2815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BE6108A-25E2-AD73-47CF-2831E2EF1194}"/>
                    </a:ext>
                  </a:extLst>
                </p14:cNvPr>
                <p14:cNvContentPartPr/>
                <p14:nvPr/>
              </p14:nvContentPartPr>
              <p14:xfrm>
                <a:off x="1781815" y="320935"/>
                <a:ext cx="226800" cy="7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BE6108A-25E2-AD73-47CF-2831E2EF119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77495" y="316615"/>
                  <a:ext cx="23544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26B998E-03C7-F88B-F08C-09C917736A9C}"/>
                    </a:ext>
                  </a:extLst>
                </p14:cNvPr>
                <p14:cNvContentPartPr/>
                <p14:nvPr/>
              </p14:nvContentPartPr>
              <p14:xfrm>
                <a:off x="2093215" y="250015"/>
                <a:ext cx="98640" cy="82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26B998E-03C7-F88B-F08C-09C917736A9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88895" y="245695"/>
                  <a:ext cx="107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EF9A542-50CA-0E8C-CC5F-498CEBDD262D}"/>
                    </a:ext>
                  </a:extLst>
                </p14:cNvPr>
                <p14:cNvContentPartPr/>
                <p14:nvPr/>
              </p14:nvContentPartPr>
              <p14:xfrm>
                <a:off x="2233615" y="257575"/>
                <a:ext cx="71640" cy="80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EF9A542-50CA-0E8C-CC5F-498CEBDD262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29295" y="253255"/>
                  <a:ext cx="802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F3CDAA2-5ACC-83AA-BF7A-CD7F47B39957}"/>
                    </a:ext>
                  </a:extLst>
                </p14:cNvPr>
                <p14:cNvContentPartPr/>
                <p14:nvPr/>
              </p14:nvContentPartPr>
              <p14:xfrm>
                <a:off x="2319295" y="132655"/>
                <a:ext cx="155880" cy="212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F3CDAA2-5ACC-83AA-BF7A-CD7F47B3995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14975" y="128335"/>
                  <a:ext cx="1645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4CF6272-D981-9EBC-369D-61776D162752}"/>
                    </a:ext>
                  </a:extLst>
                </p14:cNvPr>
                <p14:cNvContentPartPr/>
                <p14:nvPr/>
              </p14:nvContentPartPr>
              <p14:xfrm>
                <a:off x="2477335" y="265495"/>
                <a:ext cx="108000" cy="79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4CF6272-D981-9EBC-369D-61776D16275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73015" y="261175"/>
                  <a:ext cx="1166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5B86057-BA97-CB0F-89D8-3E0360C4AEED}"/>
                    </a:ext>
                  </a:extLst>
                </p14:cNvPr>
                <p14:cNvContentPartPr/>
                <p14:nvPr/>
              </p14:nvContentPartPr>
              <p14:xfrm>
                <a:off x="2459335" y="273415"/>
                <a:ext cx="135360" cy="83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5B86057-BA97-CB0F-89D8-3E0360C4AEE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55015" y="269095"/>
                  <a:ext cx="1440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62CCD4D-5EBB-E238-39CD-4D89E37719BD}"/>
                    </a:ext>
                  </a:extLst>
                </p14:cNvPr>
                <p14:cNvContentPartPr/>
                <p14:nvPr/>
              </p14:nvContentPartPr>
              <p14:xfrm>
                <a:off x="2618095" y="62455"/>
                <a:ext cx="40320" cy="1196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62CCD4D-5EBB-E238-39CD-4D89E37719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13775" y="58135"/>
                  <a:ext cx="48960" cy="12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3A8E693-B4DF-1065-9889-222E107FC2F1}"/>
                    </a:ext>
                  </a:extLst>
                </p14:cNvPr>
                <p14:cNvContentPartPr/>
                <p14:nvPr/>
              </p14:nvContentPartPr>
              <p14:xfrm>
                <a:off x="1773535" y="638455"/>
                <a:ext cx="157320" cy="190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3A8E693-B4DF-1065-9889-222E107FC2F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69215" y="634135"/>
                  <a:ext cx="165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1C66B85-958F-20F6-0217-D8DE0CC5EE46}"/>
                    </a:ext>
                  </a:extLst>
                </p14:cNvPr>
                <p14:cNvContentPartPr/>
                <p14:nvPr/>
              </p14:nvContentPartPr>
              <p14:xfrm>
                <a:off x="1944175" y="710815"/>
                <a:ext cx="105120" cy="96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1C66B85-958F-20F6-0217-D8DE0CC5EE4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39855" y="706495"/>
                  <a:ext cx="113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0FE8398-8FC4-C1DB-A3A6-B9F547DC2AB4}"/>
                    </a:ext>
                  </a:extLst>
                </p14:cNvPr>
                <p14:cNvContentPartPr/>
                <p14:nvPr/>
              </p14:nvContentPartPr>
              <p14:xfrm>
                <a:off x="2070895" y="695335"/>
                <a:ext cx="108720" cy="102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0FE8398-8FC4-C1DB-A3A6-B9F547DC2AB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66575" y="691015"/>
                  <a:ext cx="117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C56F97D-7306-F648-3EC1-A0AB8EABEA01}"/>
                    </a:ext>
                  </a:extLst>
                </p14:cNvPr>
                <p14:cNvContentPartPr/>
                <p14:nvPr/>
              </p14:nvContentPartPr>
              <p14:xfrm>
                <a:off x="2188615" y="578335"/>
                <a:ext cx="30960" cy="203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C56F97D-7306-F648-3EC1-A0AB8EABEA0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84295" y="574015"/>
                  <a:ext cx="396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9193AA4-45E7-9077-978A-FAB5813ECFCD}"/>
                    </a:ext>
                  </a:extLst>
                </p14:cNvPr>
                <p14:cNvContentPartPr/>
                <p14:nvPr/>
              </p14:nvContentPartPr>
              <p14:xfrm>
                <a:off x="2156935" y="687415"/>
                <a:ext cx="283320" cy="111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9193AA4-45E7-9077-978A-FAB5813ECFC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52615" y="683095"/>
                  <a:ext cx="2919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C3E9827-1317-5B7C-7DC7-ACB0C9E6F992}"/>
                    </a:ext>
                  </a:extLst>
                </p14:cNvPr>
                <p14:cNvContentPartPr/>
                <p14:nvPr/>
              </p14:nvContentPartPr>
              <p14:xfrm>
                <a:off x="2454295" y="640615"/>
                <a:ext cx="24480" cy="140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C3E9827-1317-5B7C-7DC7-ACB0C9E6F99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49975" y="636295"/>
                  <a:ext cx="331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89ADC23-43B2-CA33-4502-4698F0FF3EBB}"/>
                    </a:ext>
                  </a:extLst>
                </p14:cNvPr>
                <p14:cNvContentPartPr/>
                <p14:nvPr/>
              </p14:nvContentPartPr>
              <p14:xfrm>
                <a:off x="2422615" y="695335"/>
                <a:ext cx="132120" cy="24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89ADC23-43B2-CA33-4502-4698F0FF3EB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18295" y="691015"/>
                  <a:ext cx="14076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A5FF366-8402-A9F4-5ACA-4E051113EF94}"/>
                  </a:ext>
                </a:extLst>
              </p14:cNvPr>
              <p14:cNvContentPartPr/>
              <p14:nvPr/>
            </p14:nvContentPartPr>
            <p14:xfrm>
              <a:off x="3634015" y="390415"/>
              <a:ext cx="804240" cy="633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A5FF366-8402-A9F4-5ACA-4E051113EF9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629695" y="386095"/>
                <a:ext cx="81288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B104B8EB-C9C7-FF0E-933F-9B6F8823BA25}"/>
              </a:ext>
            </a:extLst>
          </p:cNvPr>
          <p:cNvGrpSpPr/>
          <p:nvPr/>
        </p:nvGrpSpPr>
        <p:grpSpPr>
          <a:xfrm>
            <a:off x="3110215" y="194575"/>
            <a:ext cx="154440" cy="190080"/>
            <a:chOff x="3110215" y="194575"/>
            <a:chExt cx="154440" cy="19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80F6BF6-F2BE-B819-ACC0-141CE116BE3D}"/>
                    </a:ext>
                  </a:extLst>
                </p14:cNvPr>
                <p14:cNvContentPartPr/>
                <p14:nvPr/>
              </p14:nvContentPartPr>
              <p14:xfrm>
                <a:off x="3172855" y="194575"/>
                <a:ext cx="5040" cy="151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80F6BF6-F2BE-B819-ACC0-141CE116BE3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68535" y="190255"/>
                  <a:ext cx="136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83D1935-1E84-717C-E7D7-FC638FF85E79}"/>
                    </a:ext>
                  </a:extLst>
                </p14:cNvPr>
                <p14:cNvContentPartPr/>
                <p14:nvPr/>
              </p14:nvContentPartPr>
              <p14:xfrm>
                <a:off x="3110215" y="374935"/>
                <a:ext cx="154440" cy="9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83D1935-1E84-717C-E7D7-FC638FF85E7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05895" y="370615"/>
                  <a:ext cx="163080" cy="1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CB9C3AE-A288-8146-CA50-F42BB5CC281D}"/>
              </a:ext>
            </a:extLst>
          </p:cNvPr>
          <p:cNvGrpSpPr/>
          <p:nvPr/>
        </p:nvGrpSpPr>
        <p:grpSpPr>
          <a:xfrm>
            <a:off x="2758135" y="623335"/>
            <a:ext cx="526320" cy="566640"/>
            <a:chOff x="2758135" y="623335"/>
            <a:chExt cx="526320" cy="56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34A0D27-45E1-A78F-D376-D1D069A1A4B0}"/>
                    </a:ext>
                  </a:extLst>
                </p14:cNvPr>
                <p14:cNvContentPartPr/>
                <p14:nvPr/>
              </p14:nvContentPartPr>
              <p14:xfrm>
                <a:off x="2813215" y="653215"/>
                <a:ext cx="113760" cy="3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34A0D27-45E1-A78F-D376-D1D069A1A4B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08895" y="648895"/>
                  <a:ext cx="12240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A4B0C60-41BA-B560-962D-1DCC9A84AC88}"/>
                    </a:ext>
                  </a:extLst>
                </p14:cNvPr>
                <p14:cNvContentPartPr/>
                <p14:nvPr/>
              </p14:nvContentPartPr>
              <p14:xfrm>
                <a:off x="2758135" y="679855"/>
                <a:ext cx="164160" cy="493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A4B0C60-41BA-B560-962D-1DCC9A84AC8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53815" y="675535"/>
                  <a:ext cx="17280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DF923A2-C87F-D11E-A53A-D3DE4EE8437A}"/>
                    </a:ext>
                  </a:extLst>
                </p14:cNvPr>
                <p14:cNvContentPartPr/>
                <p14:nvPr/>
              </p14:nvContentPartPr>
              <p14:xfrm>
                <a:off x="3111295" y="623335"/>
                <a:ext cx="173160" cy="566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DF923A2-C87F-D11E-A53A-D3DE4EE8437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06975" y="619015"/>
                  <a:ext cx="18180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E9C5704-1ED1-BBC9-003F-07C0EB9DF3CF}"/>
                    </a:ext>
                  </a:extLst>
                </p14:cNvPr>
                <p14:cNvContentPartPr/>
                <p14:nvPr/>
              </p14:nvContentPartPr>
              <p14:xfrm>
                <a:off x="2921215" y="742135"/>
                <a:ext cx="72720" cy="96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E9C5704-1ED1-BBC9-003F-07C0EB9DF3C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16895" y="737815"/>
                  <a:ext cx="813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6D20558-A874-F253-44FA-456477817774}"/>
                    </a:ext>
                  </a:extLst>
                </p14:cNvPr>
                <p14:cNvContentPartPr/>
                <p14:nvPr/>
              </p14:nvContentPartPr>
              <p14:xfrm>
                <a:off x="3056935" y="812695"/>
                <a:ext cx="30240" cy="63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6D20558-A874-F253-44FA-45647781777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52615" y="808375"/>
                  <a:ext cx="388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761F811-6F47-6417-2711-BA58614DEF74}"/>
                    </a:ext>
                  </a:extLst>
                </p14:cNvPr>
                <p14:cNvContentPartPr/>
                <p14:nvPr/>
              </p14:nvContentPartPr>
              <p14:xfrm>
                <a:off x="3126055" y="726655"/>
                <a:ext cx="360" cy="85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761F811-6F47-6417-2711-BA58614DEF7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21735" y="722335"/>
                  <a:ext cx="90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5F298E6-940E-1105-FDFD-87BE102ABD53}"/>
                    </a:ext>
                  </a:extLst>
                </p14:cNvPr>
                <p14:cNvContentPartPr/>
                <p14:nvPr/>
              </p14:nvContentPartPr>
              <p14:xfrm>
                <a:off x="3143695" y="710815"/>
                <a:ext cx="73440" cy="122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5F298E6-940E-1105-FDFD-87BE102ABD5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139375" y="706495"/>
                  <a:ext cx="820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0EBD2D7-BA32-B843-D5EA-9313B6CCCC19}"/>
                    </a:ext>
                  </a:extLst>
                </p14:cNvPr>
                <p14:cNvContentPartPr/>
                <p14:nvPr/>
              </p14:nvContentPartPr>
              <p14:xfrm>
                <a:off x="2805655" y="953455"/>
                <a:ext cx="155880" cy="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0EBD2D7-BA32-B843-D5EA-9313B6CCCC1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01335" y="949135"/>
                  <a:ext cx="1645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988A798-7CE9-121B-EECE-4A19E0A519B6}"/>
                    </a:ext>
                  </a:extLst>
                </p14:cNvPr>
                <p14:cNvContentPartPr/>
                <p14:nvPr/>
              </p14:nvContentPartPr>
              <p14:xfrm>
                <a:off x="2937415" y="945535"/>
                <a:ext cx="56880" cy="95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988A798-7CE9-121B-EECE-4A19E0A519B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933095" y="941215"/>
                  <a:ext cx="65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C00D558-1B8D-1B2F-038D-5773A9F03000}"/>
                    </a:ext>
                  </a:extLst>
                </p14:cNvPr>
                <p14:cNvContentPartPr/>
                <p14:nvPr/>
              </p14:nvContentPartPr>
              <p14:xfrm>
                <a:off x="3026695" y="1015735"/>
                <a:ext cx="45000" cy="56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C00D558-1B8D-1B2F-038D-5773A9F0300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022375" y="1011415"/>
                  <a:ext cx="53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50BC183-8E8C-59F0-DA0C-A65FFFCD0962}"/>
                    </a:ext>
                  </a:extLst>
                </p14:cNvPr>
                <p14:cNvContentPartPr/>
                <p14:nvPr/>
              </p14:nvContentPartPr>
              <p14:xfrm>
                <a:off x="3152335" y="881095"/>
                <a:ext cx="123840" cy="140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50BC183-8E8C-59F0-DA0C-A65FFFCD096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48015" y="876775"/>
                  <a:ext cx="13248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6B9EA74-41F5-F01D-11D8-D8CFB41F55DD}"/>
              </a:ext>
            </a:extLst>
          </p:cNvPr>
          <p:cNvGrpSpPr/>
          <p:nvPr/>
        </p:nvGrpSpPr>
        <p:grpSpPr>
          <a:xfrm>
            <a:off x="85855" y="1491295"/>
            <a:ext cx="890640" cy="292320"/>
            <a:chOff x="85855" y="1491295"/>
            <a:chExt cx="89064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F0C429B-1F95-30B2-6D94-801C45F26E2A}"/>
                    </a:ext>
                  </a:extLst>
                </p14:cNvPr>
                <p14:cNvContentPartPr/>
                <p14:nvPr/>
              </p14:nvContentPartPr>
              <p14:xfrm>
                <a:off x="85855" y="1491295"/>
                <a:ext cx="234720" cy="292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F0C429B-1F95-30B2-6D94-801C45F26E2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535" y="1486975"/>
                  <a:ext cx="2433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811C9B0-ECFA-460A-4A5F-0F837101742B}"/>
                    </a:ext>
                  </a:extLst>
                </p14:cNvPr>
                <p14:cNvContentPartPr/>
                <p14:nvPr/>
              </p14:nvContentPartPr>
              <p14:xfrm>
                <a:off x="309415" y="1570855"/>
                <a:ext cx="34920" cy="177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811C9B0-ECFA-460A-4A5F-0F837101742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5095" y="1566535"/>
                  <a:ext cx="435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C8980B8-E932-CD68-3D2D-710E65BBDFAC}"/>
                    </a:ext>
                  </a:extLst>
                </p14:cNvPr>
                <p14:cNvContentPartPr/>
                <p14:nvPr/>
              </p14:nvContentPartPr>
              <p14:xfrm>
                <a:off x="250015" y="1554655"/>
                <a:ext cx="195120" cy="39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C8980B8-E932-CD68-3D2D-710E65BBDFA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5695" y="1550335"/>
                  <a:ext cx="2037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C2134F0-3791-A5F1-57F2-5F00FB16B222}"/>
                    </a:ext>
                  </a:extLst>
                </p14:cNvPr>
                <p14:cNvContentPartPr/>
                <p14:nvPr/>
              </p14:nvContentPartPr>
              <p14:xfrm>
                <a:off x="250015" y="1742575"/>
                <a:ext cx="187200" cy="16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C2134F0-3791-A5F1-57F2-5F00FB16B22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5695" y="1738255"/>
                  <a:ext cx="1958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EE5394B-88AE-B7CA-687A-0316C8676729}"/>
                    </a:ext>
                  </a:extLst>
                </p14:cNvPr>
                <p14:cNvContentPartPr/>
                <p14:nvPr/>
              </p14:nvContentPartPr>
              <p14:xfrm>
                <a:off x="460615" y="1568695"/>
                <a:ext cx="195120" cy="168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EE5394B-88AE-B7CA-687A-0316C867672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6295" y="1564375"/>
                  <a:ext cx="2037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B0FA042-6EFF-6D5B-FAA6-1447414C2371}"/>
                    </a:ext>
                  </a:extLst>
                </p14:cNvPr>
                <p14:cNvContentPartPr/>
                <p14:nvPr/>
              </p14:nvContentPartPr>
              <p14:xfrm>
                <a:off x="750055" y="1680295"/>
                <a:ext cx="202320" cy="16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B0FA042-6EFF-6D5B-FAA6-1447414C237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5735" y="1675975"/>
                  <a:ext cx="210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E7D7801-481B-AD5D-0392-931A8B702291}"/>
                    </a:ext>
                  </a:extLst>
                </p14:cNvPr>
                <p14:cNvContentPartPr/>
                <p14:nvPr/>
              </p14:nvContentPartPr>
              <p14:xfrm>
                <a:off x="789295" y="1742575"/>
                <a:ext cx="187200" cy="18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E7D7801-481B-AD5D-0392-931A8B70229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4975" y="1738255"/>
                  <a:ext cx="19584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A41D734-569C-20F5-466D-66BFE9288BF3}"/>
              </a:ext>
            </a:extLst>
          </p:cNvPr>
          <p:cNvGrpSpPr/>
          <p:nvPr/>
        </p:nvGrpSpPr>
        <p:grpSpPr>
          <a:xfrm>
            <a:off x="1272775" y="1492375"/>
            <a:ext cx="1237320" cy="455400"/>
            <a:chOff x="1272775" y="1492375"/>
            <a:chExt cx="1237320" cy="4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08F75C6-1F2B-635F-4A81-F60F3F184C16}"/>
                    </a:ext>
                  </a:extLst>
                </p14:cNvPr>
                <p14:cNvContentPartPr/>
                <p14:nvPr/>
              </p14:nvContentPartPr>
              <p14:xfrm>
                <a:off x="1272775" y="1492375"/>
                <a:ext cx="56160" cy="281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08F75C6-1F2B-635F-4A81-F60F3F184C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68455" y="1488055"/>
                  <a:ext cx="648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FE805AE-9D03-3A8B-6C60-29542240B376}"/>
                    </a:ext>
                  </a:extLst>
                </p14:cNvPr>
                <p14:cNvContentPartPr/>
                <p14:nvPr/>
              </p14:nvContentPartPr>
              <p14:xfrm>
                <a:off x="1445575" y="1632415"/>
                <a:ext cx="133200" cy="130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FE805AE-9D03-3A8B-6C60-29542240B37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441255" y="1628095"/>
                  <a:ext cx="141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CB062C9-5666-DD8B-F0B6-FB8A3419CD7A}"/>
                    </a:ext>
                  </a:extLst>
                </p14:cNvPr>
                <p14:cNvContentPartPr/>
                <p14:nvPr/>
              </p14:nvContentPartPr>
              <p14:xfrm>
                <a:off x="1610095" y="1664455"/>
                <a:ext cx="84960" cy="110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CB062C9-5666-DD8B-F0B6-FB8A3419CD7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605775" y="1660135"/>
                  <a:ext cx="936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4532CE7-0ED6-6A04-A523-6337FFD109E4}"/>
                    </a:ext>
                  </a:extLst>
                </p14:cNvPr>
                <p14:cNvContentPartPr/>
                <p14:nvPr/>
              </p14:nvContentPartPr>
              <p14:xfrm>
                <a:off x="1710175" y="1758415"/>
                <a:ext cx="33120" cy="75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4532CE7-0ED6-6A04-A523-6337FFD109E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705855" y="1754095"/>
                  <a:ext cx="41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7DE51EE-517A-B84B-0FF2-2A73E2861F34}"/>
                    </a:ext>
                  </a:extLst>
                </p14:cNvPr>
                <p14:cNvContentPartPr/>
                <p14:nvPr/>
              </p14:nvContentPartPr>
              <p14:xfrm>
                <a:off x="1859575" y="1648975"/>
                <a:ext cx="123120" cy="298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7DE51EE-517A-B84B-0FF2-2A73E2861F3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55255" y="1644655"/>
                  <a:ext cx="1317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2BFAAE2-09E3-BC1C-CEC6-1048C81297C4}"/>
                    </a:ext>
                  </a:extLst>
                </p14:cNvPr>
                <p14:cNvContentPartPr/>
                <p14:nvPr/>
              </p14:nvContentPartPr>
              <p14:xfrm>
                <a:off x="2012215" y="1735015"/>
                <a:ext cx="43920" cy="107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2BFAAE2-09E3-BC1C-CEC6-1048C81297C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07895" y="1730335"/>
                  <a:ext cx="525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6C20123-CB4A-3A2E-3822-ADF9FB448590}"/>
                    </a:ext>
                  </a:extLst>
                </p14:cNvPr>
                <p14:cNvContentPartPr/>
                <p14:nvPr/>
              </p14:nvContentPartPr>
              <p14:xfrm>
                <a:off x="2117695" y="1625215"/>
                <a:ext cx="179280" cy="135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6C20123-CB4A-3A2E-3822-ADF9FB44859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13375" y="1620895"/>
                  <a:ext cx="187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F836C0F-C8B9-F4EC-9511-09F83193A591}"/>
                    </a:ext>
                  </a:extLst>
                </p14:cNvPr>
                <p14:cNvContentPartPr/>
                <p14:nvPr/>
              </p14:nvContentPartPr>
              <p14:xfrm>
                <a:off x="2133535" y="1693255"/>
                <a:ext cx="239400" cy="18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F836C0F-C8B9-F4EC-9511-09F83193A59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129215" y="1688935"/>
                  <a:ext cx="248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BAF946E-AEE8-F679-F7C4-E6D8C0EC8304}"/>
                    </a:ext>
                  </a:extLst>
                </p14:cNvPr>
                <p14:cNvContentPartPr/>
                <p14:nvPr/>
              </p14:nvContentPartPr>
              <p14:xfrm>
                <a:off x="2265295" y="1508215"/>
                <a:ext cx="244800" cy="423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BAF946E-AEE8-F679-F7C4-E6D8C0EC830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260975" y="1503895"/>
                  <a:ext cx="253440" cy="43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EF67BC3-F18D-C374-46D8-435E9C820394}"/>
              </a:ext>
            </a:extLst>
          </p:cNvPr>
          <p:cNvGrpSpPr/>
          <p:nvPr/>
        </p:nvGrpSpPr>
        <p:grpSpPr>
          <a:xfrm>
            <a:off x="2774335" y="1664455"/>
            <a:ext cx="39240" cy="55080"/>
            <a:chOff x="2774335" y="1664455"/>
            <a:chExt cx="39240" cy="5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CF5222E-1450-CF06-627E-992ED0E1B9FF}"/>
                    </a:ext>
                  </a:extLst>
                </p14:cNvPr>
                <p14:cNvContentPartPr/>
                <p14:nvPr/>
              </p14:nvContentPartPr>
              <p14:xfrm>
                <a:off x="2813215" y="1664455"/>
                <a:ext cx="360" cy="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CF5222E-1450-CF06-627E-992ED0E1B9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08895" y="166013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01F1478-43FA-5EA1-B781-9070239AD60C}"/>
                    </a:ext>
                  </a:extLst>
                </p14:cNvPr>
                <p14:cNvContentPartPr/>
                <p14:nvPr/>
              </p14:nvContentPartPr>
              <p14:xfrm>
                <a:off x="2774335" y="1719175"/>
                <a:ext cx="360" cy="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01F1478-43FA-5EA1-B781-9070239AD60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70015" y="171485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43C3DAA-DE8B-978F-F603-B45FA06ED61B}"/>
              </a:ext>
            </a:extLst>
          </p:cNvPr>
          <p:cNvGrpSpPr/>
          <p:nvPr/>
        </p:nvGrpSpPr>
        <p:grpSpPr>
          <a:xfrm>
            <a:off x="3196255" y="1406695"/>
            <a:ext cx="2343960" cy="320760"/>
            <a:chOff x="3196255" y="1406695"/>
            <a:chExt cx="2343960" cy="32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AC5AE0C-D9C0-9930-B558-96567864FDC4}"/>
                    </a:ext>
                  </a:extLst>
                </p14:cNvPr>
                <p14:cNvContentPartPr/>
                <p14:nvPr/>
              </p14:nvContentPartPr>
              <p14:xfrm>
                <a:off x="3196255" y="1561495"/>
                <a:ext cx="109080" cy="154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AC5AE0C-D9C0-9930-B558-96567864FDC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191935" y="1557175"/>
                  <a:ext cx="1177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C578E76-7EBA-B437-F9DD-ED9EFDF5CFC4}"/>
                    </a:ext>
                  </a:extLst>
                </p14:cNvPr>
                <p14:cNvContentPartPr/>
                <p14:nvPr/>
              </p14:nvContentPartPr>
              <p14:xfrm>
                <a:off x="3328015" y="1617295"/>
                <a:ext cx="125640" cy="79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C578E76-7EBA-B437-F9DD-ED9EFDF5CFC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323695" y="1612975"/>
                  <a:ext cx="134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93EFFC3-EF5D-B4B9-5F2D-B8A138F78682}"/>
                    </a:ext>
                  </a:extLst>
                </p14:cNvPr>
                <p14:cNvContentPartPr/>
                <p14:nvPr/>
              </p14:nvContentPartPr>
              <p14:xfrm>
                <a:off x="3516655" y="1624855"/>
                <a:ext cx="147960" cy="16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93EFFC3-EF5D-B4B9-5F2D-B8A138F7868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512335" y="1620535"/>
                  <a:ext cx="1566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18DC147-45C5-09BA-DB49-01C98B43D6AF}"/>
                    </a:ext>
                  </a:extLst>
                </p14:cNvPr>
                <p14:cNvContentPartPr/>
                <p14:nvPr/>
              </p14:nvContentPartPr>
              <p14:xfrm>
                <a:off x="3540055" y="1703695"/>
                <a:ext cx="160560" cy="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18DC147-45C5-09BA-DB49-01C98B43D6A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535735" y="1699375"/>
                  <a:ext cx="169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A1BF910-B72A-F2B8-3AB4-ACCB548B4570}"/>
                    </a:ext>
                  </a:extLst>
                </p14:cNvPr>
                <p14:cNvContentPartPr/>
                <p14:nvPr/>
              </p14:nvContentPartPr>
              <p14:xfrm>
                <a:off x="3889615" y="1564015"/>
                <a:ext cx="87480" cy="109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A1BF910-B72A-F2B8-3AB4-ACCB548B457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885295" y="1559695"/>
                  <a:ext cx="961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AB8DBE6-CC9B-7687-FD1D-FBE077CCBC60}"/>
                    </a:ext>
                  </a:extLst>
                </p14:cNvPr>
                <p14:cNvContentPartPr/>
                <p14:nvPr/>
              </p14:nvContentPartPr>
              <p14:xfrm>
                <a:off x="4007335" y="1584895"/>
                <a:ext cx="96120" cy="89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AB8DBE6-CC9B-7687-FD1D-FBE077CCBC6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003015" y="1580575"/>
                  <a:ext cx="1047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D86E10F-A668-1942-194B-8A55CC0B4BC8}"/>
                    </a:ext>
                  </a:extLst>
                </p14:cNvPr>
                <p14:cNvContentPartPr/>
                <p14:nvPr/>
              </p14:nvContentPartPr>
              <p14:xfrm>
                <a:off x="4109215" y="1593175"/>
                <a:ext cx="150480" cy="73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D86E10F-A668-1942-194B-8A55CC0B4BC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104895" y="1588855"/>
                  <a:ext cx="1591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3A54A40-2DC3-F1A3-10BC-58A533C10C77}"/>
                    </a:ext>
                  </a:extLst>
                </p14:cNvPr>
                <p14:cNvContentPartPr/>
                <p14:nvPr/>
              </p14:nvContentPartPr>
              <p14:xfrm>
                <a:off x="4220095" y="1461415"/>
                <a:ext cx="187560" cy="212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3A54A40-2DC3-F1A3-10BC-58A533C10C7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215775" y="1457095"/>
                  <a:ext cx="1962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6F348AF-5B3D-D148-D681-32C5019605FC}"/>
                    </a:ext>
                  </a:extLst>
                </p14:cNvPr>
                <p14:cNvContentPartPr/>
                <p14:nvPr/>
              </p14:nvContentPartPr>
              <p14:xfrm>
                <a:off x="4430695" y="1414255"/>
                <a:ext cx="124200" cy="243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6F348AF-5B3D-D148-D681-32C5019605F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26375" y="1409935"/>
                  <a:ext cx="1328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2591108-C4BA-45F2-91C8-D6DD6E184ADC}"/>
                    </a:ext>
                  </a:extLst>
                </p14:cNvPr>
                <p14:cNvContentPartPr/>
                <p14:nvPr/>
              </p14:nvContentPartPr>
              <p14:xfrm>
                <a:off x="4593775" y="1593895"/>
                <a:ext cx="88920" cy="56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2591108-C4BA-45F2-91C8-D6DD6E184AD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89455" y="1589575"/>
                  <a:ext cx="975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73250D2-FC52-A4E6-4F55-86017A239D19}"/>
                    </a:ext>
                  </a:extLst>
                </p14:cNvPr>
                <p14:cNvContentPartPr/>
                <p14:nvPr/>
              </p14:nvContentPartPr>
              <p14:xfrm>
                <a:off x="4712935" y="1574815"/>
                <a:ext cx="87120" cy="75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73250D2-FC52-A4E6-4F55-86017A239D1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708615" y="1570495"/>
                  <a:ext cx="95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B5F4C43-5113-4B51-BB9D-EBAB3BE5D943}"/>
                    </a:ext>
                  </a:extLst>
                </p14:cNvPr>
                <p14:cNvContentPartPr/>
                <p14:nvPr/>
              </p14:nvContentPartPr>
              <p14:xfrm>
                <a:off x="4891855" y="1406695"/>
                <a:ext cx="24120" cy="2383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B5F4C43-5113-4B51-BB9D-EBAB3BE5D94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887535" y="1402375"/>
                  <a:ext cx="327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6DE3450-6196-9A14-6D6F-AB6F858CEF86}"/>
                    </a:ext>
                  </a:extLst>
                </p14:cNvPr>
                <p14:cNvContentPartPr/>
                <p14:nvPr/>
              </p14:nvContentPartPr>
              <p14:xfrm>
                <a:off x="4962415" y="1531255"/>
                <a:ext cx="280800" cy="134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6DE3450-6196-9A14-6D6F-AB6F858CEF8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958095" y="1526935"/>
                  <a:ext cx="289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D1FFAB2-B798-E73B-21BC-2040FBE4578F}"/>
                    </a:ext>
                  </a:extLst>
                </p14:cNvPr>
                <p14:cNvContentPartPr/>
                <p14:nvPr/>
              </p14:nvContentPartPr>
              <p14:xfrm>
                <a:off x="5243935" y="1483735"/>
                <a:ext cx="72000" cy="218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D1FFAB2-B798-E73B-21BC-2040FBE4578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239615" y="1479415"/>
                  <a:ext cx="806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00D9968-94EE-A150-1214-F5503BB88BA4}"/>
                    </a:ext>
                  </a:extLst>
                </p14:cNvPr>
                <p14:cNvContentPartPr/>
                <p14:nvPr/>
              </p14:nvContentPartPr>
              <p14:xfrm>
                <a:off x="5267335" y="1703335"/>
                <a:ext cx="272880" cy="24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00D9968-94EE-A150-1214-F5503BB88BA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263015" y="1699015"/>
                  <a:ext cx="28152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4E08CEF-6B45-8D65-0958-DA2AE3B73B19}"/>
              </a:ext>
            </a:extLst>
          </p:cNvPr>
          <p:cNvGrpSpPr/>
          <p:nvPr/>
        </p:nvGrpSpPr>
        <p:grpSpPr>
          <a:xfrm>
            <a:off x="3329095" y="1922575"/>
            <a:ext cx="601920" cy="243000"/>
            <a:chOff x="3329095" y="1922575"/>
            <a:chExt cx="601920" cy="24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91B08D7-FFB1-86BA-5B1C-008704F0C93C}"/>
                    </a:ext>
                  </a:extLst>
                </p14:cNvPr>
                <p14:cNvContentPartPr/>
                <p14:nvPr/>
              </p14:nvContentPartPr>
              <p14:xfrm>
                <a:off x="3329095" y="1922575"/>
                <a:ext cx="232200" cy="243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91B08D7-FFB1-86BA-5B1C-008704F0C93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324775" y="1918255"/>
                  <a:ext cx="2408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DD17DD2-E5C6-CCE6-4E1F-9CEA6B781552}"/>
                    </a:ext>
                  </a:extLst>
                </p14:cNvPr>
                <p14:cNvContentPartPr/>
                <p14:nvPr/>
              </p14:nvContentPartPr>
              <p14:xfrm>
                <a:off x="3594775" y="1945975"/>
                <a:ext cx="210600" cy="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DD17DD2-E5C6-CCE6-4E1F-9CEA6B78155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590455" y="1941655"/>
                  <a:ext cx="2192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11EF93F-CF87-B4FD-F055-8E5672B16BCC}"/>
                    </a:ext>
                  </a:extLst>
                </p14:cNvPr>
                <p14:cNvContentPartPr/>
                <p14:nvPr/>
              </p14:nvContentPartPr>
              <p14:xfrm>
                <a:off x="3610615" y="2024095"/>
                <a:ext cx="320400" cy="16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11EF93F-CF87-B4FD-F055-8E5672B16BC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06295" y="2019775"/>
                  <a:ext cx="32904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8E5E984-A955-425A-F32B-1E78EACB0C95}"/>
              </a:ext>
            </a:extLst>
          </p:cNvPr>
          <p:cNvGrpSpPr/>
          <p:nvPr/>
        </p:nvGrpSpPr>
        <p:grpSpPr>
          <a:xfrm>
            <a:off x="4162855" y="1836535"/>
            <a:ext cx="1402560" cy="250920"/>
            <a:chOff x="4162855" y="1836535"/>
            <a:chExt cx="140256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921B065-9035-C193-ACEE-D397A798A524}"/>
                    </a:ext>
                  </a:extLst>
                </p14:cNvPr>
                <p14:cNvContentPartPr/>
                <p14:nvPr/>
              </p14:nvContentPartPr>
              <p14:xfrm>
                <a:off x="4162855" y="1912495"/>
                <a:ext cx="127080" cy="137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921B065-9035-C193-ACEE-D397A798A52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158535" y="1908175"/>
                  <a:ext cx="135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427F942-1D6C-D903-7EC0-79B6E6A96631}"/>
                    </a:ext>
                  </a:extLst>
                </p14:cNvPr>
                <p14:cNvContentPartPr/>
                <p14:nvPr/>
              </p14:nvContentPartPr>
              <p14:xfrm>
                <a:off x="4319455" y="1953175"/>
                <a:ext cx="81000" cy="806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427F942-1D6C-D903-7EC0-79B6E6A9663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15135" y="1948855"/>
                  <a:ext cx="89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5770F22-82A6-36B7-C9D4-3C293C8EA1AA}"/>
                    </a:ext>
                  </a:extLst>
                </p14:cNvPr>
                <p14:cNvContentPartPr/>
                <p14:nvPr/>
              </p14:nvContentPartPr>
              <p14:xfrm>
                <a:off x="4491895" y="1945615"/>
                <a:ext cx="64440" cy="101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5770F22-82A6-36B7-C9D4-3C293C8EA1A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487575" y="1941295"/>
                  <a:ext cx="730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D8E2B3F-56E6-6EFB-B586-15541D785097}"/>
                    </a:ext>
                  </a:extLst>
                </p14:cNvPr>
                <p14:cNvContentPartPr/>
                <p14:nvPr/>
              </p14:nvContentPartPr>
              <p14:xfrm>
                <a:off x="4555615" y="1836535"/>
                <a:ext cx="178920" cy="213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D8E2B3F-56E6-6EFB-B586-15541D78509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551295" y="1832215"/>
                  <a:ext cx="1875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682A2A2-4FD2-050F-6644-0D6CEEDDC59F}"/>
                    </a:ext>
                  </a:extLst>
                </p14:cNvPr>
                <p14:cNvContentPartPr/>
                <p14:nvPr/>
              </p14:nvContentPartPr>
              <p14:xfrm>
                <a:off x="4735975" y="1836535"/>
                <a:ext cx="118440" cy="205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682A2A2-4FD2-050F-6644-0D6CEEDDC59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31655" y="1832215"/>
                  <a:ext cx="1270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572BB09-0ED8-1B14-5BDE-191A015EB2CD}"/>
                    </a:ext>
                  </a:extLst>
                </p14:cNvPr>
                <p14:cNvContentPartPr/>
                <p14:nvPr/>
              </p14:nvContentPartPr>
              <p14:xfrm>
                <a:off x="4883575" y="1960735"/>
                <a:ext cx="158760" cy="88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572BB09-0ED8-1B14-5BDE-191A015EB2C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79255" y="1956415"/>
                  <a:ext cx="1674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627F3E4-541D-A6E4-3872-0EA93DE3BCC8}"/>
                    </a:ext>
                  </a:extLst>
                </p14:cNvPr>
                <p14:cNvContentPartPr/>
                <p14:nvPr/>
              </p14:nvContentPartPr>
              <p14:xfrm>
                <a:off x="5047015" y="1859935"/>
                <a:ext cx="285480" cy="181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627F3E4-541D-A6E4-3872-0EA93DE3BCC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042695" y="1855615"/>
                  <a:ext cx="294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9439124-A026-E403-D5D7-BABCEFC1E549}"/>
                    </a:ext>
                  </a:extLst>
                </p14:cNvPr>
                <p14:cNvContentPartPr/>
                <p14:nvPr/>
              </p14:nvContentPartPr>
              <p14:xfrm>
                <a:off x="5368855" y="1875415"/>
                <a:ext cx="196560" cy="2120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9439124-A026-E403-D5D7-BABCEFC1E54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364535" y="1871095"/>
                  <a:ext cx="20520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4D7F37D-6C14-DA5B-537C-DFA23EB781EB}"/>
              </a:ext>
            </a:extLst>
          </p:cNvPr>
          <p:cNvGrpSpPr/>
          <p:nvPr/>
        </p:nvGrpSpPr>
        <p:grpSpPr>
          <a:xfrm>
            <a:off x="3360415" y="2336215"/>
            <a:ext cx="506880" cy="119160"/>
            <a:chOff x="3360415" y="2336215"/>
            <a:chExt cx="506880" cy="11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E388435-7B74-6A4F-AA8D-5D63986A49DB}"/>
                    </a:ext>
                  </a:extLst>
                </p14:cNvPr>
                <p14:cNvContentPartPr/>
                <p14:nvPr/>
              </p14:nvContentPartPr>
              <p14:xfrm>
                <a:off x="3360415" y="2336215"/>
                <a:ext cx="186840" cy="119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E388435-7B74-6A4F-AA8D-5D63986A49D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356095" y="2331895"/>
                  <a:ext cx="1954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5A79DE9-E3C5-3102-4DF8-160246FAF943}"/>
                    </a:ext>
                  </a:extLst>
                </p14:cNvPr>
                <p14:cNvContentPartPr/>
                <p14:nvPr/>
              </p14:nvContentPartPr>
              <p14:xfrm>
                <a:off x="3446455" y="2367895"/>
                <a:ext cx="69480" cy="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5A79DE9-E3C5-3102-4DF8-160246FAF94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442135" y="2363575"/>
                  <a:ext cx="781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EB97186-50A5-7D0F-90E8-BE944604F779}"/>
                    </a:ext>
                  </a:extLst>
                </p14:cNvPr>
                <p14:cNvContentPartPr/>
                <p14:nvPr/>
              </p14:nvContentPartPr>
              <p14:xfrm>
                <a:off x="3634015" y="2367895"/>
                <a:ext cx="146520" cy="25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EB97186-50A5-7D0F-90E8-BE944604F77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629695" y="2363575"/>
                  <a:ext cx="1551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2E0FA06-9C7D-544D-60AA-F1A58E458E69}"/>
                    </a:ext>
                  </a:extLst>
                </p14:cNvPr>
                <p14:cNvContentPartPr/>
                <p14:nvPr/>
              </p14:nvContentPartPr>
              <p14:xfrm>
                <a:off x="3696655" y="2438095"/>
                <a:ext cx="170640" cy="9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2E0FA06-9C7D-544D-60AA-F1A58E458E6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692335" y="2433775"/>
                  <a:ext cx="1792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6460F0E-8F1C-F5DC-1E63-22CD57FB1BBF}"/>
              </a:ext>
            </a:extLst>
          </p:cNvPr>
          <p:cNvGrpSpPr/>
          <p:nvPr/>
        </p:nvGrpSpPr>
        <p:grpSpPr>
          <a:xfrm>
            <a:off x="4086175" y="2186455"/>
            <a:ext cx="1388520" cy="281160"/>
            <a:chOff x="4086175" y="2186455"/>
            <a:chExt cx="138852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60989BE-D4D3-FE8C-20B5-7E0D953820B1}"/>
                    </a:ext>
                  </a:extLst>
                </p14:cNvPr>
                <p14:cNvContentPartPr/>
                <p14:nvPr/>
              </p14:nvContentPartPr>
              <p14:xfrm>
                <a:off x="4086175" y="2311375"/>
                <a:ext cx="102960" cy="113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60989BE-D4D3-FE8C-20B5-7E0D953820B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081855" y="2307055"/>
                  <a:ext cx="1116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C8AB56E-E7E7-7A82-0FA4-1BF223E4D97D}"/>
                    </a:ext>
                  </a:extLst>
                </p14:cNvPr>
                <p14:cNvContentPartPr/>
                <p14:nvPr/>
              </p14:nvContentPartPr>
              <p14:xfrm>
                <a:off x="4186615" y="2253415"/>
                <a:ext cx="460800" cy="214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C8AB56E-E7E7-7A82-0FA4-1BF223E4D97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182295" y="2249095"/>
                  <a:ext cx="469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46C4F65-A1FF-BBD5-2108-48A43A1BFF87}"/>
                    </a:ext>
                  </a:extLst>
                </p14:cNvPr>
                <p14:cNvContentPartPr/>
                <p14:nvPr/>
              </p14:nvContentPartPr>
              <p14:xfrm>
                <a:off x="4649935" y="2195815"/>
                <a:ext cx="308160" cy="212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46C4F65-A1FF-BBD5-2108-48A43A1BFF8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645615" y="2191495"/>
                  <a:ext cx="3168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0BF0A86-515F-C48C-44D6-32E596B8A783}"/>
                    </a:ext>
                  </a:extLst>
                </p14:cNvPr>
                <p14:cNvContentPartPr/>
                <p14:nvPr/>
              </p14:nvContentPartPr>
              <p14:xfrm>
                <a:off x="4986175" y="2219215"/>
                <a:ext cx="262080" cy="181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0BF0A86-515F-C48C-44D6-32E596B8A78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981855" y="2214895"/>
                  <a:ext cx="270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792EF2F-5619-B186-081F-82A380FBF96D}"/>
                    </a:ext>
                  </a:extLst>
                </p14:cNvPr>
                <p14:cNvContentPartPr/>
                <p14:nvPr/>
              </p14:nvContentPartPr>
              <p14:xfrm>
                <a:off x="5243935" y="2186455"/>
                <a:ext cx="230760" cy="2116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792EF2F-5619-B186-081F-82A380FBF96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239615" y="2182135"/>
                  <a:ext cx="23940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9761296-A724-E0A5-A259-28746DC51909}"/>
              </a:ext>
            </a:extLst>
          </p:cNvPr>
          <p:cNvGrpSpPr/>
          <p:nvPr/>
        </p:nvGrpSpPr>
        <p:grpSpPr>
          <a:xfrm>
            <a:off x="5853415" y="163975"/>
            <a:ext cx="805320" cy="328680"/>
            <a:chOff x="5853415" y="163975"/>
            <a:chExt cx="805320" cy="3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95EFB3D-F233-BEFC-0CF4-65484D068DCB}"/>
                    </a:ext>
                  </a:extLst>
                </p14:cNvPr>
                <p14:cNvContentPartPr/>
                <p14:nvPr/>
              </p14:nvContentPartPr>
              <p14:xfrm>
                <a:off x="5876815" y="163975"/>
                <a:ext cx="360" cy="298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95EFB3D-F233-BEFC-0CF4-65484D068DC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872495" y="159655"/>
                  <a:ext cx="90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BAE3BF0-D42D-F248-5A90-4CA7939CD706}"/>
                    </a:ext>
                  </a:extLst>
                </p14:cNvPr>
                <p14:cNvContentPartPr/>
                <p14:nvPr/>
              </p14:nvContentPartPr>
              <p14:xfrm>
                <a:off x="5853415" y="185215"/>
                <a:ext cx="680040" cy="2854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BAE3BF0-D42D-F248-5A90-4CA7939CD70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849095" y="180895"/>
                  <a:ext cx="6886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A66FFCC-BBC9-91EC-DE87-7B070C292CC3}"/>
                    </a:ext>
                  </a:extLst>
                </p14:cNvPr>
                <p14:cNvContentPartPr/>
                <p14:nvPr/>
              </p14:nvContentPartPr>
              <p14:xfrm>
                <a:off x="6653695" y="398335"/>
                <a:ext cx="5040" cy="36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A66FFCC-BBC9-91EC-DE87-7B070C292CC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649375" y="394015"/>
                  <a:ext cx="1368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BFA6B4C-2811-D7BA-4DD2-D2E8087F7724}"/>
                    </a:ext>
                  </a:extLst>
                </p14:cNvPr>
                <p14:cNvContentPartPr/>
                <p14:nvPr/>
              </p14:nvContentPartPr>
              <p14:xfrm>
                <a:off x="6619495" y="492295"/>
                <a:ext cx="360" cy="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BFA6B4C-2811-D7BA-4DD2-D2E8087F772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615175" y="48797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ED796F6-444B-4F31-D801-99EAB42398C2}"/>
              </a:ext>
            </a:extLst>
          </p:cNvPr>
          <p:cNvGrpSpPr/>
          <p:nvPr/>
        </p:nvGrpSpPr>
        <p:grpSpPr>
          <a:xfrm>
            <a:off x="5939455" y="716215"/>
            <a:ext cx="1533960" cy="324720"/>
            <a:chOff x="5939455" y="716215"/>
            <a:chExt cx="1533960" cy="3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EE61D4C-8F31-7A69-CB71-2DABCB941C7A}"/>
                    </a:ext>
                  </a:extLst>
                </p14:cNvPr>
                <p14:cNvContentPartPr/>
                <p14:nvPr/>
              </p14:nvContentPartPr>
              <p14:xfrm>
                <a:off x="6074455" y="718735"/>
                <a:ext cx="14040" cy="208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EE61D4C-8F31-7A69-CB71-2DABCB941C7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070135" y="714415"/>
                  <a:ext cx="226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528ABA5-84AE-E0EB-319E-302DBAA74520}"/>
                    </a:ext>
                  </a:extLst>
                </p14:cNvPr>
                <p14:cNvContentPartPr/>
                <p14:nvPr/>
              </p14:nvContentPartPr>
              <p14:xfrm>
                <a:off x="5939455" y="726295"/>
                <a:ext cx="241920" cy="320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528ABA5-84AE-E0EB-319E-302DBAA7452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35135" y="721975"/>
                  <a:ext cx="250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6AF8FA9-B0DB-AA0D-210D-9DD138EE9E5A}"/>
                    </a:ext>
                  </a:extLst>
                </p14:cNvPr>
                <p14:cNvContentPartPr/>
                <p14:nvPr/>
              </p14:nvContentPartPr>
              <p14:xfrm>
                <a:off x="6127015" y="818815"/>
                <a:ext cx="374400" cy="1004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6AF8FA9-B0DB-AA0D-210D-9DD138EE9E5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122695" y="814495"/>
                  <a:ext cx="383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D4C2E5D-8BAA-5F42-EB8F-9E2219B9DF6C}"/>
                    </a:ext>
                  </a:extLst>
                </p14:cNvPr>
                <p14:cNvContentPartPr/>
                <p14:nvPr/>
              </p14:nvContentPartPr>
              <p14:xfrm>
                <a:off x="6495295" y="765535"/>
                <a:ext cx="102600" cy="1249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D4C2E5D-8BAA-5F42-EB8F-9E2219B9DF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490975" y="761215"/>
                  <a:ext cx="111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F0BD5E1-1129-C664-1F85-7C7398732767}"/>
                    </a:ext>
                  </a:extLst>
                </p14:cNvPr>
                <p14:cNvContentPartPr/>
                <p14:nvPr/>
              </p14:nvContentPartPr>
              <p14:xfrm>
                <a:off x="6640375" y="716215"/>
                <a:ext cx="34920" cy="324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F0BD5E1-1129-C664-1F85-7C739873276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636055" y="711895"/>
                  <a:ext cx="435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0A568DB-9B76-1C1B-CCFD-A4ADFBEDF4DA}"/>
                    </a:ext>
                  </a:extLst>
                </p14:cNvPr>
                <p14:cNvContentPartPr/>
                <p14:nvPr/>
              </p14:nvContentPartPr>
              <p14:xfrm>
                <a:off x="6634975" y="831055"/>
                <a:ext cx="171360" cy="99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0A568DB-9B76-1C1B-CCFD-A4ADFBEDF4D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630655" y="826735"/>
                  <a:ext cx="180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DCE0FB9-BE90-E914-77B0-507C65C1E189}"/>
                    </a:ext>
                  </a:extLst>
                </p14:cNvPr>
                <p14:cNvContentPartPr/>
                <p14:nvPr/>
              </p14:nvContentPartPr>
              <p14:xfrm>
                <a:off x="6750895" y="757255"/>
                <a:ext cx="610560" cy="1436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DCE0FB9-BE90-E914-77B0-507C65C1E18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746575" y="752935"/>
                  <a:ext cx="619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0BF74BB-9B32-117D-9716-4F2C941FCD52}"/>
                    </a:ext>
                  </a:extLst>
                </p14:cNvPr>
                <p14:cNvContentPartPr/>
                <p14:nvPr/>
              </p14:nvContentPartPr>
              <p14:xfrm>
                <a:off x="7461535" y="761575"/>
                <a:ext cx="11880" cy="14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0BF74BB-9B32-117D-9716-4F2C941FCD5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457215" y="757255"/>
                  <a:ext cx="205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27E443B-F54E-33B9-25E5-60A974D55D92}"/>
                    </a:ext>
                  </a:extLst>
                </p14:cNvPr>
                <p14:cNvContentPartPr/>
                <p14:nvPr/>
              </p14:nvContentPartPr>
              <p14:xfrm>
                <a:off x="7408975" y="836095"/>
                <a:ext cx="14400" cy="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27E443B-F54E-33B9-25E5-60A974D55D9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404655" y="831775"/>
                  <a:ext cx="2304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B1CE9CD-1F19-35EB-BFBE-CC452414E00C}"/>
              </a:ext>
            </a:extLst>
          </p:cNvPr>
          <p:cNvGrpSpPr/>
          <p:nvPr/>
        </p:nvGrpSpPr>
        <p:grpSpPr>
          <a:xfrm>
            <a:off x="7733335" y="382855"/>
            <a:ext cx="3138840" cy="670320"/>
            <a:chOff x="7733335" y="382855"/>
            <a:chExt cx="3138840" cy="67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E20A980-5CC9-5D13-FD27-DBE24C4E6B65}"/>
                    </a:ext>
                  </a:extLst>
                </p14:cNvPr>
                <p14:cNvContentPartPr/>
                <p14:nvPr/>
              </p14:nvContentPartPr>
              <p14:xfrm>
                <a:off x="7733335" y="617215"/>
                <a:ext cx="137520" cy="1191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E20A980-5CC9-5D13-FD27-DBE24C4E6B6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729015" y="612895"/>
                  <a:ext cx="146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DA31B32-9307-1187-433F-B90B305BFCFD}"/>
                    </a:ext>
                  </a:extLst>
                </p14:cNvPr>
                <p14:cNvContentPartPr/>
                <p14:nvPr/>
              </p14:nvContentPartPr>
              <p14:xfrm>
                <a:off x="7846375" y="632695"/>
                <a:ext cx="69480" cy="1569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DA31B32-9307-1187-433F-B90B305BFCF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842055" y="628375"/>
                  <a:ext cx="781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33B22C9-C1E4-CE28-DD38-D6AE6DCB304D}"/>
                    </a:ext>
                  </a:extLst>
                </p14:cNvPr>
                <p14:cNvContentPartPr/>
                <p14:nvPr/>
              </p14:nvContentPartPr>
              <p14:xfrm>
                <a:off x="7994695" y="624775"/>
                <a:ext cx="131040" cy="1656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33B22C9-C1E4-CE28-DD38-D6AE6DCB304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990375" y="620455"/>
                  <a:ext cx="1396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539070B-C18F-2CF3-63B4-1FB334EE2CCD}"/>
                    </a:ext>
                  </a:extLst>
                </p14:cNvPr>
                <p14:cNvContentPartPr/>
                <p14:nvPr/>
              </p14:nvContentPartPr>
              <p14:xfrm>
                <a:off x="8143375" y="703255"/>
                <a:ext cx="44640" cy="648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539070B-C18F-2CF3-63B4-1FB334EE2CC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139055" y="698935"/>
                  <a:ext cx="532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ED460E1-FD8D-29B4-4714-B6746C8DB749}"/>
                    </a:ext>
                  </a:extLst>
                </p14:cNvPr>
                <p14:cNvContentPartPr/>
                <p14:nvPr/>
              </p14:nvContentPartPr>
              <p14:xfrm>
                <a:off x="8073175" y="609655"/>
                <a:ext cx="50400" cy="7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ED460E1-FD8D-29B4-4714-B6746C8DB74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068855" y="605335"/>
                  <a:ext cx="590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5B1FB87-5655-F3A9-5F91-EDF596EB5EE8}"/>
                    </a:ext>
                  </a:extLst>
                </p14:cNvPr>
                <p14:cNvContentPartPr/>
                <p14:nvPr/>
              </p14:nvContentPartPr>
              <p14:xfrm>
                <a:off x="8159215" y="483655"/>
                <a:ext cx="131760" cy="1029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5B1FB87-5655-F3A9-5F91-EDF596EB5EE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154895" y="479335"/>
                  <a:ext cx="1404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C388B29-4020-7A46-B3BF-2B3A6882013B}"/>
                    </a:ext>
                  </a:extLst>
                </p14:cNvPr>
                <p14:cNvContentPartPr/>
                <p14:nvPr/>
              </p14:nvContentPartPr>
              <p14:xfrm>
                <a:off x="8315455" y="711175"/>
                <a:ext cx="93240" cy="3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C388B29-4020-7A46-B3BF-2B3A6882013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311135" y="706855"/>
                  <a:ext cx="1018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3331631-0150-F7B8-FA65-FFF4BF59BDE8}"/>
                    </a:ext>
                  </a:extLst>
                </p14:cNvPr>
                <p14:cNvContentPartPr/>
                <p14:nvPr/>
              </p14:nvContentPartPr>
              <p14:xfrm>
                <a:off x="8346775" y="740335"/>
                <a:ext cx="181080" cy="414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3331631-0150-F7B8-FA65-FFF4BF59BDE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342455" y="736015"/>
                  <a:ext cx="1897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39E1E91-EB58-BEC2-B1C3-C8A64B498C8B}"/>
                    </a:ext>
                  </a:extLst>
                </p14:cNvPr>
                <p14:cNvContentPartPr/>
                <p14:nvPr/>
              </p14:nvContentPartPr>
              <p14:xfrm>
                <a:off x="8627215" y="601375"/>
                <a:ext cx="99000" cy="181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39E1E91-EB58-BEC2-B1C3-C8A64B498C8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622895" y="597055"/>
                  <a:ext cx="1076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6DC7354-F75D-3163-4498-5835AE1CAAFE}"/>
                    </a:ext>
                  </a:extLst>
                </p14:cNvPr>
                <p14:cNvContentPartPr/>
                <p14:nvPr/>
              </p14:nvContentPartPr>
              <p14:xfrm>
                <a:off x="8768695" y="625135"/>
                <a:ext cx="17280" cy="1605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6DC7354-F75D-3163-4498-5835AE1CAAF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764375" y="620815"/>
                  <a:ext cx="259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94B76D8-3C13-5AD4-2CE5-E87A9975EDB5}"/>
                    </a:ext>
                  </a:extLst>
                </p14:cNvPr>
                <p14:cNvContentPartPr/>
                <p14:nvPr/>
              </p14:nvContentPartPr>
              <p14:xfrm>
                <a:off x="8737375" y="617935"/>
                <a:ext cx="102960" cy="370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94B76D8-3C13-5AD4-2CE5-E87A9975EDB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733055" y="613615"/>
                  <a:ext cx="111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A206F52-511A-A63B-3E2F-E98E105C29A0}"/>
                    </a:ext>
                  </a:extLst>
                </p14:cNvPr>
                <p14:cNvContentPartPr/>
                <p14:nvPr/>
              </p14:nvContentPartPr>
              <p14:xfrm>
                <a:off x="8713975" y="796855"/>
                <a:ext cx="141840" cy="90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A206F52-511A-A63B-3E2F-E98E105C29A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709655" y="792535"/>
                  <a:ext cx="1504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730C897-93EB-7107-2A91-82F5FCABAA8E}"/>
                    </a:ext>
                  </a:extLst>
                </p14:cNvPr>
                <p14:cNvContentPartPr/>
                <p14:nvPr/>
              </p14:nvContentPartPr>
              <p14:xfrm>
                <a:off x="8901175" y="640615"/>
                <a:ext cx="150480" cy="1663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730C897-93EB-7107-2A91-82F5FCABAA8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896855" y="636295"/>
                  <a:ext cx="1591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9DBC807-47DC-2328-E0F8-04AA53D8920A}"/>
                    </a:ext>
                  </a:extLst>
                </p14:cNvPr>
                <p14:cNvContentPartPr/>
                <p14:nvPr/>
              </p14:nvContentPartPr>
              <p14:xfrm>
                <a:off x="9198175" y="522535"/>
                <a:ext cx="94680" cy="2412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9DBC807-47DC-2328-E0F8-04AA53D8920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193855" y="518215"/>
                  <a:ext cx="1033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39E1C89-1A45-11B7-8075-C2C50AC4E499}"/>
                    </a:ext>
                  </a:extLst>
                </p14:cNvPr>
                <p14:cNvContentPartPr/>
                <p14:nvPr/>
              </p14:nvContentPartPr>
              <p14:xfrm>
                <a:off x="9346855" y="631255"/>
                <a:ext cx="102600" cy="119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39E1C89-1A45-11B7-8075-C2C50AC4E49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342535" y="626935"/>
                  <a:ext cx="1112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41F3BDD-6CA2-B0F3-FD42-634E68A84D70}"/>
                    </a:ext>
                  </a:extLst>
                </p14:cNvPr>
                <p14:cNvContentPartPr/>
                <p14:nvPr/>
              </p14:nvContentPartPr>
              <p14:xfrm>
                <a:off x="9440455" y="656455"/>
                <a:ext cx="47520" cy="101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41F3BDD-6CA2-B0F3-FD42-634E68A84D7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436135" y="652135"/>
                  <a:ext cx="561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6F5F8CE-19BB-378C-DA3A-C71116034370}"/>
                    </a:ext>
                  </a:extLst>
                </p14:cNvPr>
                <p14:cNvContentPartPr/>
                <p14:nvPr/>
              </p14:nvContentPartPr>
              <p14:xfrm>
                <a:off x="9503455" y="726655"/>
                <a:ext cx="24480" cy="82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6F5F8CE-19BB-378C-DA3A-C7111603437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499135" y="722335"/>
                  <a:ext cx="33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6082275-85C6-F46C-BF6D-F9B80C160233}"/>
                    </a:ext>
                  </a:extLst>
                </p14:cNvPr>
                <p14:cNvContentPartPr/>
                <p14:nvPr/>
              </p14:nvContentPartPr>
              <p14:xfrm>
                <a:off x="9573655" y="648535"/>
                <a:ext cx="158040" cy="2674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6082275-85C6-F46C-BF6D-F9B80C16023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569335" y="644215"/>
                  <a:ext cx="1666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B1A0982-6E6A-6A82-F973-5366FC28A502}"/>
                    </a:ext>
                  </a:extLst>
                </p14:cNvPr>
                <p14:cNvContentPartPr/>
                <p14:nvPr/>
              </p14:nvContentPartPr>
              <p14:xfrm>
                <a:off x="9741415" y="750055"/>
                <a:ext cx="12240" cy="568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B1A0982-6E6A-6A82-F973-5366FC28A50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737095" y="745735"/>
                  <a:ext cx="208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5AA76A5-142A-8569-04E5-DAC8B3DE8BC9}"/>
                    </a:ext>
                  </a:extLst>
                </p14:cNvPr>
                <p14:cNvContentPartPr/>
                <p14:nvPr/>
              </p14:nvContentPartPr>
              <p14:xfrm>
                <a:off x="9808015" y="600295"/>
                <a:ext cx="158040" cy="1432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5AA76A5-142A-8569-04E5-DAC8B3DE8BC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803695" y="595975"/>
                  <a:ext cx="1666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261056D-FBBE-0E42-B56F-E249C18B95D7}"/>
                    </a:ext>
                  </a:extLst>
                </p14:cNvPr>
                <p14:cNvContentPartPr/>
                <p14:nvPr/>
              </p14:nvContentPartPr>
              <p14:xfrm>
                <a:off x="9769135" y="679855"/>
                <a:ext cx="194760" cy="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261056D-FBBE-0E42-B56F-E249C18B95D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764815" y="675535"/>
                  <a:ext cx="2034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A066F37-E9F7-E769-53A4-BC56C1F165A8}"/>
                    </a:ext>
                  </a:extLst>
                </p14:cNvPr>
                <p14:cNvContentPartPr/>
                <p14:nvPr/>
              </p14:nvContentPartPr>
              <p14:xfrm>
                <a:off x="10001695" y="703255"/>
                <a:ext cx="27000" cy="1461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A066F37-E9F7-E769-53A4-BC56C1F165A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997375" y="698935"/>
                  <a:ext cx="35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234E8B1-3C85-3B76-B816-719C8BFC3FF9}"/>
                    </a:ext>
                  </a:extLst>
                </p14:cNvPr>
                <p14:cNvContentPartPr/>
                <p14:nvPr/>
              </p14:nvContentPartPr>
              <p14:xfrm>
                <a:off x="10198975" y="711175"/>
                <a:ext cx="360" cy="3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234E8B1-3C85-3B76-B816-719C8BFC3FF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94655" y="706855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8548F47-7A66-F88B-9EC5-D5182AAC1A8E}"/>
                    </a:ext>
                  </a:extLst>
                </p14:cNvPr>
                <p14:cNvContentPartPr/>
                <p14:nvPr/>
              </p14:nvContentPartPr>
              <p14:xfrm>
                <a:off x="10136335" y="382855"/>
                <a:ext cx="140760" cy="327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8548F47-7A66-F88B-9EC5-D5182AAC1A8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132015" y="378535"/>
                  <a:ext cx="1494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861B87C-E826-CB0E-4ADB-C2161D2049DF}"/>
                    </a:ext>
                  </a:extLst>
                </p14:cNvPr>
                <p14:cNvContentPartPr/>
                <p14:nvPr/>
              </p14:nvContentPartPr>
              <p14:xfrm>
                <a:off x="10259455" y="632695"/>
                <a:ext cx="71280" cy="950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861B87C-E826-CB0E-4ADB-C2161D2049D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255135" y="628375"/>
                  <a:ext cx="799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3122B3B-C264-C730-0FC9-2B29FD995FBF}"/>
                    </a:ext>
                  </a:extLst>
                </p14:cNvPr>
                <p14:cNvContentPartPr/>
                <p14:nvPr/>
              </p14:nvContentPartPr>
              <p14:xfrm>
                <a:off x="10307695" y="619375"/>
                <a:ext cx="113400" cy="124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3122B3B-C264-C730-0FC9-2B29FD995FB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303375" y="615055"/>
                  <a:ext cx="1220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CF962D9-1A78-E290-6C4A-DA595F63A7AD}"/>
                    </a:ext>
                  </a:extLst>
                </p14:cNvPr>
                <p14:cNvContentPartPr/>
                <p14:nvPr/>
              </p14:nvContentPartPr>
              <p14:xfrm>
                <a:off x="10440895" y="484375"/>
                <a:ext cx="106920" cy="2379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CF962D9-1A78-E290-6C4A-DA595F63A7A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436575" y="480055"/>
                  <a:ext cx="1155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06B7FAB-47FA-0FB2-4E53-FA907EAB09A3}"/>
                    </a:ext>
                  </a:extLst>
                </p14:cNvPr>
                <p14:cNvContentPartPr/>
                <p14:nvPr/>
              </p14:nvContentPartPr>
              <p14:xfrm>
                <a:off x="10285015" y="953455"/>
                <a:ext cx="54720" cy="997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06B7FAB-47FA-0FB2-4E53-FA907EAB09A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280695" y="949135"/>
                  <a:ext cx="63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269FF0E-182C-7679-508A-59DFB8834C75}"/>
                    </a:ext>
                  </a:extLst>
                </p14:cNvPr>
                <p14:cNvContentPartPr/>
                <p14:nvPr/>
              </p14:nvContentPartPr>
              <p14:xfrm>
                <a:off x="10230295" y="890815"/>
                <a:ext cx="37080" cy="3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269FF0E-182C-7679-508A-59DFB8834C7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225975" y="886495"/>
                  <a:ext cx="457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7688A0E-41D6-9323-5A6B-6008B8E7E066}"/>
                    </a:ext>
                  </a:extLst>
                </p14:cNvPr>
                <p14:cNvContentPartPr/>
                <p14:nvPr/>
              </p14:nvContentPartPr>
              <p14:xfrm>
                <a:off x="10378615" y="859495"/>
                <a:ext cx="55440" cy="1886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7688A0E-41D6-9323-5A6B-6008B8E7E06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374295" y="855175"/>
                  <a:ext cx="640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1E91703-7E39-4DB1-0F64-CEF7FF08505F}"/>
                    </a:ext>
                  </a:extLst>
                </p14:cNvPr>
                <p14:cNvContentPartPr/>
                <p14:nvPr/>
              </p14:nvContentPartPr>
              <p14:xfrm>
                <a:off x="10355215" y="922855"/>
                <a:ext cx="320400" cy="856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1E91703-7E39-4DB1-0F64-CEF7FF08505F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350895" y="918535"/>
                  <a:ext cx="3290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0EBB8A4-2CF3-B8C8-BC64-02074F0DF7F3}"/>
                    </a:ext>
                  </a:extLst>
                </p14:cNvPr>
                <p14:cNvContentPartPr/>
                <p14:nvPr/>
              </p14:nvContentPartPr>
              <p14:xfrm>
                <a:off x="10675615" y="445135"/>
                <a:ext cx="196560" cy="5788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0EBB8A4-2CF3-B8C8-BC64-02074F0DF7F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671295" y="440815"/>
                  <a:ext cx="205200" cy="58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A637CA1-7BB7-1ECC-E877-0A386FCF12B8}"/>
              </a:ext>
            </a:extLst>
          </p:cNvPr>
          <p:cNvGrpSpPr/>
          <p:nvPr/>
        </p:nvGrpSpPr>
        <p:grpSpPr>
          <a:xfrm>
            <a:off x="6125215" y="1203295"/>
            <a:ext cx="2723400" cy="549000"/>
            <a:chOff x="6125215" y="1203295"/>
            <a:chExt cx="2723400" cy="54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6DDC91A-0DD7-B94E-A03B-748BCCC4938B}"/>
                    </a:ext>
                  </a:extLst>
                </p14:cNvPr>
                <p14:cNvContentPartPr/>
                <p14:nvPr/>
              </p14:nvContentPartPr>
              <p14:xfrm>
                <a:off x="6125215" y="1398415"/>
                <a:ext cx="142920" cy="1918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6DDC91A-0DD7-B94E-A03B-748BCCC4938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120895" y="1394095"/>
                  <a:ext cx="1515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CAF3627-EBC8-568C-7AD7-5B51FC0E30DC}"/>
                    </a:ext>
                  </a:extLst>
                </p14:cNvPr>
                <p14:cNvContentPartPr/>
                <p14:nvPr/>
              </p14:nvContentPartPr>
              <p14:xfrm>
                <a:off x="6314575" y="1445575"/>
                <a:ext cx="23040" cy="1134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CAF3627-EBC8-568C-7AD7-5B51FC0E30D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310255" y="1441255"/>
                  <a:ext cx="31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A386F5C-3C9D-6DB1-1653-6497FDAA8371}"/>
                    </a:ext>
                  </a:extLst>
                </p14:cNvPr>
                <p14:cNvContentPartPr/>
                <p14:nvPr/>
              </p14:nvContentPartPr>
              <p14:xfrm>
                <a:off x="6267775" y="1406335"/>
                <a:ext cx="93240" cy="86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A386F5C-3C9D-6DB1-1653-6497FDAA837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263455" y="1402015"/>
                  <a:ext cx="1018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E6CB7E9-0DDA-6FEB-B7C7-DE467DDBAA2F}"/>
                    </a:ext>
                  </a:extLst>
                </p14:cNvPr>
                <p14:cNvContentPartPr/>
                <p14:nvPr/>
              </p14:nvContentPartPr>
              <p14:xfrm>
                <a:off x="6252295" y="1562935"/>
                <a:ext cx="155880" cy="86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E6CB7E9-0DDA-6FEB-B7C7-DE467DDBAA2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247975" y="1558615"/>
                  <a:ext cx="1645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817B1FD-47F7-11F3-C454-1CEE56B96218}"/>
                    </a:ext>
                  </a:extLst>
                </p14:cNvPr>
                <p14:cNvContentPartPr/>
                <p14:nvPr/>
              </p14:nvContentPartPr>
              <p14:xfrm>
                <a:off x="6431935" y="1428655"/>
                <a:ext cx="149400" cy="1501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817B1FD-47F7-11F3-C454-1CEE56B96218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427615" y="1424335"/>
                  <a:ext cx="158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5D39C5F-49FC-B477-AA9F-73F30AA90F0D}"/>
                    </a:ext>
                  </a:extLst>
                </p14:cNvPr>
                <p14:cNvContentPartPr/>
                <p14:nvPr/>
              </p14:nvContentPartPr>
              <p14:xfrm>
                <a:off x="6682135" y="1476175"/>
                <a:ext cx="163440" cy="86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5D39C5F-49FC-B477-AA9F-73F30AA90F0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677815" y="1471855"/>
                  <a:ext cx="1720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B2D623D-F233-8D90-1C7E-9F18C284D016}"/>
                    </a:ext>
                  </a:extLst>
                </p14:cNvPr>
                <p14:cNvContentPartPr/>
                <p14:nvPr/>
              </p14:nvContentPartPr>
              <p14:xfrm>
                <a:off x="6736855" y="1547815"/>
                <a:ext cx="164160" cy="162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B2D623D-F233-8D90-1C7E-9F18C284D01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732535" y="1543495"/>
                  <a:ext cx="172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F6B9ADA-AA7E-CA82-7168-0F80EB886686}"/>
                    </a:ext>
                  </a:extLst>
                </p14:cNvPr>
                <p14:cNvContentPartPr/>
                <p14:nvPr/>
              </p14:nvContentPartPr>
              <p14:xfrm>
                <a:off x="7032055" y="1320655"/>
                <a:ext cx="63000" cy="2199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F6B9ADA-AA7E-CA82-7168-0F80EB88668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027735" y="1316335"/>
                  <a:ext cx="71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85A93DF-E0FD-2A26-E712-B32BD47C8FDB}"/>
                    </a:ext>
                  </a:extLst>
                </p14:cNvPr>
                <p14:cNvContentPartPr/>
                <p14:nvPr/>
              </p14:nvContentPartPr>
              <p14:xfrm>
                <a:off x="7142935" y="1405975"/>
                <a:ext cx="124920" cy="1436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85A93DF-E0FD-2A26-E712-B32BD47C8FDB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138615" y="1401655"/>
                  <a:ext cx="133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0B0FFFC-7578-A9B8-01F4-84352EBDB3EF}"/>
                    </a:ext>
                  </a:extLst>
                </p14:cNvPr>
                <p14:cNvContentPartPr/>
                <p14:nvPr/>
              </p14:nvContentPartPr>
              <p14:xfrm>
                <a:off x="7275775" y="1453495"/>
                <a:ext cx="69480" cy="946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0B0FFFC-7578-A9B8-01F4-84352EBDB3E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271455" y="1449175"/>
                  <a:ext cx="781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95AB76D-B827-90CD-789A-9ACC5FB25952}"/>
                    </a:ext>
                  </a:extLst>
                </p14:cNvPr>
                <p14:cNvContentPartPr/>
                <p14:nvPr/>
              </p14:nvContentPartPr>
              <p14:xfrm>
                <a:off x="7369735" y="1508215"/>
                <a:ext cx="16560" cy="1029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95AB76D-B827-90CD-789A-9ACC5FB25952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365415" y="1503895"/>
                  <a:ext cx="25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1D76815-7BC3-0ACB-D8A2-2290F672C5A5}"/>
                    </a:ext>
                  </a:extLst>
                </p14:cNvPr>
                <p14:cNvContentPartPr/>
                <p14:nvPr/>
              </p14:nvContentPartPr>
              <p14:xfrm>
                <a:off x="7502575" y="1414255"/>
                <a:ext cx="155880" cy="3380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1D76815-7BC3-0ACB-D8A2-2290F672C5A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498255" y="1409935"/>
                  <a:ext cx="1645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49ACEDA0-B7F2-EEC4-1B8C-75F406B4C5EB}"/>
                    </a:ext>
                  </a:extLst>
                </p14:cNvPr>
                <p14:cNvContentPartPr/>
                <p14:nvPr/>
              </p14:nvContentPartPr>
              <p14:xfrm>
                <a:off x="7663495" y="1492735"/>
                <a:ext cx="36360" cy="1062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49ACEDA0-B7F2-EEC4-1B8C-75F406B4C5EB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659175" y="1488415"/>
                  <a:ext cx="45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4AA4822-2519-3678-6585-1B13C0EA3A46}"/>
                    </a:ext>
                  </a:extLst>
                </p14:cNvPr>
                <p14:cNvContentPartPr/>
                <p14:nvPr/>
              </p14:nvContentPartPr>
              <p14:xfrm>
                <a:off x="7778695" y="1375015"/>
                <a:ext cx="122040" cy="1270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4AA4822-2519-3678-6585-1B13C0EA3A4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774375" y="1370695"/>
                  <a:ext cx="1306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7B6DD5E-AF20-F4BE-DE26-B81CF96BACA8}"/>
                    </a:ext>
                  </a:extLst>
                </p14:cNvPr>
                <p14:cNvContentPartPr/>
                <p14:nvPr/>
              </p14:nvContentPartPr>
              <p14:xfrm>
                <a:off x="7744855" y="1437295"/>
                <a:ext cx="194760" cy="90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7B6DD5E-AF20-F4BE-DE26-B81CF96BACA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7740535" y="1432975"/>
                  <a:ext cx="2034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C73A8AD-F810-1A19-D89D-9947B6A530A0}"/>
                    </a:ext>
                  </a:extLst>
                </p14:cNvPr>
                <p14:cNvContentPartPr/>
                <p14:nvPr/>
              </p14:nvContentPartPr>
              <p14:xfrm>
                <a:off x="7971295" y="1461415"/>
                <a:ext cx="47880" cy="1342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C73A8AD-F810-1A19-D89D-9947B6A530A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966975" y="1457095"/>
                  <a:ext cx="56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33671D6-868C-01ED-B877-E548CE815C74}"/>
                    </a:ext>
                  </a:extLst>
                </p14:cNvPr>
                <p14:cNvContentPartPr/>
                <p14:nvPr/>
              </p14:nvContentPartPr>
              <p14:xfrm>
                <a:off x="8111695" y="1203295"/>
                <a:ext cx="408960" cy="2678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33671D6-868C-01ED-B877-E548CE815C7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107375" y="1198975"/>
                  <a:ext cx="4176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C7F5AC8-D52D-43A7-0A38-454988B3D50B}"/>
                    </a:ext>
                  </a:extLst>
                </p14:cNvPr>
                <p14:cNvContentPartPr/>
                <p14:nvPr/>
              </p14:nvContentPartPr>
              <p14:xfrm>
                <a:off x="8534335" y="1226695"/>
                <a:ext cx="204120" cy="2365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C7F5AC8-D52D-43A7-0A38-454988B3D50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530015" y="1222375"/>
                  <a:ext cx="2127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F08CCB2-A6D1-A91A-0913-E4C053C4B772}"/>
                    </a:ext>
                  </a:extLst>
                </p14:cNvPr>
                <p14:cNvContentPartPr/>
                <p14:nvPr/>
              </p14:nvContentPartPr>
              <p14:xfrm>
                <a:off x="8647735" y="1203295"/>
                <a:ext cx="200880" cy="3700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F08CCB2-A6D1-A91A-0913-E4C053C4B772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643415" y="1198975"/>
                  <a:ext cx="209520" cy="37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BA04EF39-5199-35E2-A618-014EB949D6A3}"/>
              </a:ext>
            </a:extLst>
          </p:cNvPr>
          <p:cNvGrpSpPr/>
          <p:nvPr/>
        </p:nvGrpSpPr>
        <p:grpSpPr>
          <a:xfrm>
            <a:off x="6165175" y="1820695"/>
            <a:ext cx="1454040" cy="286920"/>
            <a:chOff x="6165175" y="1820695"/>
            <a:chExt cx="1454040" cy="2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562A8E8-F729-D9EC-01C3-FE3FB770915F}"/>
                    </a:ext>
                  </a:extLst>
                </p14:cNvPr>
                <p14:cNvContentPartPr/>
                <p14:nvPr/>
              </p14:nvContentPartPr>
              <p14:xfrm>
                <a:off x="6165175" y="1935895"/>
                <a:ext cx="126000" cy="1717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562A8E8-F729-D9EC-01C3-FE3FB770915F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160855" y="1931575"/>
                  <a:ext cx="1346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6BAFB65-57F6-A148-F21B-FEA605D73067}"/>
                    </a:ext>
                  </a:extLst>
                </p14:cNvPr>
                <p14:cNvContentPartPr/>
                <p14:nvPr/>
              </p14:nvContentPartPr>
              <p14:xfrm>
                <a:off x="6337255" y="1961455"/>
                <a:ext cx="136800" cy="1342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6BAFB65-57F6-A148-F21B-FEA605D73067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332935" y="1957135"/>
                  <a:ext cx="145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666B08E-6F87-3030-A1CF-90215AD9384C}"/>
                    </a:ext>
                  </a:extLst>
                </p14:cNvPr>
                <p14:cNvContentPartPr/>
                <p14:nvPr/>
              </p14:nvContentPartPr>
              <p14:xfrm>
                <a:off x="6645415" y="1820695"/>
                <a:ext cx="652680" cy="2602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666B08E-6F87-3030-A1CF-90215AD9384C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641095" y="1816375"/>
                  <a:ext cx="6613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C7212AA-10EC-C2E7-907C-D1319D2D329A}"/>
                    </a:ext>
                  </a:extLst>
                </p14:cNvPr>
                <p14:cNvContentPartPr/>
                <p14:nvPr/>
              </p14:nvContentPartPr>
              <p14:xfrm>
                <a:off x="7416535" y="1953175"/>
                <a:ext cx="199440" cy="118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C7212AA-10EC-C2E7-907C-D1319D2D329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412215" y="1948855"/>
                  <a:ext cx="2080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A0F190B-34A5-7558-D680-24F60D5B1805}"/>
                    </a:ext>
                  </a:extLst>
                </p14:cNvPr>
                <p14:cNvContentPartPr/>
                <p14:nvPr/>
              </p14:nvContentPartPr>
              <p14:xfrm>
                <a:off x="7439935" y="2050375"/>
                <a:ext cx="179280" cy="50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A0F190B-34A5-7558-D680-24F60D5B1805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435615" y="2046055"/>
                  <a:ext cx="187920" cy="1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C6D4362B-830E-5DDC-3918-5E844E265171}"/>
              </a:ext>
            </a:extLst>
          </p:cNvPr>
          <p:cNvGrpSpPr/>
          <p:nvPr/>
        </p:nvGrpSpPr>
        <p:grpSpPr>
          <a:xfrm>
            <a:off x="7845295" y="1773895"/>
            <a:ext cx="1891800" cy="300960"/>
            <a:chOff x="7845295" y="1773895"/>
            <a:chExt cx="1891800" cy="30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BBA9E19A-BFF7-06E6-C334-CDF975F1F057}"/>
                    </a:ext>
                  </a:extLst>
                </p14:cNvPr>
                <p14:cNvContentPartPr/>
                <p14:nvPr/>
              </p14:nvContentPartPr>
              <p14:xfrm>
                <a:off x="7845295" y="1929775"/>
                <a:ext cx="150120" cy="120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BBA9E19A-BFF7-06E6-C334-CDF975F1F057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840975" y="1925455"/>
                  <a:ext cx="158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FE4ADBF-EC30-516C-647A-66ACFD8199A6}"/>
                    </a:ext>
                  </a:extLst>
                </p14:cNvPr>
                <p14:cNvContentPartPr/>
                <p14:nvPr/>
              </p14:nvContentPartPr>
              <p14:xfrm>
                <a:off x="8026015" y="1949215"/>
                <a:ext cx="202680" cy="1148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FE4ADBF-EC30-516C-647A-66ACFD8199A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021695" y="1944895"/>
                  <a:ext cx="2113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847DA11-3D78-FF6D-3E0C-5674D2000E5B}"/>
                    </a:ext>
                  </a:extLst>
                </p14:cNvPr>
                <p14:cNvContentPartPr/>
                <p14:nvPr/>
              </p14:nvContentPartPr>
              <p14:xfrm>
                <a:off x="8228695" y="1968655"/>
                <a:ext cx="95040" cy="460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847DA11-3D78-FF6D-3E0C-5674D2000E5B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224375" y="1964335"/>
                  <a:ext cx="103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9D8C011-7A41-8598-25FA-A2E6BEE8B88E}"/>
                    </a:ext>
                  </a:extLst>
                </p14:cNvPr>
                <p14:cNvContentPartPr/>
                <p14:nvPr/>
              </p14:nvContentPartPr>
              <p14:xfrm>
                <a:off x="8291335" y="1789375"/>
                <a:ext cx="164520" cy="2368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9D8C011-7A41-8598-25FA-A2E6BEE8B88E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287015" y="1785055"/>
                  <a:ext cx="173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DA450AA-4F90-C945-64DC-0386729F0727}"/>
                    </a:ext>
                  </a:extLst>
                </p14:cNvPr>
                <p14:cNvContentPartPr/>
                <p14:nvPr/>
              </p14:nvContentPartPr>
              <p14:xfrm>
                <a:off x="8475655" y="1789375"/>
                <a:ext cx="150840" cy="2584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DA450AA-4F90-C945-64DC-0386729F072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471335" y="1785055"/>
                  <a:ext cx="1594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905A8E6-674A-92FC-0311-A3DB3974E6D7}"/>
                    </a:ext>
                  </a:extLst>
                </p14:cNvPr>
                <p14:cNvContentPartPr/>
                <p14:nvPr/>
              </p14:nvContentPartPr>
              <p14:xfrm>
                <a:off x="8635495" y="1940575"/>
                <a:ext cx="88560" cy="853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905A8E6-674A-92FC-0311-A3DB3974E6D7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631175" y="1936255"/>
                  <a:ext cx="97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D80D7A8-A0ED-A005-0BA8-5D2230DC6665}"/>
                    </a:ext>
                  </a:extLst>
                </p14:cNvPr>
                <p14:cNvContentPartPr/>
                <p14:nvPr/>
              </p14:nvContentPartPr>
              <p14:xfrm>
                <a:off x="8705335" y="1950295"/>
                <a:ext cx="81000" cy="1119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D80D7A8-A0ED-A005-0BA8-5D2230DC666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701015" y="1945975"/>
                  <a:ext cx="896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D9CEC68-507B-6697-E8D1-CBECE7F84871}"/>
                    </a:ext>
                  </a:extLst>
                </p14:cNvPr>
                <p14:cNvContentPartPr/>
                <p14:nvPr/>
              </p14:nvContentPartPr>
              <p14:xfrm>
                <a:off x="8800015" y="1836535"/>
                <a:ext cx="47520" cy="1634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D9CEC68-507B-6697-E8D1-CBECE7F84871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795695" y="1832215"/>
                  <a:ext cx="561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0E8F871-F69D-D134-9B6D-7D265798762A}"/>
                    </a:ext>
                  </a:extLst>
                </p14:cNvPr>
                <p14:cNvContentPartPr/>
                <p14:nvPr/>
              </p14:nvContentPartPr>
              <p14:xfrm>
                <a:off x="8846815" y="1900615"/>
                <a:ext cx="149400" cy="770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0E8F871-F69D-D134-9B6D-7D265798762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842495" y="1896295"/>
                  <a:ext cx="1580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E9B7443-8D0F-C0E0-DD51-9220BD063D8A}"/>
                    </a:ext>
                  </a:extLst>
                </p14:cNvPr>
                <p14:cNvContentPartPr/>
                <p14:nvPr/>
              </p14:nvContentPartPr>
              <p14:xfrm>
                <a:off x="8847175" y="1953535"/>
                <a:ext cx="171000" cy="640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E9B7443-8D0F-C0E0-DD51-9220BD063D8A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842855" y="1949215"/>
                  <a:ext cx="1796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A8F384A-6F1B-C4CB-5280-7B6A20BC2FE5}"/>
                    </a:ext>
                  </a:extLst>
                </p14:cNvPr>
                <p14:cNvContentPartPr/>
                <p14:nvPr/>
              </p14:nvContentPartPr>
              <p14:xfrm>
                <a:off x="9104215" y="1898815"/>
                <a:ext cx="35640" cy="1116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A8F384A-6F1B-C4CB-5280-7B6A20BC2FE5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099895" y="1894495"/>
                  <a:ext cx="442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2D2343A-8635-CBC5-EEA0-A2D82D2D549F}"/>
                    </a:ext>
                  </a:extLst>
                </p14:cNvPr>
                <p14:cNvContentPartPr/>
                <p14:nvPr/>
              </p14:nvContentPartPr>
              <p14:xfrm>
                <a:off x="9135895" y="1859935"/>
                <a:ext cx="3600" cy="111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2D2343A-8635-CBC5-EEA0-A2D82D2D549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131575" y="1855615"/>
                  <a:ext cx="122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38C0536-30AE-89ED-6723-8063B22917ED}"/>
                    </a:ext>
                  </a:extLst>
                </p14:cNvPr>
                <p14:cNvContentPartPr/>
                <p14:nvPr/>
              </p14:nvContentPartPr>
              <p14:xfrm>
                <a:off x="9143815" y="1882255"/>
                <a:ext cx="289800" cy="1281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38C0536-30AE-89ED-6723-8063B22917E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139495" y="1877935"/>
                  <a:ext cx="2984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0DD924F8-56BC-1CAE-E298-928F7CD5ADF9}"/>
                    </a:ext>
                  </a:extLst>
                </p14:cNvPr>
                <p14:cNvContentPartPr/>
                <p14:nvPr/>
              </p14:nvContentPartPr>
              <p14:xfrm>
                <a:off x="9386095" y="1773895"/>
                <a:ext cx="211680" cy="2448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0DD924F8-56BC-1CAE-E298-928F7CD5ADF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381775" y="1769575"/>
                  <a:ext cx="2203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2033336-4692-A9F9-5B22-3DAE2AF2B141}"/>
                    </a:ext>
                  </a:extLst>
                </p14:cNvPr>
                <p14:cNvContentPartPr/>
                <p14:nvPr/>
              </p14:nvContentPartPr>
              <p14:xfrm>
                <a:off x="9597055" y="1883335"/>
                <a:ext cx="140040" cy="993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2033336-4692-A9F9-5B22-3DAE2AF2B14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592735" y="1879015"/>
                  <a:ext cx="148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D42E3F8-539F-4B54-F653-7B80D3FCABE4}"/>
                    </a:ext>
                  </a:extLst>
                </p14:cNvPr>
                <p14:cNvContentPartPr/>
                <p14:nvPr/>
              </p14:nvContentPartPr>
              <p14:xfrm>
                <a:off x="9587335" y="1906735"/>
                <a:ext cx="142920" cy="1681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D42E3F8-539F-4B54-F653-7B80D3FCABE4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583015" y="1902415"/>
                  <a:ext cx="15156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CA87157B-C702-8E39-4AE8-7B7EDBFF679B}"/>
              </a:ext>
            </a:extLst>
          </p:cNvPr>
          <p:cNvGrpSpPr/>
          <p:nvPr/>
        </p:nvGrpSpPr>
        <p:grpSpPr>
          <a:xfrm>
            <a:off x="6189655" y="2227135"/>
            <a:ext cx="1664280" cy="392760"/>
            <a:chOff x="6189655" y="2227135"/>
            <a:chExt cx="1664280" cy="39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FD2C251-AD05-A5F8-7D3D-D1B61D36DBD9}"/>
                    </a:ext>
                  </a:extLst>
                </p14:cNvPr>
                <p14:cNvContentPartPr/>
                <p14:nvPr/>
              </p14:nvContentPartPr>
              <p14:xfrm>
                <a:off x="6189655" y="2359975"/>
                <a:ext cx="117000" cy="1231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FD2C251-AD05-A5F8-7D3D-D1B61D36DBD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185335" y="2355655"/>
                  <a:ext cx="1256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5B2295D-9E37-1C83-6769-9D8A65581B2B}"/>
                    </a:ext>
                  </a:extLst>
                </p14:cNvPr>
                <p14:cNvContentPartPr/>
                <p14:nvPr/>
              </p14:nvContentPartPr>
              <p14:xfrm>
                <a:off x="6328615" y="2375455"/>
                <a:ext cx="70920" cy="874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5B2295D-9E37-1C83-6769-9D8A65581B2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6324295" y="2371135"/>
                  <a:ext cx="795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5CE89AED-01C2-4C2F-BA0E-62709C8AF0D9}"/>
                    </a:ext>
                  </a:extLst>
                </p14:cNvPr>
                <p14:cNvContentPartPr/>
                <p14:nvPr/>
              </p14:nvContentPartPr>
              <p14:xfrm>
                <a:off x="6439855" y="2453935"/>
                <a:ext cx="23760" cy="640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5CE89AED-01C2-4C2F-BA0E-62709C8AF0D9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435535" y="2449615"/>
                  <a:ext cx="324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FD778BE-00B9-3234-94F3-EDD2B2FEDD4D}"/>
                    </a:ext>
                  </a:extLst>
                </p14:cNvPr>
                <p14:cNvContentPartPr/>
                <p14:nvPr/>
              </p14:nvContentPartPr>
              <p14:xfrm>
                <a:off x="6547135" y="2383375"/>
                <a:ext cx="215640" cy="2365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FD778BE-00B9-3234-94F3-EDD2B2FEDD4D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542815" y="2379055"/>
                  <a:ext cx="2242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22FE3024-30AE-B0A7-AE22-3B9FD2E334E2}"/>
                    </a:ext>
                  </a:extLst>
                </p14:cNvPr>
                <p14:cNvContentPartPr/>
                <p14:nvPr/>
              </p14:nvContentPartPr>
              <p14:xfrm>
                <a:off x="6817855" y="2227135"/>
                <a:ext cx="699840" cy="2275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22FE3024-30AE-B0A7-AE22-3B9FD2E334E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813535" y="2222815"/>
                  <a:ext cx="7084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B02BF5B-52B4-BB81-610B-BC310CDBBBC8}"/>
                    </a:ext>
                  </a:extLst>
                </p14:cNvPr>
                <p14:cNvContentPartPr/>
                <p14:nvPr/>
              </p14:nvContentPartPr>
              <p14:xfrm>
                <a:off x="7658815" y="2367175"/>
                <a:ext cx="137880" cy="129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B02BF5B-52B4-BB81-610B-BC310CDBBBC8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654495" y="2362855"/>
                  <a:ext cx="1465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50342E47-DC34-7128-B67F-37AD7DCAB6F2}"/>
                    </a:ext>
                  </a:extLst>
                </p14:cNvPr>
                <p14:cNvContentPartPr/>
                <p14:nvPr/>
              </p14:nvContentPartPr>
              <p14:xfrm>
                <a:off x="7651255" y="2446015"/>
                <a:ext cx="202680" cy="3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50342E47-DC34-7128-B67F-37AD7DCAB6F2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646935" y="2441695"/>
                  <a:ext cx="21132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A81C4571-237E-EA30-192B-E9A5AC7D84C4}"/>
              </a:ext>
            </a:extLst>
          </p:cNvPr>
          <p:cNvGrpSpPr/>
          <p:nvPr/>
        </p:nvGrpSpPr>
        <p:grpSpPr>
          <a:xfrm>
            <a:off x="8189095" y="1828615"/>
            <a:ext cx="2533680" cy="868320"/>
            <a:chOff x="8189095" y="1828615"/>
            <a:chExt cx="2533680" cy="86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F81C9FB-AE17-FBF6-E3BA-E316D6F980EC}"/>
                    </a:ext>
                  </a:extLst>
                </p14:cNvPr>
                <p14:cNvContentPartPr/>
                <p14:nvPr/>
              </p14:nvContentPartPr>
              <p14:xfrm>
                <a:off x="8189095" y="2320015"/>
                <a:ext cx="193320" cy="1267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F81C9FB-AE17-FBF6-E3BA-E316D6F980E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184775" y="2315695"/>
                  <a:ext cx="201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DA985C2-501C-792D-12C1-70FEEA364C10}"/>
                    </a:ext>
                  </a:extLst>
                </p14:cNvPr>
                <p14:cNvContentPartPr/>
                <p14:nvPr/>
              </p14:nvContentPartPr>
              <p14:xfrm>
                <a:off x="8367295" y="2335135"/>
                <a:ext cx="113400" cy="964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DA985C2-501C-792D-12C1-70FEEA364C10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362975" y="2330815"/>
                  <a:ext cx="1220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3BD0174-A1FA-999E-950C-D23E21615432}"/>
                    </a:ext>
                  </a:extLst>
                </p14:cNvPr>
                <p14:cNvContentPartPr/>
                <p14:nvPr/>
              </p14:nvContentPartPr>
              <p14:xfrm>
                <a:off x="8477455" y="2345215"/>
                <a:ext cx="103680" cy="860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3BD0174-A1FA-999E-950C-D23E21615432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473135" y="2340895"/>
                  <a:ext cx="1123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C066F6E-BE78-D563-E990-D47A3EECE0ED}"/>
                    </a:ext>
                  </a:extLst>
                </p14:cNvPr>
                <p14:cNvContentPartPr/>
                <p14:nvPr/>
              </p14:nvContentPartPr>
              <p14:xfrm>
                <a:off x="8580775" y="2242975"/>
                <a:ext cx="211680" cy="1875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C066F6E-BE78-D563-E990-D47A3EECE0ED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576455" y="2238655"/>
                  <a:ext cx="2203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3A3315B-C4A7-6927-005F-9E37FD7A917D}"/>
                    </a:ext>
                  </a:extLst>
                </p14:cNvPr>
                <p14:cNvContentPartPr/>
                <p14:nvPr/>
              </p14:nvContentPartPr>
              <p14:xfrm>
                <a:off x="8776255" y="2188255"/>
                <a:ext cx="158760" cy="2592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3A3315B-C4A7-6927-005F-9E37FD7A917D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771935" y="2183935"/>
                  <a:ext cx="1674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AF47B71-281B-13FC-2D95-4698BB23C420}"/>
                    </a:ext>
                  </a:extLst>
                </p14:cNvPr>
                <p14:cNvContentPartPr/>
                <p14:nvPr/>
              </p14:nvContentPartPr>
              <p14:xfrm>
                <a:off x="8932495" y="2332255"/>
                <a:ext cx="140760" cy="925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AF47B71-281B-13FC-2D95-4698BB23C42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928175" y="2327935"/>
                  <a:ext cx="149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C0A314C8-F7AA-D3FE-5889-C644B96B50B9}"/>
                    </a:ext>
                  </a:extLst>
                </p14:cNvPr>
                <p14:cNvContentPartPr/>
                <p14:nvPr/>
              </p14:nvContentPartPr>
              <p14:xfrm>
                <a:off x="9112495" y="2211655"/>
                <a:ext cx="226080" cy="1929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C0A314C8-F7AA-D3FE-5889-C644B96B50B9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108175" y="2207335"/>
                  <a:ext cx="2347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947E01E-7ABB-8BF5-A368-4DFDE0FB86ED}"/>
                    </a:ext>
                  </a:extLst>
                </p14:cNvPr>
                <p14:cNvContentPartPr/>
                <p14:nvPr/>
              </p14:nvContentPartPr>
              <p14:xfrm>
                <a:off x="9409135" y="2289775"/>
                <a:ext cx="37080" cy="1353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947E01E-7ABB-8BF5-A368-4DFDE0FB86ED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404815" y="2285455"/>
                  <a:ext cx="45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B2EA5EF-E8CC-221F-1038-874BAF0D83F3}"/>
                    </a:ext>
                  </a:extLst>
                </p14:cNvPr>
                <p14:cNvContentPartPr/>
                <p14:nvPr/>
              </p14:nvContentPartPr>
              <p14:xfrm>
                <a:off x="9411295" y="2247295"/>
                <a:ext cx="10800" cy="414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B2EA5EF-E8CC-221F-1038-874BAF0D83F3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406975" y="2242975"/>
                  <a:ext cx="19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50225A36-4B51-1E89-0AC6-90B45E843CD8}"/>
                    </a:ext>
                  </a:extLst>
                </p14:cNvPr>
                <p14:cNvContentPartPr/>
                <p14:nvPr/>
              </p14:nvContentPartPr>
              <p14:xfrm>
                <a:off x="9456295" y="2303815"/>
                <a:ext cx="268200" cy="1180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50225A36-4B51-1E89-0AC6-90B45E843CD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451975" y="2299495"/>
                  <a:ext cx="2768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AA2F33B-D3D3-BA47-77EE-264D98DC559A}"/>
                    </a:ext>
                  </a:extLst>
                </p14:cNvPr>
                <p14:cNvContentPartPr/>
                <p14:nvPr/>
              </p14:nvContentPartPr>
              <p14:xfrm>
                <a:off x="9698575" y="2180335"/>
                <a:ext cx="180360" cy="2437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AA2F33B-D3D3-BA47-77EE-264D98DC559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694255" y="2176015"/>
                  <a:ext cx="1890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134FAF23-0061-42D5-50C7-F45884F25CE5}"/>
                    </a:ext>
                  </a:extLst>
                </p14:cNvPr>
                <p14:cNvContentPartPr/>
                <p14:nvPr/>
              </p14:nvContentPartPr>
              <p14:xfrm>
                <a:off x="9878575" y="2297695"/>
                <a:ext cx="100800" cy="759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134FAF23-0061-42D5-50C7-F45884F25CE5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874255" y="2293375"/>
                  <a:ext cx="1094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67B55EE-CC9E-50B0-B5C8-D30BE72FCB2F}"/>
                    </a:ext>
                  </a:extLst>
                </p14:cNvPr>
                <p14:cNvContentPartPr/>
                <p14:nvPr/>
              </p14:nvContentPartPr>
              <p14:xfrm>
                <a:off x="9886855" y="2297695"/>
                <a:ext cx="101520" cy="1490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67B55EE-CC9E-50B0-B5C8-D30BE72FCB2F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882535" y="2293375"/>
                  <a:ext cx="1101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D7BB55D-246A-A5B9-A1A2-19899AFFF45E}"/>
                    </a:ext>
                  </a:extLst>
                </p14:cNvPr>
                <p14:cNvContentPartPr/>
                <p14:nvPr/>
              </p14:nvContentPartPr>
              <p14:xfrm>
                <a:off x="9933295" y="1828615"/>
                <a:ext cx="384480" cy="4464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D7BB55D-246A-A5B9-A1A2-19899AFFF45E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928975" y="1824295"/>
                  <a:ext cx="39312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2384CFD-DB67-8AAE-D0AC-3304615B5123}"/>
                    </a:ext>
                  </a:extLst>
                </p14:cNvPr>
                <p14:cNvContentPartPr/>
                <p14:nvPr/>
              </p14:nvContentPartPr>
              <p14:xfrm>
                <a:off x="10355215" y="2015815"/>
                <a:ext cx="77400" cy="165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2384CFD-DB67-8AAE-D0AC-3304615B5123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350895" y="2011495"/>
                  <a:ext cx="860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CFF82CC-17D5-C061-AD62-F1C2FAA169D5}"/>
                    </a:ext>
                  </a:extLst>
                </p14:cNvPr>
                <p14:cNvContentPartPr/>
                <p14:nvPr/>
              </p14:nvContentPartPr>
              <p14:xfrm>
                <a:off x="10339735" y="2102215"/>
                <a:ext cx="125280" cy="241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CFF82CC-17D5-C061-AD62-F1C2FAA169D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335415" y="2097895"/>
                  <a:ext cx="1339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6461936-AD98-D8DF-68F0-088DB76D0182}"/>
                    </a:ext>
                  </a:extLst>
                </p14:cNvPr>
                <p14:cNvContentPartPr/>
                <p14:nvPr/>
              </p14:nvContentPartPr>
              <p14:xfrm>
                <a:off x="10379335" y="1961455"/>
                <a:ext cx="109800" cy="2757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6461936-AD98-D8DF-68F0-088DB76D0182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375015" y="1957135"/>
                  <a:ext cx="1184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B1E4513-7A1D-2A59-5E67-07B8F0C4281B}"/>
                    </a:ext>
                  </a:extLst>
                </p14:cNvPr>
                <p14:cNvContentPartPr/>
                <p14:nvPr/>
              </p14:nvContentPartPr>
              <p14:xfrm>
                <a:off x="10065775" y="2521975"/>
                <a:ext cx="118080" cy="1749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B1E4513-7A1D-2A59-5E67-07B8F0C4281B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0061455" y="2517655"/>
                  <a:ext cx="126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C99711D-FB96-8440-2264-CEB932622E48}"/>
                    </a:ext>
                  </a:extLst>
                </p14:cNvPr>
                <p14:cNvContentPartPr/>
                <p14:nvPr/>
              </p14:nvContentPartPr>
              <p14:xfrm>
                <a:off x="10285015" y="2508655"/>
                <a:ext cx="243360" cy="802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C99711D-FB96-8440-2264-CEB932622E48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0280695" y="2504335"/>
                  <a:ext cx="2520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29D2E00-BE51-20E2-87DC-09C492A4BC7F}"/>
                    </a:ext>
                  </a:extLst>
                </p14:cNvPr>
                <p14:cNvContentPartPr/>
                <p14:nvPr/>
              </p14:nvContentPartPr>
              <p14:xfrm>
                <a:off x="10525135" y="2508295"/>
                <a:ext cx="93960" cy="820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29D2E00-BE51-20E2-87DC-09C492A4BC7F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0520815" y="2503975"/>
                  <a:ext cx="1026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38DD762-B540-68D7-5B35-811516D08A4E}"/>
                    </a:ext>
                  </a:extLst>
                </p14:cNvPr>
                <p14:cNvContentPartPr/>
                <p14:nvPr/>
              </p14:nvContentPartPr>
              <p14:xfrm>
                <a:off x="10644295" y="2516215"/>
                <a:ext cx="50400" cy="511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38DD762-B540-68D7-5B35-811516D08A4E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0639975" y="2511895"/>
                  <a:ext cx="59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275BDA5-B709-AE4A-611F-FF30E3010E64}"/>
                    </a:ext>
                  </a:extLst>
                </p14:cNvPr>
                <p14:cNvContentPartPr/>
                <p14:nvPr/>
              </p14:nvContentPartPr>
              <p14:xfrm>
                <a:off x="10543855" y="2516215"/>
                <a:ext cx="178920" cy="1432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275BDA5-B709-AE4A-611F-FF30E3010E64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0539535" y="2511895"/>
                  <a:ext cx="187560" cy="1519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91" name="Picture 290">
            <a:extLst>
              <a:ext uri="{FF2B5EF4-FFF2-40B4-BE49-F238E27FC236}">
                <a16:creationId xmlns:a16="http://schemas.microsoft.com/office/drawing/2014/main" id="{DE03A75E-6D7C-2AE1-A29D-6019CA35F078}"/>
              </a:ext>
            </a:extLst>
          </p:cNvPr>
          <p:cNvPicPr>
            <a:picLocks noChangeAspect="1"/>
          </p:cNvPicPr>
          <p:nvPr/>
        </p:nvPicPr>
        <p:blipFill>
          <a:blip r:embed="rId4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99" y="2836347"/>
            <a:ext cx="6424217" cy="3467400"/>
          </a:xfrm>
          <a:prstGeom prst="rect">
            <a:avLst/>
          </a:prstGeom>
        </p:spPr>
      </p:pic>
      <p:grpSp>
        <p:nvGrpSpPr>
          <p:cNvPr id="346" name="Group 345">
            <a:extLst>
              <a:ext uri="{FF2B5EF4-FFF2-40B4-BE49-F238E27FC236}">
                <a16:creationId xmlns:a16="http://schemas.microsoft.com/office/drawing/2014/main" id="{0E9345CF-92CF-3753-F3EB-A8AC784C0B96}"/>
              </a:ext>
            </a:extLst>
          </p:cNvPr>
          <p:cNvGrpSpPr/>
          <p:nvPr/>
        </p:nvGrpSpPr>
        <p:grpSpPr>
          <a:xfrm>
            <a:off x="4289935" y="3266502"/>
            <a:ext cx="4299840" cy="1000080"/>
            <a:chOff x="4289935" y="3266502"/>
            <a:chExt cx="4299840" cy="100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85D8D3E-02C7-727D-8CEC-AB6353247C62}"/>
                    </a:ext>
                  </a:extLst>
                </p14:cNvPr>
                <p14:cNvContentPartPr/>
                <p14:nvPr/>
              </p14:nvContentPartPr>
              <p14:xfrm>
                <a:off x="4289935" y="3266502"/>
                <a:ext cx="171360" cy="3229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85D8D3E-02C7-727D-8CEC-AB6353247C62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285615" y="3262182"/>
                  <a:ext cx="1800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A66361D-ACD4-8722-E783-DE477D1BB70B}"/>
                    </a:ext>
                  </a:extLst>
                </p14:cNvPr>
                <p14:cNvContentPartPr/>
                <p14:nvPr/>
              </p14:nvContentPartPr>
              <p14:xfrm>
                <a:off x="4444735" y="3469542"/>
                <a:ext cx="91440" cy="1188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A66361D-ACD4-8722-E783-DE477D1BB70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440415" y="3465222"/>
                  <a:ext cx="1000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6DF60EA-05CE-F892-25DA-26DF87881618}"/>
                    </a:ext>
                  </a:extLst>
                </p14:cNvPr>
                <p14:cNvContentPartPr/>
                <p14:nvPr/>
              </p14:nvContentPartPr>
              <p14:xfrm>
                <a:off x="4532935" y="3422742"/>
                <a:ext cx="144720" cy="1648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6DF60EA-05CE-F892-25DA-26DF87881618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528615" y="3418422"/>
                  <a:ext cx="1533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E765EC3-2155-956A-E2F9-F5D0758C251C}"/>
                    </a:ext>
                  </a:extLst>
                </p14:cNvPr>
                <p14:cNvContentPartPr/>
                <p14:nvPr/>
              </p14:nvContentPartPr>
              <p14:xfrm>
                <a:off x="4671895" y="3474222"/>
                <a:ext cx="160560" cy="2624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E765EC3-2155-956A-E2F9-F5D0758C251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667575" y="3469902"/>
                  <a:ext cx="1692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46EF5013-92BE-B142-8F57-71D1E128F4BA}"/>
                    </a:ext>
                  </a:extLst>
                </p14:cNvPr>
                <p14:cNvContentPartPr/>
                <p14:nvPr/>
              </p14:nvContentPartPr>
              <p14:xfrm>
                <a:off x="4863775" y="3375942"/>
                <a:ext cx="83520" cy="2365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46EF5013-92BE-B142-8F57-71D1E128F4BA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859455" y="3371622"/>
                  <a:ext cx="92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6CD16B2-89A3-C801-651A-6DDDBB4EE60D}"/>
                    </a:ext>
                  </a:extLst>
                </p14:cNvPr>
                <p14:cNvContentPartPr/>
                <p14:nvPr/>
              </p14:nvContentPartPr>
              <p14:xfrm>
                <a:off x="4861615" y="3415182"/>
                <a:ext cx="216360" cy="1969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6CD16B2-89A3-C801-651A-6DDDBB4EE60D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857295" y="3410862"/>
                  <a:ext cx="2250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8A934075-E7EA-D173-3E87-C012482620FD}"/>
                    </a:ext>
                  </a:extLst>
                </p14:cNvPr>
                <p14:cNvContentPartPr/>
                <p14:nvPr/>
              </p14:nvContentPartPr>
              <p14:xfrm>
                <a:off x="5062495" y="3384942"/>
                <a:ext cx="181080" cy="1951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8A934075-E7EA-D173-3E87-C012482620FD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058175" y="3380622"/>
                  <a:ext cx="1897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2648C88-DDAD-8918-D957-0330C7ACFB44}"/>
                    </a:ext>
                  </a:extLst>
                </p14:cNvPr>
                <p14:cNvContentPartPr/>
                <p14:nvPr/>
              </p14:nvContentPartPr>
              <p14:xfrm>
                <a:off x="5298655" y="3500142"/>
                <a:ext cx="106560" cy="363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2648C88-DDAD-8918-D957-0330C7ACFB4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294335" y="3495822"/>
                  <a:ext cx="115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BC22D5B-49B5-474F-264A-B3ED513B7F4A}"/>
                    </a:ext>
                  </a:extLst>
                </p14:cNvPr>
                <p14:cNvContentPartPr/>
                <p14:nvPr/>
              </p14:nvContentPartPr>
              <p14:xfrm>
                <a:off x="5283175" y="3581862"/>
                <a:ext cx="150840" cy="136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BC22D5B-49B5-474F-264A-B3ED513B7F4A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278855" y="3577542"/>
                  <a:ext cx="159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938BE062-7AF7-27BF-39DB-54FFDF891EF2}"/>
                    </a:ext>
                  </a:extLst>
                </p14:cNvPr>
                <p14:cNvContentPartPr/>
                <p14:nvPr/>
              </p14:nvContentPartPr>
              <p14:xfrm>
                <a:off x="5620495" y="3344982"/>
                <a:ext cx="30600" cy="2199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938BE062-7AF7-27BF-39DB-54FFDF891EF2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616175" y="3340662"/>
                  <a:ext cx="39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B81CE509-2BD8-213C-E42A-6CC08A094D7A}"/>
                    </a:ext>
                  </a:extLst>
                </p14:cNvPr>
                <p14:cNvContentPartPr/>
                <p14:nvPr/>
              </p14:nvContentPartPr>
              <p14:xfrm>
                <a:off x="5540935" y="3429222"/>
                <a:ext cx="544320" cy="1159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B81CE509-2BD8-213C-E42A-6CC08A094D7A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5536615" y="3424902"/>
                  <a:ext cx="552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EF4EAA9-30E1-04C2-4027-46A1F2665485}"/>
                    </a:ext>
                  </a:extLst>
                </p14:cNvPr>
                <p14:cNvContentPartPr/>
                <p14:nvPr/>
              </p14:nvContentPartPr>
              <p14:xfrm>
                <a:off x="6129535" y="3422742"/>
                <a:ext cx="71280" cy="1105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EF4EAA9-30E1-04C2-4027-46A1F2665485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125215" y="3418422"/>
                  <a:ext cx="799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B7A5FA6-3334-5DD1-7454-C5EBC2AFF5E4}"/>
                    </a:ext>
                  </a:extLst>
                </p14:cNvPr>
                <p14:cNvContentPartPr/>
                <p14:nvPr/>
              </p14:nvContentPartPr>
              <p14:xfrm>
                <a:off x="6183535" y="3344262"/>
                <a:ext cx="108000" cy="3535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B7A5FA6-3334-5DD1-7454-C5EBC2AFF5E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179215" y="3339942"/>
                  <a:ext cx="1166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6FC32A05-1A0E-5BC4-A996-990C8D2067A3}"/>
                    </a:ext>
                  </a:extLst>
                </p14:cNvPr>
                <p14:cNvContentPartPr/>
                <p14:nvPr/>
              </p14:nvContentPartPr>
              <p14:xfrm>
                <a:off x="6111535" y="3524982"/>
                <a:ext cx="187560" cy="702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6FC32A05-1A0E-5BC4-A996-990C8D2067A3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107215" y="3520662"/>
                  <a:ext cx="196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E4B67352-A966-8504-91D2-BBCFEDE2460A}"/>
                    </a:ext>
                  </a:extLst>
                </p14:cNvPr>
                <p14:cNvContentPartPr/>
                <p14:nvPr/>
              </p14:nvContentPartPr>
              <p14:xfrm>
                <a:off x="6282535" y="3469542"/>
                <a:ext cx="80280" cy="7272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E4B67352-A966-8504-91D2-BBCFEDE2460A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278215" y="3465222"/>
                  <a:ext cx="889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7C7598BA-DE43-3ABD-8190-DAA76FD3CF96}"/>
                    </a:ext>
                  </a:extLst>
                </p14:cNvPr>
                <p14:cNvContentPartPr/>
                <p14:nvPr/>
              </p14:nvContentPartPr>
              <p14:xfrm>
                <a:off x="6369295" y="3441462"/>
                <a:ext cx="80640" cy="8820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7C7598BA-DE43-3ABD-8190-DAA76FD3CF96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364975" y="3437142"/>
                  <a:ext cx="89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06008E3F-DDBC-E5C6-EA04-29B672338243}"/>
                    </a:ext>
                  </a:extLst>
                </p14:cNvPr>
                <p14:cNvContentPartPr/>
                <p14:nvPr/>
              </p14:nvContentPartPr>
              <p14:xfrm>
                <a:off x="6517975" y="3430662"/>
                <a:ext cx="326160" cy="1026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06008E3F-DDBC-E5C6-EA04-29B67233824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513655" y="3426342"/>
                  <a:ext cx="3348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DE235E1-286F-9FB4-2F40-B342664AD3BC}"/>
                    </a:ext>
                  </a:extLst>
                </p14:cNvPr>
                <p14:cNvContentPartPr/>
                <p14:nvPr/>
              </p14:nvContentPartPr>
              <p14:xfrm>
                <a:off x="6861775" y="3406902"/>
                <a:ext cx="132120" cy="10008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DE235E1-286F-9FB4-2F40-B342664AD3BC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857455" y="3402582"/>
                  <a:ext cx="1407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68040DA5-D738-E15F-5CCF-9EFE4E54ECAB}"/>
                    </a:ext>
                  </a:extLst>
                </p14:cNvPr>
                <p14:cNvContentPartPr/>
                <p14:nvPr/>
              </p14:nvContentPartPr>
              <p14:xfrm>
                <a:off x="7141495" y="3401142"/>
                <a:ext cx="158760" cy="15732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68040DA5-D738-E15F-5CCF-9EFE4E54ECA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137175" y="3396822"/>
                  <a:ext cx="167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D8443C6-CDDD-9559-E92A-1107F76632F7}"/>
                    </a:ext>
                  </a:extLst>
                </p14:cNvPr>
                <p14:cNvContentPartPr/>
                <p14:nvPr/>
              </p14:nvContentPartPr>
              <p14:xfrm>
                <a:off x="7367935" y="3430662"/>
                <a:ext cx="86040" cy="3038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D8443C6-CDDD-9559-E92A-1107F76632F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363615" y="3426342"/>
                  <a:ext cx="946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8130CE25-932F-5052-311C-81C266A51903}"/>
                    </a:ext>
                  </a:extLst>
                </p14:cNvPr>
                <p14:cNvContentPartPr/>
                <p14:nvPr/>
              </p14:nvContentPartPr>
              <p14:xfrm>
                <a:off x="7517335" y="3290262"/>
                <a:ext cx="16920" cy="2174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8130CE25-932F-5052-311C-81C266A51903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513015" y="3285942"/>
                  <a:ext cx="255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B472BEB6-90DB-E078-2738-EF08E0B41006}"/>
                    </a:ext>
                  </a:extLst>
                </p14:cNvPr>
                <p14:cNvContentPartPr/>
                <p14:nvPr/>
              </p14:nvContentPartPr>
              <p14:xfrm>
                <a:off x="7471255" y="3375582"/>
                <a:ext cx="85320" cy="244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B472BEB6-90DB-E078-2738-EF08E0B4100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466935" y="3371262"/>
                  <a:ext cx="93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8FD9F4AF-716A-5252-7D22-BAB50EF21FAD}"/>
                    </a:ext>
                  </a:extLst>
                </p14:cNvPr>
                <p14:cNvContentPartPr/>
                <p14:nvPr/>
              </p14:nvContentPartPr>
              <p14:xfrm>
                <a:off x="7572775" y="3391782"/>
                <a:ext cx="36000" cy="12024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8FD9F4AF-716A-5252-7D22-BAB50EF21FAD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568455" y="3387462"/>
                  <a:ext cx="44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0A2D20C3-72CD-55D9-0753-3F6D8D0BF199}"/>
                    </a:ext>
                  </a:extLst>
                </p14:cNvPr>
                <p14:cNvContentPartPr/>
                <p14:nvPr/>
              </p14:nvContentPartPr>
              <p14:xfrm>
                <a:off x="7643335" y="3337062"/>
                <a:ext cx="23400" cy="270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0A2D20C3-72CD-55D9-0753-3F6D8D0BF199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639015" y="3332742"/>
                  <a:ext cx="32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9433BB7D-D387-3148-4556-E4FB506E7AA6}"/>
                    </a:ext>
                  </a:extLst>
                </p14:cNvPr>
                <p14:cNvContentPartPr/>
                <p14:nvPr/>
              </p14:nvContentPartPr>
              <p14:xfrm>
                <a:off x="7689055" y="3416262"/>
                <a:ext cx="252000" cy="1317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9433BB7D-D387-3148-4556-E4FB506E7AA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684735" y="3411942"/>
                  <a:ext cx="2606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99286215-1D6C-6C46-3C23-4AB88D0E3C8C}"/>
                    </a:ext>
                  </a:extLst>
                </p14:cNvPr>
                <p14:cNvContentPartPr/>
                <p14:nvPr/>
              </p14:nvContentPartPr>
              <p14:xfrm>
                <a:off x="7940335" y="3321222"/>
                <a:ext cx="360" cy="36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99286215-1D6C-6C46-3C23-4AB88D0E3C8C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936015" y="3316902"/>
                  <a:ext cx="900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C9D9AAC-5007-9885-039D-BA4B562B6F14}"/>
                    </a:ext>
                  </a:extLst>
                </p14:cNvPr>
                <p14:cNvContentPartPr/>
                <p14:nvPr/>
              </p14:nvContentPartPr>
              <p14:xfrm>
                <a:off x="7995055" y="3398982"/>
                <a:ext cx="226080" cy="1414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C9D9AAC-5007-9885-039D-BA4B562B6F14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990735" y="3394662"/>
                  <a:ext cx="234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4BE7F7ED-0624-06F7-D290-F48817CDE45C}"/>
                    </a:ext>
                  </a:extLst>
                </p14:cNvPr>
                <p14:cNvContentPartPr/>
                <p14:nvPr/>
              </p14:nvContentPartPr>
              <p14:xfrm>
                <a:off x="5705455" y="3798222"/>
                <a:ext cx="85680" cy="3049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4BE7F7ED-0624-06F7-D290-F48817CDE45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701135" y="3793902"/>
                  <a:ext cx="943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F3254BA8-332A-CF49-B841-FBCE232AD083}"/>
                    </a:ext>
                  </a:extLst>
                </p14:cNvPr>
                <p14:cNvContentPartPr/>
                <p14:nvPr/>
              </p14:nvContentPartPr>
              <p14:xfrm>
                <a:off x="5752615" y="3922422"/>
                <a:ext cx="144000" cy="1126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F3254BA8-332A-CF49-B841-FBCE232AD08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748295" y="3918102"/>
                  <a:ext cx="152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C08E02C-7A60-CB40-7AC4-0490F66BA0C6}"/>
                    </a:ext>
                  </a:extLst>
                </p14:cNvPr>
                <p14:cNvContentPartPr/>
                <p14:nvPr/>
              </p14:nvContentPartPr>
              <p14:xfrm>
                <a:off x="5859535" y="3805422"/>
                <a:ext cx="102240" cy="802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C08E02C-7A60-CB40-7AC4-0490F66BA0C6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5855215" y="3801102"/>
                  <a:ext cx="110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9BF8112-82A7-ECF6-52F5-B63B38E72526}"/>
                    </a:ext>
                  </a:extLst>
                </p14:cNvPr>
                <p14:cNvContentPartPr/>
                <p14:nvPr/>
              </p14:nvContentPartPr>
              <p14:xfrm>
                <a:off x="6140695" y="3798222"/>
                <a:ext cx="80640" cy="158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9BF8112-82A7-ECF6-52F5-B63B38E72526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6136375" y="3793902"/>
                  <a:ext cx="89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89203EA1-8BDA-1AA0-A4B8-D8BA26C5E1A5}"/>
                    </a:ext>
                  </a:extLst>
                </p14:cNvPr>
                <p14:cNvContentPartPr/>
                <p14:nvPr/>
              </p14:nvContentPartPr>
              <p14:xfrm>
                <a:off x="6002095" y="3772302"/>
                <a:ext cx="219240" cy="2768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89203EA1-8BDA-1AA0-A4B8-D8BA26C5E1A5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5997775" y="3767982"/>
                  <a:ext cx="2278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45D9F37C-75AF-AFC4-BF17-C1089A0A866B}"/>
                    </a:ext>
                  </a:extLst>
                </p14:cNvPr>
                <p14:cNvContentPartPr/>
                <p14:nvPr/>
              </p14:nvContentPartPr>
              <p14:xfrm>
                <a:off x="6259855" y="3869862"/>
                <a:ext cx="360" cy="684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45D9F37C-75AF-AFC4-BF17-C1089A0A866B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255535" y="3865542"/>
                  <a:ext cx="90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610AD104-F9AA-482B-9BB3-D9129361BD14}"/>
                    </a:ext>
                  </a:extLst>
                </p14:cNvPr>
                <p14:cNvContentPartPr/>
                <p14:nvPr/>
              </p14:nvContentPartPr>
              <p14:xfrm>
                <a:off x="6244375" y="3915222"/>
                <a:ext cx="220320" cy="11916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610AD104-F9AA-482B-9BB3-D9129361BD14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240055" y="3910902"/>
                  <a:ext cx="2289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18095C70-A227-3CD1-EC2B-0B835640F843}"/>
                    </a:ext>
                  </a:extLst>
                </p14:cNvPr>
                <p14:cNvContentPartPr/>
                <p14:nvPr/>
              </p14:nvContentPartPr>
              <p14:xfrm>
                <a:off x="6369295" y="3844302"/>
                <a:ext cx="127440" cy="450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18095C70-A227-3CD1-EC2B-0B835640F843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364975" y="3839982"/>
                  <a:ext cx="136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AF82943-A69F-9384-2A6F-B4C4C06FF223}"/>
                    </a:ext>
                  </a:extLst>
                </p14:cNvPr>
                <p14:cNvContentPartPr/>
                <p14:nvPr/>
              </p14:nvContentPartPr>
              <p14:xfrm>
                <a:off x="6642175" y="3945102"/>
                <a:ext cx="102600" cy="2682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AF82943-A69F-9384-2A6F-B4C4C06FF223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6637855" y="3940782"/>
                  <a:ext cx="1112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3AB243D-3C97-CDB8-AAA8-306FCFE1269F}"/>
                    </a:ext>
                  </a:extLst>
                </p14:cNvPr>
                <p14:cNvContentPartPr/>
                <p14:nvPr/>
              </p14:nvContentPartPr>
              <p14:xfrm>
                <a:off x="6806335" y="3917022"/>
                <a:ext cx="41760" cy="1490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3AB243D-3C97-CDB8-AAA8-306FCFE1269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6802015" y="3912702"/>
                  <a:ext cx="504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5BC73F46-38C9-79C2-499C-3D9FE92BC5FB}"/>
                    </a:ext>
                  </a:extLst>
                </p14:cNvPr>
                <p14:cNvContentPartPr/>
                <p14:nvPr/>
              </p14:nvContentPartPr>
              <p14:xfrm>
                <a:off x="6892735" y="3946542"/>
                <a:ext cx="24120" cy="817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5BC73F46-38C9-79C2-499C-3D9FE92BC5FB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888415" y="3942222"/>
                  <a:ext cx="32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F230A27C-C92B-4960-9492-08E2579EC962}"/>
                    </a:ext>
                  </a:extLst>
                </p14:cNvPr>
                <p14:cNvContentPartPr/>
                <p14:nvPr/>
              </p14:nvContentPartPr>
              <p14:xfrm>
                <a:off x="6924415" y="3929622"/>
                <a:ext cx="228600" cy="1242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F230A27C-C92B-4960-9492-08E2579EC962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920095" y="3925302"/>
                  <a:ext cx="2372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BDEEFBC3-18CB-5E8E-827A-B2BDF616743C}"/>
                    </a:ext>
                  </a:extLst>
                </p14:cNvPr>
                <p14:cNvContentPartPr/>
                <p14:nvPr/>
              </p14:nvContentPartPr>
              <p14:xfrm>
                <a:off x="7252015" y="3922782"/>
                <a:ext cx="246600" cy="3438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BDEEFBC3-18CB-5E8E-827A-B2BDF616743C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7247695" y="3918462"/>
                  <a:ext cx="2552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4077484E-D07F-80D6-5B88-7B98DC141136}"/>
                    </a:ext>
                  </a:extLst>
                </p14:cNvPr>
                <p14:cNvContentPartPr/>
                <p14:nvPr/>
              </p14:nvContentPartPr>
              <p14:xfrm>
                <a:off x="7424455" y="3836022"/>
                <a:ext cx="132480" cy="93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4077484E-D07F-80D6-5B88-7B98DC141136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420135" y="3831702"/>
                  <a:ext cx="141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227565E5-8966-B0FB-12A1-5B4709B436AF}"/>
                    </a:ext>
                  </a:extLst>
                </p14:cNvPr>
                <p14:cNvContentPartPr/>
                <p14:nvPr/>
              </p14:nvContentPartPr>
              <p14:xfrm>
                <a:off x="7661335" y="3813702"/>
                <a:ext cx="21600" cy="23616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227565E5-8966-B0FB-12A1-5B4709B436AF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657015" y="3809382"/>
                  <a:ext cx="302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6B65EFB-2D15-BF04-DC6B-4B1C127C2B53}"/>
                    </a:ext>
                  </a:extLst>
                </p14:cNvPr>
                <p14:cNvContentPartPr/>
                <p14:nvPr/>
              </p14:nvContentPartPr>
              <p14:xfrm>
                <a:off x="7643335" y="3899022"/>
                <a:ext cx="227520" cy="1656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6B65EFB-2D15-BF04-DC6B-4B1C127C2B5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639015" y="3894702"/>
                  <a:ext cx="2361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A35E3364-1AF8-4D64-8306-1ADAE3027867}"/>
                    </a:ext>
                  </a:extLst>
                </p14:cNvPr>
                <p14:cNvContentPartPr/>
                <p14:nvPr/>
              </p14:nvContentPartPr>
              <p14:xfrm>
                <a:off x="7768255" y="3796782"/>
                <a:ext cx="72720" cy="676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A35E3364-1AF8-4D64-8306-1ADAE3027867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763935" y="3792462"/>
                  <a:ext cx="813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32EE02ED-BEDF-867F-36B9-39B7FCC1B726}"/>
                    </a:ext>
                  </a:extLst>
                </p14:cNvPr>
                <p14:cNvContentPartPr/>
                <p14:nvPr/>
              </p14:nvContentPartPr>
              <p14:xfrm>
                <a:off x="7861855" y="3657462"/>
                <a:ext cx="32040" cy="1634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32EE02ED-BEDF-867F-36B9-39B7FCC1B726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857535" y="3653142"/>
                  <a:ext cx="406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BEAB5439-05E8-3C95-1746-960CB0E947D2}"/>
                    </a:ext>
                  </a:extLst>
                </p14:cNvPr>
                <p14:cNvContentPartPr/>
                <p14:nvPr/>
              </p14:nvContentPartPr>
              <p14:xfrm>
                <a:off x="7963375" y="3899742"/>
                <a:ext cx="34920" cy="1530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BEAB5439-05E8-3C95-1746-960CB0E947D2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959055" y="3895422"/>
                  <a:ext cx="43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83AF9DF0-B7CF-C29E-6E3A-3CBCA4B421E0}"/>
                    </a:ext>
                  </a:extLst>
                </p14:cNvPr>
                <p14:cNvContentPartPr/>
                <p14:nvPr/>
              </p14:nvContentPartPr>
              <p14:xfrm>
                <a:off x="8033935" y="3821622"/>
                <a:ext cx="23040" cy="97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83AF9DF0-B7CF-C29E-6E3A-3CBCA4B421E0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029615" y="3817302"/>
                  <a:ext cx="316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33C28787-BFED-9B9C-96B5-6102A1254096}"/>
                    </a:ext>
                  </a:extLst>
                </p14:cNvPr>
                <p14:cNvContentPartPr/>
                <p14:nvPr/>
              </p14:nvContentPartPr>
              <p14:xfrm>
                <a:off x="8146255" y="3827382"/>
                <a:ext cx="131040" cy="17424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33C28787-BFED-9B9C-96B5-6102A1254096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8141935" y="3823062"/>
                  <a:ext cx="139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9ED20FD8-2D96-1767-399D-BBD49E49C5FD}"/>
                    </a:ext>
                  </a:extLst>
                </p14:cNvPr>
                <p14:cNvContentPartPr/>
                <p14:nvPr/>
              </p14:nvContentPartPr>
              <p14:xfrm>
                <a:off x="8276215" y="3868422"/>
                <a:ext cx="24120" cy="1134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9ED20FD8-2D96-1767-399D-BBD49E49C5F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271895" y="3864102"/>
                  <a:ext cx="327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22A22C37-7CD3-A67C-5B36-88E9364D0929}"/>
                    </a:ext>
                  </a:extLst>
                </p14:cNvPr>
                <p14:cNvContentPartPr/>
                <p14:nvPr/>
              </p14:nvContentPartPr>
              <p14:xfrm>
                <a:off x="8260735" y="3811902"/>
                <a:ext cx="110880" cy="3132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22A22C37-7CD3-A67C-5B36-88E9364D0929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256415" y="3807582"/>
                  <a:ext cx="119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6945872C-88B8-C8D1-2BAB-613622B0311E}"/>
                    </a:ext>
                  </a:extLst>
                </p14:cNvPr>
                <p14:cNvContentPartPr/>
                <p14:nvPr/>
              </p14:nvContentPartPr>
              <p14:xfrm>
                <a:off x="8268655" y="3954462"/>
                <a:ext cx="93600" cy="3204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6945872C-88B8-C8D1-2BAB-613622B0311E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264335" y="3950142"/>
                  <a:ext cx="1022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84B37F0B-753B-FDDB-104C-6F3F9F644CF7}"/>
                    </a:ext>
                  </a:extLst>
                </p14:cNvPr>
                <p14:cNvContentPartPr/>
                <p14:nvPr/>
              </p14:nvContentPartPr>
              <p14:xfrm>
                <a:off x="8440015" y="3837102"/>
                <a:ext cx="149760" cy="1695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84B37F0B-753B-FDDB-104C-6F3F9F644CF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8435695" y="3832782"/>
                  <a:ext cx="158400" cy="178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42112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HoangNam</dc:creator>
  <cp:lastModifiedBy>HoangNam</cp:lastModifiedBy>
  <cp:revision>7</cp:revision>
  <dcterms:created xsi:type="dcterms:W3CDTF">2026-08-03T06:49:01Z</dcterms:created>
  <dcterms:modified xsi:type="dcterms:W3CDTF">2026-08-03T09:49:35Z</dcterms:modified>
</cp:coreProperties>
</file>