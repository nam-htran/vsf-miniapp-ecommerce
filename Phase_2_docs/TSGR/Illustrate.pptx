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1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1073 303 24575,'0'-7'0,"-1"0"0,1 0 0,-1 0 0,0 0 0,-1 1 0,0-1 0,0 0 0,0 1 0,-1-1 0,0 1 0,0 0 0,-1 0 0,0 0 0,0 1 0,0-1 0,0 1 0,-1 0 0,0 0 0,0 0 0,-1 1 0,-10-7 0,-8-3 0,-1 1 0,-1 1 0,0 2 0,-33-10 0,-34-14 0,75 27 0,-1 1 0,-1 0 0,1 1 0,-1 2 0,0 0 0,-32-1 0,30 3 0,-63-11 0,53 6 0,-43-1 0,45 6 0,-213 3 0,239-1 0,0-1 0,0 1 0,0 0 0,1 0 0,-1 0 0,0 0 0,1 1 0,-1 0 0,0 0 0,1 0 0,0 0 0,0 0 0,-1 0 0,1 1 0,0 0 0,1 0 0,-1 0 0,1 0 0,-1 0 0,1 0 0,0 0 0,0 1 0,0-1 0,0 1 0,1 0 0,0-1 0,0 1 0,0 0 0,0 0 0,-1 6 0,0 8 0,1 1 0,0 0 0,1 0 0,1 0 0,4 20 0,-1-21 0,0-1 0,2-1 0,0 1 0,0-1 0,2 0 0,0 0 0,0-1 0,21 26 0,-10-4 0,-15-30 0,0 1 0,0-1 0,0 1 0,8 8 0,79 97 0,44 48 0,-128-153 0,0 0 0,0 1 0,-1 0 0,0 0 0,7 17 0,-11-21 0,0-1 0,0 1 0,0-1 0,-1 1 0,0-1 0,0 1 0,0 0 0,0 0 0,-1 0 0,0-1 0,0 1 0,0 0 0,-1 0 0,0 0 0,-1 4 0,0-6 0,1 1 0,-2-1 0,1 0 0,0 0 0,-1 0 0,1 0 0,-1 0 0,0-1 0,0 1 0,0-1 0,0 0 0,0 0 0,-1 0 0,1 0 0,-1 0 0,1-1 0,-7 2 0,-2 1 0,-1-1 0,0 0 0,-25 2 0,30-4-68,-17 1-148,0-1 0,0 0 0,0-2-1,0-1 1,-28-5 0,35 1-6610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1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0 24575,'-3'1'0,"0"-1"0,-1 1 0,1-1 0,0 1 0,0 0 0,0 0 0,0 0 0,0 1 0,0-1 0,0 1 0,0-1 0,0 1 0,1 0 0,-1 0 0,1 1 0,-1-1 0,1 0 0,0 1 0,0-1 0,0 1 0,0 0 0,1 0 0,-1 0 0,1 0 0,-1 0 0,1 0 0,0 0 0,-1 4 0,-2 8 0,1-1 0,0 1 0,1-1 0,0 30 0,5 35 0,-1-54 0,-1 0 0,-1-1 0,-1 1 0,-7 41 0,6-58 12,0 0 0,-1 0 0,0-1 0,0 1 0,-1-1 0,0 0 0,0 0 0,-1 0 0,-7 8 0,9-12-77,1 0 1,-1-1-1,0 1 1,0-1-1,0 0 1,0 0-1,0 0 0,0 0 1,-1 0-1,1-1 1,-1 1-1,1-1 1,-1 0-1,1 0 0,-1-1 1,0 1-1,1-1 1,-1 1-1,0-1 1,0 0-1,1-1 1,-6 0-1,-8-4-6761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1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24575,'0'-2'0,"0"0"0,1 0 0,-1 1 0,1-1 0,-1 0 0,1 0 0,0 0 0,0 0 0,0 0 0,0 1 0,0-1 0,0 1 0,0-1 0,1 0 0,-1 1 0,0 0 0,1-1 0,-1 1 0,1 0 0,0 0 0,-1 0 0,1 0 0,0 0 0,0 0 0,0 0 0,2 0 0,8-3 0,-1 1 0,0 0 0,15-1 0,-14 2 0,40-8 0,-26 4 0,0 2 0,38-3 0,401 8 0,-460-1 12,0 0 0,0 1 0,-1-1 0,1 1 0,0 0 0,0 0 0,0 0 0,-1 0 0,6 3 0,-8-2-86,0-1-1,0 1 1,0-1 0,0 1 0,0 0-1,0-1 1,0 1 0,-1 0 0,1 0-1,-1 0 1,1 1 0,-1-1 0,0 0-1,0 0 1,0 1 0,0-1 0,0 1-1,-1-1 1,1 4 0,2 14-6752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2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24575,'39'2'0,"60"10"0,-59-6 0,57 2 0,531-9 0,-616 1-170,0-1-1,0 0 0,0-1 1,0 0-1,-1-1 0,1 0 1,13-6-1,-2-2-6655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2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57 24575,'0'385'0,"0"-372"0,-1 1 0,0 0 0,-2 0 0,1 0 0,-9 24 0,9-32 0,-1 1 0,0-1 0,0 0 0,0 1 0,-1-1 0,0-1 0,0 1 0,0-1 0,-1 1 0,0-1 0,0 0 0,0-1 0,-7 6 0,11-10 0,1 0 0,-1 1 0,0-1 0,1 1 0,-1-1 0,1 0 0,-1 1 0,0-1 0,0 0 0,1 0 0,-1 0 0,0 1 0,1-1 0,-1 0 0,0 0 0,0 0 0,1 0 0,-1 0 0,0 0 0,1-1 0,-1 1 0,0 0 0,0 0 0,1 0 0,-1-1 0,0 1 0,0-1 0,0 0 0,0 0 0,0 0 0,0 0 0,1 0 0,-1 0 0,0 0 0,0-1 0,1 1 0,-1 0 0,1-1 0,-1 1 0,1 0 0,-1-3 0,-1-49 0,2 46 0,0-76 0,4-115 0,-1 182 0,0 1 0,1 0 0,1 0 0,0 0 0,1 1 0,1-1 0,0 1 0,1 1 0,1 0 0,0 0 0,13-14 0,-14 19 0,0 0 0,1 1 0,0 1 0,0 0 0,1 0 0,0 0 0,0 1 0,0 1 0,0 0 0,21-5 0,-6 3 0,-1 1 0,1 1 0,43 0 0,-43 3 0,-1 2 0,1 1 0,-1 0 0,0 2 0,45 13 0,-58-14 0,-1 2 0,1 0 0,-1 0 0,0 1 0,0 0 0,0 0 0,-1 1 0,0 1 0,-1-1 0,1 2 0,-1-1 0,-1 1 0,0 0 0,10 17 0,13 21 0,-21-34 0,0-1 0,-1 1 0,-1 1 0,0-1 0,-1 1 0,0 0 0,-1 1 0,-1-1 0,5 30 0,-7-31 0,-1-1 0,-1 0 0,0 1 0,-4 19 0,3-27 0,0 0 0,0 0 0,-1-1 0,0 1 0,0 0 0,-1-1 0,1 0 0,-1 1 0,0-1 0,0 0 0,0 0 0,-1-1 0,1 1 0,-5 3 0,-5 1 0,1 0 0,-2-1 0,1-1 0,-1 0 0,0 0 0,0-2 0,0 0 0,0 0 0,-25 2 0,-49 14 0,57-11 0,-59 8 0,37-9 0,10-2-453,-1-2 0,-60-3 1,104-1 445,-24 0-6819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3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24575,'101'-1'0,"111"3"0,-164 4 0,0 2 0,65 20 0,-86-20 0,12 4 3,-25-7-459,1-1 0,28 5 0,-22-7-6370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3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24575,'0'1'0,"1"0"0,-1 0 0,1 0 0,-1 1 0,1-1 0,0 0 0,-1 0 0,1 0 0,0 0 0,0 0 0,0 0 0,0 0 0,0 0 0,0-1 0,0 1 0,0 0 0,0-1 0,0 1 0,1 0 0,-1-1 0,0 0 0,0 1 0,0-1 0,1 0 0,-1 1 0,0-1 0,3 0 0,41 5 0,-40-5 0,366 3 0,-191-5 0,-17 2-1365,-140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4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388 0 24575,'-1'3'0,"0"-1"0,-1 1 0,1-1 0,-1 1 0,1-1 0,-1 0 0,0 1 0,0-1 0,0 0 0,0 0 0,0 0 0,0-1 0,-1 1 0,1-1 0,-5 3 0,-8 7 0,-176 168 0,176-162 0,2 1 0,0 0 0,-15 28 0,9-14 0,13-20 0,1 0 0,0 1 0,1 0 0,1 0 0,0 0 0,1 0 0,0 1 0,1-1 0,1 27 0,-1-16 0,-6 42 0,-3 6 0,3 1 0,4 0 0,6 76 0,-1-24 0,-3-114 0,2 0 0,-1 1 0,1-1 0,1 0 0,0 0 0,1 0 0,0 0 0,0-1 0,1 1 0,0-1 0,1 0 0,1 0 0,7 11 0,15 22 0,-21-30 0,0-2 0,1 1 0,0-1 0,1 0 0,0-1 0,1 0 0,0 0 0,15 11 0,35 16-1365,-41-25-5461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4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24575,'37'-1'0,"-1"2"0,1 2 0,55 10 0,-57-5 0,0 1 0,-1 2 0,43 19 0,-47-15 0,66 34 0,-84-42 0,-1 0 0,0 1 0,-1 0 0,0 0 0,18 21 0,-23-23 0,-1 0 0,0 0 0,0 1 0,-1-1 0,1 1 0,-2 0 0,1 0 0,-1 0 0,0 1 0,0-1 0,-1 0 0,1 9 0,-1-4 0,0 0 0,-1 0 0,0 0 0,-4 21 0,3-28 0,-1 0 0,1 0 0,-1 0 0,0-1 0,0 1 0,-1 0 0,0-1 0,1 0 0,-1 1 0,-1-1 0,1 0 0,-1-1 0,-6 6 0,-19 16 0,-109 85 0,48-39 0,80-61 0,17-12 0,18-15 0,2-5 0,37-23 0,-53 38 0,10-5-1365,-2 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4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21 24575,'0'-1'0,"0"0"0,0 0 0,0 0 0,-1 0 0,1 0 0,-1 0 0,1 0 0,-1 1 0,1-1 0,-1 0 0,1 0 0,-1 0 0,0 0 0,1 1 0,-1-1 0,0 0 0,0 1 0,1-1 0,-1 1 0,0-1 0,0 1 0,0-1 0,0 1 0,0-1 0,0 1 0,0 0 0,0 0 0,0-1 0,0 1 0,0 0 0,0 0 0,0 0 0,0 0 0,-1 0 0,0 0 0,0 0 0,-1 0 0,1 0 0,0 0 0,0 1 0,-1-1 0,1 0 0,0 1 0,0 0 0,0 0 0,-1-1 0,1 1 0,0 0 0,-3 3 0,-1 3 0,1 0 0,0 0 0,0 0 0,1 1 0,0 0 0,0 0 0,1 0 0,0 0 0,0 1 0,1-1 0,0 1 0,1-1 0,-1 11 0,0 8 0,1 1 0,6 52 0,-5-76 3,1-1 0,0 1 1,0 0-1,0 0 0,0-1 0,0 1 0,1-1 0,0 1 0,-1-1 0,1 0 0,1 0 1,-1 0-1,0 0 0,1 0 0,-1 0 0,1 0 0,0-1 0,0 1 0,0-1 0,0 0 1,1 0-1,-1 0 0,0-1 0,1 1 0,0-1 0,-1 1 0,1-1 0,4 0 0,11 3-157,-1-2 0,1 0 0,0-2 0,28-1 0,-24 0-531,1 0-6141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5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24575,'5'2'0,"0"0"0,-1 0 0,1 1 0,0 0 0,-1 0 0,0 0 0,1 1 0,-1-1 0,-1 1 0,1 0 0,0 0 0,2 5 0,-2-2 0,0 0 0,0 1 0,-1-1 0,0 0 0,-1 1 0,0 0 0,0-1 0,0 1 0,-1 0 0,0 14 0,0 4 0,-6 50 0,4-64 30,-2 1 0,0-1 0,-7 22 0,9-31-113,-1 0 1,1 1-1,0-1 1,-1 0-1,0 0 1,0 1-1,0-1 1,0-1-1,0 1 1,-1 0-1,1 0 1,-1-1-1,1 0 1,-1 1-1,0-1 1,0 0-1,-5 2 1,-2-3-6744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5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24575,'-1'46'0,"4"80"0,-1-109 0,1-1 0,0 0 0,1-1 0,0 1 0,13 27 0,-14-37 0,24 43 0,-26-47 0,0-1 0,0 1 0,1 0 0,-1-1 0,0 1 0,1-1 0,-1 1 0,1-1 0,0 0 0,-1 0 0,1 0 0,0 0 0,0 0 0,0 0 0,-1 0 0,1 0 0,0-1 0,0 1 0,0-1 0,0 1 0,0-1 0,1 0 0,1 0 0,-2-1 0,0 0 0,0 0 0,0 0 0,0-1 0,0 1 0,0-1 0,0 1 0,0-1 0,0 0 0,-1 0 0,1 0 0,-1 0 0,0 0 0,1 0 0,-1 0 0,0 0 0,0 0 0,0 0 0,-1-1 0,2-1 0,12-50 0,-13 53 0,33-145 0,-24 120 0,-10 26 0,0 0 0,1-1 0,-1 1 0,0 0 0,1-1 0,-1 1 0,1 0 0,-1 0 0,0-1 0,1 1 0,-1 0 0,1 0 0,-1 0 0,1 0 0,-1 0 0,0 0 0,1-1 0,-1 1 0,1 0 0,-1 0 0,1 0 0,-1 0 0,1 1 0,-1-1 0,0 0 0,1 0 0,-1 0 0,1 0 0,-1 0 0,1 1 0,-1-1 0,0 0 0,1 0 0,-1 1 0,0-1 0,1 0 0,-1 0 0,0 1 0,1-1 0,-1 0 0,0 1 0,1-1 0,-1 1 0,0-1 0,0 0 0,0 1 0,1-1 0,-1 1 0,0-1 0,0 0 0,0 1 0,0 0 0,10 19 0,-1 0 0,-1 1 0,-1 0 0,-1 0 0,0 1 0,-2 0 0,-1-1 0,1 25 0,2-5 0,13 43 0,-10-51 0,-2 0 0,4 50 0,-9 135 0,-4-107 0,3-106 0,-1 1 0,-1-1 0,1 1 0,-1-1 0,0 0 0,0 1 0,0-1 0,-1 0 0,1 0 0,-1 0 0,-1 0 0,1 0 0,-1 0 0,0 0 0,0-1 0,0 1 0,-1-1 0,1 0 0,-1 0 0,0-1 0,0 1 0,-1-1 0,1 1 0,-1-1 0,-5 2 0,-20 17 0,24-17 0,0 0 0,-1 0 0,0 0 0,0-1 0,0 0 0,-1-1 0,1 1 0,-1-1 0,0-1 0,-15 4 0,10-4 0,-1-1 0,1 0 0,0-1 0,-1 0 0,1-1 0,-24-5 0,33 5 0,0 0 0,1-1 0,-1 1 0,0-1 0,0 0 0,1 0 0,-1 0 0,1 0 0,0-1 0,0 1 0,-1-1 0,2 0 0,-1 0 0,0 0 0,1 0 0,-1-1 0,1 1 0,0-1 0,0 1 0,0-1 0,1 0 0,-1 0 0,1 0 0,0 0 0,0 0 0,0-4 0,-2-13 0,0-1 0,2 1 0,1-1 0,0 1 0,2 0 0,6-36 0,-4 46 0,0 0 0,0 1 0,1-1 0,0 1 0,1 0 0,0 0 0,13-14 0,60-58 0,-51 54 0,2 3-120,2 1-1,0 1 0,1 2 1,62-29-1,-66 35-641,-9 5-6064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5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0 24575,'1'8'0,"0"0"0,1 0 0,0 0 0,0-1 0,0 1 0,1-1 0,1 1 0,4 8 0,-3-7 0,0 2 0,-1-1 0,5 17 0,-7-20 0,-1 0 0,0 1 0,0-1 0,-1 0 0,0 0 0,0 0 0,-1 0 0,0 1 0,0-1 0,0 0 0,-1 0 0,0 0 0,-1-1 0,1 1 0,-1 0 0,-1-1 0,1 0 0,-1 0 0,0 0 0,0 0 0,-1-1 0,0 1 0,0-1 0,0 0 0,-7 5 0,-2 2 0,-47 39 0,57-48 0,0 0 0,-1-1 0,1 1 0,0-1 0,-1 0 0,0 0 0,1-1 0,-1 1 0,0-1 0,0 0 0,0 0 0,-9 0 0,-2-6-1365,5-4-5461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6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29 24575,'26'-2'0,"-1"0"0,36-9 0,-40 7 0,0 0 0,0 1 0,0 1 0,29 2 0,-48 0 0,1 0 0,-1 1 0,1-1 0,-1 1 0,1-1 0,-1 1 0,1 0 0,-1 0 0,0 0 0,1 0 0,-1 0 0,0 1 0,0-1 0,0 1 0,0-1 0,0 1 0,0 0 0,0 0 0,0 0 0,-1 0 0,1 0 0,-1 0 0,0 1 0,1-1 0,-1 0 0,0 1 0,0-1 0,-1 0 0,1 1 0,0-1 0,-1 1 0,0 0 0,1-1 0,-1 1 0,0 2 0,-1 0 0,1-1 0,0 1 0,-1-1 0,0 1 0,0-1 0,0 0 0,-1 0 0,1 0 0,-1 1 0,0-2 0,0 1 0,0 0 0,-1 0 0,1-1 0,-1 1 0,0-1 0,0 0 0,0 1 0,-1-2 0,-3 4 0,-18 7 0,-1-1 0,0-1 0,0-1 0,-32 6 0,-2-4 0,47-11 0,0 1 0,0 1 0,0 0 0,0 1 0,-17 8 0,6-3 0,14-6 0,1 1 0,-1 0 0,1 1 0,-14 8 0,22-13 0,0 1 0,0 0 0,0-1 0,0 1 0,0 0 0,0 0 0,1 0 0,-1 0 0,0 0 0,0 0 0,1 0 0,-1 0 0,0 0 0,1 0 0,-1 0 0,1 1 0,0-1 0,-1 0 0,1 0 0,0 0 0,0 1 0,-1-1 0,1 0 0,0 0 0,0 1 0,1-1 0,-1 0 0,0 0 0,0 1 0,0-1 0,1 0 0,-1 0 0,1 0 0,-1 1 0,1-1 0,-1 0 0,1 0 0,0 0 0,0 0 0,-1 0 0,1 0 0,0 0 0,1 1 0,2 0 0,-1 1 0,1 0 0,0-1 0,-1 1 0,1-1 0,0 0 0,0 0 0,0-1 0,1 1 0,-1-1 0,0 0 0,1 0 0,-1-1 0,6 1 0,13 1 0,35-3 0,-34 0 0,333-2-1365,-333 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6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24575,'384'0'0,"-376"0"-273,0 0 0,0-1 0,0 0 0,9-2 0,0-3-6553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3:59:56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1211 0 24575,'5'1'0,"0"0"0,1 0 0,-1 0 0,-1 1 0,1-1 0,0 1 0,0 0 0,-1 1 0,1-1 0,-1 1 0,1 0 0,-1 0 0,0 1 0,0-1 0,5 7 0,5 6 0,0 1 0,16 25 0,-16-16 0,0 0 0,12 36 0,-18-40 0,-2-7 0,-1 0 0,-1 0 0,-1 1 0,0 0 0,0 26 0,-5 84 0,0-49 0,1-62 0,-1 0 0,0-1 0,-1 1 0,0-1 0,-1 1 0,-1-1 0,0-1 0,-1 1 0,-1-1 0,0 0 0,-1 0 0,0-1 0,0 0 0,-13 12 0,-16 16 0,-1-2 0,-65 48 0,95-80 0,-41 30-428,-64 35 0,52-34 241,33-22-62,0-1 0,-45 15-1,-11 4-128,1 0-91,-1-4 0,-150 32 0,108-31 235,96-24 206,-35 3 0,0-1-921,34-1-2427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11.9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2654 357 24575,'-4'-1'0,"-1"0"0,0 0 0,0 0 0,1-1 0,-1 1 0,0-1 0,1 0 0,-7-5 0,-18-7 0,-39-6 0,-36-13 0,-91-30-822,189 61 647,-76-30-53,59 22 52,-1 1 0,-28-8 0,-34-6 176,-36-9 0,91 25 0,0-2 0,-37-15 0,47 15 0,0 2 0,-1 0 0,1 1 0,-2 1 0,1 1 0,-26-2 0,-390 8 1753,423-1-1753,0 1 0,1 1 0,-1 0 0,1 1 0,0 0 0,0 1 0,-13 7 0,-20 7 0,-104 41-562,105-38 562,-50 34 0,22-12 0,5-2 156,2 2 0,-89 78 1,126-93-143,2 2 0,1 0 1,1 2-1,2 1 0,-27 49 1,33-54-8,13-20-7,1 0 0,0 0 0,1 0 0,-1 1 0,2-1 0,-1 1 0,2-1 0,-2 19 0,1 9 0,5 39 0,-1-20 0,-3 1 0,3 50 0,1-95 0,0 1 0,1-1 0,1 0 0,0 0 0,0 0 0,2-1 0,-1 0 0,16 20 0,6 12 0,-12-19 0,1-1 0,21 23 0,-8-10 0,-8-12 0,1 0 0,1-1 0,1-1 0,1-2 0,0 0 0,40 20 0,80 56-645,7-5-313,77 21 385,-46-41-429,-33-21 1002,-33-13 0,-74-23-202,0-2 0,1-2 0,0-1 0,78 3 1,93 13 57,-123-12-126,107 2 0,-151-15 270,66 10 0,37 4-724,249-10 1,-210-6 442,27-15 47,-128 7 95,86-15 57,-92 11 86,115-3-1,-141 14 58,-1-2 1,76-16 0,109-40 122,-141 41 155,-74 16-190,-1-1 1,0 0-1,41-16 0,68-23-149,-92 33 0,64-27 0,22-7 0,-97 36 0,-1-2 0,0-1 0,54-29 0,-44 17 141,-6 3 508,44-33 0,-45 26 427,-1-2 0,-2-1-1,35-43 1,-59 64-1076,-1-1 0,0 1 0,-1-1 0,0 0 0,0-1 0,-1 1 0,-1-1 0,0 0 0,3-22 0,-2-9 0,-3-60 0,-1 100 0,0-8 0,0 0 0,-1 1 0,-1-1 0,0 1 0,0 0 0,-1-1 0,0 1 0,-1 0 0,0 1 0,0-1 0,-1 1 0,0-1 0,-1 2 0,0-1 0,-1 1 0,0-1 0,0 2 0,-14-12 0,-7-4 0,-38-39 0,42 41 0,0 1 0,-2 1 0,-44-26 0,13 9 0,-3-1-493,-65-28-1,117 61 490,-74-33 4,-2 4 0,-1 3 0,-136-28 0,91 23-1104,-33-7-742,-82 1 1658,98 19 188,46 8 0,32 6-677,34 6-2708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12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3142 138 24575,'-5'-1'0,"0"0"0,0-1 0,0 1 0,0-1 0,-7-4 0,-8-3 0,-48-9 0,-119-17 0,80 17 0,54 11-825,-97 0-1,41 3 190,8-8 195,-16-1-624,-239 11-856,185 3 1917,87 4 12,0 4-1,-146 34 1,86-14 405,87-15 8,-99 37-1,64-18-107,66-23-313,-38 20 0,6-1 0,0-1 568,1 3 0,2 3 0,1 2 1,2 2-1,-48 45 0,64-49-807,1 1 1,-53 67 0,55-45 126,8-12 35,14-26 168,1 0-1,1 1 0,1 0 0,1 0 0,0 1 0,1 0 0,2 0 1,-3 25-1,1 22 316,3 85-1,4-145-405,-1 1 0,2-1 0,-1 1 0,1-1 0,0 1 0,1-1 0,0 0 0,8 14 0,2 2 0,26 32 0,-6-9 0,-20-28 19,24 25 0,7 9-589,-25-29 518,2-2-1,0-1 1,2 0 0,45 32-1,245 144-2160,-208-145 1418,1-4 0,187 55-1,-91-42 1035,-160-52-427,1-2 1,73 4-1,1 0 69,-7-2 63,178-6-1,-135-6-10,-150 3 67,55 2 0,0-4 0,0-2 0,101-20 0,86-53-182,-199 62 188,-1-2 1,65-35 0,-48 23 219,41-25-44,187-133 0,-258 166-5,6-9-91,-1 0-1,-2-3 1,49-56 0,-46 46 84,8-9 745,76-110 0,-109 140-625,-1-1-1,-1 0 1,-1-1-1,12-45 0,-18 54-184,-1 1-1,0-1 0,-2 0 1,1-1-1,-2 1 0,0 0 1,-1 0-1,0 0 0,-6-23 0,4 31-51,0 0-1,0 0 0,-1 0 0,1 0 0,-2 0 0,1 1 0,-1 0 0,0 0 0,0 0 1,0 0-1,-10-7 0,-6-3-76,-46-28 0,38 29 24,-42-16 0,43 20 0,-25-7 0,0 2 0,-83-15 0,81 24-18,0 3-1,-105 4 1,65 2-1292,66-2-5516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13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653 1 24575,'2'0'0,"0"0"0,0 1 0,-1-1 0,1 1 0,0 0 0,0-1 0,0 1 0,-1 0 0,1 0 0,-1 0 0,1 0 0,-1 0 0,1 1 0,-1-1 0,1 0 0,-1 1 0,0-1 0,2 3 0,21 34 0,-12-17 0,110 179 15,-27-41-182,-57-84-296,-30-56 364,2 0 0,17 27 0,32 50 99,-31-47 0,54 118-946,-33-62 479,9 29 467,-9-20 0,31 84 0,-60-146 0,62 193 0,-16-49 0,-23-62 0,-22-61 0,-2 0 0,-4 2 0,7 103 0,-16-122 0,20 369 0,-27-393-168,-1 1 0,-12 61 0,5-54 168,-1 0 0,-3 0 0,-21 47 0,18-52 0,-1 0 0,-2-2 0,-2 0 0,-1-1 0,-46 51 0,-43 22 0,-60 40 0,-51 8-77,15-12 977,120-85-553,56-37-138,-35 27 1,50-35-114,-1 0 0,-27 13 1,25-14-10,1 0 0,-18 13 0,23-14-87,-1-1 0,1-1 0,-2 0 0,-25 8 0,-11 5 0,14-5 247,-1-2 1,-59 13-1,-16 4-1664,90-22-5409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13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335 1 24575,'-9'0'0,"0"0"0,1 0 0,-1 0 0,1 1 0,-1 1 0,0-1 0,1 1 0,0 1 0,0 0 0,0 0 0,0 0 0,0 1 0,0 0 0,1 1 0,0 0 0,0 0 0,0 0 0,1 1 0,-1 0 0,-8 11 0,-32 44 0,-41 71 0,83-122 0,1-1 0,1 0 0,0 1 0,0-1 0,0 1 0,1 0 0,1 0 0,0 0 0,0 13 0,1 12 0,6 44 0,-5-72 0,0 0 0,0 0 0,1-1 0,-1 1 0,2 0 0,-1-1 0,1 1 0,0-1 0,0 0 0,1 0 0,0 0 0,0-1 0,0 1 0,1-1 0,8 8 0,1-2 0,0-1 0,1-1 0,0 0 0,1-1 0,16 6 0,60 32 0,44 18 0,-96-43 0,79 29 0,-99-42-52,-1 1 0,33 19 0,-28-14-1157,-4-3-5617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15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0 24575,'1'24'0,"-1"0"0,-1 0 0,-1-1 0,-1 1 0,-2 0 0,0-1 0,-10 28 0,-23 39 0,-54 148 0,90-230 0,-1 4 0,-1 0 0,0 0 0,-1 0 0,-10 17 0,15-28 0,0-1 0,0 1 0,-1-1 0,1 0 0,0 1 0,0-1 0,-1 1 0,1-1 0,0 0 0,0 1 0,-1-1 0,1 0 0,0 1 0,-1-1 0,1 0 0,-1 0 0,1 1 0,0-1 0,-1 0 0,1 0 0,-1 0 0,1 1 0,-1-1 0,1 0 0,0 0 0,-1 0 0,1 0 0,-1 0 0,1 0 0,-1 0 0,1 0 0,-1 0 0,1 0 0,-1 0 0,-8-16 0,4-25 0,4 18 0,0 1 0,2-1 0,1 0 0,4-22 0,-5 39 0,0 1 0,1-1 0,-1 0 0,1 1 0,0-1 0,1 1 0,0 0 0,-1-1 0,2 1 0,-1 0 0,1 1 0,-1-1 0,1 1 0,0 0 0,1 0 0,-1 0 0,1 0 0,0 1 0,0-1 0,8-3 0,5-1 0,0 1 0,0 1 0,0 0 0,1 1 0,0 1 0,0 1 0,0 1 0,0 0 0,32 3 0,-47-1 0,-1 1 0,0-1 0,0 1 0,1 0 0,-1 0 0,0 0 0,0 1 0,0-1 0,0 1 0,0-1 0,-1 1 0,1 0 0,0 0 0,-1 1 0,1-1 0,-1 0 0,0 1 0,0 0 0,0-1 0,0 1 0,0 0 0,-1 0 0,1 0 0,-1 0 0,2 6 0,2 6 0,-2 1 0,0 1 0,-1-1 0,1 20 0,3 22 0,-2-38 0,0-3 0,-1-1 0,2 1 0,12 27 0,-16-40 0,1-1 0,0 1 0,0 0 0,1-1 0,-1 0 0,1 0 0,0 0 0,-1 0 0,1 0 0,0 0 0,1-1 0,-1 1 0,0-1 0,1 0 0,0 0 0,-1 0 0,1-1 0,0 1 0,0-1 0,8 2 0,-1-1 0,2-1 0,-1 0 0,0-1 0,0 0 0,0-1 0,0 0 0,0-1 0,0 0 0,0-1 0,15-6 0,-19 6 0,-1-1 0,1 0 0,-1 0 0,1-1 0,-1 0 0,-1-1 0,1 1 0,-1-1 0,0-1 0,0 1 0,0-1 0,-1 0 0,0 0 0,-1 0 0,5-11 0,7-14 0,0 0 0,13-37 0,-26 58 0,1 0 0,-2 0 0,1-1 0,-2 1 0,0-1 0,0 0 0,-1-16 0,-1 25 0,1 0 0,-1 0 0,0 0 0,1 1 0,-2-1 0,1 0 0,0 0 0,0 1 0,-1-1 0,0 1 0,1-1 0,-1 1 0,0-1 0,0 1 0,0 0 0,-1 0 0,1 0 0,0 0 0,-1 1 0,1-1 0,-1 1 0,0-1 0,1 1 0,-1 0 0,0 0 0,0 0 0,0 0 0,0 1 0,0-1 0,0 1 0,-4-1 0,2 1 0,1-1 0,0 1 0,-1 0 0,1 1 0,0-1 0,0 1 0,-1 0 0,1 0 0,0 0 0,0 0 0,0 1 0,0-1 0,0 1 0,0 0 0,1 0 0,-1 1 0,0-1 0,1 1 0,0 0 0,0 0 0,-5 5 0,-2 8 0,2 0 0,-1 1 0,2 0 0,0 0 0,1 1 0,1-1 0,-4 26 0,7-33 0,1 0 0,0 0 0,0 1 0,1-1 0,1 0 0,-1 0 0,2 1 0,-1-1 0,1 0 0,1 0 0,0 0 0,0-1 0,1 1 0,9 16 0,-6-18 0,0 1 0,0-1 0,1 0 0,0-1 0,0 0 0,1 0 0,0-1 0,0 0 0,0-1 0,1 0 0,-1 0 0,1-1 0,16 5 0,-12-5 0,0-1 0,1 0 0,-1-1 0,1 0 0,0-1 0,-1-1 0,1 0 0,0-1 0,20-4 0,-24 3 0,0-1 0,0 0 0,0-1 0,0-1 0,0 0 0,-1 0 0,0-1 0,0 0 0,0 0 0,-1-1 0,0-1 0,-1 1 0,1-2 0,-1 1 0,9-14 0,58-82 0,-75 104 0,0 0 0,0 0 0,0 0 0,1 0 0,-1 0 0,0 0 0,0 0 0,0 0 0,1 0 0,-1 0 0,0-1 0,0 1 0,0 0 0,0 0 0,1 0 0,-1 0 0,0 1 0,0-1 0,0 0 0,1 0 0,-1 0 0,0 0 0,0 0 0,0 0 0,0 0 0,1 0 0,-1 0 0,0 0 0,0 0 0,0 1 0,0-1 0,0 0 0,1 0 0,-1 0 0,0 0 0,0 0 0,0 1 0,0-1 0,0 0 0,0 0 0,0 0 0,0 0 0,1 1 0,-1-1 0,0 0 0,0 0 0,0 0 0,0 0 0,0 1 0,0-1 0,0 0 0,0 0 0,0 0 0,0 1 0,0-1 0,0 0 0,-1 0 0,1 0 0,0 1 0,0-1 0,0 0 0,0 0 0,0 0 0,0 1 0,0 14 0,0-14 0,0 0 0,0 0 0,0 1 0,0-1 0,-1 0 0,1 0 0,0 0 0,-1 0 0,1 1 0,-1-1 0,1 0 0,-1 0 0,0 0 0,1 0 0,-1 0 0,0 0 0,0 0 0,0-1 0,0 1 0,0 0 0,-1 1 0,-5-6 0,6-15 0,2 13 0,-1-1 0,1 0 0,0 1 0,1-1 0,0 1 0,0-1 0,0 1 0,1 0 0,0 0 0,0 0 0,0 0 0,1 1 0,0-1 0,0 1 0,0 0 0,1 0 0,0 0 0,0 1 0,0 0 0,0 0 0,1 0 0,-1 0 0,1 1 0,0 0 0,7-3 0,12-1 0,0 0 0,0 2 0,1 1 0,0 1 0,-1 1 0,1 1 0,43 5 0,-64-4 0,0 1 0,0 0 0,0 0 0,-1 0 0,1 1 0,0 0 0,-1 0 0,1 0 0,-1 0 0,0 1 0,0 0 0,0 0 0,0 0 0,0 0 0,-1 0 0,1 1 0,-1 0 0,0 0 0,0 0 0,0 0 0,-1 0 0,1 0 0,-1 1 0,0-1 0,2 8 0,0 1 0,-1 0 0,0 1 0,-1 0 0,-1-1 0,0 1 0,-1 0 0,-2 27 0,1-38 0,1 0 0,-1 0 0,0 1 0,1-1 0,-1 0 0,-1 0 0,1 0 0,0 0 0,-1-1 0,0 1 0,1 0 0,-1-1 0,0 1 0,-1-1 0,1 1 0,-3 2 0,0-2 0,0 1 0,0-1 0,-1 0 0,1-1 0,-1 1 0,1-1 0,-1 0 0,-7 1 0,-10 1 0,0-1 0,1-1 0,-38-2 0,51 0 0,-46-1-1365,32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15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1 492 24575,'0'-7'0,"-1"-10"0,2-1 0,0 1 0,6-30 0,-6 42 0,0 0 0,1 0 0,0 0 0,1 0 0,-1 0 0,1 1 0,-1-1 0,2 0 0,-1 1 0,0 0 0,1 0 0,0 0 0,0 0 0,0 1 0,0-1 0,5-2 0,82-57 0,-76 54 0,1 0 0,22-9 0,24-13 0,-40 19 0,1 0 0,1 2 0,31-10 0,7-2 0,84-22 0,-112 30-93,-3 2-543,58-16 0,-69 24-6190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5.2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2 24575,'-166'0'0,"262"-1"0,113 3 0,-195 0 0,0 1 0,-1 0 0,1 1 0,-1 0 0,0 1 0,15 7 0,0 3 0,43 29 0,-64-37 0,0 1 0,0-1 0,0 2 0,-1-1 0,-1 0 0,1 1 0,-1 0 0,-1 1 0,5 11 0,-1-4 0,-5-9 0,0 0 0,0 0 0,0 0 0,-1 0 0,-1 1 0,1-1 0,-1 1 0,-1-1 0,1 1 0,-1-1 0,-1 1 0,0-1 0,0 0 0,-1 1 0,0-1 0,0 0 0,-1 0 0,0 0 0,0 0 0,-1 0 0,0-1 0,0 1 0,-1-1 0,-8 10 0,-3 2 0,8-8 0,0-1 0,-1 0 0,-17 14 0,-78 60 0,69-61 0,28-19 0,0 0 0,1 0 0,0 1 0,0-1 0,-7 8 0,5-3 0,6-6 0,0 0 0,-1 0 0,1-1 0,-1 1 0,0-1 0,1 0 0,-1 0 0,-5 3 0,8-5 0,0 0 0,0 0 0,0 0 0,0 0 0,0 0 0,0 0 0,0 0 0,-1 0 0,1 1 0,0-1 0,0 0 0,0 0 0,0 0 0,0 0 0,0 0 0,0 0 0,0 0 0,0 0 0,0 0 0,0 0 0,0 0 0,0 0 0,-1 0 0,1 0 0,0 0 0,0 0 0,0 0 0,0 0 0,0 0 0,0 0 0,0 0 0,0 0 0,0 0 0,0 0 0,-1 0 0,1 0 0,0 0 0,0 0 0,0 0 0,0 0 0,0 0 0,0 0 0,0 0 0,0 0 0,0 0 0,0-1 0,0 1 0,0 0 0,0 0 0,0 0 0,0 0 0,-1 0 0,1 0 0,0 0 0,0 0 0,0 0 0,0 0 0,0 0 0,0 0 0,0-1 0,0 1 0,0 0 0,0 0 0,0 0 0,0 0 0,0 0 0,0 0 0,0 0 0,0 0 0,5-9 0,10-8 0,99-74 0,-57 58 0,-40 24 0,-2 0 0,21-15 0,18-12-1365,-41 25-5461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5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26 24575,'0'-1'0,"-1"0"0,1-1 0,-1 1 0,0 0 0,1 0 0,-1-1 0,0 1 0,0 0 0,0 0 0,0 0 0,0 0 0,0 0 0,-1 0 0,1 0 0,0 1 0,0-1 0,-1 0 0,1 1 0,0-1 0,-1 1 0,1-1 0,-1 1 0,1 0 0,0-1 0,-1 1 0,1 0 0,-3 0 0,-41-4 0,36 5 0,0 0 0,1 0 0,-1 1 0,1 0 0,0 1 0,-1-1 0,1 2 0,0-1 0,1 1 0,-1 0 0,0 1 0,1-1 0,0 2 0,1-1 0,-1 1 0,-7 8 0,11-10 0,0-1 0,0 1 0,0 0 0,0 0 0,1 1 0,0-1 0,0 0 0,0 1 0,0-1 0,1 1 0,0 0 0,0 0 0,0-1 0,0 1 0,1 0 0,-1 0 0,2 0 0,-1 0 0,0-1 0,1 1 0,0 0 0,0 0 0,0 0 0,1-1 0,-1 1 0,1-1 0,0 1 0,0-1 0,1 0 0,3 5 0,2-1 0,0 0 0,0-1 0,1-1 0,0 1 0,0-1 0,0 0 0,1-1 0,20 7 0,-1 2 0,-16-7 0,1-1 0,0 0 0,0-1 0,1-1 0,-1 0 0,27 3 0,134 19 0,-101-14 0,-47-6 0,-1-2 0,29 1 0,271-6-1909,-302 1-4373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5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24575,'1'-1'0,"-1"0"0,0-1 0,1 1 0,0 0 0,-1 0 0,1 0 0,0 0 0,0 0 0,-1 0 0,1 0 0,0 0 0,0 0 0,0 0 0,0 0 0,0 1 0,0-1 0,0 0 0,1 1 0,-1-1 0,0 1 0,0-1 0,0 1 0,1-1 0,-1 1 0,0 0 0,1 0 0,1 0 0,42-6 0,-40 6 0,348-2 64,-183 4-1493,-147-2-5397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5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24575,'1149'0'-1908,"-1126"0"-4375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6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441 85 24575,'-1'-3'0,"1"-1"0,-1 1 0,1 0 0,-1 0 0,0 0 0,0 0 0,0 0 0,-1-1 0,1 2 0,-1-1 0,0 0 0,1 0 0,-1 1 0,0-1 0,-1 1 0,1-1 0,0 1 0,-1 0 0,1 0 0,-1 0 0,0 0 0,0 0 0,0 1 0,0-1 0,0 1 0,0 0 0,0 0 0,-4-1 0,-8-2 0,1 1 0,-1 0 0,0 1 0,-28 0 0,12 1 0,-131 5 0,158-4 0,0 1 0,0 0 0,0 0 0,0 0 0,0 1 0,1-1 0,-1 1 0,0 0 0,1 0 0,0 0 0,-1 0 0,1 1 0,0 0 0,0-1 0,0 1 0,1 0 0,-1 0 0,1 0 0,-1 1 0,1-1 0,0 1 0,0-1 0,1 1 0,-1 0 0,1-1 0,0 1 0,0 0 0,-1 7 0,1-5 0,0-1 0,0 1 0,1 0 0,0 0 0,0-1 0,0 1 0,1 0 0,0-1 0,0 1 0,1 0 0,-1-1 0,1 1 0,0-1 0,1 0 0,-1 0 0,1 0 0,0 0 0,0 0 0,6 6 0,-1-4 0,0-1 0,0 1 0,1-1 0,-1-1 0,1 0 0,15 6 0,63 19 0,-57-21 0,12 4 0,0-3 0,1-2 0,0-1 0,0-2 0,71-2 0,486-4 0,-586 0 0,0-1 0,0 0 0,0-1 0,-1-1 0,1 0 0,-1 0 0,16-9 0,15-4 0,-39 15 0,-1 0 0,1 0 0,-1-1 0,0 0 0,1 1 0,-1-1 0,-1-1 0,1 1 0,0-1 0,-1 1 0,1-1 0,-1 0 0,0 0 0,-1 0 0,1-1 0,-1 1 0,0-1 0,0 1 0,3-10 0,-4 10 0,0-1 0,0 1 0,0 0 0,-1-1 0,0 1 0,0 0 0,0-1 0,0 1 0,-1 0 0,1 0 0,-1-1 0,0 1 0,0 0 0,-1 0 0,1 0 0,-1 0 0,0 0 0,0 0 0,0 0 0,-1 1 0,1-1 0,-1 1 0,-3-3 0,-6-5 0,0 1 0,0 0 0,-1 1 0,-1 1 0,1 0 0,-1 0 0,0 2 0,-1 0 0,0 0 0,0 1 0,0 1 0,0 1 0,-1 0 0,0 1 0,1 0 0,-30 2 0,-23 0 0,-83 3 0,147-3 0,0 0 0,1 1 0,-1-1 0,0 1 0,1 0 0,-1 0 0,1 0 0,-1 1 0,1-1 0,-1 1 0,1 0 0,0 0 0,0 0 0,0 0 0,0 0 0,0 1 0,1 0 0,-5 4 0,4-2 0,1 0 0,-1 0 0,1 0 0,0 1 0,1-1 0,-1 1 0,1-1 0,0 1 0,0-1 0,1 1 0,0 8 0,-1 1 0,1 0 0,0 0 0,1 0 0,1 0 0,4 14 0,-5-24 0,1 0 0,0-1 0,0 1 0,0-1 0,1 1 0,-1-1 0,1 0 0,0 0 0,0 0 0,1 0 0,-1 0 0,1-1 0,-1 0 0,1 0 0,0 0 0,1 0 0,-1 0 0,8 3 0,6 2 0,0-1 0,0-1 0,0 0 0,1-2 0,0 0 0,0-1 0,0 0 0,36-1 0,-42-2 0,0-1 0,0 0 0,0-1 0,14-3 0,-21 3 0,0 0 0,0 0 0,1-1 0,-1 0 0,-1 0 0,1-1 0,0 1 0,-1-1 0,10-9 0,-12 10 0,0 0 0,0 0 0,1 0 0,-1 1 0,1-1 0,0 1 0,0 0 0,0 0 0,0 0 0,7-2 0,-9 4 0,0 0 0,0 0 0,0 0 0,-1 0 0,1 0 0,0 0 0,0 0 0,0 0 0,-1 1 0,1-1 0,0 1 0,0-1 0,-1 1 0,1 0 0,-1 0 0,1-1 0,0 1 0,-1 0 0,0 1 0,1-1 0,-1 0 0,0 0 0,1 1 0,-1-1 0,0 0 0,0 1 0,0-1 0,1 3 0,5 8 0,2 3 0,1 0 0,0 0 0,1-1 0,21 22 0,-29-33 0,0-1 0,0 1 0,0-1 0,0 0 0,0 0 0,0 0 0,1 0 0,-1 0 0,0-1 0,1 0 0,0 0 0,-1 0 0,1 0 0,0 0 0,-1-1 0,1 1 0,0-1 0,0 0 0,-1 0 0,1-1 0,0 1 0,-1-1 0,1 0 0,0 0 0,-1 0 0,1 0 0,-1-1 0,6-2 0,-3 0-58,0 0 0,-1 0 0,0 0 0,1-1 0,-1 0 0,-1 0 0,1 0 0,-1-1 0,0 1 0,0-1 0,-1 0 0,1 0 0,3-11 0,-3 8-495,5-8-6273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7.0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 24575,'0'576'0,"2"-548"0,1 1 0,11 47 0,-7-47 0,4 21 0,-5-29 0,-2 0 0,0 1 0,1 28 0,-5-46 0,1 4 0,-1 1 0,-1 0 0,1-1 0,-1 1 0,-4 15 0,4-22 0,0 0 0,0 1 0,0-1 0,0 0 0,0 0 0,-1 0 0,1 0 0,-1 0 0,0 0 0,0 0 0,0 0 0,1-1 0,-1 1 0,-1-1 0,1 1 0,0-1 0,0 0 0,0 0 0,-1 0 0,1 0 0,-1 0 0,1-1 0,-1 1 0,-2 0 0,-7 1-170,1-1-1,0 0 0,-1-1 1,1 0-1,-1-1 0,1 0 1,-16-4-1,2-2-6655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7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1 165 24575,'0'-1'0,"1"0"0,-1-1 0,1 1 0,0-1 0,-1 1 0,1 0 0,0-1 0,0 1 0,0 0 0,0 0 0,0 0 0,0 0 0,0 0 0,1 0 0,-1 0 0,0 0 0,0 0 0,2 0 0,31-17 0,-26 14 0,14-7 0,-8 3 0,1 0 0,0 1 0,1 0 0,0 1 0,0 1 0,0 1 0,0 0 0,23-2 0,74-7 0,-74 7 0,55-2 0,-75 7 0,0-1 0,32-8 0,-29 5 0,37-3 0,145 7 0,-112 2 0,-84-2-273,0 2 0,0-1 0,0 1 0,9 2 0,0 3-6553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8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24575,'-1'79'0,"3"88"0,1-155 0,-1 0 0,2-1 0,0 1 0,0-1 0,1 0 0,1 0 0,0 0 0,7 9 0,3 8 0,-5-8 0,0-1 0,1 0 0,26 30 0,-33-44 0,1 1 0,-1-2 0,1 1 0,0 0 0,0-1 0,0 0 0,1-1 0,-1 1 0,1-1 0,0-1 0,0 1 0,0-1 0,0 0 0,0-1 0,10 2 0,-9-3 0,0 1 0,0-1 0,0 0 0,0-1 0,0 0 0,0 0 0,9-3 0,-13 3 0,-1-1 0,0 1 0,1-1 0,-1 1 0,0-1 0,0 0 0,0-1 0,0 1 0,-1 0 0,1-1 0,-1 1 0,1-1 0,-1 0 0,0 0 0,0 0 0,0 0 0,0 0 0,1-5 0,6-18 0,-1 1 0,-1-2 0,-2 1 0,0-1 0,0-35 0,18-74 0,-18 117 0,-4 19 0,-1 0 0,0 0 0,0 0 0,0 0 0,1 0 0,-1 0 0,0 0 0,0 0 0,0 0 0,1 0 0,-1 0 0,0 0 0,0 0 0,1 0 0,-1 0 0,0 0 0,0 0 0,0 0 0,1 0 0,-1 0 0,0 0 0,0 0 0,0 0 0,1 0 0,-1 1 0,0-1 0,0 0 0,0 0 0,0 0 0,1 0 0,-1 1 0,0-1 0,0 0 0,0 0 0,0 0 0,0 1 0,0-1 0,0 0 0,1 0 0,-1 1 0,2 3 0,0 0 0,-1 0 0,1 0 0,-1 1 0,1-1 0,-1 5 0,9 54 0,22 75 0,-3-22 0,15 41 0,-35-127 0,-1 0 0,6 54 0,0 2 0,13 93 0,-21-135 0,-1 0 0,-2 1 0,-3-1 0,-5 52 0,5-92 0,0 0 0,-1-1 0,1 1 0,-1 0 0,0-1 0,0 1 0,0 0 0,-1-1 0,1 0 0,-1 1 0,0-1 0,0 0 0,0 0 0,0 0 0,-1 0 0,1 0 0,-1 0 0,-4 3 0,2-4 0,0 1 0,0-1 0,0 1 0,-1-1 0,1-1 0,-1 1 0,1-1 0,-1 0 0,1 0 0,-1-1 0,-8 0 0,4 1 0,-5-1 0,0 0 0,-1 0 0,1-1 0,-16-4 0,27 4 0,1 1 0,0-1 0,0 0 0,-1-1 0,1 1 0,0 0 0,0-1 0,0 0 0,0 1 0,1-1 0,-1 0 0,0-1 0,1 1 0,0 0 0,-1-1 0,1 1 0,0-1 0,0 0 0,0 0 0,1 0 0,-1 0 0,1 0 0,-1 0 0,0-4 0,-1-6 0,1 0 0,0 0 0,1 0 0,0 0 0,1 0 0,0 0 0,1 0 0,1 0 0,0 1 0,1-1 0,0 0 0,1 1 0,0-1 0,1 1 0,0 1 0,14-23 0,-2 12 0,-9 10 0,0 1 0,1 0 0,1 1 0,13-12 0,109-78 0,-95 71 0,82-46 0,-102 65 0,29-14 0,-32 17 0,0 0 0,0-1 0,-1 0 0,21-18 0,-7 4-341,1 1 0,0 2-1,34-18 1,-46 29-6485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8.6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24575,'0'-1'0,"1"0"0,-1 0 0,1 0 0,-1-1 0,1 1 0,0 0 0,0 0 0,-1 0 0,1 0 0,0 0 0,0 0 0,0 0 0,0 1 0,0-1 0,0 0 0,0 0 0,0 1 0,0-1 0,1 1 0,-1-1 0,0 1 0,0-1 0,1 1 0,-1 0 0,0-1 0,0 1 0,3 0 0,41-5 0,-40 5 0,366-3 64,-192 5-1493,-156-2-5397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38.8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24575,'1040'0'-1365,"-1016"0"-5461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0.8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0 331 24575,'0'1'0,"1"0"0,-1 0 0,1 1 0,0-1 0,-1 0 0,1 0 0,0 0 0,-1 0 0,1 0 0,0 0 0,0 0 0,0 0 0,0 0 0,0-1 0,0 1 0,0 0 0,0 0 0,1-1 0,-1 1 0,0-1 0,0 1 0,0-1 0,1 0 0,-1 1 0,0-1 0,0 0 0,3 0 0,41 5 0,-40-4 0,26 1 0,0-2 0,0 0 0,38-6 0,-57 4 0,0-1 0,0 0 0,0-1 0,0 0 0,0-1 0,-1 0 0,0-1 0,0 0 0,-1-1 0,19-15 0,-14 10 0,-1 0 0,-1-2 0,-1 0 0,1 0 0,13-24 0,-24 35 0,1-1 0,-1 1 0,0-1 0,-1 0 0,1 0 0,-1 0 0,0 0 0,0 0 0,0 0 0,0 0 0,-1 0 0,1 0 0,-1 0 0,0 0 0,-1 0 0,1-1 0,-1 1 0,1 0 0,-1 0 0,-1 0 0,1 0 0,0 0 0,-1 1 0,0-1 0,0 0 0,0 1 0,0-1 0,-1 1 0,1-1 0,-6-4 0,1 2 0,0 1 0,0 0 0,0 0 0,-1 1 0,0 0 0,0 0 0,0 0 0,0 1 0,0 1 0,-1-1 0,-10 0 0,-8-2 0,-1 2 0,-34 1 0,56 2 0,-1 0 0,0 0 0,1 1 0,-1 0 0,1 0 0,-1 1 0,1 0 0,-1 0 0,1 0 0,0 1 0,0 0 0,-9 6 0,11-6 0,0 0 0,0 1 0,1 0 0,0-1 0,-1 1 0,1 0 0,1 1 0,-1-1 0,1 0 0,-1 1 0,1 0 0,0-1 0,1 1 0,-1 0 0,1 0 0,0 0 0,0 6 0,-1 1 0,0 0 0,2 0 0,-1 0 0,1 1 0,1-1 0,0 0 0,1 0 0,1 0 0,-1 0 0,2 0 0,0-1 0,0 1 0,1-1 0,7 12 0,-5-13 0,-1 0 0,2-1 0,-1 0 0,1-1 0,1 0 0,-1 0 0,1-1 0,13 8 0,10 5 0,42 17 0,-61-30 0,5 1 20,1-1 0,1 0 0,-1-1 0,1-1 0,37 4 0,102-4-1505,-136-5-5341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2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55 24575,'-1'-2'0,"1"0"0,-1-1 0,0 1 0,1 0 0,-1 0 0,0 0 0,0 0 0,0 0 0,-1 0 0,1 0 0,0 0 0,-1 0 0,1 1 0,-1-1 0,0 1 0,1-1 0,-1 1 0,0-1 0,0 1 0,0 0 0,0 0 0,0 0 0,0 0 0,0 0 0,0 1 0,-4-2 0,-2 0 0,0 0 0,0 0 0,-1 0 0,1 1 0,-14 0 0,17 1 0,1 0 0,-1 0 0,1 1 0,0 0 0,0 0 0,-1 0 0,1 0 0,0 1 0,0-1 0,0 1 0,0 0 0,0 1 0,1-1 0,-1 1 0,1-1 0,-1 1 0,-3 5 0,2-3 0,1 1 0,0 0 0,1 0 0,-1 0 0,1 0 0,1 1 0,-1-1 0,1 1 0,0 0 0,-1 8 0,1 0 0,0-1 0,1 1 0,1-1 0,0 1 0,1 0 0,0-1 0,2 1 0,0-1 0,9 29 0,-8-33 0,1-1 0,1 1 0,0-1 0,0 1 0,0-2 0,2 1 0,-1-1 0,1 0 0,0 0 0,0-1 0,1 0 0,0-1 0,0 0 0,1 0 0,-1-1 0,1 0 0,0-1 0,1 0 0,-1-1 0,1 0 0,0 0 0,0-1 0,0-1 0,14 1 0,-21-2 0,-1 0 0,0-1 0,0 1 0,1-1 0,-1 0 0,0 0 0,0 0 0,0 0 0,0 0 0,0-1 0,0 1 0,0-1 0,-1 0 0,1 0 0,0 0 0,-1 0 0,1-1 0,-1 1 0,0-1 0,0 1 0,0-1 0,0 0 0,-1 1 0,1-1 0,-1 0 0,2-4 0,1-7 0,0 0 0,-1-1 0,0 1 0,0-27 0,5-18 0,10-1 0,3-14 0,-19 68 0,-1 0 0,0 1 0,0-1 0,0 0 0,-1 0 0,0 0 0,-1-11 0,23 81 0,-16-51 0,0 1 0,-1 1 0,-1-1 0,3 21 0,-3-19 0,0 0 0,0-1 0,1 0 0,1 0 0,1 0 0,0-1 0,1 1 0,16 21 0,-3-3 0,-17-26 0,1-1 0,0 0 0,0 1 0,1-2 0,-1 1 0,1-1 0,0 0 0,1 0 0,-1 0 0,1-1 0,0 0 0,0 0 0,14 4 0,-17-7 0,-1 0 0,0 0 0,0 0 0,1-1 0,-1 1 0,0-1 0,1 0 0,-1 0 0,0 0 0,1-1 0,-1 1 0,0-1 0,1 0 0,-1 0 0,0 0 0,0 0 0,0 0 0,0-1 0,0 0 0,0 1 0,0-1 0,-1 0 0,1 0 0,0 0 0,-1-1 0,0 1 0,0-1 0,1 1 0,-1-1 0,-1 0 0,1 0 0,0 0 0,-1 0 0,2-5 0,6-12 0,-1 0 0,-1-1 0,-1 0 0,-1-1 0,-1 1 0,-1-1 0,-1 0 0,0-29 0,1 27 0,1 20 0,4 13 0,92 151 0,-97-156 0,0 0 0,0 0 0,0 0 0,0-1 0,1 1 0,-1-1 0,1 0 0,0 0 0,0 0 0,8 3 0,-11-5 0,1 0 0,-1-1 0,0 1 0,1-1 0,-1 1 0,1-1 0,-1 0 0,0 0 0,1 0 0,-1 1 0,1-1 0,-1 0 0,1-1 0,-1 1 0,1 0 0,-1 0 0,0-1 0,1 1 0,-1-1 0,0 1 0,1-1 0,-1 1 0,0-1 0,1 0 0,-1 0 0,0 0 0,0 0 0,0 0 0,0 0 0,0 0 0,0 0 0,0 0 0,0 0 0,0 0 0,-1-1 0,1 1 0,0 0 0,-1 0 0,1-3 0,2-4 0,-1 0 0,0 0 0,-1 0 0,1-1 0,-2 1 0,1 0 0,-1-1 0,-1-8 0,0 8 0,1 0 0,0-1 0,0 1 0,1 0 0,4-18 0,-5 26 0,1 0 0,-1-1 0,1 1 0,-1 0 0,1-1 0,-1 1 0,1 0 0,0 0 0,-1-1 0,1 1 0,0 0 0,0 0 0,0 0 0,0 0 0,0 0 0,2-1 0,-2 2 0,0 0 0,-1-1 0,1 1 0,0 0 0,-1 0 0,1 0 0,0 0 0,0 0 0,-1 1 0,1-1 0,0 0 0,-1 0 0,1 0 0,-1 1 0,1-1 0,0 0 0,-1 1 0,1-1 0,-1 0 0,1 1 0,-1-1 0,1 1 0,-1-1 0,2 1 0,3 6 0,0-1 0,0 1 0,0 1 0,5 10 0,-1-1 0,-2-7 0,8 13 0,22 27 0,-27-41-1365,-1-6-5461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2.4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60 24575,'26'-1'0,"0"0"0,0-2 0,41-9 0,100-16 0,-125 21 0,1 3 0,0 1 0,81 5 0,-31 0 0,-67-2-1365,-2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3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90 307 24575,'5'-1'0,"-1"0"0,1-1 0,-1 0 0,1 1 0,-1-1 0,0-1 0,5-2 0,9-4 0,-7 3 0,0 0 0,0-1 0,-1 0 0,0-1 0,0 0 0,0 0 0,-1-1 0,-1 0 0,10-13 0,-12 14 0,0 0 0,-1 0 0,1-1 0,-2 0 0,1 0 0,-2 0 0,1 0 0,-1 0 0,0-1 0,-1 0 0,0 1 0,0-15 0,-2 21 0,0 1 0,0 0 0,0-1 0,-1 1 0,0 0 0,1-1 0,-1 1 0,0 0 0,0 0 0,0-1 0,0 1 0,0 0 0,-1 0 0,1 0 0,-1 0 0,1 1 0,-1-1 0,0 0 0,0 1 0,1-1 0,-1 1 0,0 0 0,0-1 0,-1 1 0,1 0 0,0 0 0,0 0 0,0 1 0,-1-1 0,1 0 0,0 1 0,-4-1 0,-9-1 0,0 1 0,0 0 0,-1 1 0,-14 1 0,12 0 0,12-1 0,0 0 0,0 1 0,0-1 0,1 1 0,-1 0 0,0 1 0,1-1 0,-1 1 0,1 0 0,-1 1 0,1-1 0,0 1 0,0 0 0,0 0 0,1 1 0,-1-1 0,1 1 0,-1 0 0,1 0 0,1 1 0,-1-1 0,1 1 0,-1 0 0,1 0 0,0 0 0,1 0 0,0 1 0,-1-1 0,2 1 0,-1-1 0,-1 12 0,-1 2 0,2-1 0,1 1 0,0 0 0,1-1 0,1 1 0,1 0 0,0-1 0,2 1 0,5 19 0,-2-26 0,1 1 0,0-1 0,1-1 0,0 1 0,1-2 0,0 1 0,0-1 0,20 14 0,0 1 0,-19-15 14,1-2-1,0 0 0,0 0 0,0-1 1,1 0-1,0-2 0,1 1 1,26 6-1,-14-6-384,1-1-1,-1-2 1,50 1 0,-52-4-6455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3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332 4 24575,'-59'-1'0,"37"-1"0,0 1 0,-1 1 0,1 1 0,0 2 0,0 0 0,0 1 0,-21 6 0,38-8 0,1 1 0,0-1 0,0 0 0,0 1 0,0 0 0,0 0 0,0 0 0,1 0 0,0 1 0,-1 0 0,1-1 0,1 1 0,-1 0 0,0 0 0,1 1 0,0-1 0,0 0 0,0 1 0,1-1 0,-1 1 0,0 8 0,-1 8 0,0 0 0,2 0 0,2 35 0,-1-33 0,1-15 0,0 0 0,0 0 0,0 1 0,1-1 0,0 0 0,0-1 0,1 1 0,0 0 0,1-1 0,-1 1 0,2-1 0,5 8 0,-2-5 0,0-1 0,0 0 0,1 0 0,1-1 0,-1 0 0,1-1 0,18 10 0,-9-7 0,1 0 0,0-2 0,0-1 0,1 0 0,0-1 0,1-2 0,-1 0 0,1-1 0,22 0 0,4-2-341,0-3 0,0-1-1,54-12 1,-79 10-6485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4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172 27 24575,'-6'-3'0,"0"-1"0,0 1 0,0 0 0,-1 0 0,1 1 0,-1 0 0,1 0 0,-1 0 0,0 1 0,0 0 0,0 1 0,1-1 0,-1 1 0,0 0 0,0 1 0,0 0 0,-9 2 0,13-1 0,0-1 0,0 1 0,0 0 0,1 0 0,-1 0 0,1 1 0,0-1 0,-1 1 0,1-1 0,0 1 0,0 0 0,1 0 0,-1 0 0,0 0 0,1 0 0,0 0 0,0 0 0,0 0 0,0 0 0,0 1 0,1-1 0,-1 6 0,0-1 0,0 0 0,1-1 0,0 1 0,0 0 0,1-1 0,0 1 0,0-1 0,1 1 0,3 7 0,-4-12 0,1 0 0,0 0 0,1 0 0,-1 0 0,0-1 0,1 1 0,-1-1 0,1 1 0,0-1 0,0 0 0,0 0 0,0-1 0,0 1 0,0 0 0,0-1 0,1 0 0,-1 0 0,1 0 0,-1 0 0,1 0 0,-1-1 0,1 0 0,-1 1 0,1-1 0,-1-1 0,6 1 0,2-1 0,-1 0 0,1-1 0,0 0 0,0-1 0,-1 0 0,1 0 0,13-8 0,-15 6 0,1 0 0,1 0 0,-1 1 0,1 1 0,21-5 0,-28 7 0,0 1 0,1 0 0,-1 0 0,0 0 0,1 1 0,-1-1 0,0 1 0,1 0 0,-1 0 0,0 1 0,0-1 0,0 1 0,0 0 0,0 0 0,0 0 0,-1 1 0,1-1 0,3 4 0,-6-5-18,8 7 53,0 0 0,0-1 0,15 8 0,-20-13-141,0-1 0,0 1 0,0-1-1,0 0 1,0 0 0,0 0 0,0 0-1,0-1 1,0 1 0,0-1 0,1 0-1,-1-1 1,4 0 0,15-4-6720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4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24575,'-1'37'0,"2"0"0,2 0 0,10 54 0,-5-60 0,0 0 0,24 53 0,-28-72-170,0 0-1,-1 1 0,0-1 1,-1 1-1,0-1 0,-1 1 1,0 16-1,-1-6-6655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4.6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0 122 24575,'1'-2'0,"-1"-1"0,1 1 0,0 0 0,0-1 0,0 1 0,0 0 0,0 0 0,1 0 0,-1 0 0,1 0 0,-1 0 0,1 0 0,0 0 0,-1 1 0,1-1 0,0 1 0,4-3 0,36-21 0,-28 19 0,0 2 0,0 0 0,0 1 0,1 0 0,-1 1 0,1 0 0,-1 1 0,1 1 0,26 3 0,-22-1 0,0-2 0,0 0 0,0-1 0,0-1 0,20-5 0,-19 3 67,39-5-1,7 0-1564,-43 3-5328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5.1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78 24575,'2'15'0,"0"0"0,0 0 0,1 0 0,1-1 0,10 24 0,-7-18 0,9 39 0,-8-23 0,2 0 0,1-1 0,23 48 0,-30-75 0,0 0 0,0-1 0,0 0 0,1 0 0,0 0 0,1 0 0,0-1 0,0 1 0,0-2 0,1 1 0,-1-1 0,1 0 0,0 0 0,11 5 0,-12-7 0,0-1 0,1 1 0,-1-1 0,1-1 0,0 1 0,0-1 0,-1 0 0,1 0 0,0-1 0,0 0 0,0 0 0,0-1 0,-1 0 0,1 0 0,0-1 0,0 1 0,-1-2 0,10-3 0,-13 4 0,0 0 0,1 0 0,-1-1 0,0 1 0,0-1 0,0 0 0,0 0 0,-1 0 0,1 0 0,-1-1 0,0 1 0,0-1 0,2-4 0,21-57 0,-13 30 0,36-106 0,-26 92 0,-15 37 0,-1-1 0,-1-1 0,5-15 0,-5 12 44,1 1-1,14-28 0,8-24-1538,-25 57-5331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5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66 24575,'79'1'0,"88"-3"0,-145-1 0,36-10 0,-25 5 0,8-2 0,-20 4 0,1 1 0,0 1 0,33-2 0,-13 7-34,-23-1-299,-1 0 1,1-1-1,19-3 0,-14-2-6493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5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24575,'1'-1'0,"-1"0"0,1 0 0,-1 0 0,1-1 0,-1 1 0,1 0 0,0 0 0,0 0 0,-1 0 0,1 0 0,0 0 0,0 0 0,0 1 0,0-1 0,0 0 0,0 0 0,1 1 0,-1-1 0,0 1 0,0-1 0,0 1 0,1-1 0,-1 1 0,0 0 0,0-1 0,1 1 0,1 0 0,42-5 0,-40 5 0,50-3 0,85 6 0,-122-1 0,-1 1 0,24 7 0,-34-8 0,-1 0 0,1 0 0,-1 1 0,1 0 0,-1 0 0,0 1 0,0-1 0,9 9 0,-11-7 0,-1 0 0,0 0 0,0 0 0,-1 0 0,1 1 0,-1-1 0,0 1 0,-1 0 0,1-1 0,-1 1 0,0 0 0,0 0 0,-1 0 0,0 7 0,0-3 0,0 0 0,-1 0 0,0 0 0,-1 0 0,0 0 0,0 0 0,-7 14 0,1-9-28,-1-2 1,0 1-1,-1-1 0,0-1 0,-1 0 0,-1 0 0,-12 10 1,-3 2-1116,10-7-5683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5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7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1 308 24575,'6'-1'0,"1"0"0,0-1 0,-1 0 0,1 0 0,-1 0 0,0 0 0,0-1 0,0 0 0,11-8 0,22-9 0,-31 16 0,0-1 0,0 1 0,-1-1 0,0-1 0,1 1 0,-2-1 0,1-1 0,-1 1 0,10-14 0,2-4 0,22-43 0,-38 65 0,-1 0 0,0 0 0,0 0 0,0 0 0,0-1 0,0 1 0,0 0 0,-1-1 0,1 1 0,-1-1 0,1 1 0,-1 0 0,0-1 0,0 1 0,0-1 0,0 1 0,-1-1 0,1 1 0,-1 0 0,1-1 0,-1 1 0,0-1 0,0 1 0,-2-3 0,1 2 0,-1 0 0,1 0 0,-1 1 0,0-1 0,0 1 0,0 0 0,-1-1 0,1 2 0,0-1 0,-1 0 0,1 1 0,-1-1 0,0 1 0,-4-1 0,0 0 0,0 1 0,0-1 0,0 1 0,0 1 0,0-1 0,0 2 0,0-1 0,0 1 0,1 0 0,-1 0 0,0 1 0,0 0 0,1 1 0,-1 0 0,-7 4 0,11-4 0,0 0 0,1 1 0,-1-1 0,1 1 0,0 0 0,0 0 0,0 1 0,0-1 0,1 0 0,0 1 0,0 0 0,0-1 0,0 1 0,1 0 0,0 0 0,-1 6 0,0 9 0,0-1 0,4 39 0,-1-28 0,-1-23 0,1 0 0,-1 0 0,1 0 0,1 0 0,-1 0 0,1 0 0,0 0 0,1 0 0,0 0 0,0-1 0,7 11 0,-7-13 0,0 0 0,0-1 0,1 1 0,-1-1 0,1 0 0,0 0 0,0 0 0,0-1 0,0 1 0,0-1 0,1 0 0,-1 0 0,1-1 0,0 1 0,-1-1 0,1 0 0,0 0 0,6 0 0,81 11 0,-44-5 0,59 1 0,-67-7 0,-26 0 0,0 0 0,0-1 0,0 0 0,0-1 0,0-1 0,0 0 0,-1-1 0,15-5 0,-25 7-72,-1-1 1,1 1-1,-1-1 0,0 1 0,1-1 0,-1 0 0,0 0 0,0 0 1,0 0-1,0-1 0,-1 1 0,1 0 0,-1-1 0,1 1 0,-1-1 1,0 0-1,0 1 0,1-6 0,3-11-6754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24 24575,'0'-1'0,"-1"-1"0,1 1 0,-1 0 0,1 0 0,-1 0 0,0 0 0,0-1 0,1 1 0,-1 0 0,0 0 0,0 0 0,0 1 0,0-1 0,0 0 0,0 0 0,0 0 0,0 1 0,-1-1 0,1 1 0,0-1 0,0 1 0,-1-1 0,1 1 0,0 0 0,0-1 0,-1 1 0,1 0 0,0 0 0,-2 0 0,-2-1 0,1 1 0,-1 0 0,0-1 0,1 1 0,-1 1 0,0-1 0,-4 2 0,6-1 0,-1 1 0,1 0 0,0 0 0,0 0 0,0 1 0,0-1 0,1 1 0,-1-1 0,1 1 0,-1 0 0,1 0 0,0 0 0,0 0 0,-2 5 0,-23 53 0,21-44 0,2-7 0,1 1 0,0-1 0,0 1 0,1 0 0,0-1 0,1 1 0,0 0 0,2 17 0,-1-24 0,0 0 0,1 1 0,0-1 0,0 0 0,0 0 0,0 0 0,1 0 0,-1 0 0,1 0 0,0 0 0,0 0 0,0-1 0,1 1 0,-1-1 0,1 0 0,0 0 0,0 0 0,0 0 0,1 0 0,-1 0 0,0-1 0,1 0 0,0 0 0,4 2 0,12 4 0,2-2 0,-1 0 0,1-2 0,0 0 0,0-2 0,0 0 0,0-1 0,0-1 0,27-4 0,-5-7-1365,-26 5-5461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8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0 24575,'-4'0'0,"-7"0"0,-6 0 0,-4 0 0,1 5 0,4 6 0,4 5 0,5 6 0,3 3 0,3 2 0,6-4 0,6-5 0,7-7 0,0-8 0,-4-6-8191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8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24575,'5'0'0,"1"5"0,0 6 0,3 1 0,1 3 0,3-1 0,-1 2 0,2-2 0,-1 2 0,2-3 0,3-2 0,-2 0 0,-3-5 0,0-5 0,-1-6 0,-4-8 0,-2-5 0,-3-1-8191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8.6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24575,'0'492'-1365,"0"-468"-5461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8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83 24575,'1'-1'0,"-1"0"0,0 0 0,1 0 0,-1 0 0,1 0 0,-1 0 0,1 0 0,-1 0 0,1 0 0,0 0 0,0 0 0,-1 0 0,1 0 0,0 1 0,0-1 0,0 0 0,0 1 0,0-1 0,0 1 0,0-1 0,0 1 0,0-1 0,0 1 0,0 0 0,0-1 0,0 1 0,2 0 0,39-6 0,-30 4 0,129-25 0,-81 15 0,-37 7 0,-1 0 0,37-1 0,160 7-1365,-196-1-5461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9.0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24575,'5'0'0,"1"-4"0,4-2 0,6 0 0,4 1 0,4 2 0,2 0 0,1 2 0,1 1 0,0 0 0,1 0 0,-1 0 0,-1 1 0,-4-1-8191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9.2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 24575,'106'2'0,"117"-5"0,-156-9 113,3-2-1591,-48 13-5348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9.5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1 462 24575,'0'-5'0,"1"0"0,0 0 0,1 0 0,-1 0 0,1 0 0,0 1 0,0-1 0,1 0 0,-1 1 0,1 0 0,0 0 0,0 0 0,0 0 0,1 0 0,-1 0 0,1 1 0,7-6 0,-4 3 0,0-1 0,0 1 0,-1-2 0,7-9 0,-5 0 0,0 1 0,-2-1 0,0 0 0,-1-1 0,0 1 0,1-20 0,-3 21 0,0 0 0,0 0 0,2 0 0,0 1 0,1-1 0,0 1 0,15-25 0,6-4 0,-27 44 0,0 0 0,0 0 0,0 0 0,0 0 0,1 0 0,-1 0 0,0 0 0,0 0 0,0 0 0,1 0 0,-1 0 0,0 0 0,0 0 0,0 0 0,1 0 0,-1 0 0,0 0 0,0 0 0,0 0 0,1 0 0,-1 0 0,0 0 0,0 0 0,0 0 0,1 1 0,-1-1 0,0 0 0,0 0 0,0 0 0,0 0 0,0 0 0,1 1 0,-1-1 0,0 0 0,0 0 0,0 0 0,0 0 0,0 1 0,0-1 0,0 0 0,0 0 0,1 0 0,-1 1 0,0-1 0,0 0 0,0 0 0,0 0 0,0 1 0,0-1 0,0 0 0,0 0 0,0 0 0,0 1 0,-1-1 0,1 0 0,0 0 0,0 0 0,0 1 0,0-1 0,0 0 0,1 16 0,-3 178 0,3 79 0,11-206 15,-8-56-168,-2 0-1,1 0 1,-1 0 0,-1 1-1,0-1 1,-1 1 0,0-1-1,-3 17 1,-2-10-6673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49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56 24575,'3'-3'0,"1"1"0,-1-1 0,1 1 0,-1 0 0,1 0 0,-1 0 0,1 0 0,0 1 0,0 0 0,0 0 0,6-1 0,52-4 0,-12 2 0,30-8-89,-1 5 1,141 4-1,-132 3-1010,-64 0-5727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0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0 153 24575,'20'-1'0,"0"-1"0,34-8 0,14-1 0,17-4 0,-60 10 0,0 0 0,35-1 0,0 7 0,-38 0 0,-1-1 0,1-1 0,-1 0 0,41-9 0,-37 4 3,0 2 0,1 1 0,36-1 0,-31 3-72,56-9 0,-49 4-139,0 2-1,49 0 1,-3 1 203,19-10 5,-58 6 0,53 0 0,-13 8-49,-50 1-189,0-1 0,1-2 0,-1-2 0,37-7-1,-48 4-5956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2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415 1 24575,'-70'-1'0,"-78"3"0,138 0 0,-1-1 0,1 1 0,0 1 0,0 0 0,0 1 0,1-1 0,-1 2 0,1 0 0,0 0 0,0 0 0,-9 8 0,12-8 0,0 0 0,1 0 0,0 0 0,0 1 0,0 0 0,0 0 0,1 0 0,0 0 0,0 1 0,1 0 0,0-1 0,0 1 0,1 0 0,0 1 0,0-1 0,-1 8 0,0 6 0,2 1 0,0 0 0,2 0 0,4 34 0,-3-46 0,0 0 0,1 0 0,0-1 0,0 1 0,1-1 0,1 0 0,-1 0 0,1 0 0,1-1 0,0 1 0,0-1 0,8 8 0,-8-10 0,0 0 0,0-1 0,1 1 0,0-1 0,0-1 0,0 1 0,1-1 0,-1 0 0,1-1 0,0 0 0,16 4 0,7 1 0,0-1 0,1-1 0,0-2 0,35-1 0,-55-3 0,1 0 0,-1-2 0,0 1 0,0-2 0,1 0 0,-2 0 0,1-1 0,0 0 0,-1-1 0,1-1 0,-2 0 0,1 0 0,15-12 0,-20 13 0,-1 1 0,1-1 0,-1-1 0,0 1 0,-1-1 0,1 1 0,-1-1 0,0-1 0,-1 1 0,1 0 0,-1-1 0,-1 0 0,1 0 0,-1 0 0,0 0 0,-1 0 0,0 0 0,1-8 0,-6 57 0,4 68 0,1-50 0,0-39 0,1-1 0,9 38 0,-6-36 0,-1 0 0,1 27 0,-3-25 0,9 46 0,-6-46 0,4 49 0,-8-50 0,-3 201 0,1-220 0,0 0 0,0 1 0,0-1 0,-1 0 0,1 1 0,-1-1 0,0 0 0,0 0 0,-1 0 0,1-1 0,-1 1 0,0-1 0,0 1 0,0-1 0,0 0 0,-1 0 0,1 0 0,-1 0 0,0-1 0,1 0 0,-1 1 0,0-1 0,-1-1 0,1 1 0,0-1 0,-7 2 0,-12 3 0,0-1 0,0-1 0,-41 1 0,62-5 0,-2 0 0,1 1 0,-1-1 0,0 0 0,0 0 0,1-1 0,-1 1 0,1-1 0,-1 0 0,0 0 0,1 0 0,-1 0 0,1 0 0,0-1 0,-1 0 0,1 1 0,-4-4 0,5 2 0,-1 0 0,1 0 0,0 0 0,0 0 0,0 0 0,1 0 0,-1-1 0,1 1 0,-1-1 0,1 1 0,0-1 0,1 0 0,-1 1 0,1-1 0,-1 0 0,1-4 0,-1-59 0,8-89 0,-6 151 0,-1-1 0,1 1 0,1 0 0,-1 0 0,1 0 0,-1 0 0,2 0 0,-1 0 0,0 1 0,1-1 0,0 1 0,0 0 0,5-6 0,1 1 0,1 0 0,1 1 0,18-12 0,23-18 0,-44 32 0,0 0 0,1 0 0,0 1 0,0 1 0,12-5 0,-11 5 0,0-1 0,0 0 0,15-11 0,-22 14 0,0-1 0,0 0 0,0 0 0,0 0 0,-1 0 0,1 0 0,-1 0 0,0-1 0,0 1 0,0-1 0,0 0 0,-1 1 0,0-1 0,2-5 0,1-14-1365,-2 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2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 24575,'0'385'0,"-1"-365"0,-1 1 0,-9 35 0,7-34 0,0 0 0,-2 26 0,6-28 0,2 179 0,-2-195 0,1 0 0,0 0 0,0-1 0,1 1 0,-1 0 0,1 0 0,0-1 0,-1 1 0,2-1 0,-1 1 0,4 3 0,-6-6 0,0-1 0,1 1 0,-1-1 0,1 0 0,-1 1 0,1-1 0,-1 1 0,1-1 0,-1 0 0,1 1 0,-1-1 0,1 0 0,0 0 0,-1 1 0,1-1 0,-1 0 0,1 0 0,0 0 0,-1 0 0,1 0 0,0 0 0,-1 0 0,1 0 0,-1 0 0,1 0 0,1 0 0,-1-1 0,0 0 0,0 0 0,0 0 0,0 0 0,0 0 0,0-1 0,-1 1 0,1 0 0,0 0 0,-1-1 0,1 1 0,0 0 0,-1-1 0,0 1 0,1 0 0,-1-1 0,0-2 0,5-45-1365,-4 25-5461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2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24575,'0'32'0,"2"0"0,0-1 0,11 48 0,5 26 0,-13-71 0,1 0 0,1 0 0,13 34 0,-14-52 0,-1-1 0,1 0 0,0-1 0,16 27 0,-19-37 0,0 0 0,1 0 0,-1 0 0,1-1 0,-1 1 0,1-1 0,0 0 0,0 0 0,0-1 0,1 1 0,-1-1 0,1 0 0,-1 0 0,1 0 0,0 0 0,9 1 0,14 0-21,0-1 0,55-4-1,-35 1-1279,-24 0-5525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3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24575,'1'1'0,"1"-1"0,-1 1 0,0-1 0,0 1 0,0-1 0,1 1 0,-1 0 0,0 0 0,0-1 0,0 1 0,0 0 0,0 0 0,-1 0 0,1 0 0,0 0 0,0 0 0,-1 1 0,1-1 0,0 0 0,0 1 0,12 30 0,-11-29 0,2 14 0,1-1 0,-2 1 0,0-1 0,1 34 0,-3-28 0,1-1 0,7 30 0,24 79 0,-30-111 0,0 0 0,-1 0 0,0 21 0,-2-21 0,1 0 0,1 0 0,6 24 0,5 15 0,-9-124-1365,-5 41-5461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3.5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24575,'3'4'0,"-1"-1"0,1 1 0,-1 0 0,0-1 0,0 1 0,0 0 0,0 0 0,-1 0 0,0 0 0,0 1 0,2 7 0,1 52 0,-4-49 0,14 105 0,-8-83 0,2 56 0,-9 154 0,1-255-84,-1-10-172,1 0 0,2-1-1,0 1 1,5-25 0,-1 23-6570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8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24575,'384'0'0,"-364"1"0,1 2 0,36 7 0,-36-5 0,2-1 0,25 1 0,305-4 85,-170-2-1535,-171 1-5376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9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24575,'23'0'0,"-7"-1"0,-1 0 0,1 2 0,-1 0 0,1 0 0,-1 2 0,0 0 0,0 0 0,0 1 0,17 8 0,93 42 0,-54-25 0,-48-20 0,0-2 0,31 7 0,-26-8 0,36 13 0,-7-2 0,-44-15 0,-1 1 0,0 1 0,0 0 0,-1 1 0,1 0 0,17 11 0,-28-15 0,1-1 0,-1 1 0,1 0 0,-1 0 0,0 0 0,0 1 0,0-1 0,0 0 0,0 0 0,0 1 0,0-1 0,0 1 0,0-1 0,-1 0 0,1 1 0,0-1 0,-1 1 0,1 0 0,-1-1 0,0 1 0,0-1 0,1 1 0,-1 3 0,-1-3 0,0 0 0,0 0 0,1 1 0,-1-1 0,-1 0 0,1 0 0,0 0 0,0 0 0,-1 0 0,1-1 0,-1 1 0,0 0 0,1-1 0,-4 3 0,-4 2 0,0 0 0,0-1 0,0 0 0,-1 0 0,0-1 0,-11 3 0,-47 11 0,24-7 0,-47 19 0,54-18 0,-48 11 0,-23 7 0,63-19 0,31-8 0,0 0 0,-1 1 0,2 1 0,-24 10 0,35-14 0,0 0 0,0 0 0,0 0 0,0 0 0,0 1 0,1-1 0,-1 1 0,0-1 0,1 1 0,-1 0 0,1-1 0,-1 1 0,1 0 0,0 0 0,0 0 0,0 0 0,0 0 0,0 0 0,1 1 0,-1-1 0,1 0 0,-1 0 0,1 1 0,0-1 0,0 0 0,0 0 0,0 1 0,0-1 0,0 0 0,0 0 0,1 1 0,0-1 0,-1 0 0,1 0 0,1 3 0,0-2 0,0 0 0,0 0 0,0 0 0,0 0 0,0-1 0,1 1 0,-1-1 0,1 0 0,0 1 0,0-1 0,0-1 0,0 1 0,0 0 0,0-1 0,0 1 0,6 1 0,63 15 0,-57-15 0,85 21 0,-55-11 0,78 10 0,25-21-365,-111-4 286,-1 2 1,0 1-1,60 10 0,-33-1 79,-1-3 0,1-3 0,99-6 0,-47 0 0,11 2-685,-115 0-6141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2:59.8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118 170 24575,'10'-1'0,"-1"-1"0,0 0 0,1 0 0,-1-1 0,0 0 0,-1-1 0,1 0 0,0 0 0,-1-1 0,0 0 0,0 0 0,-1-1 0,1 0 0,-1 0 0,9-11 0,-15 15 0,1 1 0,-1 0 0,0-1 0,0 1 0,0-1 0,0 1 0,0-1 0,0 1 0,0-1 0,0 0 0,-1 1 0,1-1 0,-1 0 0,1 0 0,-1 0 0,0 1 0,0-1 0,0 0 0,1 0 0,-2 0 0,1 0 0,0 1 0,0-1 0,-1 0 0,1 0 0,-1 0 0,1 1 0,-1-1 0,0 0 0,0 1 0,1-1 0,-1 0 0,-1 1 0,1-1 0,0 1 0,0 0 0,0-1 0,-1 1 0,1 0 0,-1 0 0,-1-2 0,-4 0 0,1-1 0,-1 2 0,1-1 0,-1 0 0,0 1 0,0 1 0,0-1 0,0 1 0,-11-1 0,-1 1 0,4 0 0,0 0 0,0 1 0,1 1 0,-20 3 0,31-4 0,0 1 0,0-1 0,1 1 0,-1 0 0,0 0 0,0 0 0,1 1 0,-1-1 0,0 1 0,1-1 0,0 1 0,-1 0 0,1 0 0,0 0 0,0 0 0,0 0 0,0 1 0,0-1 0,1 0 0,-1 1 0,1-1 0,-1 1 0,1 0 0,0 0 0,0-1 0,0 1 0,0 3 0,-2 9 0,1 0 0,1 0 0,1 0 0,0 0 0,0 0 0,2 0 0,0 0 0,0-1 0,1 1 0,7 17 0,-6-26 0,-1-1 0,1 1 0,1-1 0,-1 0 0,1 0 0,0-1 0,0 1 0,0-1 0,0 0 0,7 3 0,-3-1 0,1-1 0,-1 0 0,1-1 0,0 0 0,17 5 0,0-5 0,1-1 0,0-2 0,0 0 0,46-6 0,-51 0-1365,-5-1-5461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3:00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24575,'2'0'0,"0"0"0,1 0 0,-1 1 0,0-1 0,0 1 0,0-1 0,0 1 0,0 0 0,0 0 0,0 0 0,0 0 0,0 0 0,0 0 0,0 0 0,0 1 0,-1-1 0,1 1 0,-1-1 0,1 1 0,-1 0 0,1 0 0,-1-1 0,0 1 0,0 0 0,0 0 0,0 0 0,0 0 0,0 1 0,-1-1 0,1 4 0,2 8 0,-1 0 0,-1 0 0,0 28 0,-1-9 0,1-27 0,0-1 0,0 1 0,0 0 0,0-1 0,1 1 0,0-1 0,0 0 0,0 1 0,1-1 0,0 0 0,0-1 0,0 1 0,0 0 0,1-1 0,0 0 0,8 8 0,-9-10 0,0 0 0,1 1 0,-1-1 0,1-1 0,0 1 0,0 0 0,0-1 0,0 0 0,0 0 0,0 0 0,0 0 0,0-1 0,0 1 0,0-1 0,0 0 0,0-1 0,0 1 0,0-1 0,1 1 0,-1-1 0,0 0 0,-1-1 0,8-2 0,-6 1 0,0 0 0,0-1 0,-1 1 0,0-1 0,1 0 0,-1 0 0,-1-1 0,1 1 0,-1-1 0,1 1 0,-1-1 0,0 0 0,3-10 0,2-3 0,-2 0 0,9-34 0,-10 26-1365,-2 2-5461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4:03:00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288C-1686-D5E3-896D-2E4AEDE04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96C5E-7AE6-8999-F2F0-96AFC769B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F9DA2-609D-3EA2-E05E-7C266423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A871C-D5DF-B3EC-6670-8E59F446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8F5C-8E19-4C8B-F709-996A5024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9208-7E5E-4C9B-3C9D-931CBE18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30A9-7167-C13E-F990-087112A9A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11B14-7DD6-37EE-55BF-1F23EC28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C7DA5-6F7D-B13F-9343-E2F81D16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B6088-A2A6-A2E7-E771-6FE909A1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61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8960-7A79-F133-934A-DE58E88B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12559-3FC4-46B6-03D6-230D1DECF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83490-9671-9F84-AFC3-CE698806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51075-BF09-7EA6-52FA-D6ECA129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04F99-569F-10DA-5974-B53B498E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FB9F-583E-75A9-3BAA-8F0004DE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D130B-7743-0490-583F-1730818F1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F6060-D327-D0C0-C5E3-42A3EBA43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59A22-40FB-82AB-FA43-6233F78B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0CEF9-5253-4ED9-729A-48F7A580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151A7-E394-1938-8289-05F22AB5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1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C438-307F-8A20-F944-132441E6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A4180-1AC3-33DA-FE7C-67981690E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CBFB0-8235-F4A2-9CDC-0D2D60ADF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C9013-8723-08BE-F78F-64332396F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F9946-5AEC-DEC3-878D-9E85DAA85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65401-99DF-79EB-D97A-152EEE8C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BBC6B-D033-CCA5-E147-7EF1E6D3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C2576-40E1-8D27-DE6E-F67C4705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3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B2470-03BF-8515-D01F-EE38D85F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9FD5D6-FEC3-4376-952E-31A3E813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248EE-ACD3-BE86-9E4D-6AB8CB85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7BE57-977D-267A-2797-A75C55A7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8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8004C-F487-996D-89CA-94D72F98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18751-2B5F-DDD8-CAB1-1B2F12DB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C3BF6-0C0B-B421-D834-F196304B8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5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E568-74A1-49F6-CE92-9D2CB51B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C71D-4449-0705-DF97-6CC7B7788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83510-8268-E40F-80CE-790D3C6A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DCBA5-8C13-95F6-B86F-FFBF67C3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3C809-2ACC-F79C-3642-0E180ECA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3D791-F0EA-13BF-33B4-02735CE8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4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AC23-F19F-4319-1CD5-06010416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A5BE0-E4CD-F943-D9F7-E27763CA0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47ECB-A54C-464C-FE27-8220C9F05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2C482-656D-3713-126C-4826B877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2FD78-1C18-74BA-2BEF-6FAFE57E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4AE4F-0204-28A5-3D40-584D5F0E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5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4E18-798D-8E6D-DED8-AADF4B21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972FF-1172-AA01-7708-81855FBB8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BE154-262F-D346-51C7-C815D8F8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1F096-C749-8601-D142-5A278F2E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0BB3A-DC39-C24A-3327-636C77282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2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A8A37-38F9-28BE-1652-6B179AD5F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63910-3F36-5EB9-34DB-0A068175A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6E9AD-EEDA-7CDE-39BF-01676C3F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CEAA6-C94D-1B16-40BA-D68E52B8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0C84-17D9-0BF3-2A56-34D427A6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8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60295-95D8-E2E3-F81B-75F2C7B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8906C-7708-47FD-6EA3-58CC3220D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DBD76-3BDB-9E47-F72E-D9CC7B301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80F9B-A6B3-4FEB-884F-3CC67D9F6E5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76C75-63BD-E99D-00B9-CB2E19EAE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23666-06A7-6244-9FC7-8394F0FA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45537-0756-42CA-8BE7-966CC312F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image" Target="../media/image10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84" Type="http://schemas.openxmlformats.org/officeDocument/2006/relationships/image" Target="../media/image42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6" Type="http://schemas.openxmlformats.org/officeDocument/2006/relationships/customXml" Target="../ink/ink8.xml"/><Relationship Id="rId107" Type="http://schemas.openxmlformats.org/officeDocument/2006/relationships/customXml" Target="../ink/ink53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28" Type="http://schemas.openxmlformats.org/officeDocument/2006/relationships/image" Target="../media/image64.png"/><Relationship Id="rId5" Type="http://schemas.openxmlformats.org/officeDocument/2006/relationships/image" Target="../media/image2.png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9.png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124" Type="http://schemas.openxmlformats.org/officeDocument/2006/relationships/image" Target="../media/image62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2.xml"/><Relationship Id="rId7" Type="http://schemas.openxmlformats.org/officeDocument/2006/relationships/image" Target="../media/image3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8" Type="http://schemas.openxmlformats.org/officeDocument/2006/relationships/customXml" Target="../ink/ink4.xml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20" Type="http://schemas.openxmlformats.org/officeDocument/2006/relationships/customXml" Target="../ink/ink10.xml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" Type="http://schemas.openxmlformats.org/officeDocument/2006/relationships/image" Target="../media/image7.png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4DF8340-03C8-43E2-AB6D-D7C789592A04}"/>
              </a:ext>
            </a:extLst>
          </p:cNvPr>
          <p:cNvGrpSpPr/>
          <p:nvPr/>
        </p:nvGrpSpPr>
        <p:grpSpPr>
          <a:xfrm>
            <a:off x="46370" y="156468"/>
            <a:ext cx="1466640" cy="374760"/>
            <a:chOff x="46370" y="156468"/>
            <a:chExt cx="146664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3EA9696-AA65-36A4-08F3-C645828849A6}"/>
                    </a:ext>
                  </a:extLst>
                </p14:cNvPr>
                <p14:cNvContentPartPr/>
                <p14:nvPr/>
              </p14:nvContentPartPr>
              <p14:xfrm>
                <a:off x="46370" y="156468"/>
                <a:ext cx="386640" cy="347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3EA9696-AA65-36A4-08F3-C645828849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050" y="152148"/>
                  <a:ext cx="3952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81FC96-C5C7-9634-380B-2084113720BA}"/>
                    </a:ext>
                  </a:extLst>
                </p14:cNvPr>
                <p14:cNvContentPartPr/>
                <p14:nvPr/>
              </p14:nvContentPartPr>
              <p14:xfrm>
                <a:off x="359930" y="314508"/>
                <a:ext cx="82800" cy="187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81FC96-C5C7-9634-380B-2084113720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5610" y="310188"/>
                  <a:ext cx="91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B67373-8C76-6EB0-6154-01F52FD7E17E}"/>
                    </a:ext>
                  </a:extLst>
                </p14:cNvPr>
                <p14:cNvContentPartPr/>
                <p14:nvPr/>
              </p14:nvContentPartPr>
              <p14:xfrm>
                <a:off x="334010" y="284628"/>
                <a:ext cx="297000" cy="3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B67373-8C76-6EB0-6154-01F52FD7E1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9690" y="280308"/>
                  <a:ext cx="305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84FF5F2-C26A-4162-8742-A7477FA3594D}"/>
                    </a:ext>
                  </a:extLst>
                </p14:cNvPr>
                <p14:cNvContentPartPr/>
                <p14:nvPr/>
              </p14:nvContentPartPr>
              <p14:xfrm>
                <a:off x="265250" y="518988"/>
                <a:ext cx="372960" cy="1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84FF5F2-C26A-4162-8742-A7477FA359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930" y="514668"/>
                  <a:ext cx="381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0D3C202-C4C5-67E8-F432-CA007BD9F919}"/>
                    </a:ext>
                  </a:extLst>
                </p14:cNvPr>
                <p14:cNvContentPartPr/>
                <p14:nvPr/>
              </p14:nvContentPartPr>
              <p14:xfrm>
                <a:off x="745850" y="293988"/>
                <a:ext cx="287640" cy="229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0D3C202-C4C5-67E8-F432-CA007BD9F9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1530" y="289668"/>
                  <a:ext cx="296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063133-EFBC-8582-3900-6FB878ADCAE8}"/>
                    </a:ext>
                  </a:extLst>
                </p14:cNvPr>
                <p14:cNvContentPartPr/>
                <p14:nvPr/>
              </p14:nvContentPartPr>
              <p14:xfrm>
                <a:off x="1238690" y="372828"/>
                <a:ext cx="245160" cy="3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063133-EFBC-8582-3900-6FB878ADCA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34370" y="368508"/>
                  <a:ext cx="253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71D1F5C-6117-6678-6AA5-E3D0360CA85F}"/>
                    </a:ext>
                  </a:extLst>
                </p14:cNvPr>
                <p14:cNvContentPartPr/>
                <p14:nvPr/>
              </p14:nvContentPartPr>
              <p14:xfrm>
                <a:off x="1218890" y="481548"/>
                <a:ext cx="294120" cy="1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71D1F5C-6117-6678-6AA5-E3D0360CA8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4570" y="477228"/>
                  <a:ext cx="3027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F58856-04FC-3A92-2C33-B219FABECBF2}"/>
              </a:ext>
            </a:extLst>
          </p:cNvPr>
          <p:cNvGrpSpPr/>
          <p:nvPr/>
        </p:nvGrpSpPr>
        <p:grpSpPr>
          <a:xfrm>
            <a:off x="1748090" y="58908"/>
            <a:ext cx="1675440" cy="758880"/>
            <a:chOff x="1748090" y="58908"/>
            <a:chExt cx="1675440" cy="75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415505-4CAD-DBDC-C996-4BA82BDB8DDC}"/>
                    </a:ext>
                  </a:extLst>
                </p14:cNvPr>
                <p14:cNvContentPartPr/>
                <p14:nvPr/>
              </p14:nvContentPartPr>
              <p14:xfrm>
                <a:off x="1748090" y="58908"/>
                <a:ext cx="139680" cy="524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415505-4CAD-DBDC-C996-4BA82BDB8D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43770" y="54588"/>
                  <a:ext cx="148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66D9DE-8B3F-5D7B-CFC8-DC85F5BEBBB5}"/>
                    </a:ext>
                  </a:extLst>
                </p14:cNvPr>
                <p14:cNvContentPartPr/>
                <p14:nvPr/>
              </p14:nvContentPartPr>
              <p14:xfrm>
                <a:off x="2094050" y="363468"/>
                <a:ext cx="227880" cy="240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66D9DE-8B3F-5D7B-CFC8-DC85F5BEBB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89730" y="359148"/>
                  <a:ext cx="236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398738-8B38-0B6C-D460-8F593269EE4D}"/>
                    </a:ext>
                  </a:extLst>
                </p14:cNvPr>
                <p14:cNvContentPartPr/>
                <p14:nvPr/>
              </p14:nvContentPartPr>
              <p14:xfrm>
                <a:off x="2426690" y="425028"/>
                <a:ext cx="89280" cy="127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398738-8B38-0B6C-D460-8F593269EE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22370" y="420708"/>
                  <a:ext cx="97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C07658-F67E-8B2D-80BF-E09EAF825F8C}"/>
                    </a:ext>
                  </a:extLst>
                </p14:cNvPr>
                <p14:cNvContentPartPr/>
                <p14:nvPr/>
              </p14:nvContentPartPr>
              <p14:xfrm>
                <a:off x="2566010" y="511068"/>
                <a:ext cx="31680" cy="133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C07658-F67E-8B2D-80BF-E09EAF825F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61690" y="506748"/>
                  <a:ext cx="40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642408-F75C-7355-6343-162DE73F92F0}"/>
                    </a:ext>
                  </a:extLst>
                </p14:cNvPr>
                <p14:cNvContentPartPr/>
                <p14:nvPr/>
              </p14:nvContentPartPr>
              <p14:xfrm>
                <a:off x="2701370" y="412788"/>
                <a:ext cx="159120" cy="405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642408-F75C-7355-6343-162DE73F92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97050" y="408468"/>
                  <a:ext cx="1677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B0EB15-748E-B646-EFDC-CC59F46E3513}"/>
                    </a:ext>
                  </a:extLst>
                </p14:cNvPr>
                <p14:cNvContentPartPr/>
                <p14:nvPr/>
              </p14:nvContentPartPr>
              <p14:xfrm>
                <a:off x="2922050" y="530868"/>
                <a:ext cx="86400" cy="142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B0EB15-748E-B646-EFDC-CC59F46E35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17730" y="526548"/>
                  <a:ext cx="95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93F465-E632-0FD8-C0AC-38A02F1A15DF}"/>
                    </a:ext>
                  </a:extLst>
                </p14:cNvPr>
                <p14:cNvContentPartPr/>
                <p14:nvPr/>
              </p14:nvContentPartPr>
              <p14:xfrm>
                <a:off x="3001610" y="373188"/>
                <a:ext cx="202680" cy="129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93F465-E632-0FD8-C0AC-38A02F1A15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97290" y="368868"/>
                  <a:ext cx="211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E27F89-18B4-3117-049E-347A8FBC61DC}"/>
                    </a:ext>
                  </a:extLst>
                </p14:cNvPr>
                <p14:cNvContentPartPr/>
                <p14:nvPr/>
              </p14:nvContentPartPr>
              <p14:xfrm>
                <a:off x="3037970" y="428628"/>
                <a:ext cx="162720" cy="4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E27F89-18B4-3117-049E-347A8FBC61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33650" y="424308"/>
                  <a:ext cx="1713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0EF56EC-01C9-866A-04FA-ECFCD7233147}"/>
                    </a:ext>
                  </a:extLst>
                </p14:cNvPr>
                <p14:cNvContentPartPr/>
                <p14:nvPr/>
              </p14:nvContentPartPr>
              <p14:xfrm>
                <a:off x="2906930" y="245748"/>
                <a:ext cx="516600" cy="496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0EF56EC-01C9-866A-04FA-ECFCD72331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02610" y="241428"/>
                  <a:ext cx="525240" cy="505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6E47AC93-8B98-0518-8C2C-D04331FC09A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47" y="107299"/>
            <a:ext cx="4549863" cy="3018226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11C7D78E-19A8-8CDC-7735-7097D13C7EE0}"/>
              </a:ext>
            </a:extLst>
          </p:cNvPr>
          <p:cNvGrpSpPr/>
          <p:nvPr/>
        </p:nvGrpSpPr>
        <p:grpSpPr>
          <a:xfrm>
            <a:off x="6526730" y="205788"/>
            <a:ext cx="4456080" cy="3335040"/>
            <a:chOff x="6526730" y="205788"/>
            <a:chExt cx="4456080" cy="333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3F3194-795E-EDE3-8931-683AAE02EDAA}"/>
                    </a:ext>
                  </a:extLst>
                </p14:cNvPr>
                <p14:cNvContentPartPr/>
                <p14:nvPr/>
              </p14:nvContentPartPr>
              <p14:xfrm>
                <a:off x="6526730" y="205788"/>
                <a:ext cx="2008440" cy="798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3F3194-795E-EDE3-8931-683AAE02EDA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22410" y="201468"/>
                  <a:ext cx="201708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0F6486-38AB-2CD7-0720-DFB85FB70ECF}"/>
                    </a:ext>
                  </a:extLst>
                </p14:cNvPr>
                <p14:cNvContentPartPr/>
                <p14:nvPr/>
              </p14:nvContentPartPr>
              <p14:xfrm>
                <a:off x="9320690" y="284628"/>
                <a:ext cx="1438200" cy="788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0F6486-38AB-2CD7-0720-DFB85FB70EC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16370" y="280308"/>
                  <a:ext cx="144684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6224CC6-7113-E967-0B0D-1E05DD77C588}"/>
                    </a:ext>
                  </a:extLst>
                </p14:cNvPr>
                <p14:cNvContentPartPr/>
                <p14:nvPr/>
              </p14:nvContentPartPr>
              <p14:xfrm>
                <a:off x="10354250" y="1051788"/>
                <a:ext cx="628560" cy="1618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6224CC6-7113-E967-0B0D-1E05DD77C5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49930" y="1047468"/>
                  <a:ext cx="637200" cy="16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3A10864-E164-A3BF-6EF7-8E5ABF7C534D}"/>
                    </a:ext>
                  </a:extLst>
                </p14:cNvPr>
                <p14:cNvContentPartPr/>
                <p14:nvPr/>
              </p14:nvContentPartPr>
              <p14:xfrm>
                <a:off x="10203410" y="2585388"/>
                <a:ext cx="248040" cy="328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3A10864-E164-A3BF-6EF7-8E5ABF7C534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99090" y="2581068"/>
                  <a:ext cx="2566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A022A80-DF29-6A4E-45FE-F0F6DC345E99}"/>
                    </a:ext>
                  </a:extLst>
                </p14:cNvPr>
                <p14:cNvContentPartPr/>
                <p14:nvPr/>
              </p14:nvContentPartPr>
              <p14:xfrm>
                <a:off x="9516530" y="3274068"/>
                <a:ext cx="582840" cy="266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A022A80-DF29-6A4E-45FE-F0F6DC345E9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12210" y="3269748"/>
                  <a:ext cx="591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346F12-3219-3CEB-B196-4114C32AE227}"/>
                    </a:ext>
                  </a:extLst>
                </p14:cNvPr>
                <p14:cNvContentPartPr/>
                <p14:nvPr/>
              </p14:nvContentPartPr>
              <p14:xfrm>
                <a:off x="9851690" y="3126468"/>
                <a:ext cx="285480" cy="177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346F12-3219-3CEB-B196-4114C32AE22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47370" y="3122148"/>
                  <a:ext cx="29412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0AD5D23-3623-1F77-1994-4C3F22C7BC83}"/>
              </a:ext>
            </a:extLst>
          </p:cNvPr>
          <p:cNvGrpSpPr/>
          <p:nvPr/>
        </p:nvGrpSpPr>
        <p:grpSpPr>
          <a:xfrm>
            <a:off x="156170" y="825708"/>
            <a:ext cx="2090520" cy="387720"/>
            <a:chOff x="156170" y="825708"/>
            <a:chExt cx="209052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B3A9237-26BB-1CE7-8665-FD4498E20830}"/>
                    </a:ext>
                  </a:extLst>
                </p14:cNvPr>
                <p14:cNvContentPartPr/>
                <p14:nvPr/>
              </p14:nvContentPartPr>
              <p14:xfrm>
                <a:off x="156170" y="972588"/>
                <a:ext cx="217440" cy="240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B3A9237-26BB-1CE7-8665-FD4498E2083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1850" y="968268"/>
                  <a:ext cx="226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408EED-60B5-B365-60FE-9D3147812CB9}"/>
                    </a:ext>
                  </a:extLst>
                </p14:cNvPr>
                <p14:cNvContentPartPr/>
                <p14:nvPr/>
              </p14:nvContentPartPr>
              <p14:xfrm>
                <a:off x="391970" y="1032708"/>
                <a:ext cx="354240" cy="137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408EED-60B5-B365-60FE-9D3147812CB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7650" y="1028388"/>
                  <a:ext cx="362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51D185-45CE-A09C-9A16-2DC156AD2B4C}"/>
                    </a:ext>
                  </a:extLst>
                </p14:cNvPr>
                <p14:cNvContentPartPr/>
                <p14:nvPr/>
              </p14:nvContentPartPr>
              <p14:xfrm>
                <a:off x="786530" y="1080588"/>
                <a:ext cx="225360" cy="10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51D185-45CE-A09C-9A16-2DC156AD2B4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2210" y="1076268"/>
                  <a:ext cx="234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470DF9C-FB9C-FC1D-3ED6-CF9B6CEC3DA8}"/>
                    </a:ext>
                  </a:extLst>
                </p14:cNvPr>
                <p14:cNvContentPartPr/>
                <p14:nvPr/>
              </p14:nvContentPartPr>
              <p14:xfrm>
                <a:off x="757010" y="1189668"/>
                <a:ext cx="42228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470DF9C-FB9C-FC1D-3ED6-CF9B6CEC3DA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2690" y="1185348"/>
                  <a:ext cx="430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22FDA7F-F205-9682-6A40-F028C69F1EE9}"/>
                    </a:ext>
                  </a:extLst>
                </p14:cNvPr>
                <p14:cNvContentPartPr/>
                <p14:nvPr/>
              </p14:nvContentPartPr>
              <p14:xfrm>
                <a:off x="1335890" y="1031268"/>
                <a:ext cx="567000" cy="148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22FDA7F-F205-9682-6A40-F028C69F1EE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31570" y="1026948"/>
                  <a:ext cx="5756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045A6EF-FF6D-E570-DB3C-8A5272993C9A}"/>
                    </a:ext>
                  </a:extLst>
                </p14:cNvPr>
                <p14:cNvContentPartPr/>
                <p14:nvPr/>
              </p14:nvContentPartPr>
              <p14:xfrm>
                <a:off x="1938530" y="825708"/>
                <a:ext cx="68040" cy="366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045A6EF-FF6D-E570-DB3C-8A5272993C9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34210" y="821388"/>
                  <a:ext cx="76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3ECF000-94C0-6F60-0588-12711AB53ADF}"/>
                    </a:ext>
                  </a:extLst>
                </p14:cNvPr>
                <p14:cNvContentPartPr/>
                <p14:nvPr/>
              </p14:nvContentPartPr>
              <p14:xfrm>
                <a:off x="1877690" y="982668"/>
                <a:ext cx="369000" cy="59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3ECF000-94C0-6F60-0588-12711AB53AD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73370" y="978348"/>
                  <a:ext cx="3776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CD673EF-D62B-EA43-5C2B-A24C5A097298}"/>
              </a:ext>
            </a:extLst>
          </p:cNvPr>
          <p:cNvGrpSpPr/>
          <p:nvPr/>
        </p:nvGrpSpPr>
        <p:grpSpPr>
          <a:xfrm>
            <a:off x="254810" y="1533828"/>
            <a:ext cx="698400" cy="513360"/>
            <a:chOff x="254810" y="1533828"/>
            <a:chExt cx="69840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E1F96F-08D3-D3C8-3AD6-24D5EFD0B743}"/>
                    </a:ext>
                  </a:extLst>
                </p14:cNvPr>
                <p14:cNvContentPartPr/>
                <p14:nvPr/>
              </p14:nvContentPartPr>
              <p14:xfrm>
                <a:off x="254810" y="1533828"/>
                <a:ext cx="396360" cy="513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E1F96F-08D3-D3C8-3AD6-24D5EFD0B74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0490" y="1529508"/>
                  <a:ext cx="4050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63062FF-E663-FC87-5636-D38464858FF8}"/>
                    </a:ext>
                  </a:extLst>
                </p14:cNvPr>
                <p14:cNvContentPartPr/>
                <p14:nvPr/>
              </p14:nvContentPartPr>
              <p14:xfrm>
                <a:off x="560090" y="1631028"/>
                <a:ext cx="235080" cy="11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63062FF-E663-FC87-5636-D38464858FF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5770" y="1626708"/>
                  <a:ext cx="243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9295B2-75AB-6130-C855-E1A2B45BBC94}"/>
                    </a:ext>
                  </a:extLst>
                </p14:cNvPr>
                <p14:cNvContentPartPr/>
                <p14:nvPr/>
              </p14:nvContentPartPr>
              <p14:xfrm>
                <a:off x="570170" y="1730388"/>
                <a:ext cx="38304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9295B2-75AB-6130-C855-E1A2B45BBC9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5850" y="1726068"/>
                  <a:ext cx="39168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0BC2B0B-344C-3AC8-3765-40853A311371}"/>
              </a:ext>
            </a:extLst>
          </p:cNvPr>
          <p:cNvGrpSpPr/>
          <p:nvPr/>
        </p:nvGrpSpPr>
        <p:grpSpPr>
          <a:xfrm>
            <a:off x="1288010" y="1532748"/>
            <a:ext cx="1060920" cy="306000"/>
            <a:chOff x="1288010" y="1532748"/>
            <a:chExt cx="106092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9D11EFD-B743-A560-B98F-972DD76D57DC}"/>
                    </a:ext>
                  </a:extLst>
                </p14:cNvPr>
                <p14:cNvContentPartPr/>
                <p14:nvPr/>
              </p14:nvContentPartPr>
              <p14:xfrm>
                <a:off x="1288010" y="1532748"/>
                <a:ext cx="244800" cy="178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9D11EFD-B743-A560-B98F-972DD76D57D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83690" y="1528428"/>
                  <a:ext cx="253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79E87D-509E-1577-4F34-A36997A29AC1}"/>
                    </a:ext>
                  </a:extLst>
                </p14:cNvPr>
                <p14:cNvContentPartPr/>
                <p14:nvPr/>
              </p14:nvContentPartPr>
              <p14:xfrm>
                <a:off x="1571690" y="1671348"/>
                <a:ext cx="411480" cy="167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79E87D-509E-1577-4F34-A36997A29A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67370" y="1667028"/>
                  <a:ext cx="420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BCEB64F-446E-A018-30D1-FDCE33BF6EE0}"/>
                    </a:ext>
                  </a:extLst>
                </p14:cNvPr>
                <p14:cNvContentPartPr/>
                <p14:nvPr/>
              </p14:nvContentPartPr>
              <p14:xfrm>
                <a:off x="2094050" y="1600788"/>
                <a:ext cx="254880" cy="21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BCEB64F-446E-A018-30D1-FDCE33BF6EE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89730" y="1596468"/>
                  <a:ext cx="2635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BB18C81-87EB-18E5-92B1-9FEF43992DE7}"/>
              </a:ext>
            </a:extLst>
          </p:cNvPr>
          <p:cNvGrpSpPr/>
          <p:nvPr/>
        </p:nvGrpSpPr>
        <p:grpSpPr>
          <a:xfrm>
            <a:off x="2671490" y="1170948"/>
            <a:ext cx="3670200" cy="1061280"/>
            <a:chOff x="2671490" y="1170948"/>
            <a:chExt cx="3670200" cy="10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B40B0D-EFCC-B852-D511-93ECC3D8584C}"/>
                    </a:ext>
                  </a:extLst>
                </p14:cNvPr>
                <p14:cNvContentPartPr/>
                <p14:nvPr/>
              </p14:nvContentPartPr>
              <p14:xfrm>
                <a:off x="2671490" y="1452828"/>
                <a:ext cx="168480" cy="199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B40B0D-EFCC-B852-D511-93ECC3D8584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667170" y="1448508"/>
                  <a:ext cx="177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CE45F3-74DC-8E34-81B7-4884920C7E07}"/>
                    </a:ext>
                  </a:extLst>
                </p14:cNvPr>
                <p14:cNvContentPartPr/>
                <p14:nvPr/>
              </p14:nvContentPartPr>
              <p14:xfrm>
                <a:off x="2899010" y="1601148"/>
                <a:ext cx="226440" cy="180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CE45F3-74DC-8E34-81B7-4884920C7E0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94690" y="1596828"/>
                  <a:ext cx="235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468E5C3-95CB-3AB6-2B4F-2C050DD4D1EF}"/>
                    </a:ext>
                  </a:extLst>
                </p14:cNvPr>
                <p14:cNvContentPartPr/>
                <p14:nvPr/>
              </p14:nvContentPartPr>
              <p14:xfrm>
                <a:off x="3074690" y="1691148"/>
                <a:ext cx="178200" cy="78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468E5C3-95CB-3AB6-2B4F-2C050DD4D1E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70370" y="1686828"/>
                  <a:ext cx="186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758732D-9057-DFEB-E68D-1888C40EE97A}"/>
                    </a:ext>
                  </a:extLst>
                </p14:cNvPr>
                <p14:cNvContentPartPr/>
                <p14:nvPr/>
              </p14:nvContentPartPr>
              <p14:xfrm>
                <a:off x="3303290" y="1602588"/>
                <a:ext cx="30600" cy="175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758732D-9057-DFEB-E68D-1888C40EE97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98970" y="1598268"/>
                  <a:ext cx="39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BF56052-DEF9-B64E-90D8-04E2CBFD950B}"/>
                    </a:ext>
                  </a:extLst>
                </p14:cNvPr>
                <p14:cNvContentPartPr/>
                <p14:nvPr/>
              </p14:nvContentPartPr>
              <p14:xfrm>
                <a:off x="3313370" y="1676748"/>
                <a:ext cx="195480" cy="43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BF56052-DEF9-B64E-90D8-04E2CBFD950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09050" y="1672428"/>
                  <a:ext cx="204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7852F82-6530-221E-6E55-73581AF17F15}"/>
                    </a:ext>
                  </a:extLst>
                </p14:cNvPr>
                <p14:cNvContentPartPr/>
                <p14:nvPr/>
              </p14:nvContentPartPr>
              <p14:xfrm>
                <a:off x="3696770" y="1259868"/>
                <a:ext cx="209160" cy="207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7852F82-6530-221E-6E55-73581AF17F1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692450" y="1255548"/>
                  <a:ext cx="217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5450F92-8941-6E0A-60B8-873814B7A06C}"/>
                    </a:ext>
                  </a:extLst>
                </p14:cNvPr>
                <p14:cNvContentPartPr/>
                <p14:nvPr/>
              </p14:nvContentPartPr>
              <p14:xfrm>
                <a:off x="3726290" y="1352748"/>
                <a:ext cx="245160" cy="24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5450F92-8941-6E0A-60B8-873814B7A06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21970" y="1348428"/>
                  <a:ext cx="253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B525EA4-91A7-6700-749F-71CF8219CE07}"/>
                    </a:ext>
                  </a:extLst>
                </p14:cNvPr>
                <p14:cNvContentPartPr/>
                <p14:nvPr/>
              </p14:nvContentPartPr>
              <p14:xfrm>
                <a:off x="3972170" y="1316388"/>
                <a:ext cx="160200" cy="140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B525EA4-91A7-6700-749F-71CF8219CE0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967850" y="1312068"/>
                  <a:ext cx="168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0FD4E67-51F8-BF05-21C0-7550098E2354}"/>
                    </a:ext>
                  </a:extLst>
                </p14:cNvPr>
                <p14:cNvContentPartPr/>
                <p14:nvPr/>
              </p14:nvContentPartPr>
              <p14:xfrm>
                <a:off x="4148930" y="1356708"/>
                <a:ext cx="360" cy="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0FD4E67-51F8-BF05-21C0-7550098E235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144610" y="135238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7B1E971-D06B-919F-7533-67F94DA88B2D}"/>
                    </a:ext>
                  </a:extLst>
                </p14:cNvPr>
                <p14:cNvContentPartPr/>
                <p14:nvPr/>
              </p14:nvContentPartPr>
              <p14:xfrm>
                <a:off x="4021130" y="1285428"/>
                <a:ext cx="217800" cy="142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7B1E971-D06B-919F-7533-67F94DA88B2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016810" y="1281108"/>
                  <a:ext cx="226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DBA4CB9-2B67-772C-96EB-79CA9EBC2C7B}"/>
                    </a:ext>
                  </a:extLst>
                </p14:cNvPr>
                <p14:cNvContentPartPr/>
                <p14:nvPr/>
              </p14:nvContentPartPr>
              <p14:xfrm>
                <a:off x="4285730" y="1426908"/>
                <a:ext cx="131760" cy="128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DBA4CB9-2B67-772C-96EB-79CA9EBC2C7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81410" y="1422588"/>
                  <a:ext cx="140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CC9EC45-A8A3-5492-14CD-2C6BC84B5348}"/>
                    </a:ext>
                  </a:extLst>
                </p14:cNvPr>
                <p14:cNvContentPartPr/>
                <p14:nvPr/>
              </p14:nvContentPartPr>
              <p14:xfrm>
                <a:off x="4413170" y="1474788"/>
                <a:ext cx="41040" cy="57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CC9EC45-A8A3-5492-14CD-2C6BC84B534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08850" y="1470468"/>
                  <a:ext cx="49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AC1D4D4-B156-2B04-E2F8-6C9DC115C780}"/>
                    </a:ext>
                  </a:extLst>
                </p14:cNvPr>
                <p14:cNvContentPartPr/>
                <p14:nvPr/>
              </p14:nvContentPartPr>
              <p14:xfrm>
                <a:off x="4483370" y="1474788"/>
                <a:ext cx="69480" cy="52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AC1D4D4-B156-2B04-E2F8-6C9DC115C78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79050" y="1470468"/>
                  <a:ext cx="78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12127EF-2EF5-D73E-7574-1BF0F15C7DCA}"/>
                    </a:ext>
                  </a:extLst>
                </p14:cNvPr>
                <p14:cNvContentPartPr/>
                <p14:nvPr/>
              </p14:nvContentPartPr>
              <p14:xfrm>
                <a:off x="4552130" y="1336908"/>
                <a:ext cx="360" cy="186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12127EF-2EF5-D73E-7574-1BF0F15C7DC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47810" y="1332588"/>
                  <a:ext cx="9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6BAB6FA-86A8-7988-8302-0A0E343E0228}"/>
                    </a:ext>
                  </a:extLst>
                </p14:cNvPr>
                <p14:cNvContentPartPr/>
                <p14:nvPr/>
              </p14:nvContentPartPr>
              <p14:xfrm>
                <a:off x="4542410" y="1405668"/>
                <a:ext cx="225360" cy="30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6BAB6FA-86A8-7988-8302-0A0E343E022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538090" y="1401348"/>
                  <a:ext cx="234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E1BC81F-25E0-65E1-58DB-FB94B62341D2}"/>
                    </a:ext>
                  </a:extLst>
                </p14:cNvPr>
                <p14:cNvContentPartPr/>
                <p14:nvPr/>
              </p14:nvContentPartPr>
              <p14:xfrm>
                <a:off x="4788290" y="1346268"/>
                <a:ext cx="107280" cy="10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E1BC81F-25E0-65E1-58DB-FB94B62341D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83970" y="1341948"/>
                  <a:ext cx="115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E94A509-A7CE-0780-6786-75A828D3325B}"/>
                    </a:ext>
                  </a:extLst>
                </p14:cNvPr>
                <p14:cNvContentPartPr/>
                <p14:nvPr/>
              </p14:nvContentPartPr>
              <p14:xfrm>
                <a:off x="4788290" y="1405668"/>
                <a:ext cx="176040" cy="11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E94A509-A7CE-0780-6786-75A828D3325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783970" y="1401348"/>
                  <a:ext cx="184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C082493-ACB6-51EC-F4BE-C7308A62980E}"/>
                    </a:ext>
                  </a:extLst>
                </p14:cNvPr>
                <p14:cNvContentPartPr/>
                <p14:nvPr/>
              </p14:nvContentPartPr>
              <p14:xfrm>
                <a:off x="5092850" y="1170948"/>
                <a:ext cx="88200" cy="249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C082493-ACB6-51EC-F4BE-C7308A62980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088530" y="1166628"/>
                  <a:ext cx="96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A2D71BE-EFA9-54C9-C0D8-07FF2EF54705}"/>
                    </a:ext>
                  </a:extLst>
                </p14:cNvPr>
                <p14:cNvContentPartPr/>
                <p14:nvPr/>
              </p14:nvContentPartPr>
              <p14:xfrm>
                <a:off x="5112650" y="1444908"/>
                <a:ext cx="235080" cy="20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A2D71BE-EFA9-54C9-C0D8-07FF2EF5470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108330" y="1440588"/>
                  <a:ext cx="243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63BFFF4-82D6-35EA-EDC0-C7FE84C8CDB4}"/>
                    </a:ext>
                  </a:extLst>
                </p14:cNvPr>
                <p14:cNvContentPartPr/>
                <p14:nvPr/>
              </p14:nvContentPartPr>
              <p14:xfrm>
                <a:off x="4984850" y="1616268"/>
                <a:ext cx="589320" cy="55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63BFFF4-82D6-35EA-EDC0-C7FE84C8CDB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80530" y="1611948"/>
                  <a:ext cx="597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CDB61A-E88C-5F59-053D-04727C37FE26}"/>
                    </a:ext>
                  </a:extLst>
                </p14:cNvPr>
                <p14:cNvContentPartPr/>
                <p14:nvPr/>
              </p14:nvContentPartPr>
              <p14:xfrm>
                <a:off x="5228930" y="1769268"/>
                <a:ext cx="239040" cy="462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CDB61A-E88C-5F59-053D-04727C37FE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224610" y="1764948"/>
                  <a:ext cx="2476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54B7BD4-62B5-005A-74B4-EC1F24DD27AD}"/>
                    </a:ext>
                  </a:extLst>
                </p14:cNvPr>
                <p14:cNvContentPartPr/>
                <p14:nvPr/>
              </p14:nvContentPartPr>
              <p14:xfrm>
                <a:off x="5102210" y="1749828"/>
                <a:ext cx="21240" cy="305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54B7BD4-62B5-005A-74B4-EC1F24DD27A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97890" y="1745508"/>
                  <a:ext cx="298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63189D7-8A41-6297-ED18-F5D74045820B}"/>
                    </a:ext>
                  </a:extLst>
                </p14:cNvPr>
                <p14:cNvContentPartPr/>
                <p14:nvPr/>
              </p14:nvContentPartPr>
              <p14:xfrm>
                <a:off x="5112650" y="1789428"/>
                <a:ext cx="146520" cy="218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63189D7-8A41-6297-ED18-F5D74045820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108330" y="1785108"/>
                  <a:ext cx="155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FA3420E-62F3-97D9-C7C8-F600D461A87E}"/>
                    </a:ext>
                  </a:extLst>
                </p14:cNvPr>
                <p14:cNvContentPartPr/>
                <p14:nvPr/>
              </p14:nvContentPartPr>
              <p14:xfrm>
                <a:off x="5515850" y="1759908"/>
                <a:ext cx="49680" cy="233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FA3420E-62F3-97D9-C7C8-F600D461A87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11530" y="1755588"/>
                  <a:ext cx="583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0A45B54-74A5-8433-F3F1-A5E66817DEF2}"/>
                    </a:ext>
                  </a:extLst>
                </p14:cNvPr>
                <p14:cNvContentPartPr/>
                <p14:nvPr/>
              </p14:nvContentPartPr>
              <p14:xfrm>
                <a:off x="5574890" y="1769628"/>
                <a:ext cx="25920" cy="227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0A45B54-74A5-8433-F3F1-A5E66817DEF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570210" y="1765308"/>
                  <a:ext cx="34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A621496-3B5B-4A59-6B31-C27606C32EBF}"/>
                    </a:ext>
                  </a:extLst>
                </p14:cNvPr>
                <p14:cNvContentPartPr/>
                <p14:nvPr/>
              </p14:nvContentPartPr>
              <p14:xfrm>
                <a:off x="5623850" y="1415748"/>
                <a:ext cx="404280" cy="10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A621496-3B5B-4A59-6B31-C27606C32EB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619530" y="1411428"/>
                  <a:ext cx="412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382DC5F-DBAE-0195-7924-D86C9F11F384}"/>
                    </a:ext>
                  </a:extLst>
                </p14:cNvPr>
                <p14:cNvContentPartPr/>
                <p14:nvPr/>
              </p14:nvContentPartPr>
              <p14:xfrm>
                <a:off x="5584610" y="1434828"/>
                <a:ext cx="512640" cy="258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382DC5F-DBAE-0195-7924-D86C9F11F38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580290" y="1430508"/>
                  <a:ext cx="521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FB9CF33-CBA6-163F-4646-8546CFA0180F}"/>
                    </a:ext>
                  </a:extLst>
                </p14:cNvPr>
                <p14:cNvContentPartPr/>
                <p14:nvPr/>
              </p14:nvContentPartPr>
              <p14:xfrm>
                <a:off x="6082850" y="1531668"/>
                <a:ext cx="136080" cy="122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FB9CF33-CBA6-163F-4646-8546CFA0180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078530" y="1527348"/>
                  <a:ext cx="144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7DC26BD-13E2-9C41-D119-D3CB597C3FC7}"/>
                    </a:ext>
                  </a:extLst>
                </p14:cNvPr>
                <p14:cNvContentPartPr/>
                <p14:nvPr/>
              </p14:nvContentPartPr>
              <p14:xfrm>
                <a:off x="6233330" y="1622028"/>
                <a:ext cx="108360" cy="99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7DC26BD-13E2-9C41-D119-D3CB597C3FC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29010" y="1617708"/>
                  <a:ext cx="117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7DA4CEA-B8EC-744D-E088-98A630E81C7C}"/>
                    </a:ext>
                  </a:extLst>
                </p14:cNvPr>
                <p14:cNvContentPartPr/>
                <p14:nvPr/>
              </p14:nvContentPartPr>
              <p14:xfrm>
                <a:off x="6302450" y="1523748"/>
                <a:ext cx="360" cy="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7DA4CEA-B8EC-744D-E088-98A630E81C7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298130" y="151942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126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HoangNam</dc:creator>
  <cp:lastModifiedBy>HoangNam</cp:lastModifiedBy>
  <cp:revision>1</cp:revision>
  <dcterms:created xsi:type="dcterms:W3CDTF">2026-08-04T03:59:44Z</dcterms:created>
  <dcterms:modified xsi:type="dcterms:W3CDTF">2026-08-04T04:21:45Z</dcterms:modified>
</cp:coreProperties>
</file>