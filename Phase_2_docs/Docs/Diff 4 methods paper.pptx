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0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32.5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249 156 24575,'-54'0'0,"-65"-1"0,115 1 0,1-1 0,-1 1 0,1-1 0,-1 0 0,1 0 0,-1 0 0,1-1 0,0 1 0,0-1 0,-1 0 0,1 0 0,0 0 0,1 0 0,-1 0 0,0 0 0,1-1 0,-1 0 0,1 1 0,0-1 0,0 0 0,0 0 0,0 0 0,0 0 0,-1-5 0,2 5 0,0 0 0,1 1 0,-1-1 0,1 0 0,-1 0 0,1 0 0,0 0 0,0 0 0,1 1 0,-1-1 0,1 0 0,-1 0 0,1 0 0,0 1 0,0-1 0,0 0 0,0 1 0,0-1 0,1 0 0,-1 1 0,1 0 0,0-1 0,0 1 0,0 0 0,0 0 0,0 0 0,0 0 0,0 0 0,1 1 0,4-3 0,-1 0 0,1 1 0,0 0 0,0 1 0,0 0 0,0 0 0,0 0 0,0 1 0,0 0 0,9 0 0,73 3 0,-43 1 0,-40-3 0,5-1 0,0 1 0,0 0 0,0 1 0,0 0 0,0 1 0,-1 0 0,1 1 0,-1 0 0,1 1 0,-1 0 0,12 7 0,-18-9 0,0 0 0,-1 0 0,1 1 0,-1-1 0,1 1 0,-1 0 0,0 0 0,0 1 0,0-1 0,-1 1 0,1-1 0,-1 1 0,0 0 0,0 0 0,0 0 0,0 0 0,-1 0 0,0 0 0,0 0 0,0 1 0,0-1 0,-1 0 0,1 1 0,-1-1 0,0 0 0,0 1 0,-1-1 0,1 0 0,-1 1 0,0-1 0,0 0 0,-1 0 0,-2 7 0,0-5 0,0 0 0,0 0 0,0-1 0,-1 1 0,0-1 0,0 0 0,0 0 0,-1 0 0,1-1 0,-1 0 0,0 0 0,-8 4 0,-30 21 0,6-6 0,33-21 0,0 0 0,0 0 0,0 1 0,1 0 0,-1 0 0,1 0 0,0 1 0,-5 5 0,8-8 0,1-1 0,-1 1 0,1 0 0,0 0 0,-1 0 0,1-1 0,0 1 0,0 0 0,-1 0 0,1 0 0,0 0 0,0-1 0,0 1 0,0 0 0,0 0 0,0 0 0,1 0 0,-1 0 0,0 0 0,0-1 0,0 1 0,1 0 0,-1 0 0,1 0 0,-1-1 0,0 1 0,1 0 0,-1-1 0,1 1 0,0 0 0,-1-1 0,1 1 0,-1 0 0,1-1 0,0 1 0,0-1 0,-1 0 0,1 1 0,0-1 0,0 1 0,0-1 0,42 19 0,-34-16 0,15 8 0,32 20 0,-12-7 0,-5-4 0,-15-9 0,-2 1 0,1 1 0,36 28 0,-57-40 0,-1 0 0,1 1 0,-1-1 0,0 0 0,1 1 0,-1-1 0,0 1 0,0-1 0,0 1 0,0 0 0,0 0 0,0-1 0,0 1 0,-1 0 0,1 0 0,0 0 0,-1 0 0,0 0 0,0 0 0,1 0 0,-1-1 0,0 4 0,-1-3 0,0-1 0,0 1 0,1-1 0,-1 1 0,0-1 0,0 1 0,0-1 0,-1 0 0,1 1 0,0-1 0,0 0 0,-1 0 0,1 0 0,-1 0 0,1 0 0,-1 0 0,1-1 0,-1 1 0,1 0 0,-1-1 0,0 1 0,1-1 0,-1 0 0,0 1 0,-2-1 0,-27 4 0,0-2 0,0-2 0,-35-2 0,-4-1 0,30-2 120,38 5-203,0-1 1,0 0-1,1 1 1,-1-1-1,0 0 1,0 0-1,1-1 1,-1 1-1,0 0 1,1-1-1,-1 1 1,1 0-1,0-1 1,-1 0-1,1 1 1,0-1-1,-1-3 1,-4-10-6744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32.7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448 0 24575,'0'9'0,"0"1"0,0-1 0,-1 0 0,0 1 0,-1-1 0,-5 16 0,6-22 0,-1 0 0,1 0 0,-1 0 0,0-1 0,0 1 0,0-1 0,0 1 0,0-1 0,0 0 0,-1 0 0,1 0 0,-1 0 0,1 0 0,-1-1 0,0 1 0,0-1 0,0 0 0,0 1 0,0-1 0,0-1 0,0 1 0,0 0 0,-5 0 0,-29 4 0,0-1 0,1 2 0,-45 13 0,9-3 79,55-14-440,0 2 0,1 0 0,-26 9 0,24-4-6465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4.0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1 24575,'0'35'0,"1"-13"0,-1-1 0,0 0 0,-2 1 0,0-1 0,-2 0 0,0 0 0,-9 26 0,-47 114 0,53-144 0,1 1 0,-4 20 0,-8 25 0,12-47-195,1-1 0,1 1 0,0 0 0,1 0 0,1 0 0,0 30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4.3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24575,'583'0'-1365,"-556"0"-5461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4.7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241 1 24575,'-2'0'0,"1"1"0,0-1 0,0 1 0,0-1 0,0 1 0,0 0 0,0 0 0,0 0 0,0-1 0,0 1 0,0 0 0,1 0 0,-1 0 0,0 0 0,0 0 0,1 0 0,-1 0 0,1 1 0,-2 1 0,-11 31 0,10-25 0,-26 59 0,-11 28 0,22-50 0,12-35 0,2 0 0,-1 1 0,1-1 0,-4 24 0,5-19 0,0 0 0,-2 0 0,-10 26 0,0 0 0,-3 36 78,14-56-559,0-1 0,-14 37 0,11-43-6345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4.9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45 24575,'0'-4'0,"0"-6"0,0-5 0,0-1-8191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5.5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603 57 24575,'-5'-1'0,"1"0"0,-1 0 0,1 0 0,-1-1 0,1 1 0,0-1 0,0 0 0,-1-1 0,-6-4 0,-19-10 0,7 12 0,1 0 0,-1 2 0,0 0 0,0 1 0,0 2 0,-42 4 0,-2-2 0,56-2 0,1 1 0,0 0 0,-1 0 0,1 1 0,0 0 0,0 1 0,0 0 0,0 1 0,1 0 0,-1 0 0,1 1 0,0 0 0,0 1 0,1 0 0,-1 0 0,-12 14 0,14-10 0,0 1 0,0 0 0,1 0 0,1 0 0,-7 23 0,0-4 0,7-17 0,1-1 0,1 1 0,0 0 0,1 0 0,-1 26 0,3-7 0,4 41 0,-3-68 0,0 1 0,0-1 0,1 0 0,0 1 0,-1-1 0,2 0 0,-1 0 0,1 0 0,-1 0 0,1-1 0,1 1 0,-1-1 0,1 0 0,-1 0 0,1 0 0,0 0 0,8 5 0,5 2 0,1-1 0,0 0 0,29 10 0,-13-5 0,-21-10 0,0-1 0,0 0 0,1-1 0,0 0 0,-1-1 0,1-1 0,21 0 0,-9-1 0,1-2 0,-1-1 0,27-7 0,-48 9 0,0 0 0,0-1 0,0 0 0,-1 0 0,1 0 0,0 0 0,-1-1 0,1 0 0,-1 0 0,0 0 0,0 0 0,0-1 0,-1 1 0,1-1 0,-1 0 0,0 0 0,0 0 0,0-1 0,-1 1 0,1-1 0,-1 0 0,0 1 0,0-1 0,-1 0 0,2-8 0,2 1 0,-3 18 0,-7 20 0,2-23-68,1 0 0,0 0-1,-1 0 1,1-1 0,-1 1 0,0-1-1,0 0 1,0 0 0,0 0 0,0 0-1,0-1 1,-1 1 0,1-1 0,-1 0-1,1 0 1,-1 0 0,1 0 0,-1 0-1,-6-1 1,-11 3-6758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5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76 24575,'1'-2'0,"-1"1"0,1-1 0,0 0 0,0 1 0,-1-1 0,1 0 0,0 1 0,0-1 0,0 1 0,1 0 0,-1-1 0,0 1 0,0 0 0,1 0 0,-1 0 0,1 0 0,-1 0 0,1 0 0,-1 0 0,1 0 0,0 0 0,2 0 0,38-13 0,-14 10 0,1 1 0,-1 1 0,51 3 0,-51 1 0,1-2 0,-1 0 0,51-10 0,-41 4-341,0 1 0,0 2-1,47 1 1,-64 3-6485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5.9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 1 24575,'1'70'0,"0"-14"0,-6 69 0,3-109 0,0 0 0,-1 0 0,-1-1 0,-1 0 0,0 1 0,-1-1 0,0-1 0,-1 1 0,-9 13 0,5-15-1365,0-3-5461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6.1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24575,'4'0'0,"6"0"0,1-4 0,3-2 0,3 1 0,3 0 0,3 2 0,1 1 0,1 1 0,0 1 0,1 0 0,-5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6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24575,'5'1'0,"1"0"0,0 0 0,-1 0 0,0 1 0,9 3 0,17 4 0,35-1 0,31 5 0,-92-12-50,33 8-388,-1 0-1,37 16 1,-59-18-6388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6.6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24575,'4'0'0,"2"5"0,3 0 0,5 1 0,1 2 0,0 1 0,4-2 0,1-1 0,3-3 0,1-1 0,0-1 0,2-1 0,-1 0 0,0-1 0,1 1 0,-1-5 0,-4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7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9 104 24575,'0'450'0,"0"-877"0,0 421 0,0 0 0,1 0 0,0-1 0,0 1 0,0 0 0,0 0 0,1 0 0,0 0 0,0 0 0,1 1 0,0-1 0,4-6 0,-4 9 0,0-1 0,0 1 0,0 0 0,0 0 0,0 0 0,1 0 0,0 1 0,-1-1 0,1 1 0,0 0 0,0 0 0,0 1 0,0-1 0,1 1 0,-1 0 0,0 0 0,0 0 0,6 0 0,0 0 0,1 1 0,0 0 0,0 0 0,0 1 0,0 1 0,0-1 0,0 2 0,-1 0 0,1 0 0,12 6 0,-18-7 0,-1 1 0,1-1 0,-1 1 0,0 0 0,0 0 0,0 0 0,0 0 0,-1 1 0,1-1 0,-1 1 0,0 0 0,0 0 0,0 0 0,-1 1 0,1-1 0,-1 1 0,0-1 0,-1 1 0,1 0 0,-1 0 0,0 0 0,0 0 0,0-1 0,0 10 0,-1-10 0,-1 1 0,1-1 0,-1 0 0,0 0 0,0 0 0,0 0 0,-1 0 0,1 0 0,-1 0 0,0 0 0,0 0 0,-1-1 0,1 1 0,-1-1 0,1 0 0,-1 1 0,0-1 0,0-1 0,-1 1 0,1 0 0,-1-1 0,1 0 0,-1 1 0,-6 1 0,-10 5 0,0-1 0,0-1 0,-37 8 0,19-6 0,15-3 0,17-5 0,0 0 0,0 0 0,1 1 0,-1 0 0,1 0 0,-1 0 0,1 1 0,0 0 0,-1 0 0,-5 5 0,11-8 0,0 1 0,-1-1 0,1 1 0,-1-1 0,1 1 0,0-1 0,0 1 0,-1 0 0,1-1 0,0 1 0,0-1 0,0 1 0,-1 0 0,1-1 0,0 1 0,0 0 0,0-1 0,0 1 0,0-1 0,0 1 0,1 0 0,-1-1 0,0 1 0,0 0 0,0-1 0,0 1 0,1-1 0,-1 1 0,0-1 0,1 1 0,-1 0 0,0-1 0,1 1 0,-1-1 0,1 0 0,-1 1 0,1-1 0,-1 1 0,1-1 0,-1 0 0,1 1 0,0-1 0,34 20 0,-21-13 0,99 66 0,-84-55 0,39 17 0,18 11 0,-60-31 0,0-1 0,35 12 0,-47-21 0,54 31 0,-33-17 0,-31-17-170,0 1-1,0-1 0,-1 1 1,1 0-1,-1 0 0,1 0 1,2 4-1,5 8-6655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7.5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24575,'0'4'0,"0"2"-8191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7.7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24575,'4'0'0,"2"0"-8191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9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0 121 24575,'28'10'0,"-4"-1"0,-2-5 0,0-1 0,0-1 0,0-1 0,0-1 0,0-1 0,40-6 0,-56 5 0,0-1 0,1 0 0,-1 0 0,0 0 0,-1-1 0,1 1 0,-1-1 0,1-1 0,-1 1 0,0-1 0,-1 0 0,1 0 0,-1 0 0,0-1 0,0 0 0,4-9 0,-2 6 0,0 0 0,0 1 0,0-1 0,1 1 0,10-8 0,-17 16 0,0 0 0,0 0 0,0 0 0,0 0 0,0 0 0,0 0 0,0-1 0,0 1 0,0 0 0,0 0 0,0 0 0,0 0 0,0 0 0,0 0 0,0 0 0,0 0 0,0 0 0,1 0 0,-1 0 0,0-1 0,0 1 0,0 0 0,0 0 0,0 0 0,0 0 0,0 0 0,0 0 0,1 0 0,-1 0 0,0 0 0,0 0 0,0 0 0,0 0 0,0 0 0,0 0 0,0 0 0,0 0 0,1 0 0,-1 0 0,0 0 0,0 0 0,0 0 0,0 0 0,0 1 0,0-1 0,0 0 0,0 0 0,1 0 0,-1 0 0,0 0 0,0 0 0,0 0 0,0 0 0,0 0 0,0 0 0,0 0 0,0 1 0,0-1 0,0 0 0,0 0 0,0 0 0,0 0 0,0 0 0,0 0 0,0 0 0,0 1 0,-2 11 0,-9 14 0,4-11 0,1 0 0,1 1 0,0 0 0,1 0 0,1 1 0,-1 17 0,-7 27 0,3 5-1365,7-46-5461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09.4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172 0 24575,'2'1'0,"0"0"0,-1-1 0,1 1 0,-1 0 0,1 0 0,-1 0 0,1 0 0,-1 0 0,0 1 0,0-1 0,1 0 0,-1 1 0,0-1 0,0 0 0,0 1 0,-1-1 0,2 4 0,14 28 0,-11-12 0,-1 0 0,-1 1 0,-1-1 0,-1 1 0,-1 0 0,-5 41 0,5-59 0,-1-1 0,0 0 0,0 0 0,0 0 0,0-1 0,0 1 0,0 0 0,-1 0 0,0-1 0,1 1 0,-1-1 0,0 1 0,0-1 0,0 0 0,-1 1 0,1-1 0,0 0 0,-1-1 0,-4 3 0,-5 3 0,-1 0 0,0-2 0,-16 6 0,-17 7 0,38-14-273,-1 0 0,0-1 0,1 0 0,-12 3 0,2-3-6553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0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73 1 24575,'0'28'0,"-4"81"0,3-95 0,-2 1 0,0-1 0,0 0 0,-2 0 0,-8 21 0,7-21 0,2 1 0,0 0 0,0 0 0,1 0 0,-1 24 0,3-20 0,-2 1 0,-6 23 0,6-36-1365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0.9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24575,'425'0'0,"-380"4"-1365,-29 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1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 24575,'18'1'0,"1"1"0,-1 1 0,0 1 0,34 11 0,-33-9 0,0 0 0,0-2 0,0 0 0,29 2 0,-7-5 0,193-4 0,-84-21 0,-137 21-17,1-1 0,-1 0 1,0 0-1,16-8 0,-3 1-1264,-9 4-5545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1.4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1 24575,'2'97'0,"-4"106"0,0-190-136,0 0-1,-1-1 1,0 1-1,-1 0 1,-1-1-1,0 0 1,0 0-1,-1 0 0,-14 19 1,11-18-6690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1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 24575,'4'0'0,"6"0"0,5 0 0,5-5 0,2 0 0,3-1 0,1 2 0,-1-3 0,1-1 0,0 2 0,0 1 0,-1 2 0,-4 1-8191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2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102 155 24575,'21'0'0,"-5"1"0,0-1 0,-1 0 0,1-2 0,21-3 0,-34 4 0,-1 1 0,1-1 0,-1 1 0,0-1 0,1 0 0,-1 0 0,0 0 0,0 0 0,0 0 0,0-1 0,0 1 0,0-1 0,0 1 0,0-1 0,0 0 0,-1 1 0,1-1 0,-1 0 0,1 0 0,-1 0 0,0-1 0,0 1 0,0 0 0,0 0 0,0-1 0,0 1 0,-1 0 0,1-1 0,-1 1 0,1 0 0,-1-1 0,0 1 0,0-1 0,0 1 0,-1-3 0,0 1 0,1 0 0,-1 0 0,0 1 0,0-1 0,-1 1 0,1-1 0,-1 1 0,0-1 0,0 1 0,0 0 0,0 0 0,0 0 0,-1 0 0,1 0 0,-1 1 0,0-1 0,0 1 0,0 0 0,0 0 0,0 0 0,-1 0 0,1 0 0,-1 0 0,1 1 0,-6-2 0,-1 1 0,-1-1 0,0 1 0,1 1 0,-1 0 0,0 0 0,0 1 0,-18 3 0,25-3 0,1 1 0,-1 0 0,0 0 0,0 0 0,1 1 0,-1-1 0,1 1 0,-1 0 0,1 0 0,0 0 0,0 0 0,0 1 0,0-1 0,-4 5 0,2-1 0,1 0 0,0 0 0,0 0 0,0 0 0,1 1 0,-1 0 0,-2 9 0,3-6 0,0 1 0,0 0 0,1 0 0,1 0 0,0 0 0,0 0 0,1 0 0,0 0 0,1 0 0,3 13 0,-3-20 0,1 1 0,0-1 0,0 0 0,1 0 0,-1 0 0,1 0 0,0 0 0,0 0 0,0-1 0,0 1 0,0-1 0,1 0 0,0 0 0,-1 0 0,1-1 0,0 1 0,1-1 0,-1 0 0,0 0 0,1-1 0,-1 1 0,1-1 0,-1 0 0,8 1 0,13 2 0,0-2 0,0 0 0,35-3 0,-40 1 0,11 0 0,-21 1 0,-1-1 0,1 0 0,-1 0 0,1-1 0,-1 0 0,0-1 0,1 0 0,-1 0 0,15-7 0,-15 4 0,0 1 0,-1-1 0,0-1 0,0 0 0,11-10 0,-16 13 0,0-1 0,-1 1 0,0-1 0,1 0 0,-1 0 0,0 0 0,-1 0 0,1 0 0,-1-1 0,0 1 0,0 0 0,0-1 0,0 1 0,-1-6 0,1-6 0,-1 16 0,0 0 0,0 0 0,0 0 0,0 0 0,0 0 0,0 0 0,0 0 0,0 0 0,0 0 0,0 0 0,0 0 0,0 0 0,-1 0 0,1 0 0,0 0 0,0 0 0,0 0 0,0 0 0,0 0 0,0 0 0,0 0 0,0 0 0,0 0 0,0 0 0,0 0 0,0 0 0,0 0 0,0 0 0,0 0 0,0 0 0,0 0 0,0 0 0,0 0 0,0 0 0,0 0 0,-1 0 0,1 0 0,0 0 0,-6 26 0,1-6 0,-16 91 0,21-111 0,0 1 0,0-1 0,0 1 0,0-1 0,0 1 0,0-1 0,-1 1 0,1-1 0,0 1 0,0-1 0,0 1 0,-1-1 0,1 1 0,0-1 0,-1 1 0,1-1 0,0 0 0,-1 1 0,1-1 0,0 1 0,-1-1 0,1 0 0,-1 0 0,1 1 0,-1-1 0,1 0 0,-2 1 0,-4-13 0,2-23 0,4 27 0,1 0 0,0 0 0,0 1 0,1-1 0,0 1 0,0-1 0,1 1 0,0 0 0,8-13 0,-9 16 0,0 1 0,1-1 0,0 1 0,0 0 0,0 0 0,0 0 0,0 0 0,0 0 0,1 1 0,-1 0 0,1 0 0,0 0 0,0 0 0,0 0 0,0 1 0,0-1 0,0 1 0,0 0 0,5 0 0,0 0 0,-1 1 0,0-1 0,1 1 0,-1 1 0,14 2 0,-18-2 0,-1 0 0,1 0 0,0 0 0,-1 1 0,1 0 0,-1-1 0,1 1 0,-1 0 0,0 1 0,0-1 0,0 1 0,0-1 0,0 1 0,2 4 0,49 56 0,-53-65 0,0 1 0,0-1 0,0 1 0,0-1 0,-1 1 0,1-1 0,0 0 0,-1 1 0,1-1 0,-1 0 0,1 1 0,-1-1 0,0 0 0,0 1 0,1-4 0,0-3 0,1 2 0,0 1 0,0-1 0,1 1 0,0-1 0,-1 1 0,2 0 0,-1 0 0,1 1 0,-1-1 0,1 1 0,1-1 0,-1 1 0,1 0 0,8-5 0,-5 4 0,-1 1 0,1 0 0,0 1 0,0 0 0,0 0 0,1 0 0,-1 1 0,1 1 0,15-2 0,-16 2 0,0 1 0,-1 1 0,1-1 0,-1 1 0,1 0 0,0 1 0,-1 0 0,0 0 0,0 1 0,1 0 0,7 4 0,-11-4 0,1 0 0,-1 0 0,0 0 0,0 1 0,0 0 0,0-1 0,0 1 0,-1 1 0,0-1 0,0 0 0,0 1 0,0 0 0,-1 0 0,1 0 0,-1 0 0,2 9 0,4 18-94,0 2-541,15 40-1,-17-59-6190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4.2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350 27 24575,'-4'-3'0,"1"0"0,-1 1 0,0 0 0,0-1 0,0 2 0,0-1 0,0 0 0,0 1 0,0-1 0,-1 1 0,1 1 0,-7-2 0,-59 0 0,51 2 0,9-1 0,1 2 0,-1-1 0,0 1 0,0 0 0,-13 4 0,20-4 0,0 1 0,0-1 0,0 0 0,0 1 0,1-1 0,-1 1 0,0 0 0,1 0 0,-1 0 0,1 0 0,0 1 0,0-1 0,0 1 0,0-1 0,0 1 0,0 0 0,1 0 0,-1-1 0,1 1 0,-2 6 0,-6 25 0,1 1 0,-5 49 0,12-70 0,-10 46 0,6-40 0,1 1 0,-1 28 0,7 111 0,-4 79 0,2-237-105,0 1 0,-1 0 0,1-1 0,-1 1 0,0 0 0,0-1 0,0 1 0,0-1 0,0 0 0,0 1 0,-1-1 0,-1 3 0,-8 6-6721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4.4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1 125 24575,'17'0'0,"0"0"0,1-1 0,-1-1 0,0-1 0,0 0 0,0-1 0,17-7 0,-14 5 0,0 0 0,0 1 0,1 2 0,40-3 0,-33 4 0,-16 0 17,-1-1 0,1 0-1,-1 0 1,0-1 0,0-1 0,0 0-1,11-7 1,-9 6-392,0-1 0,0 1 1,26-7-1,-22 10-6451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4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24575,'0'4'0,"0"6"0,0 5 0,0 5 0,0 2 0,0 3 0,5 0 0,0 1 0,1 0 0,2-4 0,1-2 0,-2 0 0,3 1 0,-1 1 0,-2-4-8191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4.8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24575,'0'4'0,"0"6"0,0 5 0,0 1-8191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5.8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1 565 24575,'55'1'0,"-32"1"0,0-2 0,0 0 0,-1-1 0,27-6 0,-45 6 0,0-1 0,1 0 0,-1 0 0,0 0 0,0 0 0,0-1 0,0 1 0,0-1 0,-1 0 0,1-1 0,-1 1 0,0 0 0,0-1 0,0 0 0,-1 1 0,1-1 0,-1 0 0,0-1 0,0 1 0,0 0 0,2-9 0,-2 9 0,-1 0 0,0-1 0,-1 1 0,1-1 0,0 1 0,-1 0 0,0-1 0,0 1 0,-1-1 0,1 1 0,-1 0 0,0-1 0,0 1 0,0 0 0,-1 0 0,0 0 0,1 0 0,-1 0 0,-1 0 0,1 0 0,0 0 0,-1 1 0,-3-4 0,1 3 0,-1-1 0,1 1 0,-1 0 0,0 1 0,0-1 0,0 1 0,0 0 0,-1 1 0,1 0 0,-1 0 0,-7-1 0,1 1 0,0 0 0,0 1 0,0 1 0,-26 3 0,36-3 0,-1 1 0,1-1 0,-1 1 0,1 0 0,0 0 0,-1 1 0,1-1 0,0 0 0,0 1 0,0 0 0,0 0 0,0 0 0,0 0 0,1 0 0,-1 1 0,1-1 0,0 1 0,-1 0 0,1-1 0,0 1 0,0 0 0,1 0 0,-1 1 0,1-1 0,-1 0 0,1 0 0,0 1 0,0-1 0,1 0 0,-1 7 0,0-4 0,1 0 0,0-1 0,0 1 0,1 0 0,-1-1 0,1 1 0,0 0 0,1-1 0,0 1 0,0-1 0,0 0 0,0 1 0,1-1 0,0 0 0,0 0 0,0-1 0,1 1 0,4 4 0,-1-2 0,1 0 0,0-1 0,0 0 0,1 0 0,-1-1 0,1 0 0,1-1 0,-1 1 0,1-2 0,13 4 0,-2-3 0,-1-1 0,1-1 0,0 0 0,23-3 0,60 2 0,66-4 0,-158 1 0,0 0 0,0-1 0,0 0 0,-1-1 0,1 0 0,-1-1 0,0 0 0,0-1 0,-1 0 0,0-1 0,0 0 0,0 0 0,-1-1 0,0 0 0,-1-1 0,0 0 0,14-20 0,-18 23 0,2-2 0,-1 0 0,0 0 0,0-1 0,-1 0 0,0 0 0,0 0 0,-1 0 0,0 0 0,-1-1 0,0 1 0,1-13 0,-3-153 0,-2 75 0,2 99 0,-3-37 0,3 37 0,0 0 0,0 0 0,0-1 0,0 1 0,-1 0 0,1 0 0,-1 0 0,1 0 0,-1 0 0,1 0 0,-1 0 0,1 0 0,-1 0 0,0 0 0,0 0 0,1 0 0,-1 0 0,0 1 0,0-1 0,0 0 0,0 1 0,0-1 0,0 0 0,0 1 0,0-1 0,0 1 0,0 0 0,-2-1 0,2 1 0,0 0 0,0 0 0,0 1 0,0-1 0,1 0 0,-1 1 0,0-1 0,0 0 0,0 1 0,1-1 0,-1 1 0,0-1 0,1 1 0,-1 0 0,0-1 0,1 1 0,-1 0 0,1-1 0,-1 1 0,1 0 0,-1 0 0,1-1 0,0 1 0,-1 1 0,-8 27 0,5-18 0,-6 23 0,-8 38 0,9-32 0,4-7 0,1 0 0,2 0 0,1 0 0,3 33 0,0 1 0,-2-58 0,0-1 0,1 0 0,0 1 0,0-1 0,1 0 0,0 0 0,5 14 0,-5-19 0,-1 0 0,1-1 0,-1 1 0,1 0 0,0 0 0,0-1 0,1 1 0,-1-1 0,0 0 0,1 0 0,-1 0 0,1 0 0,0 0 0,0 0 0,-1-1 0,1 1 0,0-1 0,1 0 0,-1 0 0,0 0 0,0 0 0,4 0 0,35 2 0,0-1 0,55-5 0,-3-1 0,-59 5 0,-15 1 0,1-2 0,-1 0 0,21-4 0,-37 3 0,0 1 0,0-1 0,0 0 0,0 0 0,0-1 0,-1 1 0,1-1 0,0 1 0,-1-1 0,1 0 0,-1-1 0,0 1 0,0-1 0,0 1 0,0-1 0,0 0 0,-1 0 0,1 0 0,-1 0 0,0 0 0,3-5 0,-4 6 0,0 0 0,-1 0 0,1 1 0,0-1 0,-1 0 0,1 0 0,-1 0 0,0 0 0,1 0 0,-1 0 0,0 0 0,0 0 0,0 0 0,-1 1 0,1-1 0,0 0 0,-1 0 0,1 0 0,-1 0 0,0 0 0,1 0 0,-3-2 0,1 2 0,0 0 0,0 0 0,0 0 0,0 0 0,-1 0 0,1 0 0,-1 1 0,1-1 0,-1 1 0,0 0 0,1 0 0,-1 0 0,-4-1 0,-4-1 0,-1 1 0,0 1 0,0 0 0,0 0 0,0 1 0,-13 2 0,22-2 0,0 1 0,0 0 0,0 0 0,1 0 0,-1 0 0,0 1 0,0-1 0,1 1 0,-1-1 0,1 1 0,0 0 0,-1 0 0,1 0 0,0 0 0,0 1 0,0-1 0,0 1 0,1-1 0,-1 1 0,1-1 0,-1 1 0,1 0 0,0 0 0,-1 5 0,1-6 0,0 0 0,1 1 0,-1-1 0,1 0 0,0 0 0,0 1 0,-1-1 0,2 0 0,-1 0 0,0 1 0,0-1 0,1 0 0,-1 0 0,1 0 0,0 1 0,-1-1 0,1 0 0,0 0 0,0 0 0,0 0 0,1 0 0,-1 0 0,0-1 0,1 1 0,-1 0 0,1-1 0,0 1 0,0-1 0,-1 0 0,1 1 0,0-1 0,0 0 0,2 1 0,-2-1 0,0 0 0,0-1 0,0 1 0,1-1 0,-1 0 0,0 1 0,0-1 0,0 0 0,0 0 0,0 0 0,0-1 0,1 1 0,-1 0 0,0-1 0,0 1 0,0-1 0,0 0 0,0 0 0,0 0 0,-1 0 0,1 0 0,0 0 0,0 0 0,-1 0 0,1-1 0,0 1 0,-1-1 0,1 1 0,-1-1 0,0 0 0,0 1 0,0-1 0,1 0 0,-1-2 0,6-9 0,-1 0 0,-1-1 0,0 0 0,3-15 0,0-1 0,5-7-1365,-9 20-5461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6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24575,'2'36'0,"9"55"0,-5-54 0,1 50 0,-8-10 0,-1-42 0,2 0 0,1 0 0,10 57 0,-6-61 0,3 58 0,-4-36 0,-1-32-1365,2-5-5461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6.8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24575,'-4'0'0,"-1"0"-8191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7.0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24575,'0'4'0,"0"6"0,4 1 0,1-2-8191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8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346 154 24575,'-1'1'0,"1"0"0,0 0 0,-1 1 0,0-1 0,1 0 0,-1 0 0,1 0 0,-1-1 0,0 1 0,0 0 0,0 0 0,1 0 0,-1 0 0,0-1 0,0 1 0,0 0 0,0-1 0,0 1 0,0-1 0,-1 1 0,1-1 0,0 1 0,0-1 0,0 0 0,0 0 0,0 0 0,-3 1 0,-37 3 0,37-3 0,-18 0 0,1-1 0,-26-2 0,38 1 0,0-1 0,-1 0 0,1 0 0,1-1 0,-1 0 0,0-1 0,-13-7 0,20 10 0,-12-8 0,0 0 0,-25-20 0,37 27 0,-1 0 0,1 0 0,0 0 0,0 0 0,0 0 0,0-1 0,0 1 0,1-1 0,-1 1 0,1-1 0,-1 0 0,1 1 0,0-1 0,0 0 0,0 0 0,0 0 0,1 0 0,-1 0 0,1 0 0,0 0 0,0 0 0,0 0 0,1-5 0,0 6 0,0 0 0,0 0 0,0 0 0,0 0 0,1 1 0,-1-1 0,0 0 0,1 1 0,-1-1 0,1 1 0,0-1 0,0 1 0,-1 0 0,1 0 0,0 0 0,0 0 0,0 0 0,0 0 0,0 1 0,0-1 0,1 1 0,-1-1 0,4 1 0,7-2 0,0 1 0,22 1 0,-24 0 0,12 0 0,-6 0 0,0 0 0,0 1 0,0 1 0,24 5 0,-37-6 0,-1 0 0,1 1 0,0-1 0,-1 1 0,1 0 0,-1-1 0,1 2 0,-1-1 0,0 0 0,0 1 0,0-1 0,0 1 0,0 0 0,0 0 0,-1 0 0,0 0 0,1 0 0,-1 1 0,0-1 0,-1 1 0,1-1 0,-1 1 0,1 0 0,0 6 0,0-4 0,-1 1 0,-1-1 0,1 1 0,-1-1 0,0 1 0,0-1 0,-1 1 0,0-1 0,0 1 0,0-1 0,-1 0 0,0 0 0,0 1 0,-1-1 0,0 0 0,0-1 0,0 1 0,0-1 0,-1 1 0,-5 5 0,-17 14 0,17-15 0,-1 0 0,-1-1 0,1 0 0,-15 8 0,6-6 0,11-8 0,1 1 0,0 1 0,0-1 0,0 1 0,-9 9 0,16-14 0,-1 0 0,1 0 0,0 0 0,0 0 0,0 0 0,0 1 0,0-1 0,0 0 0,0 0 0,0 0 0,0 0 0,-1 0 0,1 1 0,0-1 0,0 0 0,0 0 0,0 0 0,0 0 0,0 1 0,0-1 0,0 0 0,0 0 0,0 0 0,0 1 0,0-1 0,0 0 0,0 0 0,0 0 0,1 0 0,-1 1 0,0-1 0,0 0 0,0 0 0,0 0 0,0 0 0,0 0 0,0 1 0,0-1 0,0 0 0,1 0 0,-1 0 0,0 0 0,0 0 0,0 0 0,0 0 0,0 0 0,1 1 0,12 2 0,15-1 0,-28-2 0,113-3 0,-49 1 0,65 5 0,-69 11-1365,-43-9-5461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18.5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370 0 24575,'2'0'0,"0"0"0,0 0 0,0 1 0,0-1 0,-1 0 0,1 1 0,0-1 0,0 1 0,0-1 0,-1 1 0,1 0 0,0 0 0,-1 0 0,1 0 0,-1 0 0,1 0 0,-1 0 0,0 1 0,1-1 0,-1 0 0,2 3 0,-1 0 0,0-1 0,-1 1 0,1-1 0,-1 1 0,0 0 0,0-1 0,0 1 0,0 0 0,-1 0 0,1 4 0,-1 3 0,0 0 0,-1-1 0,0 1 0,-1 0 0,0 0 0,-7 18 0,6-23 0,0 0 0,0 0 0,-1-1 0,0 1 0,0-1 0,0 0 0,0 0 0,-1 0 0,0-1 0,-8 7 0,2-4 0,0 0 0,-1 0 0,1-1 0,-17 6 0,-31 11 0,-83 47 0,82-46-1365,40-17-5461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0.5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0 151 24575,'10'28'0,"0"-4"0,-4 25 0,-3 0 0,-4 94 0,-2-47 0,2-181 0,3-146 0,1 213 0,2-1 0,0 1 0,1 0 0,0 0 0,12-20 0,-8 16 0,-8 17 0,0 1 0,1-1 0,-1 1 0,1 0 0,0-1 0,0 1 0,1 1 0,-1-1 0,1 0 0,0 1 0,0 0 0,0 0 0,0 0 0,1 0 0,-1 1 0,1-1 0,0 1 0,-1 1 0,1-1 0,0 0 0,0 1 0,0 0 0,0 0 0,0 1 0,6-1 0,-4 2 0,0-1 0,0 1 0,0 0 0,0 0 0,-1 1 0,1 0 0,0 0 0,-1 0 0,0 1 0,1 0 0,-1 0 0,0 1 0,-1 0 0,1 0 0,0 0 0,-1 1 0,0-1 0,6 9 0,6 4 0,-12-13 0,0 1 0,-1-1 0,0 0 0,0 1 0,5 9 0,-8-13 0,-1 0 0,1 0 0,-1 0 0,0 0 0,1 0 0,-1 0 0,0 0 0,0 0 0,0 0 0,0 0 0,0 0 0,0 0 0,0 0 0,0 0 0,0 0 0,0 0 0,-1 0 0,1 0 0,0 0 0,-1 0 0,1 0 0,-1 0 0,1 0 0,-1 0 0,0 0 0,1 0 0,-1 0 0,0-1 0,1 1 0,-1 0 0,0-1 0,0 1 0,0 0 0,0-1 0,1 1 0,-1-1 0,0 1 0,-1-1 0,-23 12 0,-1-1 0,0-1 0,-52 12 0,-30 11 0,105-32 0,-1 0 0,1 1 0,-1-1 0,1 1 0,0 0 0,0 0 0,-1 0 0,1 0 0,-3 4 0,6-6 0,0 1 0,-1-1 0,1 1 0,0-1 0,-1 1 0,1 0 0,0-1 0,0 1 0,0-1 0,-1 1 0,1 0 0,0-1 0,0 1 0,0 0 0,0-1 0,0 1 0,0 0 0,0-1 0,1 1 0,-1 0 0,0 0 0,16 19 0,8-1 0,0-1 0,32 17 0,33 25 0,-73-49 0,1 0 0,0-2 0,23 11 0,15 7 0,-48-23-227,0 0-1,1-1 1,-1 0-1,1 0 1,9 2-1,1-2-6598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1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 1 24575,'-7'0'0,"1"0"0,0 1 0,0-1 0,-1 2 0,1-1 0,0 1 0,0-1 0,0 2 0,0-1 0,0 1 0,1 0 0,-1 0 0,1 0 0,-8 7 0,7-4 0,0 0 0,0 0 0,0 1 0,1 0 0,0 0 0,0 1 0,1 0 0,0-1 0,-4 14 0,1-2 0,2 0 0,0 1 0,2 0 0,0 0 0,1 0 0,1 1 0,1-1 0,3 28 0,-2-41 0,0 0 0,0 1 0,1-1 0,0 0 0,0 0 0,1-1 0,-1 1 0,2-1 0,-1 1 0,1-1 0,0 0 0,0 0 0,1 0 0,-1-1 0,1 1 0,0-1 0,1-1 0,-1 1 0,1-1 0,0 0 0,0 0 0,1 0 0,-1-1 0,8 3 0,0 0 0,1 0 0,0-1 0,1-1 0,-1 0 0,1-1 0,-1-1 0,1 0 0,28-1 0,-14-1 0,-16 1 0,0-1 0,0-1 0,0 0 0,14-3 0,-24 3 0,0 0 0,0 0 0,0-1 0,-1 1 0,1-1 0,0 0 0,-1 0 0,0 0 0,1 0 0,-1-1 0,0 1 0,0-1 0,-1 0 0,1 0 0,0 0 0,-1 0 0,0-1 0,4-6 0,-1-1 0,-1 0 0,0-1 0,0 1 0,-1-1 0,-1 0 0,0 0 0,-1-1 0,0 1 0,0 0 0,-2 0 0,1 0 0,-2-1 0,-3-13 0,4 20 0,0 0 0,-1 0 0,0 0 0,0 1 0,0-1 0,-1 1 0,1-1 0,-2 1 0,1 0 0,0 0 0,-1 0 0,0 1 0,0-1 0,0 1 0,-1 0 0,0 0 0,1 0 0,-1 1 0,-1 0 0,1 0 0,0 0 0,-1 1 0,1-1 0,-1 1 0,0 0 0,0 1 0,0 0 0,-6-1 0,0 0 0,0 1 0,0 1 0,1 0 0,-1 0 0,0 1 0,0 1 0,1 0 0,-1 0 0,0 1 0,1 1 0,0 0 0,-13 7 0,4-1-1365,3-2-5461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1.2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24575,'24'0'0,"0"1"0,0 2 0,37 8 0,-40-8 0,1 0 0,1-1 0,22-2 0,-24 0 0,-1 1 0,0 0 0,0 1 0,20 6 0,-1-1 0,0-1 0,1-2 0,0-2 0,71-5 0,-21 1 0,-16 2-1365,-53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1.5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24575,'648'0'-1365,"-627"0"-5461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2.0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24575,'3'1'0,"0"-1"0,-1 1 0,0 0 0,1 0 0,-1 0 0,1 0 0,-1 0 0,0 1 0,0-1 0,0 1 0,0 0 0,0-1 0,0 1 0,3 4 0,22 29 0,111 186 0,-76-125 0,-53-84 0,1 0 0,0 0 0,1-1 0,0-1 0,19 14 0,-29-23 0,1 0 0,-1 0 0,1 0 0,-1 0 0,1 0 0,0 0 0,-1 0 0,1-1 0,0 1 0,0-1 0,0 1 0,0-1 0,-1 0 0,1 0 0,0 0 0,0 0 0,0 0 0,0 0 0,0 0 0,0 0 0,-1-1 0,1 1 0,3-2 0,-2 0 0,0 0 0,-1 0 0,1 0 0,-1 0 0,0-1 0,1 1 0,-1 0 0,0-1 0,-1 0 0,1 0 0,0 1 0,1-6 0,3-7 0,-1 0 0,0-1 0,-2 1 0,4-25 0,-2-21 0,-5 43 0,2 0 0,0 0 0,0 0 0,2 0 0,11-32 0,12-46-1365,-20 81-5461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2.5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24575,'0'451'0,"0"-474"0,1 0 0,1 1 0,1-1 0,1 1 0,1-1 0,14-35 0,0-8 0,-17 53 0,1 1 0,1-1 0,0 1 0,1-1 0,0 1 0,0 1 0,13-19 0,-17 29 0,-1 1 0,1-1 0,-1 0 0,1 1 0,0-1 0,-1 1 0,1 0 0,0-1 0,0 1 0,-1-1 0,1 1 0,0 0 0,0 0 0,0-1 0,0 1 0,-1 0 0,1 0 0,0 0 0,0 0 0,0 0 0,0 0 0,-1 0 0,1 0 0,0 0 0,0 1 0,0-1 0,0 0 0,-1 0 0,1 1 0,0-1 0,0 1 0,-1-1 0,1 0 0,0 1 0,-1 0 0,1-1 0,0 1 0,-1-1 0,1 1 0,-1 0 0,1-1 0,-1 1 0,1 0 0,-1-1 0,0 1 0,1 1 0,21 36 0,-2 14 0,-12-31 0,15 33 0,52 69 0,-75-122 0,1 0 0,0 0 0,0 1 0,0-1 0,-1 0 0,1 0 0,0 1 0,-1-1 0,0 0 0,1 1 0,-1-1 0,0 0 0,1 1 0,-1-1 0,0 0 0,0 1 0,0-1 0,0 1 0,0-1 0,-1 0 0,1 1 0,0-1 0,-1 1 0,1-1 0,0 0 0,-1 0 0,-1 3 0,0-2 0,0 0 0,0-1 0,0 1 0,-1-1 0,1 1 0,0-1 0,-1 0 0,1 0 0,-1 0 0,1 0 0,-1-1 0,1 1 0,-5 0 0,-10 1 0,1-1 0,-1-1 0,-27-3 0,36 2-227,1 0-1,0-1 1,0 0-1,0 0 1,-9-5-1,-6-4-6598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3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1 194 24575,'0'-1'0,"1"0"0,-1 0 0,1 0 0,-1 0 0,1 0 0,-1 0 0,1 0 0,0 0 0,-1 0 0,1 0 0,0 0 0,0 0 0,0 1 0,0-1 0,0 0 0,0 1 0,0-1 0,0 1 0,0-1 0,0 1 0,0-1 0,0 1 0,1 0 0,-1-1 0,0 1 0,0 0 0,2 0 0,38-5 0,-36 5 0,72 0 0,-56 1 0,0-1 0,0-1 0,0 0 0,36-8 0,-5-2 0,-40 9 0,0 0 0,0-1 0,0-1 0,17-6 0,-25 8 0,0 0 0,0-1 0,-1 1 0,1-1 0,-1 0 0,1 0 0,-1 0 0,0 0 0,0-1 0,-1 1 0,1-1 0,-1 0 0,1 0 0,-1 0 0,0 0 0,2-6 0,19-56 0,-19 128 0,-4-56 0,-1 26 0,1 0 0,2-1 0,11 61 0,-12-88 0,5 31 0,-5-33 0,-1-1 0,0 1 0,0-1 0,0 1 0,0 0 0,0-1 0,-1 1 0,1 0 0,0-1 0,-1 1 0,1 0 0,-1-1 0,1 1 0,-1-1 0,0 1 0,0-1 0,-1 2 0,1-2-34,0-1 0,1 0 0,-1 1 0,0-1 0,0 0-1,0 0 1,1 0 0,-1 0 0,0 0 0,0 0 0,0 0 0,1 0 0,-1 0-1,0 0 1,0 0 0,0 0 0,1 0 0,-1-1 0,0 1 0,0 0-1,1-1 1,-1 1 0,0 0 0,1-1 0,-1 1 0,0-1 0,1 1 0,-1-1-1,1 1 1,-1-1 0,1 0 0,-1 1 0,1-1 0,-1 0 0,1 1 0,-1-1-1,1 0 1,0 0 0,-1 0 0,-6-13-6792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3.2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 24575,'4'0'0,"6"0"0,5 0 0,5 0 0,2 0 0,-1-4 0,-2-2 0,2 1 0,1 1 0,0 1 0,2 1 0,-4 5 0,-5 6 0,-5 2-8191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3.4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24575,'4'0'0,"6"0"0,5 0 0,5 0 0,2 0 0,3 0 0,0 0 0,-3 5 0,-1 0 0,-1 1 0,1-2 0,1-1 0,2-1 0,0-1 0,-4 3 0,-5 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3.6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24575,'0'1'0,"0"0"0,1 0 0,-1 0 0,1 0 0,-1 0 0,1 0 0,0 0 0,-1 0 0,1 0 0,0 0 0,0 0 0,0 0 0,0-1 0,0 1 0,0 0 0,0-1 0,0 1 0,0-1 0,0 1 0,0-1 0,0 1 0,0-1 0,0 0 0,0 1 0,1-1 0,-1 0 0,2 0 0,38 5 0,-37-5 0,185 2 0,-99-3 0,-76 0-248,0-1 1,-1 0-1,1-1 0,13-4 0,-25 7 122,14-5-6700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3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24575,'0'4'0,"0"6"0,0 1-8191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4.0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24575,'4'0'0,"6"0"0,5 0 0,0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6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0 424 24575,'20'0'0,"13"0"0,-1-1 0,42-6 0,-64 5 0,0 0 0,0-1 0,0 0 0,-1 0 0,1-1 0,-1-1 0,0 1 0,0-1 0,-1-1 0,1 0 0,12-11 0,18-16 0,-34 30 0,1-1 0,0 0 0,-1-1 0,0 1 0,0-1 0,0 0 0,-1 0 0,1-1 0,-1 1 0,0-1 0,-1 0 0,0 0 0,0 0 0,0-1 0,0 1 0,2-13 0,-2-1 0,0-1 0,-1-30 0,-2 45 0,0 1 0,0-1 0,-1 0 0,0 0 0,0 0 0,0 1 0,-1-1 0,0 1 0,0-1 0,0 1 0,-1 0 0,1 0 0,-6-7 0,4 8 0,-1 1 0,1-1 0,0 1 0,-1 1 0,0-1 0,0 1 0,0-1 0,0 1 0,0 1 0,-8-3 0,-55-7 0,62 10 0,0 0 0,0 1 0,0-1 0,-1 2 0,1-1 0,0 0 0,0 1 0,0 0 0,-10 4 0,13-3 0,-1-1 0,1 2 0,0-1 0,0 0 0,0 0 0,1 1 0,-1 0 0,0-1 0,1 1 0,0 0 0,0 0 0,0 0 0,0 1 0,0-1 0,1 0 0,-1 1 0,-1 4 0,-2 12 0,1-1 0,1 1 0,1 0 0,0 0 0,2 0 0,3 41 0,0-2 0,-3 265 0,-1-333 0,1-1 0,1 0 0,0 0 0,0 1 0,1-1 0,0 0 0,1 1 0,0 0 0,0-1 0,1 1 0,0 1 0,1-1 0,0 1 0,11-15 0,-13 20 0,0 0 0,1 0 0,-1 1 0,1 0 0,0 0 0,-1 0 0,1 0 0,0 0 0,0 1 0,6-2 0,49-8 0,-30 6 0,-27 5 0,8-2 0,0 0 0,0 1 0,0 0 0,10 0 0,-17 1 0,-1 1 0,1-1 0,0 0 0,-1 1 0,1 0 0,-1 0 0,1-1 0,-1 1 0,0 1 0,1-1 0,-1 0 0,0 0 0,0 1 0,1 0 0,-1-1 0,-1 1 0,1 0 0,0 0 0,0 0 0,2 3 0,55 87 0,-54-84 0,-1 1 0,0-1 0,4 16 0,-6-18 0,0 1 0,0-1 0,1 0 0,-1 0 0,2 0 0,-1 0 0,4 5 0,-5-9 0,0 0 0,0 0 0,1-1 0,-1 1 0,0-1 0,0 1 0,1-1 0,-1 0 0,1 0 0,-1 0 0,1 0 0,-1 0 0,1-1 0,0 1 0,-1-1 0,1 0 0,0 1 0,-1-1 0,1-1 0,0 1 0,-1 0 0,5-1 0,21-6 0,1-1 0,-1-1 0,49-22 0,-68 27 0,11-5 0,0 1 0,32-7 0,-43 12 0,0 1 0,0-1 0,-1-1 0,1 1 0,-1-2 0,0 1 0,0-1 0,0 0 0,10-10 0,-15 13 0,0 0 0,0-1 0,-1 0 0,0 1 0,1-1 0,-1 0 0,0 0 0,-1 0 0,1-1 0,0 1 0,-1 0 0,0-1 0,0 1 0,0 0 0,0-1 0,0 0 0,-1 1 0,1-1 0,-1 1 0,0-1 0,0 0 0,-1 1 0,1-1 0,-1 1 0,1-1 0,-1 1 0,-2-4 0,2 4 0,-1 0 0,0 1 0,0-1 0,0 1 0,0 0 0,0-1 0,-1 1 0,1 0 0,-1 1 0,1-1 0,-1 0 0,0 1 0,1-1 0,-1 1 0,0 0 0,0 0 0,0 0 0,0 0 0,0 0 0,0 1 0,-1-1 0,-4 1 0,-8-1 0,1 1 0,0 0 0,-19 3 0,28-1 0,0-1 0,1 1 0,-1 0 0,1 0 0,0 1 0,0-1 0,0 1 0,0 0 0,0 0 0,1 1 0,-1 0 0,1 0 0,0 0 0,0 0 0,1 0 0,-1 1 0,1 0 0,0-1 0,0 1 0,0 0 0,1 1 0,0-1 0,0 0 0,0 1 0,0-1 0,1 1 0,0 0 0,0-1 0,1 1 0,0 0 0,0 0 0,0-1 0,0 1 0,1 0 0,0-1 0,3 12 0,-1-14 0,-1 1 0,0-1 0,1 0 0,-1 0 0,1 1 0,0-2 0,0 1 0,0 0 0,0-1 0,1 1 0,-1-1 0,1 0 0,0 0 0,-1 0 0,1-1 0,6 3 0,-6-3 0,-1 0 0,1 0 0,-1 0 0,1 0 0,0 0 0,0-1 0,-1 0 0,1 0 0,0 0 0,0 0 0,-1 0 0,1-1 0,0 0 0,-1 1 0,1-1 0,0-1 0,-1 1 0,4-2 0,-2 0 0,0 0 0,0 0 0,-1-1 0,0 1 0,0-1 0,0 0 0,0 0 0,0 0 0,-1-1 0,0 1 0,0-1 0,0 0 0,0 0 0,-1 0 0,0 0 0,0 0 0,0 0 0,-1-1 0,0 1 0,0-1 0,0 1 0,0-9 0,-1 5 0,2-2 0,-1-1 0,-1 0 0,0 1 0,-1-1 0,0 1 0,-1-1 0,0 1 0,-6-19 0,6 25-1365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6.4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257 53 24575,'-8'-6'0,"-1"1"0,0 0 0,0 1 0,0 0 0,0 0 0,-1 1 0,1 0 0,-13-2 0,20 4 0,-11-2 0,0 0 0,-1 1 0,1 0 0,-26 0 0,36 2 0,1 0 0,-1 0 0,0 0 0,1 1 0,-1-1 0,0 1 0,1-1 0,-1 1 0,1 0 0,-1 0 0,1 0 0,0 1 0,0-1 0,-1 0 0,1 1 0,0 0 0,0-1 0,0 1 0,0 0 0,1 0 0,-1 0 0,0 0 0,1 0 0,-1 1 0,1-1 0,0 0 0,0 1 0,0-1 0,0 1 0,0-1 0,0 5 0,-2 12 0,1 0 0,1 1 0,1 0 0,1-1 0,1 1 0,7 35 0,-8-52 7,0 1-1,1-1 0,-1 1 0,1-1 1,0 0-1,0 0 0,0 1 1,1-1-1,-1-1 0,1 1 1,-1 0-1,1-1 0,0 1 0,0-1 1,0 0-1,1 0 0,-1 0 1,4 2-1,3 0-254,0 0 1,1-1-1,-1 0 1,1 0-1,12 1 1,-5-2-6579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6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7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1 715 24575,'3'-2'0,"0"0"0,0 0 0,0-1 0,0 1 0,-1 0 0,1-1 0,-1 0 0,0 0 0,1 0 0,-1 0 0,-1 0 0,3-5 0,6-6 0,8-11 0,-2-2 0,0 0 0,19-47 0,-30 63 0,9-22 0,-1-1 0,-1 0 0,10-52 0,-10 27 0,6-45 0,-16 91 0,-2 1 0,1-1 0,-2 1 0,1-1 0,-2 0 0,-3-13 0,5 24 0,-1 0 0,1-1 0,-1 1 0,0 0 0,0 0 0,0-1 0,0 1 0,0 0 0,0 0 0,-1 0 0,1 0 0,-1 0 0,1 1 0,-1-1 0,0 0 0,0 1 0,0-1 0,0 1 0,0 0 0,0 0 0,0-1 0,0 1 0,0 0 0,-1 1 0,1-1 0,-3 0 0,3 1 0,-1 0 0,1 0 0,0 0 0,0 1 0,0-1 0,0 1 0,0 0 0,1-1 0,-1 1 0,0 0 0,0 0 0,0 0 0,1 0 0,-1 0 0,0 1 0,1-1 0,-1 0 0,1 1 0,-1 0 0,1-1 0,0 1 0,0-1 0,0 1 0,0 0 0,0 0 0,0 0 0,0 0 0,1 0 0,-1 0 0,1 0 0,-1 2 0,-4 20 0,2 0 0,1 1 0,1-1 0,0 0 0,5 34 0,-1 14 0,-4-15 0,0-38 0,0 0 0,1 1 0,1-1 0,1 1 0,0-1 0,2 0 0,6 22 0,-8-37 5,0 0 0,0 0 1,0 0-1,1-1 0,-1 1 0,1-1 0,0 0 0,0 0 0,0 0 0,1 0 1,-1 0-1,0-1 0,1 1 0,0-1 0,0 0 0,0 0 0,0 0 0,0-1 1,0 1-1,0-1 0,5 1 0,9 1-319,-1-1 1,1-1-1,30-1 1,-43 0 89,17 0-6602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7.5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25 24575,'-4'-3'0,"0"1"0,1-1 0,-1 1 0,0 0 0,0 0 0,-1 0 0,1 0 0,0 1 0,0 0 0,-1 0 0,1 0 0,-5 0 0,-54-1 0,60 2 0,1 0 0,0 1 0,-1-1 0,1 1 0,0-1 0,-1 1 0,1 0 0,0 0 0,0 0 0,0 0 0,0 0 0,0 0 0,0 1 0,0-1 0,0 0 0,0 1 0,1 0 0,-4 3 0,3-2 0,0 1 0,0 0 0,0 0 0,0 0 0,1 0 0,-1 1 0,1-1 0,0 0 0,0 7 0,-1 7 0,2 0 0,0 0 0,6 32 0,-6-47 7,1-1-1,-1 1 0,1 0 0,0 0 1,0-1-1,0 1 0,0-1 1,1 1-1,-1-1 0,1 0 1,0 1-1,-1-1 0,1 0 0,0 0 1,0 0-1,0 0 0,0 0 1,4 2-1,-4-3-59,0-1 0,-1 1 0,1 0 0,0 0 0,0-1 0,0 1 0,0-1 0,-1 1 0,1-1 0,0 0 0,0 0 0,0 0 0,0 0-1,0 0 1,0 0 0,0-1 0,-1 1 0,1-1 0,0 1 0,0-1 0,0 1 0,-1-1 0,1 0 0,0 0 0,-1 0 0,1 0 0,2-2 0,7-8-6773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7.7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24575,'-1'11'0,"1"0"0,0 1 0,1-1 0,0 0 0,0 0 0,2 1 0,-1-1 0,1-1 0,1 1 0,0 0 0,7 11 0,-9-18 0,1 1 0,0-1 0,0 0 0,0 0 0,0 0 0,1-1 0,0 1 0,-1-1 0,1 0 0,1 0 0,-1 0 0,8 4 0,-9-6 0,-1 0 0,1-1 0,0 1 0,-1 0 0,1-1 0,0 1 0,-1-1 0,1 0 0,0 0 0,0 0 0,-1 0 0,1-1 0,0 1 0,-1-1 0,1 1 0,0-1 0,-1 0 0,1 0 0,-1 0 0,1 0 0,-1-1 0,0 1 0,0-1 0,1 1 0,2-4 0,-1 0-40,0 0 1,0-1-1,-1 1 0,0-1 0,0 0 1,0 1-1,-1-1 0,3-8 0,-1 3-967,2-6-5819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7.9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24575,'0'4'0,"4"2"0,2 3 0,-1 6 0,-1 3 0,-1 3 0,-1 3 0,4 1 0,0 1 0,3-5 0,1-1 0,-2-4-8191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8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 24575,'0'-4'0,"0"3"0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8.2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9.2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1 381 24575,'29'0'0,"-16"1"0,0 0 0,0-1 0,1-1 0,-1 0 0,0-1 0,0 0 0,0-1 0,0 0 0,0-1 0,22-11 0,-13 3 0,-5 4 0,-1-1 0,-1-1 0,1 0 0,-1 0 0,-1-2 0,0 0 0,18-21 0,-28 27 0,0-1 0,0 0 0,-1 0 0,3-9 0,13-25 0,-16 35 0,1 0 0,0-1 0,-1 0 0,-1 1 0,1-1 0,-1 0 0,0-1 0,-1 1 0,1 0 0,-1-9 0,-1 14 0,1-1 0,-2 1 0,1-1 0,0 1 0,0-1 0,-1 1 0,1 0 0,-1-1 0,0 1 0,0 0 0,0-1 0,0 1 0,0 0 0,0 0 0,0 0 0,-1 0 0,1 0 0,-1 0 0,0 0 0,1 1 0,-1-1 0,0 0 0,0 1 0,0 0 0,0-1 0,0 1 0,0 0 0,-1 0 0,1 0 0,0 0 0,-1 1 0,1-1 0,-3 0 0,-9-2 0,1 2 0,0-1 0,-1 1 0,1 1 0,-22 3 0,29-3 0,1 1 0,-1 1 0,0-1 0,0 1 0,1 0 0,-1 0 0,1 0 0,-1 1 0,1 0 0,0 0 0,0 1 0,1-1 0,-1 1 0,-7 7 0,7-4 0,1 0 0,-1-1 0,1 1 0,1 1 0,-1-1 0,1 0 0,0 1 0,1 0 0,0 0 0,0 0 0,-1 11 0,2 2 0,0 0 0,2 1 0,3 24 0,-4-40 0,1 0 0,1-1 0,-1 1 0,1 0 0,0-1 0,0 0 0,1 1 0,0-1 0,0 0 0,0 0 0,0 0 0,1-1 0,-1 1 0,1-1 0,1 0 0,-1 0 0,0 0 0,1-1 0,0 0 0,0 1 0,0-2 0,0 1 0,0 0 0,1-1 0,-1 0 0,11 2 0,3 0 0,0 0 0,0-2 0,0 0 0,1-1 0,-1-1 0,34-4 0,-44 3 0,-1-1 0,1 0 0,0-1 0,-1 0 0,0-1 0,0 0 0,0 0 0,0 0 0,0-1 0,-1 0 0,0-1 0,0 0 0,0 0 0,-1 0 0,0-1 0,0 0 0,-1 0 0,1 0 0,-2-1 0,1 1 0,-1-1 0,0-1 0,-1 1 0,0 0 0,0-1 0,3-16 0,-3 10 0,0 13 0,0 23 0,1 4 0,-3-20 0,7 21 0,-4-24 0,-2-17 0,-2 4 0,0 4 0,0 0 0,1 0 0,-1 0 0,2-1 0,2-10 0,-3 16 0,0 0 0,0 0 0,0-1 0,1 1 0,-1 0 0,1 1 0,-1-1 0,1 0 0,-1 0 0,1 1 0,0-1 0,0 1 0,0-1 0,0 1 0,0 0 0,0 0 0,0 0 0,1 0 0,-1 0 0,0 0 0,4 0 0,1-1 0,1 0 0,0 1 0,-1 0 0,1 1 0,0-1 0,0 2 0,-1-1 0,1 1 0,9 2 0,-13-2 0,-1 0 0,1 0 0,0 1 0,-1-1 0,1 1 0,-1 0 0,0 0 0,1 0 0,-1 0 0,0 0 0,0 1 0,-1 0 0,1-1 0,0 1 0,-1 0 0,0 0 0,0 1 0,0-1 0,0 0 0,2 4 0,63 175 0,-66-179 6,1-1 0,-1 1 0,1-1 0,-1 1 0,1-1 0,0 0 0,0 0 0,-1 0 0,2 0 0,-1 0 0,0 0 0,0 0 0,1-1 0,-1 1 0,1-1 0,-1 0 0,1 0 0,-1 0 0,5 1 0,2 0-303,0 0 0,1-1 0,-1 0 0,14-1 0,-2 0-6529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29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 24 24575,'0'-1'0,"-1"0"0,1-1 0,-1 1 0,0 0 0,1 0 0,-1 0 0,0 0 0,0 0 0,0 0 0,0 0 0,0 0 0,0 0 0,0 0 0,0 1 0,0-1 0,0 0 0,0 1 0,-1-1 0,1 1 0,0-1 0,0 1 0,-1-1 0,1 1 0,0 0 0,-1 0 0,1 0 0,-2 0 0,-38-4 0,37 5 0,-1-1 0,1 1 0,0-1 0,-1 1 0,1 1 0,0-1 0,0 0 0,0 1 0,0 0 0,0 0 0,0 0 0,0 1 0,1-1 0,-1 1 0,1 0 0,0 0 0,0 0 0,0 0 0,0 0 0,0 1 0,1 0 0,-1-1 0,1 1 0,0 0 0,0 0 0,1 0 0,-1 0 0,1 0 0,-1 6 0,-2 6 0,1 0 0,1 0 0,1 1 0,0-1 0,1 0 0,3 27 0,-2-41 0,-1 1 0,1-1 0,-1 1 0,1 0 0,0-1 0,0 0 0,0 1 0,0-1 0,1 0 0,-1 1 0,0-1 0,1 0 0,0 0 0,0 0 0,-1 0 0,1 0 0,0-1 0,0 1 0,1-1 0,-1 1 0,0-1 0,0 0 0,1 1 0,-1-1 0,1-1 0,-1 1 0,1 0 0,-1 0 0,5 0 0,8 0 0,0 1 0,0-2 0,0 0 0,18-3 0,-6 1 0,-2 1-1365,-3 1-5461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30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26 24575,'-1'-1'0,"1"0"0,-1 0 0,1-1 0,-1 1 0,1 0 0,-1 0 0,0 0 0,1 0 0,-1 1 0,0-1 0,0 0 0,0 0 0,1 0 0,-1 1 0,0-1 0,0 0 0,0 1 0,0-1 0,-1 1 0,1-1 0,0 1 0,0-1 0,0 1 0,0 0 0,0 0 0,-1 0 0,-1-1 0,-38-3 0,37 3 0,-3 1 0,-1-1 0,1 1 0,0 1 0,0-1 0,-1 1 0,1 1 0,0-1 0,0 1 0,-9 4 0,13-5 0,0 1 0,-1 0 0,2 0 0,-1 0 0,0 0 0,0 1 0,1-1 0,-1 1 0,1 0 0,0 0 0,0 0 0,0 0 0,0 0 0,0 0 0,1 0 0,-1 0 0,1 1 0,0-1 0,0 1 0,0-1 0,0 5 0,-1 2 0,1 0 0,0 0 0,0 0 0,1 0 0,0 0 0,1 0 0,0 1 0,1-1 0,0-1 0,5 15 0,-5-19 0,0-1 0,0 1 0,1-1 0,-1 0 0,1 0 0,0 0 0,0 0 0,1-1 0,-1 1 0,1-1 0,0 0 0,0 0 0,0 0 0,0 0 0,0-1 0,1 0 0,-1 1 0,1-2 0,0 1 0,-1 0 0,1-1 0,0 0 0,5 0 0,16 3 0,43 0 0,-59-4 0,1-1 0,-1 0 0,1 0 0,-1-1 0,0 0 0,0-1 0,10-3 0,-17 4 0,0 0 0,-1 0 0,1 0 0,0 0 0,-1 0 0,1 0 0,-1-1 0,0 1 0,0-1 0,0 0 0,0 0 0,0 1 0,-1-1 0,1 0 0,-1 0 0,0-1 0,0 1 0,0 0 0,0 0 0,-1-1 0,1 1 0,-1 0 0,0-1 0,0 1 0,0 0 0,0-1 0,0 1 0,-1 0 0,-1-5 0,0-1 0,0 1 0,0-1 0,-1 1 0,0 0 0,0 0 0,-1 0 0,0 0 0,0 1 0,-1-1 0,-8-8 0,-12-2 0,18 15 0,17 12 0,-3-4 0,1 0 0,0-1 0,0 0 0,0 0 0,0-1 0,1 0 0,-1 0 0,1-1 0,0-1 0,-1 1 0,11 0 0,19-1 0,50-3 0,-33 0 0,-46 2 0,0-1 0,0 0 0,0 0 0,13-5 0,-20 6 0,0 0 0,-1 0 0,1-1 0,-1 1 0,1-1 0,-1 0 0,1 1 0,-1-1 0,1 0 0,-1 0 0,0 0 0,1 0 0,-1 0 0,0 0 0,0 0 0,0 0 0,0 0 0,0-1 0,0 1 0,0 0 0,0-1 0,0 1 0,-1-1 0,1 1 0,0-1 0,-1 1 0,1-1 0,-1 0 0,0 1 0,0-1 0,1 0 0,-1-2 0,-1 2 0,0 1 0,0-1 0,0 1 0,0-1 0,0 0 0,0 1 0,0-1 0,0 1 0,0 0 0,-1-1 0,1 1 0,-1 0 0,1 0 0,-1 0 0,1 0 0,-1 0 0,1 0 0,-1 1 0,0-1 0,0 0 0,1 1 0,-1-1 0,0 1 0,0 0 0,0 0 0,0 0 0,1-1 0,-4 2 0,2-2 0,-1 1 0,0 0 0,1 0 0,-1 1 0,1-1 0,-1 1 0,0-1 0,1 1 0,0 0 0,-1 0 0,1 1 0,-1-1 0,-4 4 0,5-2 0,0 0 0,1 0 0,0 1 0,0-1 0,0 1 0,0-1 0,0 1 0,1 0 0,-1 0 0,1-1 0,0 1 0,0 0 0,1 0 0,-1 7 0,2 64 0,1-49 0,-2-21 0,0 1 0,1-1 0,0 1 0,0-1 0,0 1 0,1-1 0,3 9 0,-4-13 0,-1 0 0,1 0 0,-1 0 0,1 0 0,0 0 0,0 0 0,-1 0 0,1-1 0,0 1 0,0 0 0,0 0 0,0-1 0,0 1 0,0-1 0,0 1 0,0 0 0,0-1 0,0 0 0,1 1 0,-1-1 0,0 0 0,0 0 0,0 1 0,0-1 0,1 0 0,-1 0 0,0 0 0,0 0 0,0-1 0,0 1 0,1 0 0,-1 0 0,0-1 0,0 1 0,0-1 0,0 1 0,0-1 0,0 1 0,0-1 0,0 0 0,0 1 0,1-2 0,2-2 9,1 1-1,-1-1 0,0 0 1,0 0-1,-1-1 0,1 1 1,-1-1-1,0 0 1,0 1-1,0-1 0,-1-1 1,0 1-1,3-9 0,1-10-703,7-42 0,-13 64 603,3-17-6734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31.1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24575,'0'524'0,"1"-508"0,1-1 0,0 1 0,5 18 0,6 35 0,-12-57 0,1 0 0,1 0 0,0 0 0,1-1 0,0 1 0,9 18 0,0-2 0,-11-24 0,1 1 0,0-1 0,0 1 0,0-1 0,0 0 0,1 0 0,0-1 0,0 1 0,0-1 0,0 0 0,0 0 0,0 0 0,1 0 0,0-1 0,-1 0 0,1 0 0,0 0 0,0 0 0,0-1 0,6 1 0,4 1 0,0-1 0,1 0 0,-1-2 0,1 1 0,23-4 0,-34 2 0,1 0 0,0-1 0,0 1 0,-1-1 0,1 0 0,-1-1 0,0 0 0,1 1 0,-1-2 0,0 1 0,-1 0 0,1-1 0,-1 0 0,1 0 0,-1-1 0,4-4 0,-4 2 0,1 1 0,-1 0 0,0-1 0,-1 0 0,1 0 0,-2 0 0,1 0 0,-1-1 0,0 1 0,0-1 0,1-13 0,-2 9 0,0-3 0,0 0 0,-1 0 0,0 0 0,-1 0 0,0 0 0,-8-28 0,8 41 0,1 0 0,-1 1 0,1-1 0,-1 0 0,0 1 0,0-1 0,0 1 0,0-1 0,0 1 0,0-1 0,0 1 0,0 0 0,-1 0 0,1-1 0,0 1 0,-1 0 0,1 0 0,-1 0 0,1 1 0,-1-1 0,0 0 0,1 0 0,-1 1 0,0-1 0,1 1 0,-1 0 0,0-1 0,0 1 0,0 0 0,1 0 0,-1 0 0,0 0 0,0 1 0,1-1 0,-1 0 0,0 1 0,0-1 0,1 1 0,-1 0 0,-1 0 0,-2 2 0,0-1 0,1 1 0,-1 0 0,1 1 0,0-1 0,0 1 0,0 0 0,0 0 0,1 0 0,0 0 0,-6 10 0,4-5 0,1 0 0,0 0 0,0 1 0,1 0 0,0-1 0,1 1 0,0 0 0,0 1 0,1 18 0,1-26 0,0 1 0,1-1 0,-1 1 0,1-1 0,0 0 0,0 1 0,0-1 0,0 0 0,1 0 0,0 1 0,-1-1 0,1 0 0,0-1 0,0 1 0,1 0 0,-1-1 0,1 1 0,-1-1 0,1 0 0,0 1 0,-1-1 0,1-1 0,0 1 0,1 0 0,-1-1 0,0 1 0,0-1 0,1 0 0,-1 0 0,0-1 0,8 2 0,13 1 0,0-1 0,0-2 0,0 0 0,27-4 0,-48 4 0,1-1 0,-1 1 0,0-1 0,0 0 0,1 0 0,-1 0 0,0-1 0,0 1 0,0-1 0,0 0 0,-1 0 0,1 0 0,0 0 0,-1 0 0,1 0 0,-1-1 0,0 1 0,0-1 0,2-3 0,2-4 0,-1 0 0,-1 0 0,0 0 0,4-16 0,5-11 0,-13 37 0,0-1 0,0 1 0,0-1 0,1 0 0,-1 1 0,0-1 0,0 1 0,1-1 0,-1 1 0,0-1 0,1 1 0,-1-1 0,0 1 0,1-1 0,-1 1 0,1 0 0,-1-1 0,1 1 0,-1 0 0,1-1 0,-1 1 0,1 0 0,-1 0 0,1-1 0,0 1 0,-1 0 0,1 0 0,-1 0 0,1 0 0,1 0 0,-1 0 0,0 1 0,0-1 0,0 1 0,0-1 0,1 1 0,-1 0 0,0 0 0,0-1 0,0 1 0,0 0 0,-1 0 0,1 0 0,1 2 0,20 34 0,-16-21 0,0 0 0,-2 1 0,5 21 0,-9-36 0,1-137 0,-1 130 10,0 0 0,0 0 0,0 0 0,1 0 0,0-1 0,0 1 0,1 0 0,-1 0 0,1 0 0,0 1 0,3-6 0,-3 7-97,1 0-1,-1 0 1,0 0 0,1 1-1,0-1 1,0 1 0,0-1-1,0 1 1,0 0-1,0 1 1,0-1 0,1 0-1,-1 1 1,1 0 0,-1 0-1,6-1 1,11-2-6739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40.8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650 619 24575,'-8'-1'0,"1"0"0,-1 0 0,0-1 0,-15-5 0,-22-4 0,17 8 0,-79-12 0,69 9 0,1 2 0,-1 2 0,-65 3 0,29 1 0,69-2 0,0 0 0,0 1 0,0-1 0,1 1 0,-1 0 0,0 1 0,0-1 0,1 1 0,-1 0 0,1 0 0,-1 0 0,1 1 0,0-1 0,0 1 0,0 0 0,0 1 0,1-1 0,-1 1 0,1-1 0,0 1 0,0 0 0,-3 5 0,2-2 0,0 1 0,0 0 0,1-1 0,1 1 0,-1 0 0,1 1 0,1-1 0,-1 0 0,1 0 0,1 1 0,-1-1 0,2 13 0,0-19 0,-1 1 0,1-1 0,-1 1 0,1 0 0,0-1 0,0 0 0,0 1 0,0-1 0,0 0 0,1 1 0,-1-1 0,1 0 0,-1 0 0,1 0 0,0 0 0,0 0 0,0-1 0,0 1 0,0 0 0,0-1 0,0 0 0,1 1 0,-1-1 0,1 0 0,-1 0 0,0-1 0,1 1 0,0 0 0,-1-1 0,4 1 0,9 1 0,1-1 0,-1 0 0,1-2 0,16-1 0,-6 0 0,-12 2 0,0-1 0,1 0 0,-1-1 0,0-1 0,0 0 0,0-1 0,0-1 0,-1 0 0,0-1 0,0 0 0,0-1 0,-1 0 0,16-13 0,9-8 0,-26 21 0,-1 0 0,0-2 0,0 1 0,-1-1 0,11-13 0,11-14 0,-25 30 0,0-1 0,-1 1 0,1-1 0,-1 1 0,-1-1 0,1-1 0,-1 1 0,0-1 0,5-15 0,1-29 0,-2-1 0,-2 1 0,-3-1 0,-3-66 0,0 78 0,-1 29 0,0 0 0,-1 0 0,0 0 0,-1 0 0,0 0 0,0 1 0,-2-1 0,1 1 0,-2 0 0,-9-16 0,13 31 0,1 0 0,0 0 0,0 0 0,0 0 0,1 0 0,-1 0 0,1 0 0,0 4 0,1 18 0,0-1 0,2 1 0,9 38 0,-8-38 0,0 1 0,-2 0 0,-3 52 0,3 26 0,9-44 0,1 4 0,-10-41-273,2 0 0,0 0 0,1 0 0,10 24 0,-9-33-6553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41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24 24575,'-28'-1'0,"17"0"0,0 1 0,-1 0 0,1 0 0,-19 4 0,28-3 0,-1 0 0,1-1 0,-1 1 0,1 0 0,0 0 0,-1 0 0,1 1 0,0-1 0,0 0 0,0 1 0,0 0 0,0-1 0,0 1 0,0 0 0,1 0 0,-1 0 0,1 0 0,-1 0 0,1 1 0,0-1 0,0 0 0,0 0 0,0 1 0,0-1 0,-1 5 0,-1 10 0,1 1 0,1 0 0,0 1 0,2-1 0,0 0 0,1 0 0,6 27 0,-7-41 0,1 1 0,0 0 0,0-1 0,1 1 0,-1-1 0,1 0 0,0 1 0,0-1 0,0-1 0,1 1 0,-1 0 0,1-1 0,0 0 0,0 0 0,0 0 0,1 0 0,-1-1 0,0 1 0,1-1 0,0 0 0,5 1 0,-7-2 0,1 0 0,0 0 0,-1-1 0,1 1 0,0-1 0,0 0 0,-1 0 0,1 0 0,0 0 0,-1-1 0,1 0 0,0 1 0,-1-1 0,1-1 0,-1 1 0,1 0 0,-1-1 0,1 0 0,-1 0 0,0 0 0,0 0 0,0 0 0,0-1 0,-1 1 0,1-1 0,0 0 0,-1 1 0,0-1 0,3-4 0,-2-1 0,1 1 0,-2-1 0,1 0 0,-1 0 0,0 0 0,0 0 0,-1 0 0,0 0 0,-1-12 0,0-10 0,-5-35 0,4 60-50,0 1-1,0-1 1,0 1-1,0-1 0,-1 1 1,0-1-1,0 1 1,0 0-1,0 0 1,-1 0-1,1 0 0,-1 0 1,0 0-1,0 1 1,-1 0-1,1-1 1,-1 1-1,0 0 0,1 1 1,-1-1-1,0 1 1,-1 0-1,1 0 1,0 0-1,-1 0 1,-4-1-1,-8-1-6775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44.9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24575,'24'0'0,"0"1"0,0 2 0,36 8 0,9 2 0,1-2 0,86 1 0,144-11 0,-135-4 0,213 3-1365,-356 0-5461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45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 24575,'46'-1'0,"-30"0"0,1 0 0,-1 1 0,0 1 0,1 0 0,-1 1 0,0 1 0,24 7 0,-17 0 0,-3-3 0,-1 1 0,0 0 0,-1 2 0,34 22 0,-48-29 0,0 0 0,-1 1 0,1-1 0,-1 1 0,0-1 0,0 1 0,0 0 0,0 0 0,-1 0 0,0 1 0,1-1 0,-2 1 0,1-1 0,0 1 0,-1-1 0,0 1 0,0 0 0,0 0 0,-1 0 0,0-1 0,0 1 0,0 0 0,0 0 0,-1 0 0,0 0 0,-2 8 0,1-7 0,0-1 0,0 1 0,-1-1 0,0 0 0,0 1 0,0-1 0,-1 0 0,1-1 0,-1 1 0,0-1 0,-1 0 0,-8 8 0,-6 0 0,0 1 0,-25 11 0,28-17 0,0 2 0,1 0 0,0 0 0,-16 15 0,-56 51-1365,73-63-5461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46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55 252 24575,'46'0'0,"-16"2"0,0-2 0,0-1 0,0-1 0,0-2 0,0-1 0,40-12 0,-65 15 0,0-1 0,0 0 0,0 0 0,0 0 0,-1 0 0,0-1 0,1 0 0,-1 0 0,-1 0 0,1 0 0,0-1 0,-1 1 0,0-1 0,0 0 0,-1 0 0,1 0 0,-1 0 0,0-1 0,0 1 0,1-7 0,-3 9 0,1 0 0,0-1 0,-1 1 0,0-1 0,1 1 0,-1-1 0,-1 1 0,1 0 0,0-1 0,-1 1 0,0-1 0,0 1 0,0 0 0,0 0 0,0-1 0,-1 1 0,1 0 0,-1 0 0,0 0 0,0 1 0,0-1 0,0 0 0,-1 1 0,1-1 0,-1 1 0,1 0 0,-1 0 0,0 0 0,0 0 0,0 0 0,0 1 0,0-1 0,-6-1 0,-17-5 0,-1 0 0,0 2 0,0 2 0,-1 0 0,1 1 0,-1 2 0,-50 4 0,73-2 0,1-1 0,-1 1 0,1 0 0,0 1 0,0-1 0,-1 1 0,1 0 0,0 0 0,1 0 0,-1 0 0,0 1 0,0-1 0,1 1 0,0 0 0,-1 0 0,-3 6 0,3-3 0,0-1 0,0 1 0,1 0 0,0 0 0,1 0 0,-1 1 0,1-1 0,0 0 0,1 1 0,-2 10 0,2-10 0,0 0 0,1-1 0,0 1 0,0 0 0,0-1 0,1 1 0,0 0 0,0-1 0,1 1 0,0-1 0,0 0 0,1 1 0,-1-1 0,1 0 0,1 0 0,-1-1 0,1 1 0,0-1 0,0 1 0,0-1 0,1-1 0,0 1 0,7 5 0,3-1 0,0-1 0,0-1 0,1 0 0,-1-1 0,1-1 0,1-1 0,-1 0 0,1-1 0,0 0 0,0-2 0,23 0 0,0 0 0,-12-1 0,0 0 0,38-6 0,-57 4 0,-1 1 0,1-2 0,0 1 0,-1-1 0,0-1 0,1 0 0,-1 0 0,-1 0 0,1-1 0,-1 0 0,11-10 0,-8 5 0,0-2 0,0 1 0,12-22 0,-9 15 0,-13 17 0,1-1 0,-1 1 0,1 0 0,-1 0 0,1 0 0,0 0 0,0 0 0,-1 1 0,1-1 0,0 0 0,0 0 0,0 0 0,0 1 0,0-1 0,0 0 0,0 1 0,0-1 0,0 1 0,1-1 0,-1 1 0,0 0 0,2-1 0,-2 2 0,-1-1 0,1 1 0,0-1 0,0 1 0,-1-1 0,1 1 0,0 0 0,-1-1 0,1 1 0,0 0 0,-1-1 0,1 1 0,-1 0 0,1 0 0,-1 0 0,1-1 0,-1 1 0,0 0 0,0 0 0,1 0 0,-1 1 0,2 9 0,0 0 0,-1 0 0,1 16 0,-3 12 0,1-37 0,-1-5 0,1-22 0,0 21 0,0-1 0,0 1 0,0 0 0,0-1 0,1 1 0,0 0 0,0-1 0,0 1 0,1 0 0,-1 0 0,1 0 0,0 0 0,0 0 0,0 1 0,1-1 0,-1 1 0,1-1 0,0 1 0,0 0 0,0 0 0,0 0 0,1 0 0,-1 1 0,1-1 0,0 1 0,0 0 0,0 0 0,0 0 0,0 1 0,0-1 0,0 1 0,0 0 0,0 0 0,1 0 0,7 1 0,-5-1 0,0 1 0,-1 0 0,1 0 0,0 1 0,0 0 0,-1 0 0,1 1 0,0 0 0,-1 0 0,0 0 0,1 1 0,-1 0 0,0 0 0,0 0 0,-1 1 0,1 0 0,-1 0 0,0 1 0,0-1 0,0 1 0,0 0 0,-1 1 0,0-1 0,4 8 0,38 56 0,-45-73 0,0 0 0,0 1 0,0-1 0,0 0 0,-1 0 0,1 0 0,-1 0 0,0-5 0,0 2 0,0-1 0,0 1 0,1-1 0,1 1 0,-1 0 0,1 0 0,0-1 0,1 1 0,0 0 0,0 1 0,0-1 0,8-9 0,-8 11 0,1 1 0,-1 0 0,1 0 0,0 0 0,1 0 0,-1 1 0,0 0 0,1 0 0,0 0 0,0 0 0,0 1 0,0 0 0,0 0 0,1 0 0,-1 0 0,0 1 0,10-1 0,5 0 0,0 0 0,0 2 0,40 4 0,-55-4 0,1 1 0,-1 0 0,1 1 0,-1-1 0,1 1 0,-1 1 0,0-1 0,0 0 0,0 1 0,0 0 0,0 1 0,0-1 0,-1 1 0,0-1 0,0 1 0,0 1 0,0-1 0,4 8 0,16 43 105,-11-23-1575,-7-17-5356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47.4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0 24575,'9'28'0,"1"-3"0,-4 21 0,-3 0 0,-4 91 0,-2-44 0,3-76 0,-5 274 0,5-291 0,1 1 0,-1-1 0,0 1 0,1-1 0,-1 0 0,0 1 0,1-1 0,-1 0 0,1 1 0,-1-1 0,0 0 0,1 0 0,-1 1 0,1-1 0,-1 0 0,1 0 0,-1 0 0,1 0 0,-1 0 0,1 0 0,-1 0 0,1 0 0,-1 0 0,1 0 0,-1 0 0,1 0 0,-1 0 0,1 0 0,-1 0 0,1 0 0,-1 0 0,0-1 0,1 1 0,27-6 0,-17 4 0,21-2 0,0 1 0,1 1 0,46 4 0,-78-2 0,1 0 0,0 0 0,-1 1 0,1-1 0,-1 0 0,1 0 0,-1 1 0,1-1 0,-1 1 0,0-1 0,1 1 0,-1 0 0,0 0 0,1-1 0,-1 1 0,0 0 0,2 2 0,-7 4 0,-14-2 0,-30-1 0,-71-4 0,55-2 0,57 2 0,4 1 0,0-1 0,0 0 0,0 0 0,0 0 0,0 0 0,0-1 0,0 1 0,0-1 0,0 0 0,0 0 0,0 0 0,0 0 0,0 0 0,-3-3 0,6-1-1365,4 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49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24575,'1'27'0,"2"0"0,1 0 0,13 44 0,-9-43 0,-2 0 0,-1 0 0,2 37 0,-9 73 0,3 72 0,1-191 0,1 1 0,1-1 0,0 0 0,2 0 0,9 23 0,-15-42 0,0 1 0,0-1 0,0 0 0,0 1 0,0-1 0,0 0 0,0 1 0,0-1 0,0 0 0,0 1 0,0-1 0,0 0 0,0 1 0,0-1 0,1 0 0,-1 0 0,0 1 0,0-1 0,0 0 0,0 0 0,1 1 0,-1-1 0,0 0 0,0 0 0,1 1 0,-1-1 0,0 0 0,0 0 0,1 0 0,-1 0 0,0 1 0,1-1 0,-1 0 0,0 0 0,1 0 0,-1 0 0,0 0 0,1 0 0,-1 0 0,0 0 0,1 0 0,-1 0 0,0 0 0,0 0 0,1 0 0,0 0 0,4-19 0,-3-28 0,-2 46 0,-2-70 0,3-65 0,-1 133 0,1 1 0,-1-1 0,1 1 0,-1-1 0,1 1 0,0 0 0,0-1 0,0 1 0,0 0 0,0 0 0,1 0 0,-1-1 0,1 1 0,-1 1 0,1-1 0,0 0 0,0 0 0,0 1 0,0-1 0,0 1 0,0-1 0,0 1 0,0 0 0,1 0 0,-1 0 0,0 0 0,1 0 0,-1 1 0,1-1 0,-1 1 0,1-1 0,-1 1 0,1 0 0,-1 0 0,3 0 0,5 1 0,-1-1 0,0 1 0,0 1 0,0-1 0,0 2 0,0-1 0,-1 1 0,14 7 0,-1-1 0,1-1 0,0-1 0,45 9 0,-35-9 0,36 13 0,-59-17 0,1 0 0,-1 0 0,0 1 0,0 0 0,11 7 0,-19-11 0,0 1 0,0-1 0,0 1 0,-1 0 0,1-1 0,0 1 0,0 0 0,0-1 0,0 1 0,-1 0 0,1 0 0,0 0 0,-1 0 0,1 0 0,0 0 0,-1 0 0,1 0 0,-1 0 0,0 0 0,1 0 0,-1 0 0,0 0 0,0 0 0,0 0 0,0 1 0,0-1 0,0 0 0,0 0 0,0 0 0,0 0 0,0 0 0,0 0 0,-1 1 0,1-1 0,0 0 0,-1 0 0,1 0 0,-1 0 0,0 0 0,1 0 0,-1-1 0,0 1 0,1 0 0,-1 0 0,0 0 0,-1 1 0,-3 1 0,0 0 0,0-1 0,0 1 0,0-1 0,0 0 0,0-1 0,0 1 0,-1-1 0,1 0 0,0 0 0,-1-1 0,1 1 0,-1-1 0,-8-1 0,-30 4 0,8 3 0,18-3 0,-1 0 0,1 2 0,0 0 0,-25 11 0,42-14-23,7 0 78,8-1-1452,2 0-5429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0.5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0 100 24575,'64'2'0,"71"-4"0,-133 2 0,0 0 0,-1 0 0,1 0 0,0-1 0,0 1 0,0 0 0,0-1 0,-1 1 0,1-1 0,0 0 0,0 1 0,-1-1 0,1 0 0,-1 0 0,1 0 0,-1 0 0,1 0 0,-1-1 0,1 1 0,-1 0 0,0-1 0,0 1 0,0-1 0,0 1 0,0-1 0,0 0 0,0 1 0,0-1 0,-1 0 0,1 0 0,0 1 0,-1-1 0,0 0 0,1 0 0,-1 0 0,0-2 0,-1 2 0,1-1 0,-1 1 0,1-1 0,-1 1 0,0-1 0,0 1 0,0 0 0,0-1 0,-1 1 0,1 0 0,0 0 0,-1 0 0,0 0 0,1 0 0,-1 0 0,0 0 0,0 1 0,0-1 0,0 1 0,-1-1 0,1 1 0,0 0 0,0 0 0,-1 0 0,-4-2 0,4 2 0,0 0 0,0 0 0,0 1 0,0-1 0,0 1 0,0 0 0,-1-1 0,1 1 0,0 0 0,0 1 0,0-1 0,0 1 0,0-1 0,0 1 0,0 0 0,0 0 0,0 0 0,0 1 0,0-1 0,1 1 0,-1-1 0,0 1 0,1 0 0,-4 3 0,3-1 0,0 0 0,0 0 0,1 1 0,-1-1 0,1 1 0,0-1 0,0 1 0,0 0 0,1 0 0,0 0 0,0 0 0,0 0 0,1 0 0,-1 7 0,1-4 0,-1 1 0,1-1 0,1 1 0,0-1 0,0 1 0,1-1 0,0 0 0,3 9 0,-3-14 0,-1 0 0,1 0 0,-1 0 0,1 0 0,0-1 0,0 1 0,1-1 0,-1 0 0,0 1 0,1-1 0,-1 0 0,1 0 0,0-1 0,0 1 0,0 0 0,0-1 0,0 0 0,0 0 0,0 0 0,0 0 0,0 0 0,0 0 0,7-1 0,34 3 0,1-2 0,66-8 0,-51-7-1365,-43 9-5461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0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202 4 24575,'-39'-1'0,"27"-1"0,0 2 0,0 0 0,0 0 0,0 1 0,0 0 0,-20 5 0,29-4 0,-1 1 0,0-1 0,1 0 0,0 1 0,0 0 0,-1 0 0,2 0 0,-1 0 0,0 0 0,0 0 0,1 1 0,0-1 0,0 1 0,0 0 0,0 0 0,1 0 0,-1 0 0,1 0 0,0 0 0,-1 5 0,0 4 0,0 0 0,0 1 0,1-1 0,1 0 0,1 15 0,0-25 0,-1-1 0,0 0 0,1 1 0,0-1 0,-1 0 0,1 1 0,0-1 0,0 0 0,0 0 0,1 0 0,-1 0 0,0 0 0,1 0 0,-1 0 0,1-1 0,0 1 0,-1 0 0,1-1 0,3 3 0,0-2 0,-1 0 0,1 1 0,0-2 0,0 1 0,0 0 0,0-1 0,0 0 0,10 1 0,-5-2 0,1 1 0,-1-2 0,1 1 0,-1-2 0,1 1 0,-1-1 0,0-1 0,18-6 0,-24 7-97,0 0-1,0 0 1,0-1-1,0 1 1,-1-1-1,1 0 1,-1 0-1,1 0 1,-1-1-1,0 1 1,0-1-1,0 0 0,3-7 1,0-4-6729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1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24575,'1'36'0,"11"55"0,-6-55 0,1 51 0,-10 48 0,5 103 0,-1-230 20,0 0 0,1-1 0,-1 1 0,1-1 0,5 12 0,-6-16-107,1 0-1,-1 0 1,1-1 0,0 1-1,-1-1 1,1 1 0,0-1-1,0 0 1,1 0-1,-1 0 1,0 0 0,1 0-1,-1 0 1,1-1 0,-1 1-1,5 1 1,10 2-6739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1.4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277 1 24575,'-63'-1'0,"-72"3"0,132-2 0,0 1 0,0-1 0,0 1 0,1 0 0,-1 0 0,0 0 0,1 0 0,-1 0 0,1 0 0,-1 1 0,1-1 0,-1 1 0,1 0 0,0 0 0,0 0 0,0 0 0,-2 3 0,0 0 0,1 0 0,0 0 0,0 0 0,1 0 0,-1 1 0,1-1 0,1 1 0,-2 6 0,0 4 0,1 0 0,0 1 0,1 0 0,1-1 0,3 20 0,-3-31 0,1 1 0,0-1 0,0 0 0,0 1 0,1-1 0,0 0 0,0 0 0,0 0 0,1 0 0,-1 0 0,1 0 0,0-1 0,1 1 0,-1-1 0,1 0 0,5 5 0,-6-7 0,0 0 0,1 0 0,-1 0 0,1-1 0,-1 1 0,1-1 0,-1 0 0,1 0 0,0 0 0,0-1 0,-1 1 0,1-1 0,0 0 0,0 0 0,0 0 0,0 0 0,-1-1 0,1 1 0,0-1 0,-1 0 0,1 0 0,0-1 0,-1 1 0,5-3 0,-2 0 0,0 1 0,0-1 0,0-1 0,-1 1 0,1-1 0,-1 0 0,0 0 0,0-1 0,6-9 0,33-60 0,-37 62 0,3-5-97,21-46-1171,-25 46-5558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1.9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24575,'0'400'0,"1"-384"0,1-1 0,0 1 0,5 18 0,5 35 0,-10-53 0,0 0 0,1-1 0,0 1 0,7 17 0,-7-25 0,0 0 0,0 0 0,1-1 0,0 1 0,0-1 0,1 0 0,0 0 0,0 0 0,11 9 0,-15-15 0,0 0 0,0 0 0,0 0 0,0-1 0,0 1 0,0 0 0,1 0 0,-1-1 0,0 1 0,0-1 0,1 1 0,-1-1 0,1 0 0,-1 0 0,0 1 0,1-1 0,-1 0 0,1 0 0,-1 0 0,0 0 0,1-1 0,-1 1 0,0 0 0,1 0 0,-1-1 0,2 0 0,0-1 0,0 0 0,0 0 0,0 0 0,-1 0 0,1-1 0,-1 1 0,1-1 0,-1 0 0,0 1 0,3-6 0,1-3 0,-1 0 0,0 0 0,0 0 0,-1 0 0,4-20 0,-6 8 0,-2 19 0,0 0 0,0 0 0,0 1 0,1-1 0,-1 0 0,1 0 0,0 0 0,0 0 0,1 1 0,-1-1 0,1 1 0,2-5 0,-3 8 0,-1 1 0,1-1 0,0 0 0,-1 1 0,1-1 0,0 0 0,-1 1 0,1-1 0,-1 1 0,1-1 0,0 1 0,-1-1 0,1 1 0,-1-1 0,1 1 0,-1 0 0,0-1 0,1 1 0,-1 0 0,0-1 0,1 1 0,-1 0 0,0-1 0,0 2 0,11 22 0,32 90 0,-41-111-85,-2-1 5,1 1 0,0-1 0,0 0 0,0 1 0,0-1 0,0 0 0,1 0 0,-1 0 0,1 0 0,-1 0 0,1 0 0,0 0 0,0 0 0,0-1 0,4 3 0,2-1-6746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2.5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4 172 24575,'2'0'0,"0"0"0,0 1 0,0 0 0,-1-1 0,1 1 0,0 0 0,0 0 0,0 0 0,-1 0 0,1 0 0,0 0 0,-1 0 0,1 1 0,-1-1 0,0 1 0,1-1 0,-1 1 0,0-1 0,0 1 0,0 0 0,0 0 0,0-1 0,0 1 0,0 3 0,0-3 0,0 0 0,0 0 0,0 0 0,-1 0 0,1 0 0,-1 0 0,0 0 0,1 0 0,-1 0 0,0 1 0,0-1 0,0 0 0,0 0 0,-1 0 0,1 0 0,-1 0 0,1 0 0,-1 0 0,0 0 0,0 0 0,-1 3 0,1-4 0,1-1 0,0 1 0,0-1 0,-1 0 0,1 1 0,0-1 0,-1 0 0,1 1 0,-1-1 0,1 0 0,-1 1 0,1-1 0,0 0 0,-1 0 0,1 1 0,-1-1 0,1 0 0,-1 0 0,1 0 0,-1 0 0,1 0 0,-1 0 0,1 0 0,-1 0 0,1 0 0,-1 0 0,1 0 0,-1 0 0,1 0 0,-1 0 0,1 0 0,-2-1 0,-8-14 0,1-25 0,6 6 0,1 1 0,6-56 0,-4 87 0,0 0 0,0 0 0,0 0 0,1 0 0,-1 0 0,1 0 0,0 0 0,-1 0 0,1 0 0,0 0 0,0 0 0,0 1 0,1-1 0,-1 0 0,0 1 0,0-1 0,1 1 0,-1-1 0,1 1 0,0-1 0,-1 1 0,1 0 0,0 0 0,0 0 0,0 0 0,-1 0 0,5-1 0,-4 2 0,1 0 0,-1 0 0,0 0 0,0 0 0,1 0 0,-1 1 0,0-1 0,0 1 0,1-1 0,-1 1 0,0 0 0,0 0 0,0 0 0,0 0 0,0 0 0,0 0 0,0 0 0,0 1 0,-1-1 0,1 1 0,0-1 0,-1 1 0,1 0 0,-1 0 0,2 2 0,10 16 0,3 2 0,-1 2 0,19 39 0,-33-62 2,0 1 1,-1-1-1,1 1 0,0-1 0,1 1 1,-1-1-1,0 0 0,0 0 0,0 1 0,1-1 1,-1 0-1,1 0 0,-1 0 0,1-1 1,-1 1-1,1 0 0,-1-1 0,1 1 0,0 0 1,-1-1-1,1 0 0,0 1 0,2-1 1,46-2-316,-30-1-793,1 2-5720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3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1 24575,'-3'0'0,"0"0"0,0 0 0,-1 0 0,1 0 0,0 1 0,0-1 0,-1 1 0,1 0 0,0 0 0,0 0 0,0 1 0,0-1 0,0 1 0,0-1 0,1 1 0,-4 2 0,4-1 0,0 0 0,0 0 0,0 0 0,0 0 0,0 1 0,1-1 0,-1 1 0,1-1 0,0 1 0,0-1 0,0 1 0,1 0 0,-1-1 0,1 5 0,-1 0 0,1 0 0,0 0 0,0 0 0,1 0 0,0 0 0,1 0 0,0 0 0,0 0 0,5 11 0,-3-16 0,0-12 0,3-21 0,-5 17 0,-2 12 0,0 0 0,1 0 0,-1 0 0,0 0 0,1 0 0,-1 0 0,0 1 0,1-1 0,-1 0 0,1 0 0,0 0 0,-1 0 0,1 1 0,0-1 0,-1 0 0,1 1 0,0-1 0,0 0 0,-1 1 0,1-1 0,0 1 0,0-1 0,1 1 0,-1 0 0,0 0 0,0 0 0,0 0 0,0 0 0,0 0 0,0 1 0,-1-1 0,1 0 0,0 1 0,0-1 0,0 1 0,0-1 0,0 1 0,-1-1 0,1 1 0,0-1 0,-1 1 0,2 1 0,3 3 0,-1 0 0,0 1 0,-1-1 0,1 1 0,2 8 0,16 37 0,-3 2 0,-3 0 0,13 68 0,-19-74 0,-7-34 0,1 0 0,-2 1 0,1 0 0,-2-1 0,0 1 0,-1 0 0,0 0 0,-1 0 0,0 0 0,-5 17 0,3-18 0,-1-2 0,0 1 0,-1 0 0,-1-1 0,-10 17 0,14-24 0,-1 0 0,-1 0 0,1-1 0,0 1 0,-1-1 0,0 0 0,0 0 0,0 0 0,0-1 0,0 1 0,-1-1 0,1 0 0,0 0 0,-1-1 0,0 1 0,1-1 0,-8 1 0,-14 0 0,-1 0 0,0-2 0,-42-4 0,66 3 0,1 1 0,-1-1 0,1 0 0,-1 1 0,1-1 0,-1 0 0,1 0 0,0-1 0,-1 1 0,1 0 0,0-1 0,0 1 0,0-1 0,0 0 0,0 0 0,0 0 0,1 0 0,-1 0 0,0 0 0,1 0 0,0 0 0,0-1 0,-1 1 0,1-1 0,1 1 0,-1-1 0,0 1 0,1-1 0,-1-3 0,-1-9 0,1 0 0,0 0 0,1 0 0,3-17 0,-1 4 0,-2 8 0,2-1 0,0 0 0,8-34 0,-7 48 0,-1 0 0,1-1 0,0 1 0,1 0 0,0 1 0,0-1 0,1 1 0,-1-1 0,1 2 0,0-1 0,1 0 0,0 1 0,7-5 0,55-47 0,35-23 0,41-26 0,-135 100 33,1 1 0,0 1 0,17-6-1,21-10-1528,-35 11-5330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3.6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101 1 24575,'-2'0'0,"0"0"0,1 1 0,-1 0 0,0-1 0,0 1 0,0 0 0,0 0 0,1 0 0,-1 0 0,0 0 0,1 0 0,-1 1 0,1-1 0,-1 1 0,1-1 0,0 1 0,-1-1 0,1 1 0,0 0 0,0-1 0,-1 4 0,-19 44 0,17-39 0,-5 18 0,0 0 0,2 1 0,2 0 0,0 0 0,2 0 0,1 1 0,2 30 0,-1 28 0,4 74 0,-3-154 0,1 0 0,1-1 0,-1 1 0,1 0 0,1-1 0,-1 1 0,7 11 0,-6-14 0,-1-2 0,1 1 0,0 0 0,0 0 0,0-1 0,0 0 0,0 1 0,1-1 0,0-1 0,-1 1 0,1 0 0,0-1 0,1 0 0,4 2 0,12 3-170,0-1-1,0-1 0,1-1 1,-1-1-1,1-1 0,0-1 1,24-2-1,-24 0-6655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5.0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23 24575,'-6'-1'0,"1"1"0,-1-1 0,1-1 0,-1 1 0,-7-4 0,-18-4 0,27 8 0,0 0 0,0 0 0,0 1 0,0 0 0,0 0 0,0 0 0,0 0 0,0 1 0,0-1 0,0 1 0,0 0 0,1 0 0,-1 1 0,0-1 0,0 1 0,1 0 0,-1 0 0,-4 4 0,5-3 0,0 0 0,0 1 0,1-1 0,-1 1 0,1 0 0,0 0 0,0 0 0,1 0 0,-1 0 0,1 0 0,0 0 0,0 1 0,0-1 0,0 0 0,1 1 0,0 7 0,-1 14 0,1-1 0,1 1 0,7 36 0,-6-52 0,0 0 0,1 0 0,1-1 0,-1 1 0,2-1 0,-1 0 0,1 0 0,1-1 0,-1 1 0,1-1 0,13 12 0,132 128 0,-149-146 0,-1-1 0,1 1 0,-1-1 0,1 1 0,-1 0 0,0-1 0,0 1 0,0 0 0,0 0 0,0 0 0,0 0 0,0 0 0,0 0 0,-1 0 0,1 0 0,-1 0 0,0 0 0,1 1 0,-1 3 0,-1-5 0,0 1 0,1-1 0,-1 1 0,0-1 0,0 1 0,0-1 0,0 0 0,0 1 0,0-1 0,0 0 0,0 0 0,-1 0 0,1 0 0,0 0 0,-1 0 0,1 0 0,-1-1 0,1 1 0,-1 0 0,1-1 0,-1 1 0,1-1 0,-1 1 0,0-1 0,1 0 0,-3 0 0,-24 3 0,0-1 0,-53-4 0,50 0 0,40-4 0,0 1 0,0 0 0,21-8 0,-8 5 0,4-2 0,0 1 0,0 1 0,34-5 0,-39 9 0,0-1 0,0-1 0,0-1 0,-1-1 0,0 0 0,19-13 0,-36 19 0,1-1 0,-2 1 0,1-1 0,0 0 0,0 0 0,-1-1 0,0 1 0,0 0 0,0-1 0,0 1 0,0-1 0,-1 0 0,1 1 0,-1-1 0,0 0 0,0 0 0,0 0 0,-1 0 0,0 0 0,0-5 0,1 5 0,-1 1 0,0 0 0,0-1 0,0 1 0,-1-1 0,1 1 0,-1 0 0,0-1 0,0 1 0,0 0 0,0-1 0,-1 1 0,1 0 0,-1 0 0,0 0 0,0 1 0,0-1 0,0 0 0,0 1 0,-1-1 0,1 1 0,-1 0 0,-4-4 0,5 6 0,0-1 0,0 0 0,0 1 0,-1-1 0,1 1 0,0 0 0,0 0 0,0 0 0,0 0 0,0 0 0,-1 0 0,1 1 0,0-1 0,0 1 0,0-1 0,0 1 0,0 0 0,0 0 0,0 0 0,0 0 0,1 0 0,-1 0 0,0 1 0,0-1 0,1 0 0,-1 1 0,1-1 0,0 1 0,-1 0 0,1 0 0,0-1 0,-2 4 0,-5 8 0,1 0 0,0 0 0,-8 20 0,12-25 0,-1 2 0,1 0 0,0 1 0,0-1 0,1 1 0,1-1 0,-1 1 0,2 0 0,0 0 0,0-1 0,1 1 0,0 0 0,0-1 0,2 1 0,4 15 0,-5-23 0,-1-1 0,1 1 0,0-1 0,0 1 0,0-1 0,0 1 0,1-1 0,-1 0 0,0 0 0,1 0 0,0-1 0,-1 1 0,1-1 0,0 1 0,0-1 0,0 0 0,0 0 0,0 0 0,0 0 0,0-1 0,5 1 0,8 1 0,0-2 0,0 0 0,17-1 0,-10-1 0,-14 1 0,-1 0 0,1 0 0,-1-1 0,0 0 0,0-1 0,1 0 0,-2 0 0,1-1 0,0 0 0,-1 0 0,1 0 0,-1-1 0,0-1 0,-1 1 0,0-1 0,1 0 0,-2 0 0,1-1 0,-1 0 0,6-9 0,-8 11 0,0 0 0,-1 0 0,0-1 0,0 1 0,1-7 0,0 3 0,-1 64 0,1-57 0,1 0 0,-1-1 0,0 0 0,0 0 0,0 0 0,5-6 0,-7 7 0,3-2 0,1 0 0,0 0 0,0 1 0,0-1 0,0 1 0,0 0 0,1 1 0,0-1 0,-1 1 0,1 0 0,0 1 0,0-1 0,0 1 0,10 0 0,4-1 0,0 2 0,1 0 0,21 3 0,-35-1 0,0-1 0,0 1 0,0 0 0,0 1 0,0 0 0,-1 0 0,1 0 0,-1 1 0,0 0 0,0 0 0,0 0 0,-1 1 0,1 0 0,-1 0 0,7 9 0,-11-12-116,0-1 60,-1-1-1,1 1 0,-1 0 0,0-1 0,1 1 1,-1-1-1,1 1 0,-1-1 0,1 1 0,0-1 1,-1 0-1,1 1 0,0-1 0,-1 0 0,1 1 1,0-1-1,-1 0 0,1 0 0,0 1 1,-1-1-1,3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5.3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24575,'0'549'-1365,"0"-528"-5461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5.5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0 101 24575,'28'-10'0,"-3"1"0,123-28 0,-114 27 0,-15 6 0,1 1 0,-1 1 0,38 0 0,-35 2 0,1-1 0,32-6 0,-25 1-682,39-2-1,-48 7-6143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6.4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77 205 24575,'6'0'0,"2"1"0,-1-1 0,0-1 0,0 1 0,0-1 0,0 0 0,8-3 0,-13 3 0,0 0 0,0 0 0,0 0 0,0 0 0,0-1 0,0 1 0,0-1 0,0 1 0,-1-1 0,1 0 0,-1 1 0,1-1 0,-1 0 0,1 0 0,-1 0 0,0 0 0,0-1 0,0 1 0,0 0 0,-1 0 0,1-1 0,0-2 0,1-4 0,0 1 0,-1-1 0,0 0 0,-1 0 0,0 0 0,0 1 0,0-1 0,-2 0 0,1 0 0,-4-13 0,4 19 0,-1 0 0,1 1 0,0-1 0,-1 0 0,1 1 0,-1 0 0,1-1 0,-1 1 0,0 0 0,0 0 0,0 0 0,-1 0 0,1 0 0,0 1 0,-1-1 0,1 1 0,-1-1 0,1 1 0,-1 0 0,0 0 0,0 0 0,1 0 0,-1 1 0,0-1 0,0 1 0,0 0 0,0 0 0,1 0 0,-1 0 0,0 0 0,0 0 0,0 1 0,0-1 0,0 1 0,-4 2 0,4-2 0,-1 0 0,1 0 0,-1 0 0,1 1 0,0 0 0,-1 0 0,1 0 0,0 0 0,0 0 0,1 0 0,-1 1 0,0 0 0,1-1 0,-4 6 0,2-2 0,0 0 0,1 0 0,0 1 0,0-1 0,1 1 0,0 0 0,-2 7 0,0 10 0,1 1 0,1 0 0,1 31 0,1-55 0,0 3 0,0 0 0,0-1 0,1 1 0,-1 0 0,1-1 0,-1 1 0,1 0 0,0-1 0,1 1 0,-1-1 0,0 0 0,1 1 0,0-1 0,3 5 0,-2-6 0,0 0 0,-1 0 0,1 0 0,0 0 0,0 0 0,0-1 0,0 1 0,0-1 0,0 0 0,1 0 0,-1 0 0,0 0 0,1-1 0,-1 1 0,0-1 0,5 0 0,17 2 0,43-4 0,-60 2 0,-1-1 0,1-1 0,-1 1 0,1-1 0,-1-1 0,0 1 0,0-1 0,0-1 0,13-7 0,-12 4 0,0 1 0,-1-2 0,0 1 0,0-1 0,0 0 0,7-13 0,-14 21 0,0 0 0,0-1 0,0 1 0,1-1 0,-1 1 0,0 0 0,0-1 0,0 1 0,0 0 0,1 0 0,-1-1 0,0 1 0,0 0 0,1-1 0,-1 1 0,0 0 0,1 0 0,-1-1 0,0 1 0,1 0 0,-1 0 0,0 0 0,1 0 0,-1 0 0,0-1 0,1 1 0,-1 0 0,1 0 0,-1 0 0,0 0 0,1 0 0,-1 0 0,1 0 0,0 0 0,3 14 0,-4 25 0,0-35 0,1-13 0,-1 7 0,2-7 0,1 0 0,0 0 0,0 1 0,1-1 0,0 1 0,1-1 0,0 1 0,0 0 0,1 1 0,0 0 0,8-9 0,-9 13 0,0 0 0,0 0 0,0 1 0,1-1 0,-1 2 0,0-1 0,1 0 0,-1 1 0,1 0 0,0 0 0,5 1 0,70 2 0,-44 0 0,-33-2 0,1 0 0,-1 0 0,0 1 0,0-1 0,0 1 0,0 0 0,0 0 0,0 0 0,0 1 0,0 0 0,0-1 0,-1 1 0,1 0 0,-1 1 0,1-1 0,-1 1 0,0-1 0,0 1 0,0 0 0,0 0 0,0 1 0,-1-1 0,1 0 0,-1 1 0,0 0 0,0-1 0,0 1 0,-1 0 0,0 0 0,1 0 0,-1 0 0,0 0 0,-1 0 0,1 0 0,-1 0 0,0 7 0,6 33-1365,-2-28-5461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7.4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2 24575,'-28'-1'0,"16"0"0,1 1 0,0 0 0,-1 1 0,-18 3 0,28-4 0,-1 1 0,1 0 0,0-1 0,-1 1 0,1 0 0,0 1 0,-1-1 0,1 0 0,0 1 0,0-1 0,0 1 0,0 0 0,0-1 0,1 1 0,-1 0 0,0 0 0,1 0 0,-1 0 0,1 1 0,0-1 0,0 0 0,0 1 0,0-1 0,0 1 0,0 3 0,-2 16 0,1 0 0,1 0 0,0 0 0,5 30 0,-1 9 0,-3-56 0,0 1 0,0 0 0,1 0 0,0 0 0,0-1 0,0 1 0,1 0 0,0-1 0,0 1 0,3 5 0,-3-9 0,0 1 0,0-1 0,0 1 0,0-1 0,1 0 0,-1 0 0,1 0 0,-1 0 0,1 0 0,0-1 0,-1 1 0,1-1 0,0 0 0,0 0 0,0 0 0,0 0 0,0 0 0,0 0 0,1-1 0,2 0 0,12 2 0,-1-1 0,1-1 0,-1 0 0,1-1 0,-1-2 0,0 1 0,1-2 0,-1 0 0,-1-1 0,30-13 0,6 0 0,-42 16 0,0-1 0,0 0 0,-1-1 0,15-7 0,-21 9 0,0 0 0,0 0 0,-1-1 0,1 1 0,0-1 0,-1 1 0,0-1 0,1 0 0,-1 0 0,0 0 0,-1 0 0,1 0 0,0 0 0,-1-1 0,0 1 0,0 0 0,1-5 0,0 0 0,-1 0 0,0 0 0,-1 0 0,1-1 0,-2 1 0,1 0 0,-1 0 0,-3-12 0,4 18 0,-1 0 0,1 0 0,-1 0 0,1 0 0,-1 1 0,0-1 0,0 0 0,0 0 0,0 1 0,0-1 0,0 1 0,0-1 0,-1 1 0,1-1 0,0 1 0,-1 0 0,1-1 0,-1 1 0,0 0 0,1 0 0,-1 0 0,0 0 0,0 1 0,0-1 0,1 0 0,-1 1 0,0-1 0,0 1 0,0 0 0,0-1 0,0 1 0,0 0 0,0 0 0,0 1 0,0-1 0,0 0 0,0 0 0,0 1 0,1 0 0,-4 0 0,1 1 0,1 0 0,-1 0 0,0 0 0,1 1 0,-1-1 0,1 1 0,0 0 0,0 0 0,0 0 0,0 0 0,0 0 0,1 1 0,-1-1 0,1 1 0,0 0 0,0-1 0,1 1 0,-1 0 0,1 0 0,0 0 0,0 1 0,0-1 0,0 8 0,-1 6 0,0 0 0,2 0 0,0 0 0,4 21 0,-4-35 0,0-1 0,1 1 0,-1-1 0,1 0 0,0 1 0,0-1 0,0 0 0,0 0 0,1 0 0,-1 0 0,1 0 0,0 0 0,0 0 0,0-1 0,0 1 0,0 0 0,1-1 0,-1 0 0,1 0 0,0 0 0,-1 0 0,5 3 0,1-3 0,-1 1 0,1-1 0,0 0 0,0-1 0,0 0 0,0 0 0,-1-1 0,13 0 0,17-1 0,82-4 0,-103 4 0,0-2 0,-1 0 0,0-1 0,0-1 0,23-9 0,19-12-1365,-37 18-5461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7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 1 24575,'1'8'0,"0"0"0,0 0 0,1 0 0,5 14 0,4 23 0,-7 12 0,-2 0 0,-6 79 0,2-120 0,-1 0 0,-6 21 0,7-31 0,0 0 0,0 0 0,0 0 0,-1 0 0,0 0 0,0-1 0,-1 1 0,-7 8 0,10-13-85,0 0 0,0 0-1,-1 0 1,1 0 0,-1 0-1,1 0 1,-1 0 0,0 0-1,1-1 1,-1 1 0,0 0-1,1-1 1,-1 0 0,0 1-1,-2-1 1,-8-1-6741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7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1 102 24575,'4'-1'0,"0"-1"0,1 1 0,-1-1 0,0 1 0,1-1 0,-1-1 0,0 1 0,6-5 0,10-5 0,-4 6 0,0 1 0,1 0 0,0 1 0,17-1 0,11-4 0,-11 2 0,-1-2 0,0 3 0,1 0 0,47 0 0,-57 6-1365,-2 0-5461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8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20 24575,'4'0'0,"6"0"0,6 0 0,3 0 0,4 0 0,1 0 0,2 0 0,0 0 0,-4-4 0,-2-2 0,0 1 0,-3 1-8191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8.6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0 24575,'-2'48'0,"1"-34"0,0 1 0,1-1 0,0 1 0,1-1 0,1 1 0,0-1 0,8 26 0,-9-36 0,1-1 0,1 1 0,-1-1 0,0 0 0,1 0 0,0 1 0,0-2 0,-1 1 0,2 0 0,-1-1 0,0 1 0,6 2 0,51 23 0,-5-3 0,-42-17-103,0 0 150,0 0 0,0 1 1,-1 1-1,15 14 0,-26-22-90,1-1 1,0 1-1,0 0 0,-1 0 0,1 0 0,-1 0 0,0 0 1,0 0-1,1 0 0,-1 1 0,-1-1 0,1 0 1,0 1-1,0-1 0,-1 0 0,0 1 0,1-1 1,-1 1-1,0-1 0,0 1 0,0-1 0,-1 0 1,1 1-1,0-1 0,-1 1 0,0-1 0,1 0 1,-1 1-1,0-1 0,0 0 0,0 0 0,-1 0 1,1 0-1,-3 4 0,-7 5-6783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3:58.9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0 24575,'5'1'0,"0"1"0,0 0 0,-1 0 0,1 0 0,0 1 0,-1-1 0,1 1 0,-1 0 0,0 1 0,0-1 0,5 7 0,56 54 0,9 10 0,-48-47 0,0 2 0,-2 1 0,-2 1 0,36 66 0,-55-92 0,0 0 0,-1 0 0,1 1 0,-1-1 0,-1 0 0,1 1 0,-1 0 0,0-1 0,0 1 0,0-1 0,-1 1 0,0 0 0,0 0 0,-1-1 0,1 1 0,-1 0 0,0-1 0,-1 1 0,1-1 0,-1 1 0,0-1 0,-1 0 0,1 0 0,-1 0 0,0 0 0,-1 0 0,1-1 0,-1 1 0,1-1 0,-1 0 0,-1 0 0,1 0 0,0-1 0,-1 1 0,0-1 0,-6 3 0,-32 21 0,27-15 0,-1-1 0,-1-1 0,-30 13 0,12-10-114,4-2-199,1 1 0,0 2 1,-33 19-1,48-22-6513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1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129 489 24575,'-4'2'0,"-1"-1"0,1 0 0,0 1 0,0 0 0,-1 0 0,1 0 0,0 1 0,1 0 0,-1-1 0,0 1 0,1 0 0,0 1 0,-5 4 0,-5 12 0,0 1 0,-15 36 0,25-52 0,1 1 0,-1 0 0,2 0 0,-1 1 0,1-1 0,0 0 0,0 0 0,0 1 0,1-1 0,0 0 0,0 1 0,1-1 0,0 0 0,0 1 0,3 8 0,-3-13 0,0 0 0,0 0 0,0 0 0,1 0 0,-1 0 0,0-1 0,1 1 0,0 0 0,-1-1 0,1 1 0,0-1 0,0 0 0,0 1 0,-1-1 0,1 0 0,4 1 0,-1 0 0,1 0 0,-1-1 0,1 1 0,-1-1 0,1-1 0,9 1 0,-3-1 0,0-1 0,1 0 0,-1-1 0,0-1 0,19-5 0,-19 3 0,-1 0 0,0-1 0,0 0 0,0-1 0,0 0 0,-1-1 0,16-15 0,33-17 0,-32 16 0,15-17 0,2-6 0,-32 35 0,0-1 0,-1 0 0,17-25 0,-15 17 0,-1-1 0,-1 0 0,-1-1 0,-1-1 0,-1 1 0,-1-1 0,-2-1 0,0 1 0,-1-1 0,-1 0 0,-2-38 0,0 34 0,-1-30 0,0 56 0,0 0 0,-1 0 0,1 0 0,-1 0 0,0-1 0,0 1 0,0 0 0,0 0 0,0 0 0,-1 0 0,1 1 0,-1-1 0,-3-3 0,5 5 0,-1 1 0,1-1 0,-1 1 0,1-1 0,-1 1 0,1 0 0,-1-1 0,1 1 0,-1 0 0,1-1 0,-1 1 0,0 0 0,1 0 0,-1 0 0,1 0 0,-1-1 0,0 1 0,1 0 0,-1 0 0,0 0 0,1 0 0,-1 0 0,1 1 0,-1-1 0,0 0 0,1 0 0,-1 0 0,1 0 0,-1 1 0,0-1 0,1 0 0,-1 1 0,1-1 0,-1 0 0,1 1 0,-1-1 0,1 1 0,-1-1 0,1 0 0,0 1 0,-1-1 0,1 1 0,0 0 0,-1-1 0,1 1 0,0-1 0,-1 1 0,1-1 0,0 1 0,0 1 0,-13 36 0,11-30 0,-7 33 0,3 1 0,1 0 0,1 0 0,3 1 0,4 42 0,-1 2 0,0-55 0,2-1 0,1 0 0,1 1 0,18 50 0,-24-82 0,0 0 0,0 1 0,-1-1 0,1 0 0,0 1 0,0-1 0,1 1 0,-1-1 0,0 0 0,0 1 0,0-1 0,0 0 0,0 1 0,0-1 0,0 0 0,0 1 0,1-1 0,-1 0 0,0 1 0,0-1 0,1 0 0,-1 0 0,0 1 0,0-1 0,1 0 0,-1 0 0,0 1 0,0-1 0,1 0 0,-1 0 0,0 0 0,1 0 0,-1 0 0,0 1 0,1-1 0,-1 0 0,0 0 0,1 0 0,-1 0 0,1 0 0,-1 0 0,0 0 0,1 0 0,-1 0 0,0 0 0,1 0 0,-1 0 0,0-1 0,1 1 0,-1 0 0,0 0 0,1 0 0,-1 0 0,0 0 0,1-1 0,-1 1 0,1-1 0,16-24 0,-1 2 0,-11 19 0,1 1 0,-1 1 0,1-1 0,0 1 0,-1 0 0,1 0 0,0 0 0,1 1 0,-1 0 0,0 1 0,0-1 0,0 1 0,0 0 0,1 0 0,-1 1 0,0 0 0,0 0 0,0 1 0,0-1 0,0 1 0,0 0 0,-1 1 0,1 0 0,0 0 0,7 5 0,23 21 0,-22-17 0,1 0 0,1-1 0,22 13 0,-33-22 0,-1 0 0,0 0 0,1-1 0,-1 1 0,1-1 0,-1 0 0,1 0 0,0-1 0,-1 1 0,1-1 0,0 0 0,-1 0 0,1-1 0,0 1 0,-1-1 0,1 0 0,0 0 0,6-3 0,-8 2 0,0 0 0,-1 1 0,1-2 0,-1 1 0,1 0 0,-1 0 0,0-1 0,0 1 0,0-1 0,0 0 0,0 1 0,0-1 0,-1 0 0,1 0 0,-1 0 0,0 0 0,0 0 0,0-1 0,-1 1 0,1 0 0,0-6 0,0-8 0,0 1 0,-3-33 0,1 40 0,1 19 0,0-7 0,0 0 0,-1 0 0,1 0 0,0 0 0,1 0 0,-1-1 0,0 1 0,1 0 0,-1 0 0,1 0 0,0 0 0,0-1 0,0 1 0,1 0 0,-1-1 0,1 1 0,-1-1 0,1 0 0,0 1 0,0-1 0,0 0 0,0 0 0,0 0 0,0 0 0,0 0 0,1-1 0,-1 1 0,1-1 0,-1 0 0,1 1 0,4 0 0,-4-1 0,0 0 0,0 0 0,0-1 0,0 1 0,0-1 0,0 0 0,0 0 0,0 0 0,0 0 0,0-1 0,0 1 0,0-1 0,0 1 0,0-1 0,0 0 0,0 0 0,-1-1 0,1 1 0,3-3 0,-1 0 0,-1 0 0,1 0 0,-1-1 0,0 1 0,0-1 0,-1 0 0,0-1 0,4-7 0,-6 13 0,-1-1 0,0 1 0,0 0 0,0-1 0,0 1 0,0 0 0,1-1 0,-1 1 0,0 0 0,0-1 0,1 1 0,-1 0 0,0-1 0,0 1 0,1 0 0,-1 0 0,0-1 0,1 1 0,-1 0 0,0 0 0,1 0 0,-1-1 0,1 1 0,-1 0 0,0 0 0,1 0 0,-1 0 0,1 0 0,-1 0 0,0 0 0,1 0 0,-1 0 0,1 0 0,9 12 0,6 34 0,-12-33 0,12 13 0,-16-25 0,0 0 0,1-1 0,-1 1 0,0 0 0,1-1 0,-1 1 0,1-1 0,-1 1 0,1 0 0,-1-1 0,1 1 0,0-1 0,-1 0 0,1 1 0,0-1 0,-1 1 0,1-1 0,0 0 0,-1 1 0,1-1 0,0 0 0,0 0 0,-1 0 0,1 0 0,0 0 0,0 0 0,-1 0 0,1 0 0,0 0 0,0 0 0,-1 0 0,1 0 0,0 0 0,1-1 0,0-5-1365,-2-3-5461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1.4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24575,'5'0'0,"4"0"0,7 0 0,3 0 0,0 4 0,-5 6 0,-3 5 0,-5 5 0,-7-2 0,-3 1 0,-2 1 0,-3-2 0,0-1 0,-4-3 0,2 1 0,1 1 0,0-1 0,0-4-8191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1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0 24575,'-5'0'0,"-4"0"0,-2 4 0,-3 2 0,1 4 0,2 4 0,4 4 0,2 4 0,3 1 0,1 2 0,1 1 0,5-5 0,1-9 0,0-12 0,-1-9 0,3-4 0,-1 1-8191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1.9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24575,'0'5'0,"0"1"0,0-1 0,0 0 0,1 1 0,0-1 0,0 0 0,1 0 0,-1 0 0,1 0 0,0 0 0,1 0 0,-1 0 0,1-1 0,0 1 0,0-1 0,7 8 0,-4-7 0,1 1 0,0-1 0,0-1 0,1 1 0,-1-1 0,1-1 0,0 1 0,0-1 0,15 3 0,-5-2 0,0 0 0,0-1 0,35 1 0,-43-4 0,0 0 0,0-1 0,0 0 0,0-1 0,0 0 0,0 0 0,0-1 0,15-7 0,59-24-1365,-69 26-5461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3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23 24575,'-3'-3'0,"0"1"0,0 0 0,-1 0 0,1 0 0,-1 0 0,1 0 0,-1 1 0,1-1 0,-1 1 0,0 0 0,0 0 0,0 0 0,0 1 0,0 0 0,0-1 0,0 1 0,1 1 0,-1-1 0,0 0 0,0 1 0,0 0 0,0 0 0,0 0 0,1 0 0,-1 1 0,0 0 0,1-1 0,-1 1 0,1 0 0,0 1 0,0-1 0,0 1 0,0-1 0,0 1 0,0 0 0,1 0 0,-1 0 0,1 0 0,0 1 0,-4 6 0,2 8 0,1-1 0,0 1 0,1 0 0,1 0 0,1 0 0,0 0 0,4 19 0,-2 20 0,-3 61 0,3 88 0,2-187-195,0 1 0,1-1 0,0 0 0,2 0 0,0 0 0,19 31 0,-19-36-6631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4.3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95 24575,'8'-5'0,"0"-1"0,1 1 0,0 0 0,0 1 0,0 0 0,0 0 0,18-4 0,-14 4 0,-3 0 0,-1 0 0,0 0 0,-1-1 0,13-8 0,8-5 0,-29 18 0,0 0 0,1-1 0,-1 1 0,1 0 0,-1 0 0,0 0 0,1 0 0,-1 0 0,1 0 0,-1 0 0,1 0 0,-1 0 0,0 0 0,1 0 0,-1 0 0,1 0 0,-1 0 0,0 0 0,1 0 0,-1 0 0,1 1 0,-1-1 0,0 0 0,1 0 0,-1 0 0,0 1 0,1-1 0,-1 0 0,0 1 0,1-1 0,-1 0 0,0 1 0,0-1 0,1 0 0,-1 1 0,0-1 0,0 0 0,0 1 0,1-1 0,-1 1 0,0-1 0,0 0 0,0 1 0,0-1 0,0 1 0,0-1 0,0 0 0,0 1 0,0 0 0,2 25 0,-2-23 0,-1 4-124,1 0 0,1 0 0,-1-1 0,1 1 0,0 0 0,1-1-1,0 1 1,0-1 0,0 1 0,5 8 0,2-2-6702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4.4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24575,'0'4'0,"0"6"0,0 5 0,0 0-8191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5.0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45 24575,'10'28'0,"0"-4"0,-5 44 0,-4-54 0,-1-22 0,0 0 0,1 0 0,1 0 0,-1 0 0,1 0 0,1 0 0,-1 1 0,1-1 0,0 1 0,1 0 0,0 0 0,0 0 0,1 0 0,-1 1 0,2 0 0,5-7 0,-8 10 0,-1 0 0,1 1 0,0-1 0,0 1 0,0 0 0,0-1 0,0 1 0,1 1 0,-1-1 0,1 0 0,-1 1 0,1 0 0,-1 0 0,1 0 0,0 0 0,0 0 0,-1 1 0,1 0 0,0 0 0,0 0 0,0 0 0,-1 0 0,1 1 0,0 0 0,0-1 0,-1 2 0,1-1 0,0 0 0,-1 1 0,0-1 0,1 1 0,-1 0 0,0 0 0,3 3 0,-1 0 0,0-1 0,-1 1 0,0 1 0,0-1 0,-1 0 0,1 1 0,-1 0 0,-1 0 0,1 0 0,-1 0 0,0 0 0,0 1 0,1 9 0,-1-7 0,1 0 0,-1 0 0,1 0 0,1-1 0,8 17 0,-10-23 0,-1-1 0,0 1 0,0 0 0,1 0 0,-1-1 0,0 1 0,1-1 0,0 1 0,-1-1 0,1 0 0,0 0 0,0 1 0,0-1 0,0 0 0,0-1 0,0 1 0,0 0 0,0-1 0,0 1 0,0-1 0,0 1 0,0-1 0,0 0 0,1 0 0,-1 0 0,0 0 0,0 0 0,0-1 0,0 1 0,0-1 0,0 1 0,1-1 0,-1 0 0,0 0 0,-1 0 0,1 0 0,2-1 0,0-1 0,0 0 0,0 0 0,-1 0 0,1 0 0,-1-1 0,0 1 0,0-1 0,0 0 0,0 0 0,-1 0 0,0 0 0,0-1 0,0 1 0,0-1 0,2-8 0,-1-3 0,-1 0 0,0-22 0,-2 34 0,0 0 0,0 0 0,0 0 0,-1 0 0,1 1 0,-1-1 0,0 0 0,0 0 0,0 0 0,-1 0 0,1 1 0,-1-1 0,0 1 0,-4-7 0,5 9 0,0 0 0,1 1 0,-1-1 0,0 0 0,0 1 0,0-1 0,0 0 0,0 1 0,0-1 0,0 1 0,0-1 0,0 1 0,0 0 0,0 0 0,0-1 0,0 1 0,0 0 0,0 0 0,0 0 0,0 0 0,0 0 0,0 0 0,0 0 0,0 0 0,0 0 0,0 1 0,0-1 0,0 0 0,0 1 0,0-1 0,0 1 0,0-1 0,0 1 0,0-1 0,0 1 0,0 0 0,0 0 0,1-1 0,-1 1 0,0 0 0,1 0 0,-1 0 0,0 0 0,1-1 0,-1 1 0,0 1 0,-2 3 0,1 0 0,-1 1 0,1-1 0,0 0 0,0 1 0,0-1 0,0 7 0,1-5 0,0 0 0,1 0 0,0-1 0,1 1 0,-1 0 0,1 0 0,0-1 0,1 1 0,0-1 0,0 1 0,0-1 0,1 1 0,0-1 0,0 0 0,0-1 0,1 1 0,0 0 0,0-1 0,1 0 0,-1 0 0,1 0 0,0-1 0,0 1 0,1-1 0,-1 0 0,1-1 0,10 5 0,-1-1 0,-1 0 0,1-2 0,1 0 0,-1 0 0,1-2 0,-1 0 0,1-1 0,0 0 0,0-1 0,0-1 0,1 0 0,-1-2 0,-1 0 0,1 0 0,19-7 0,-15 5-1365,-2 0-5461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5.3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 1 24575,'-2'33'0,"-12"64"0,4-28 0,-2-8 0,8-41 0,0 1 0,-1 27 0,7 53 0,-4 47 0,2-145-105,0 0 0,-1-1 0,1 1 0,-1 0 0,0-1 0,0 1 0,0-1 0,0 1 0,0-1 0,0 0 0,-1 1 0,-1 2 0,-8 5-6721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5.5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24575,'4'0'0,"6"0"0,5 0 0,5 0 0,3 0 0,1 0 0,2 0 0,0 0 0,0 0 0,-1 0 0,1 0 0,-1 0 0,1 0 0,-1 0 0,-1 0 0,1 0 0,-4 0-8191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06.7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24575,'-1'81'0,"3"88"0,-2-165 0,1 0 0,-1 1 0,1-1 0,0 0 0,1 0 0,-1 0 0,1 0 0,-1-1 0,1 1 0,0 0 0,3 3 0,-4-6 0,0 0 0,0 0 0,0-1 0,0 1 0,-1 0 0,1-1 0,0 1 0,1 0 0,-1-1 0,0 1 0,0-1 0,0 0 0,0 1 0,0-1 0,0 0 0,1 0 0,-1 0 0,0 1 0,0-1 0,0 0 0,0-1 0,1 1 0,-1 0 0,0 0 0,0 0 0,0-1 0,0 1 0,0-1 0,1 1 0,-1-1 0,0 1 0,0-1 0,0 0 0,0 1 0,-1-1 0,1 0 0,0 0 0,0 1 0,0-1 0,-1 0 0,1 0 0,0-1 0,7-9 0,0 0 0,-1 0 0,-1 0 0,0-1 0,0 0 0,-1 0 0,-1 0 0,0-1 0,4-21 0,-8 34 0,0 0 0,0 0 0,0 0 0,0-1 0,0 1 0,0 0 0,0 0 0,0 0 0,0 0 0,0 0 0,0 0 0,0 0 0,0 0 0,0-1 0,0 1 0,0 0 0,0 0 0,0 0 0,0 0 0,0 0 0,1 0 0,-1 0 0,0 0 0,0 0 0,0 0 0,0 0 0,0 0 0,0 0 0,0-1 0,0 1 0,0 0 0,0 0 0,1 0 0,-1 0 0,0 0 0,0 0 0,0 0 0,0 0 0,0 0 0,0 0 0,0 0 0,0 0 0,0 0 0,1 0 0,-1 0 0,0 0 0,0 0 0,0 0 0,0 0 0,0 0 0,0 0 0,0 0 0,0 1 0,0-1 0,1 0 0,-1 0 0,0 0 0,0 0 0,0 0 0,6 8 0,7 17 0,-11-21 0,7 22 0,-6-16 0,1-1 0,-1 1 0,1-1 0,9 13 0,-13-21 0,1 1 0,0-1 0,0 0 0,0 0 0,-1 0 0,1 0 0,0 0 0,0 0 0,0-1 0,1 1 0,-1 0 0,0 0 0,0-1 0,0 1 0,1-1 0,-1 1 0,0-1 0,0 1 0,1-1 0,-1 0 0,0 0 0,1 1 0,-1-1 0,1 0 0,-1 0 0,0 0 0,1-1 0,-1 1 0,0 0 0,1 0 0,-1-1 0,0 1 0,0-1 0,1 1 0,-1-1 0,0 0 0,0 1 0,0-1 0,1-1 0,2-1 0,0 1 0,0-1 0,1 1 0,-1 0 0,0 0 0,1 0 0,6-2 0,-11 4 0,1 0 0,0 0 0,0 0 0,0 0 0,-1 0 0,1 0 0,0 0 0,0 0 0,-1 1 0,1-1 0,0 0 0,0 0 0,-1 1 0,1-1 0,0 0 0,0 1 0,-1-1 0,1 1 0,0-1 0,0 1 0,0 1 0,0-1 0,0 0 0,-1 1 0,1-1 0,0 1 0,0-1 0,-1 1 0,1-1 0,-1 1 0,0 0 0,1-1 0,-1 1 0,0 2 0,0-3 0,0 0 0,1 0 0,-1 0 0,0 0 0,0 0 0,0 0 0,0 0 0,0 0 0,0 0 0,-1 0 0,1 0 0,0 0 0,0 0 0,-1 0 0,1 0 0,-1 0 0,1 0 0,-1 0 0,1 0 0,-1-1 0,1 1 0,-1 0 0,0 0 0,0 0 0,0-1 0,0 0 0,1-1 0,-1 1 0,0 0 0,1-1 0,-1 1 0,0 0 0,1-1 0,-1 1 0,1-1 0,-1 1 0,0-1 0,1 0 0,-1 1 0,1-1 0,0 1 0,-1-1 0,1 0 0,0 1 0,-1-1 0,1 0 0,0 0 0,-1 1 0,1-1 0,0 0 0,0 1 0,0-1 0,0 0 0,0 0 0,0 0 0,0 1 0,0-2 0,-1-7 0,0 0 0,0 0 0,1 0 0,0 0 0,1 0 0,0 0 0,0 0 0,1 0 0,0 0 0,6-13 0,-7 18 0,1 0 0,0 0 0,0 0 0,0 0 0,1 1 0,-1-1 0,1 1 0,0-1 0,0 1 0,0 0 0,1 0 0,-1 0 0,1 1 0,-1-1 0,1 1 0,0 0 0,0 0 0,0 0 0,0 1 0,0-1 0,1 1 0,-1 0 0,7-1 0,-9 2 0,10-1 0,1 0 0,-1 0 0,17 2 0,-26 0 0,0-1 0,-1 0 0,1 1 0,-1-1 0,1 1 0,-1 0 0,1 0 0,-1 0 0,1 0 0,-1 0 0,0 1 0,0-1 0,1 1 0,-1-1 0,0 1 0,0 0 0,-1 0 0,1 0 0,0 0 0,-1 0 0,1 0 0,1 3 0,15 52 0,-15-47 0,-1 1 0,2-1 0,-1 1 0,2-1 0,-1 0 0,12 17 0,-13-24 0,1 0 0,-1 0 0,1 0 0,0-1 0,0 1 0,0-1 0,0 0 0,1 0 0,-1 0 0,0-1 0,1 0 0,-1 0 0,1 0 0,-1 0 0,1-1 0,0 1 0,-1-1 0,8-1 0,-4 1 0,0-1 0,0 0 0,1 0 0,-1 0 0,0-1 0,-1-1 0,1 1 0,0-1 0,12-7 0,-6 1 0,-1-1 0,0 0 0,-1-1 0,0 0 0,17-22 0,-25 29 0,-1 0 0,0 0 0,0-1 0,-1 1 0,1-1 0,-1 1 0,0-1 0,-1 0 0,1 0 0,-1 0 0,0 0 0,0 0 0,0-1 0,-1 1 0,1 0 0,-1 0 0,-1 0 0,1-1 0,-1 1 0,0 0 0,-2-9 0,1 12 0,1-1 0,0 1 0,-1 0 0,1-1 0,-1 1 0,0 0 0,1 0 0,-1 0 0,0 0 0,0 1 0,-1-1 0,1 0 0,0 1 0,0 0 0,-1-1 0,1 1 0,-1 0 0,1 0 0,-1 0 0,1 1 0,-1-1 0,0 1 0,1-1 0,-1 1 0,0 0 0,0 0 0,1 0 0,-1 0 0,0 1 0,1-1 0,-5 2 0,3-1 0,0-1 0,1 1 0,-1 0 0,0 1 0,1-1 0,-1 1 0,1-1 0,0 1 0,-1 0 0,1 1 0,0-1 0,0 0 0,0 1 0,0 0 0,1-1 0,-1 1 0,1 0 0,0 1 0,0-1 0,0 0 0,-3 7 0,3-4 0,1 0 0,0 1 0,0-1 0,0 0 0,1 0 0,0 0 0,0 1 0,1-1 0,0 0 0,0 0 0,0 0 0,1 0 0,0 0 0,0 0 0,0 0 0,1 0 0,4 6 0,-3-5 0,2 0 0,-1 0 0,1-1 0,0 1 0,0-1 0,1 0 0,0-1 0,0 0 0,0 0 0,0 0 0,14 5 0,-5-3 0,0-1 0,0-1 0,1 0 0,0-1 0,17 2 0,-1 0 0,32 11 0,-41-10 0,0-1 0,0-1 0,31 2 0,58 6 92,-68-7-821,47 1 1,-70-7-6098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2.2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0 127 24575,'24'1'0,"0"0"0,0 2 0,37 8 0,95 14 0,-106-18 0,0-3 0,85-4 0,-60-2 0,-66 2 0,-1 0 0,0-1 0,0 0 0,0 0 0,0-1 0,0 0 0,0-1 0,0 0 0,9-4 0,-15 5 0,1 1 0,-1 0 0,0-1 0,0 0 0,1 1 0,-1-1 0,-1 0 0,1 0 0,0 0 0,0 0 0,-1 0 0,1-1 0,-1 1 0,0 0 0,1-1 0,-1 1 0,-1-1 0,1 0 0,0 1 0,0-1 0,-1 0 0,0 1 0,1-1 0,-1 0 0,0 1 0,0-1 0,0 0 0,-1 1 0,1-1 0,-1 0 0,-1-3 0,1 2 0,-1 0 0,0-1 0,0 1 0,0 0 0,0 0 0,-1 1 0,1-1 0,-1 0 0,0 1 0,-1 0 0,1-1 0,0 1 0,-1 1 0,0-1 0,1 0 0,-1 1 0,0 0 0,0 0 0,-1 0 0,1 0 0,0 1 0,-1-1 0,1 1 0,-5 0 0,-12-3 0,-1 2 0,1 0 0,-38 3 0,46-1 0,4 0 0,0 0 0,0 1 0,0 0 0,0 0 0,1 1 0,-17 6 0,22-7 0,0 1 0,0 0 0,0 0 0,0 0 0,0 0 0,1 0 0,-1 1 0,1-1 0,-1 1 0,1-1 0,0 1 0,0 0 0,1 0 0,-1 0 0,0 0 0,1 0 0,0 1 0,0-1 0,0 0 0,-1 7 0,-1 2 0,1 1 0,1-1 0,0 1 0,1-1 0,0 1 0,1-1 0,0 1 0,1-1 0,6 23 0,-6-28 0,0-1 0,1 1 0,0-1 0,0 0 0,1 0 0,0 0 0,0-1 0,0 1 0,0-1 0,1 0 0,0 0 0,0 0 0,0-1 0,1 0 0,0 0 0,0 0 0,0-1 0,0 0 0,8 3 0,25 8 0,1-2 0,57 9 0,-77-18 0,0 0 0,0-2 0,0 0 0,0-2 0,26-3 0,-36 3 0,0-2 0,0 1 0,0-1 0,-1 0 0,1-1 0,-1 0 0,0-1 0,0 0 0,-1 0 0,1-1 0,-1 0 0,10-10 0,-5 3-120,13-12-502,28-23-1,-42 39-6203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3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54 24575,'1'55'0,"-3"63"0,2-117 0,0 1 0,0 0 0,0 0 0,-1-1 0,1 1 0,0 0 0,-1-1 0,1 1 0,-1 0 0,0-1 0,1 1 0,-1-1 0,0 1 0,0-1 0,-2 3 0,3-4 0,0 0 0,-1 0 0,1 0 0,0 0 0,0 0 0,0 0 0,-1 0 0,1 0 0,0 0 0,0 0 0,-1 0 0,1 0 0,0 0 0,0 0 0,0 0 0,-1 0 0,1 0 0,0 0 0,0 0 0,0 0 0,-1-1 0,1 1 0,0 0 0,0 0 0,0 0 0,0 0 0,-1 0 0,1-1 0,0 1 0,0 0 0,0 0 0,0 0 0,0 0 0,0-1 0,0 1 0,-1 0 0,1 0 0,-5-19 0,4 8 0,0 0 0,0-1 0,1 1 0,1 0 0,0 0 0,0 0 0,6-20 0,-6 29 0,-1-1 0,1 0 0,0 1 0,1-1 0,-1 1 0,0-1 0,1 1 0,0-1 0,-1 1 0,1 0 0,0 0 0,0 0 0,0 0 0,0 0 0,1 1 0,-1-1 0,0 1 0,1-1 0,-1 1 0,1 0 0,0 0 0,-1 0 0,1 0 0,0 0 0,-1 1 0,1-1 0,0 1 0,0-1 0,0 1 0,-1 0 0,1 1 0,0-1 0,0 0 0,0 1 0,5 1 0,-4-1 0,0 1 0,1 0 0,-1 0 0,0 0 0,0 0 0,-1 1 0,1 0 0,0-1 0,-1 1 0,1 1 0,-1-1 0,0 0 0,0 1 0,-1 0 0,5 6 0,-2-3 0,0 0 0,0-1 0,1 0 0,6 6 0,0 1 0,-5-6 0,-7-20 0,-1 2 0,1 1 0,0 0 0,0 0 0,1 0 0,0-1 0,0 1 0,1 0 0,1 0 0,0 1 0,4-11 0,-6 17 0,1 0 0,-1 0 0,1 0 0,0 0 0,-1 0 0,1 0 0,0 0 0,1 1 0,-1-1 0,0 1 0,1 0 0,-1 0 0,1 0 0,0 0 0,0 0 0,0 0 0,0 1 0,0-1 0,0 1 0,0 0 0,0 0 0,0 0 0,1 0 0,-1 1 0,0-1 0,1 1 0,-1 0 0,0 0 0,1 0 0,-1 0 0,0 1 0,1-1 0,6 3 0,-2 0 11,-1 1 0,1-1 0,0 1 0,-1 1 0,0 0 0,0 0-1,0 0 1,-1 1 0,1 0 0,8 11 0,-6-6-223,-1-1 0,0 1 0,-1 0-1,-1 1 1,0 0 0,6 15 0,-7-10-6614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3.6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24575,'10'28'0,"-1"-3"0,-4-2 0,5 27 0,-3 0 0,3 74 0,-11 274 0,4-379 0,-3-18 0,0-1 0,1 0 0,-1 0 0,0 1 0,0-1 0,0 0 0,1 0 0,-1 1 0,0-1 0,0 0 0,1 0 0,-1 0 0,0 1 0,0-1 0,1 0 0,-1 0 0,0 0 0,1 0 0,-1 0 0,0 1 0,1-1 0,-1 0 0,0 0 0,0 0 0,1 0 0,-1 0 0,0 0 0,1 0 0,0 0 0,1-2 0,1 1 0,0 0 0,0-1 0,0 0 0,-1 0 0,1 0 0,4-4 0,14-9 0,-11 10 0,1 1 0,-1 1 0,1 0 0,0 1 0,0 0 0,1 0 0,-1 1 0,0 1 0,1 0 0,10 1 0,-3 1 0,-1 0 0,0 2 0,0 0 0,0 1 0,23 10 0,-26-7 0,0 0 0,0 2 0,-1 0 0,-1 1 0,15 14 0,-27-25 0,-1 1 0,1-1 0,-1 0 0,0 0 0,1 1 0,-1-1 0,0 0 0,1 0 0,-1 1 0,0-1 0,0 1 0,1-1 0,-1 0 0,0 1 0,0-1 0,0 1 0,1-1 0,-1 0 0,0 1 0,0-1 0,0 1 0,0-1 0,0 1 0,0-1 0,0 0 0,0 1 0,0-1 0,0 1 0,0-1 0,0 1 0,0-1 0,0 1 0,0-1 0,-1 0 0,1 1 0,0-1 0,0 1 0,-1 0 0,-19 7 0,-30-5 0,48-3 0,-305-2 0,306 2-32,-37-3 188,37 3-218,0 0 0,-1-1 0,1 1 0,0-1 0,-1 1 0,1-1 0,0 1 0,0-1 0,-1 0 0,1 1 0,0-1 0,0 0-1,0 0 1,0 0 0,0 0 0,0 0 0,0 0 0,0 0 0,1 0 0,-1-1 0,0 1 0,1 0 0,-2-3 0,1-6-6764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5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202 423 24575,'0'-5'0,"0"0"0,0 1 0,-1-1 0,0 0 0,0 0 0,0 0 0,0 1 0,-1-1 0,1 1 0,-1-1 0,0 1 0,-1-1 0,1 1 0,-1 0 0,0 0 0,-3-4 0,3 6 0,0 0 0,1 0 0,-1 0 0,0 1 0,0-1 0,0 1 0,0 0 0,0-1 0,0 1 0,0 0 0,0 1 0,0-1 0,-1 1 0,1-1 0,0 1 0,0 0 0,-1 0 0,1 1 0,0-1 0,-1 1 0,1-1 0,0 1 0,0 0 0,0 0 0,-4 2 0,2-1 0,0 1 0,0 0 0,0 0 0,0 0 0,1 1 0,-1-1 0,1 1 0,0 0 0,0 0 0,0 1 0,0-1 0,1 1 0,0 0 0,0 0 0,0 0 0,0 0 0,1 0 0,0 1 0,0-1 0,1 1 0,-2 8 0,-1 11 0,1-1 0,1 1 0,2 39 0,0-63 0,0 7 0,0 1 0,1-1 0,0 1 0,0-1 0,1 0 0,0 0 0,5 14 0,-5-19 0,-1 0 0,1 0 0,0-1 0,1 1 0,-1 0 0,0-1 0,1 1 0,-1-1 0,1 0 0,0 1 0,0-1 0,0-1 0,0 1 0,0 0 0,0-1 0,0 1 0,1-1 0,-1 0 0,0 0 0,1-1 0,4 1 0,8 2 0,0-1 0,1-1 0,-1-1 0,21-1 0,-30 0 0,0 0 0,0 0 0,0-1 0,-1 0 0,1 0 0,0 0 0,-1-1 0,1 0 0,-1 0 0,0-1 0,0 0 0,7-6 0,13-13 0,-11 12 0,-1-2 0,19-22 0,-13 8 0,27-52 0,-19 32 0,-20 29 0,-1-1 0,-1 0 0,0 0 0,-1 0 0,-1 0 0,-1-1 0,0-26 0,-1 29 0,2-73 0,-4 81 0,0-1 0,-1 1 0,0-1 0,-1 1 0,0 0 0,-7-18 0,7 23 0,0 0 0,-1 0 0,0 0 0,1 0 0,-2 1 0,1 0 0,0-1 0,-1 1 0,1 0 0,-1 1 0,0-1 0,0 1 0,0-1 0,0 1 0,0 0 0,0 1 0,-1-1 0,1 1 0,-1 0 0,1 0 0,-1 0 0,-8 0 0,10 1 0,-1 0 0,0 0 0,0 0 0,1 0 0,-1 1 0,0-1 0,1 1 0,-1 0 0,0 0 0,1 0 0,0 1 0,-1-1 0,1 1 0,0 0 0,-1 0 0,1 0 0,0 0 0,1 1 0,-1-1 0,0 1 0,1 0 0,-1-1 0,1 1 0,0 0 0,0 1 0,0-1 0,0 0 0,-1 5 0,-1 10 0,0 1 0,2 0 0,0-1 0,1 1 0,1 0 0,3 31 0,0 7 0,-3-25 0,-1-23 0,0 1 0,1-1 0,0 0 0,1 1 0,0-1 0,0 0 0,1 0 0,0 0 0,1 0 0,-1 0 0,8 13 0,3 6 0,-12-24 0,1 0 0,-1 0 0,1 0 0,0 0 0,0 0 0,1 0 0,-1-1 0,1 1 0,0-1 0,4 5 0,-6-7 0,0-1 0,1 0 0,-1 0 0,0 1 0,0-1 0,0 0 0,0 0 0,0 0 0,0 0 0,0 0 0,1-1 0,-1 1 0,0 0 0,0 0 0,0-1 0,0 1 0,0-1 0,0 1 0,0-1 0,0 1 0,0-1 0,1-1 0,26-20 0,-15 12 0,-3 3 0,-1 1 0,1 1 0,1 0 0,-1 0 0,1 1 0,-1 1 0,1 0 0,0 0 0,0 1 0,0 0 0,1 1 0,-1 0 0,22 2 0,-31-1 0,14 0 0,0 0 0,0 2 0,18 3 0,-28-4 0,-1 1 0,1 0 0,-1 0 0,0 0 0,0 1 0,0 0 0,0 0 0,0 0 0,-1 0 0,1 1 0,-1 0 0,6 6 0,11 16 0,-15-17 0,1-1 0,0-1 0,0 1 0,0-1 0,9 6 0,-10-9 0,2 2 0,0 0 0,0-1 0,1 0 0,-1 0 0,19 6 0,-26-10 0,1-1 0,0 0 0,-1 1 0,1-1 0,-1 0 0,1 0 0,0 0 0,-1 0 0,1 0 0,0-1 0,-1 1 0,1 0 0,-1-1 0,1 1 0,-1-1 0,1 1 0,2-2 0,-3 0 0,1 0 0,0 1 0,-1-1 0,1 0 0,-1 0 0,0 0 0,1 0 0,-1 0 0,0 0 0,0 0 0,0 0 0,-1 0 0,1-1 0,0 1 0,0-5 0,1-13 0,-2 15 0,0 0 0,1 0 0,-1 0 0,1 0 0,1 0 0,1-6 0,-3 11 0,0-1 0,1 1 0,-1-1 0,0 1 0,1-1 0,-1 1 0,0 0 0,1-1 0,-1 1 0,0-1 0,1 1 0,-1 0 0,1-1 0,-1 1 0,0 0 0,1 0 0,-1-1 0,1 1 0,-1 0 0,1 0 0,-1 0 0,1 0 0,-1 0 0,1 0 0,0 0 0,1 0 0,-1 0 0,1 1 0,-1-1 0,0 1 0,1-1 0,-1 1 0,1 0 0,-1-1 0,0 1 0,0 0 0,1 0 0,-1 0 0,1 1 0,33 37 0,-28-30 0,0-1 0,1 1 0,14 11 0,-21-19 0,-1 0 0,1 0 0,0-1 0,0 1 0,0 0 0,0-1 0,0 1 0,0-1 0,0 1 0,0-1 0,0 1 0,0-1 0,0 0 0,0 1 0,0-1 0,0 0 0,0 0 0,0 0 0,0 0 0,1 0 0,-1 0 0,0 0 0,0 0 0,0 0 0,0 0 0,0-1 0,0 1 0,0-1 0,0 1 0,0 0 0,0-1 0,0 0 0,0 1 0,0-1 0,0 0 0,0 1 0,0-1 0,-1 0 0,1 0 0,0 0 0,-1 1 0,1-1 0,0 0 0,-1 0 0,1 0 0,-1 0 0,1 0 0,-1 0 0,1-2 0,2-7 0,-1 0 0,1 0 0,-2 0 0,2-15 0,-2 10 0,0 16 0,-1-1 0,0 0 0,0 0 0,0 1 0,0-1 0,1 0 0,-1 0 0,0 0 0,0 1 0,0-1 0,1 0 0,-1 0 0,0 0 0,0 0 0,1 0 0,-1 0 0,0 1 0,1-1 0,-1 0 0,0 0 0,0 0 0,1 0 0,-1 0 0,0 0 0,1 0 0,-1 0 0,0 0 0,0 0 0,1 0 0,-1 0 0,0-1 0,1 1 0,-1 0 0,0 0 0,0 0 0,1 0 0,-1 0 0,0 0 0,0-1 0,0 1 0,1 0 0,-1 0 0,0 0 0,0-1 0,0 1 0,1 0 0,-1 0 0,0-1 0,0 1 0,0 0 0,0 0 0,0-1 0,0 1 0,0 0 0,1-1 0,14 36 0,-11-23 0,-2-8-97,0 0-1,0 0 1,0 0-1,0 0 1,1-1-1,0 1 1,-1-1-1,1 1 1,1-1-1,-1 0 1,0 0-1,1 0 0,5 3 1,1-4-6729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5.7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0 24575,'4'0'0,"6"0"0,5 0 0,1 4 0,-3 6 0,-4 5 0,-7 1 0,-5 1 0,-5-2 0,-2 0 0,-3 3 0,-3-3 0,-4-3 0,1 0 0,5 3 0,0-2 0,3 2 0,2-2-8191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6.3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332 28 24575,'-1'-1'0,"1"0"0,-1 0 0,1 0 0,-1 0 0,1-1 0,-1 1 0,0 1 0,1-1 0,-1 0 0,0 0 0,0 0 0,0 0 0,0 0 0,0 1 0,0-1 0,0 0 0,0 1 0,0-1 0,0 1 0,0-1 0,0 1 0,0 0 0,0-1 0,0 1 0,-1 0 0,1 0 0,-2-1 0,-38-3 0,37 4 0,-49-3 0,-73 6 0,122-3 0,1 1 0,-1-1 0,1 1 0,-1 0 0,0 1 0,1-1 0,0 1 0,-1-1 0,1 1 0,0 0 0,0 0 0,0 0 0,0 1 0,0-1 0,0 1 0,1 0 0,-1 0 0,1-1 0,0 1 0,0 1 0,0-1 0,-2 5 0,2-3 0,0-1 0,1 1 0,-1 0 0,1-1 0,0 1 0,0 0 0,1 0 0,-1 0 0,1 0 0,0 0 0,1 0 0,-1 0 0,1 0 0,0 0 0,0-1 0,4 10 0,-5-13 0,1 1 0,-1 0 0,1 0 0,0-1 0,0 1 0,0 0 0,0-1 0,0 1 0,0-1 0,0 1 0,0-1 0,1 1 0,-1-1 0,0 0 0,1 0 0,-1 0 0,1 0 0,0 0 0,-1 0 0,1 0 0,0 0 0,0-1 0,-1 1 0,1-1 0,0 1 0,0-1 0,0 1 0,0-1 0,0 0 0,-1 0 0,1 0 0,0 0 0,0-1 0,0 1 0,0 0 0,0-1 0,-1 1 0,4-2 0,2-1 0,-1-1 0,0 1 0,0-1 0,-1 0 0,1-1 0,-1 1 0,0-1 0,0 0 0,4-6 0,-2 3 0,-1-2 0,-1 1 0,6-13 0,15-22 0,-26 43 0,1 1 0,-1-1 0,1 0 0,-1 1 0,1-1 0,-1 0 0,1 1 0,0-1 0,-1 1 0,1-1 0,0 1 0,-1-1 0,1 1 0,0 0 0,0-1 0,-1 1 0,1 0 0,0 0 0,0-1 0,0 1 0,-1 0 0,1 0 0,0 0 0,0 0 0,0 0 0,0 0 0,-1 0 0,1 0 0,0 1 0,0-1 0,0 0 0,-1 0 0,1 1 0,0-1 0,0 0 0,-1 1 0,1-1 0,0 1 0,0-1 0,-1 1 0,1-1 0,-1 1 0,2 1 0,3 4 0,0 0 0,0 0 0,-1 1 0,5 8 0,7 9 0,-8-16-76,0 0 1,1 0-1,0-1 0,0-1 0,1 0 0,0 0 0,0 0 0,0-1 1,1-1-1,-1 0 0,1 0 0,0-1 0,0-1 0,1 0 1,-1 0-1,0-1 0,13 0 0,-2-1-6750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7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196 543 24575,'0'-2'0,"0"0"0,0 0 0,-1 0 0,1 0 0,-1 0 0,1 0 0,-1 0 0,0 0 0,1 0 0,-1 0 0,0 0 0,0 0 0,-1 0 0,1 1 0,0-1 0,-1 0 0,1 1 0,0-1 0,-1 1 0,0 0 0,1-1 0,-1 1 0,0 0 0,0 0 0,0 0 0,0 0 0,0 0 0,0 1 0,0-1 0,0 1 0,0-1 0,0 1 0,0 0 0,0-1 0,0 1 0,0 0 0,0 0 0,-3 1 0,1-1 0,0 0 0,0 1 0,-1-1 0,1 1 0,0 0 0,0 0 0,0 1 0,0-1 0,0 1 0,0 0 0,0 0 0,0 0 0,1 0 0,-1 1 0,1-1 0,0 1 0,0 0 0,-5 6 0,-1 7 0,0 0 0,1 1 0,1 0 0,1 1 0,0-1 0,1 1 0,1 0 0,-3 30 0,7-46 0,0 0 0,0 0 0,0 0 0,0 0 0,0 0 0,0 0 0,1 0 0,-1 0 0,1 0 0,-1 0 0,1 0 0,0 0 0,0-1 0,-1 1 0,1 0 0,1 0 0,-1-1 0,0 1 0,0-1 0,1 1 0,-1-1 0,1 1 0,1 0 0,0 0 0,0 0 0,1-1 0,-1 1 0,1-1 0,-1 0 0,1 0 0,-1-1 0,1 1 0,0-1 0,-1 1 0,8-2 0,0 1 0,1-2 0,-1 0 0,0 0 0,0-1 0,0 0 0,-1-1 0,16-7 0,-17 5 0,0 0 0,0 0 0,10-11 0,15-11 0,-22 18 0,0-1 0,0-1 0,-1 1 0,0-2 0,-1 0 0,13-21 0,20-26 0,-32 47 0,-1-1 0,-1 0 0,-1-1 0,0 0 0,-1 0 0,0-1 0,-1 0 0,-1 0 0,0-1 0,-2 1 0,0-1 0,0 0 0,-2 0 0,0 1 0,-2-25 0,1 22 0,-1 1 0,-1-1 0,-8-36 0,7 46 0,0 0 0,-1 1 0,0-1 0,0 1 0,0 0 0,-1 0 0,-1 0 0,1 1 0,-14-14 0,15 17 0,0 1 0,0-1 0,0 1 0,0 0 0,0 0 0,-1 0 0,0 1 0,1-1 0,-1 1 0,0 0 0,-8-1 0,12 2 0,-1 1 0,1 0 0,-1 0 0,1 0 0,-1 0 0,1 0 0,-1 0 0,0 1 0,1-1 0,0 0 0,-1 1 0,1-1 0,-1 1 0,1 0 0,0-1 0,-1 1 0,-1 1 0,2 0 0,-1 0 0,0 0 0,1-1 0,-1 1 0,1 1 0,0-1 0,0 0 0,0 0 0,0 0 0,0 1 0,0-1 0,0 0 0,1 1 0,-1 2 0,-3 23 0,2 0 0,1 1 0,5 43 0,-2-1 0,0-47 0,1 0 0,1-1 0,1 1 0,10 29 0,6 22 0,-18-61 0,1 0 0,0 0 0,1-1 0,1 0 0,0 0 0,0 0 0,2-1 0,0 0 0,13 16 0,-20-28 0,0 1 0,1-1 0,-1 1 0,0-1 0,1 1 0,-1-1 0,1 0 0,-1 0 0,1 0 0,-1 0 0,0 0 0,1 0 0,-1 0 0,1 0 0,-1-1 0,0 1 0,1 0 0,-1-1 0,0 1 0,1-1 0,0 0 0,36-17 0,-32 15 0,9-3 0,1 1 0,0 0 0,0 1 0,1 1 0,-1 0 0,1 1 0,-1 1 0,1 1 0,0 0 0,23 4 0,-37-4 0,0 1 0,0-1 0,0 1 0,0 0 0,0 0 0,0 0 0,0 0 0,0 1 0,0-1 0,0 1 0,-1-1 0,1 1 0,0 0 0,-1 0 0,0 1 0,1-1 0,-1 0 0,0 1 0,0-1 0,-1 1 0,1 0 0,0-1 0,-1 1 0,0 0 0,1 0 0,-1 0 0,1 6 0,0-4 0,0 1 0,0-1 0,1 0 0,0 1 0,0-2 0,0 1 0,6 7 0,-6-10-65,0 0 0,0 0 0,0 0 0,0 0 0,0 0 0,0-1 0,0 1 0,0-1 0,1 0 0,-1 0 0,0 0 0,1-1 0,-1 1 0,1-1 0,-1 0 0,1 0 0,-1 0 0,0 0 0,1-1 0,5-1 0,7-3-6761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8.2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306 239 24575,'-8'0'0,"0"-1"0,0 0 0,0-1 0,-15-5 0,-22-4 0,21 8 0,-43 2 0,60 1 0,1 0 0,-1 1 0,0 0 0,1 1 0,-1-1 0,1 1 0,-1 0 0,1 1 0,0 0 0,0 0 0,-8 5 0,11-5 0,0 0 0,0 1 0,0 0 0,1-1 0,0 1 0,0 0 0,0 0 0,0 0 0,0 0 0,1 0 0,0 1 0,0-1 0,0 0 0,0 1 0,1-1 0,-1 1 0,1-1 0,1 9 0,-1-8 0,0-1 0,1 0 0,-1 0 0,1 0 0,0 1 0,0-1 0,0 0 0,1 0 0,-1 0 0,1 0 0,0-1 0,0 1 0,0 0 0,1-1 0,-1 1 0,1-1 0,0 0 0,0 0 0,6 5 0,-2-5 0,1 0 0,-1-1 0,1 0 0,0 0 0,0 0 0,-1-1 0,1-1 0,0 1 0,11-1 0,-13 0 0,0-1 0,-1 1 0,1-1 0,0 0 0,0 0 0,0-1 0,-1 0 0,1 0 0,0 0 0,-1 0 0,0-1 0,0 0 0,5-4 0,5-19 0,-14 24 0,-1 0 0,1 0 0,-1 0 0,1 0 0,0 0 0,0 0 0,0 0 0,0 0 0,0 1 0,0-1 0,0 0 0,1 1 0,-1-1 0,1 1 0,-1 0 0,1-1 0,-1 1 0,1 0 0,0 0 0,0 0 0,1-1 0,-2 2 0,0 0 0,0 1 0,0-1 0,0 0 0,0 0 0,0 1 0,-1-1 0,1 1 0,0-1 0,0 1 0,0-1 0,-1 1 0,1-1 0,0 1 0,-1 0 0,1-1 0,0 1 0,-1 0 0,1 0 0,-1-1 0,1 1 0,-1 0 0,0 0 0,1 0 0,-1 0 0,1 1 0,7 31 0,-2-12 0,-6-19 0,1 0 0,0 0 0,-1-1 0,1 1 0,0 0 0,0-1 0,0 1 0,0-1 0,0 0 0,1 1 0,-1-1 0,0 0 0,1 0 0,-1 1 0,1-1 0,-1 0 0,1 0 0,0-1 0,-1 1 0,4 1 0,-3-2 0,0 0 0,-1 0 0,1 0 0,0-1 0,0 1 0,-1 0 0,1-1 0,-1 1 0,1-1 0,0 0 0,-1 0 0,1 1 0,-1-1 0,0 0 0,1 0 0,-1 0 0,0 0 0,2-2 0,3-4 0,0 0 0,0-1 0,0 0 0,-1 0 0,0 0 0,6-14 0,-8 10 0,1 1 0,-1-1 0,-1 0 0,0 0 0,-1 0 0,0-17 0,0 13 0,0 0 0,6-29 0,-1 17 0,-2-1 0,-1 1 0,-1-1 0,-2-31 0,-1 426 0,1-357-227,1 0-1,0 0 1,0 0-1,1 0 1,3 10-1,0-3-6598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8.3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51 24575,'0'-4'0,"4"-1"0,2-5 0,4 0 0,4 2 0,4 1 0,4 3 0,-3 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8.7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78 24575,'3'0'0,"0"-1"0,-1 0 0,1 0 0,0-1 0,0 1 0,-1-1 0,1 1 0,-1-1 0,1 0 0,-1 0 0,4-3 0,18-12 0,-12 12 0,6-3 0,1 1 0,37-10 0,-51 16 0,-1 0 0,0 0 0,1 1 0,-1 0 0,0 0 0,1 0 0,-1 0 0,0 0 0,1 1 0,-1 0 0,0 0 0,1 0 0,-1 0 0,0 1 0,0 0 0,0 0 0,0 0 0,-1 0 0,7 5 0,-8-5-97,1 1-1,-1 0 1,0 0-1,0 1 1,-1-1-1,1 0 1,0 1-1,-1-1 1,0 1-1,0-1 1,0 1-1,0 0 0,0 6 1,1 10-6729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8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0 387 24575,'1'-1'0,"1"1"0,-1-1 0,0 0 0,0 1 0,0-1 0,0 0 0,0 1 0,0-1 0,0 0 0,0 0 0,-1 0 0,1 0 0,0 0 0,0 0 0,-1 0 0,1 0 0,0 0 0,-1 0 0,1-3 0,12-29 0,-10 23 0,1 0 0,0-1 0,1 0 0,0 1 0,0 0 0,1 0 0,1 0 0,-1 1 0,2 0 0,-1 0 0,17-15 0,21-19 0,-35 33 0,0 0 0,0 0 0,1 1 0,16-10 0,23-17 0,-40 28 0,1 0 0,0 0 0,1 1 0,20-10 0,-15 9-1365,-3 1-5461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19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0 574 24575,'4'-1'0,"-1"0"0,1-1 0,-1 1 0,1-1 0,-1 1 0,0-1 0,0 0 0,0 0 0,0-1 0,6-4 0,5-5 0,-3 4 0,-1 0 0,-1-1 0,1-1 0,15-20 0,2-2 0,-13 16 0,-1 0 0,0-2 0,-1 0 0,-1 0 0,-1-1 0,-1 0 0,0 0 0,-1-1 0,-1-1 0,-2 1 0,0-1 0,0 0 0,-2 0 0,-1 0 0,-1-1 0,-1-33 0,-1 51 0,0 0 0,1 0 0,-1 0 0,-1 0 0,1 0 0,-1 0 0,1 0 0,-1 0 0,0 1 0,-1-1 0,1 1 0,0-1 0,-1 1 0,0 0 0,0 0 0,-3-3 0,4 5 0,0 0 0,0-1 0,0 1 0,0 0 0,0 0 0,0 1 0,0-1 0,0 0 0,0 1 0,0-1 0,0 1 0,0 0 0,0 0 0,0 0 0,-1 0 0,1 0 0,0 0 0,0 0 0,0 1 0,0-1 0,0 1 0,0-1 0,0 1 0,0 0 0,0 0 0,0 0 0,0 0 0,0 0 0,0 0 0,1 1 0,-1-1 0,-2 3 0,1 0 0,0-1 0,0 1 0,1 0 0,-1 0 0,1 0 0,0 0 0,0 0 0,0 1 0,-1 5 0,-10 47 0,10-44 0,-2 25 0,1 0 0,2 0 0,2 0 0,5 52 0,-3-75 0,0-1 0,1 0 0,0 1 0,1-1 0,1-1 0,0 1 0,1 0 0,14 23 0,-17-35-80,0 1 0,1 0-1,-1-1 1,1 0 0,-1 1-1,1-2 1,0 1 0,-1 0-1,1-1 1,0 1 0,0-1 0,0 0-1,0-1 1,1 1 0,-1-1-1,8 1 1,9-1-6746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0.1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352 54 24575,'-7'-5'0,"0"-1"0,0 1 0,0 0 0,-1 0 0,1 1 0,-1 0 0,0 0 0,0 1 0,-1 0 0,1 1 0,0 0 0,-1 0 0,0 0 0,1 1 0,-1 1 0,0 0 0,0 0 0,-12 2 0,13-2 0,0 2 0,1-1 0,-1 1 0,0 0 0,0 1 0,1 0 0,0 0 0,-1 0 0,1 1 0,0 0 0,1 1 0,-1 0 0,1 0 0,0 0 0,0 0 0,0 1 0,1 0 0,0 0 0,0 1 0,-4 8 0,0 2 0,0 1 0,-6 21 0,13-34 0,0 0 0,1 0 0,0 0 0,0 1 0,0-1 0,1 0 0,0 0 0,0 1 0,0-1 0,1 0 0,-1 0 0,1 0 0,2 7 0,-2-10 0,0 1 0,1-1 0,-1 0 0,0-1 0,1 1 0,-1 0 0,1 0 0,-1-1 0,1 1 0,0 0 0,0-1 0,0 0 0,0 1 0,0-1 0,0 0 0,0 0 0,0 0 0,0-1 0,0 1 0,1 0 0,-1-1 0,0 1 0,1-1 0,-1 0 0,0 0 0,1 0 0,-1 0 0,0 0 0,0 0 0,1-1 0,1 0 0,2 0 0,-1 0 0,1-1 0,-1 1 0,1-1 0,-1 0 0,0-1 0,0 1 0,0-1 0,0 0 0,-1-1 0,9-6 0,4-8 0,-7 8 0,0 0 0,-1-1 0,-1 0 0,1 0 0,8-17 0,-17 27 0,1-1 0,-1 1 0,1 0 0,0-1 0,0 1 0,-1 0 0,1 0 0,0-1 0,0 1 0,0 0 0,0 0 0,0 0 0,0 0 0,1 0 0,-1 1 0,0-1 0,0 0 0,1 0 0,-1 1 0,0-1 0,2 0 0,-1 1 0,-1 1 0,0-1 0,0 0 0,1 0 0,-1 1 0,0-1 0,0 1 0,1-1 0,-1 1 0,0-1 0,0 1 0,0 0 0,0 0 0,0-1 0,0 1 0,0 0 0,0 0 0,0 0 0,0 1 0,6 9 0,0 0 0,-1 0 0,0 0 0,4 12 0,-4-10 0,71 168 0,-75-177 0,0 0 0,0 1 0,-1-1 0,1 1 0,-1-1 0,0 1 0,-1-1 0,1 1 0,-1 0 0,0-1 0,0 1 0,0 0 0,-1-1 0,0 1 0,0-1 0,-1 7 0,0-8 0,0 0 0,1 0 0,-1 0 0,0 0 0,-1 0 0,1-1 0,0 1 0,-1-1 0,0 1 0,1-1 0,-1 0 0,0 0 0,0 0 0,0 0 0,0-1 0,-1 1 0,1-1 0,0 0 0,-1 0 0,1 0 0,-1 0 0,-3 0 0,-61 6 0,53-7 0,0 1 0,0 1 0,0 0 0,0 1 0,-21 8 0,-9 4-1365,25-9-5461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0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24575,'0'4'0,"-4"2"0,-1-1-8191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4.9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659 156 24575,'1'0'0,"0"0"0,-1 0 0,1 0 0,-1 0 0,1 0 0,0 0 0,-1 0 0,1-1 0,-1 1 0,1 0 0,0 0 0,-1 0 0,1-1 0,-1 1 0,1 0 0,-1-1 0,1 1 0,-1 0 0,1-1 0,-1 1 0,1-1 0,-1 1 0,0-1 0,1 1 0,-1-1 0,1 1 0,-1-1 0,0 1 0,0-1 0,1 1 0,-1-1 0,0 0 0,0 1 0,0-1 0,0 1 0,0-1 0,0 0 0,0 1 0,0-1 0,0 1 0,0-1 0,0 0 0,0 1 0,0-1 0,0 1 0,0-1 0,-1 0 0,1 1 0,0-1 0,0 1 0,-1-1 0,0 0 0,-17-29 0,8 22 0,-2-1 0,1 2 0,-1-1 0,0 2 0,-1-1 0,0 2 0,0 0 0,0 0 0,-19-3 0,-12-7 0,19 9 0,-1 1 0,1 2 0,-1 0 0,0 1 0,1 2 0,-37 3 0,-7-1 0,62-2 0,1 1 0,0-1 0,-1 1 0,1 0 0,0 0 0,0 1 0,0 0 0,0 0 0,0 0 0,0 1 0,0 0 0,1 0 0,0 0 0,-1 1 0,1 0 0,0 0 0,1 0 0,-7 7 0,7-5 0,-1 0 0,2 0 0,-1 1 0,1-1 0,0 1 0,0 0 0,0-1 0,1 1 0,0 1 0,1-1 0,0 0 0,0 0 0,0 0 0,1 1 0,1 13 0,1-10 0,0 0 0,1 0 0,0-1 0,0 1 0,1 0 0,1-1 0,0 0 0,0 0 0,1-1 0,0 1 0,1-1 0,0-1 0,12 13 0,10 8 0,2-2 0,47 33 0,-27-22 0,-49-36 0,0 0 0,0-1 0,0 1 0,0 0 0,-1 0 0,1 0 0,0 0 0,-1 0 0,1 1 0,-1-1 0,2 4 0,-3-5 0,1 1 0,-1-1 0,0 0 0,0 0 0,0 1 0,0-1 0,0 0 0,0 0 0,0 1 0,0-1 0,0 0 0,-1 0 0,1 0 0,0 1 0,-1-1 0,1 0 0,-1 0 0,0 2 0,-1 0 0,-1-1 0,0 1 0,0 0 0,0-1 0,0 1 0,0-1 0,0 0 0,0 0 0,-1 0 0,1 0 0,-1-1 0,1 1 0,-1-1 0,-5 1 0,-21 4 0,0-2 0,1-2 0,-1 0 0,-1-2 0,-50-6 0,79 6 7,0 0 0,0-1 0,0 1 0,0 0 0,0-1 1,1 0-1,-1 1 0,0-1 0,0 0 0,1 0 0,-1 1 0,0-2 0,1 1 0,-1 0 0,1 0 0,-3-2 0,4 2-64,-1-1 0,1 1 0,-1 0 0,1 0-1,-1 0 1,1-1 0,0 1 0,0 0 0,-1 0 0,1-1 0,0 1 0,0 0-1,0 0 1,0-1 0,1 1 0,-1 0 0,0 0 0,0-1 0,1 1 0,-1 0 0,1 0-1,-1 0 1,1 0 0,-1 0 0,2-2 0,6-9-6769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5.3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1 24575,'-1'24'0,"0"0"0,-1 0 0,-9 36 0,6-30 0,1-1 0,2 1 0,3 55 0,-2 33 0,1-115-124,0-1 0,-1 1 0,1 0 0,-1-1 0,1 1 0,-1 0-1,0-1 1,0 1 0,0-1 0,-2 3 0,-2 0-6702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5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 24575,'8'-1'0,"0"0"0,0 0 0,0-1 0,15-4 0,22-5 0,46 5 0,94 7 0,-61 1 0,-69-3 0,64 3 0,-117-2-105,1 0 0,0 1 0,-1-1 0,1 1 0,-1 0 0,1 0 0,0 0 0,-1 0 0,0 0 0,1 0 0,-1 1 0,3 1 0,6 8-6721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5.7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 24575,'673'0'0,"-624"-4"-1365,-27-2-5461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6.3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79 104 24575,'2'97'0,"-4"106"0,1-196 0,-1 0 0,1 0 0,-1 0 0,-1 0 0,-4 10 0,6-15 0,1 0 0,-1 0 0,0 0 0,0 0 0,-1 0 0,1 0 0,0 0 0,0-1 0,-1 1 0,1-1 0,-1 1 0,0-1 0,1 1 0,-1-1 0,0 0 0,0 0 0,0 0 0,1 0 0,-1 0 0,0 0 0,-1-1 0,-1 2 0,3-3 0,0 1 0,0 0 0,0 0 0,0-1 0,0 1 0,0 0 0,1-1 0,-1 1 0,0-1 0,0 1 0,0-1 0,1 0 0,-1 1 0,0-1 0,1 0 0,-1 0 0,1 1 0,-1-1 0,1 0 0,-1 0 0,1 0 0,-1 1 0,1-1 0,0 0 0,-1 0 0,1 0 0,0 0 0,0-2 0,-5-30 0,5 30 0,-3-64 0,8-97 0,-2 153 0,-1 1 0,1-1 0,1 0 0,0 1 0,1-1 0,11-18 0,-1 0 0,-12 23 0,1 1 0,0 0 0,0 0 0,0 0 0,1 0 0,0 0 0,0 1 0,0 0 0,0 0 0,0 1 0,1-1 0,0 1 0,0 0 0,0 0 0,0 1 0,0 0 0,0 0 0,13-2 0,-8 2 0,1 1 0,0-1 0,-1 2 0,1 0 0,0 0 0,0 1 0,-1 0 0,1 1 0,20 6 0,-27-5 0,1-1 0,-1 1 0,1 0 0,-1 1 0,0-1 0,0 1 0,-1 0 0,8 7 0,32 44 0,-10-12 0,-17-23 0,-1 1 0,-1 1 0,-1 0 0,-1 1 0,-2 1 0,13 32 0,-17-41 0,-2-1 0,0 1 0,0 0 0,-2 0 0,0 1 0,2 20 0,-5-33 0,0 1 0,0-1 0,0 1 0,-1 0 0,1-1 0,-1 1 0,0-1 0,0 1 0,0-1 0,0 0 0,-1 1 0,1-1 0,-1 0 0,0 0 0,0 0 0,0 0 0,0 0 0,-1-1 0,1 1 0,-1 0 0,1-1 0,-1 0 0,0 0 0,0 0 0,0 0 0,0 0 0,-1-1 0,1 1 0,0-1 0,-1 0 0,1 0 0,-1 0 0,-3 0 0,-132 18 0,116-15 0,-1 0 0,0-2 0,-40-1 0,55-1 0,0-1 0,1 0 0,-1 0 0,0-1 0,0 0 0,1 0 0,-1-1 0,1-1 0,0 1 0,0-1 0,0-1 0,-14-9 0,20 12-54,-1-1-1,1 1 0,0 0 1,0 0-1,0-1 1,1 1-1,-1-1 0,1 0 1,-1 1-1,1-1 1,0 0-1,0 0 0,0 0 1,0 0-1,0 0 0,1 0 1,0 0-1,-1 0 1,1 0-1,0 0 0,0 0 1,1 0-1,-1 0 1,2-5-1,3-8-6771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6.8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277 2 24575,'-33'-1'0,"12"1"0,0 0 0,-32 5 0,45-4 0,1 1 0,0 0 0,0 0 0,0 0 0,1 1 0,-1 0 0,1 1 0,-1-1 0,1 1 0,0 1 0,-6 5 0,6-5 0,1 0 0,0 0 0,0 1 0,0 0 0,1 0 0,0 0 0,0 1 0,0 0 0,1-1 0,0 1 0,-2 8 0,2-1 0,0-1 0,1 1 0,1 0 0,0 0 0,2 15 0,-1 54 0,3 60 0,-1-131 0,1 0 0,0 1 0,0-1 0,1-1 0,1 1 0,0 0 0,11 18 0,52 71 0,-65-96-62,1-1 0,0 1 0,-1-1 0,1 0 0,1 0 0,-1 0 0,0-1 0,1 0 0,0 1 0,0-2 0,0 1 0,0 0-1,0-1 1,1 0 0,-1 0 0,1-1 0,-1 0 0,1 0 0,-1 0 0,1 0 0,7-1 0,8 1-6764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7.3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24575,'3'-3'0,"1"0"0,-1 1 0,1-1 0,0 1 0,0 0 0,0 1 0,0-1 0,0 1 0,1-1 0,-1 1 0,0 0 0,7 0 0,59-1 0,-51 2 0,0-1 0,-1 2 0,0 0 0,1 1 0,21 5 0,-32-4 0,1-1 0,-1 2 0,0-1 0,0 1 0,0 1 0,0-1 0,-1 1 0,1 1 0,-1-1 0,11 12 0,-15-13 0,1 0 0,0 0 0,-1 1 0,0-1 0,0 1 0,0-1 0,-1 1 0,1 0 0,-1 0 0,0 0 0,-1 0 0,1 1 0,-1-1 0,0 0 0,0 7 0,-1-8 0,0 1 0,-1-1 0,0 1 0,1-1 0,-1 1 0,-1-1 0,1 0 0,-1 1 0,0-1 0,0 0 0,0 0 0,0 0 0,-1 0 0,0-1 0,1 1 0,-1 0 0,-1-1 0,-4 5 0,6-7-18,-21 19 88,-31 22 0,47-37-235,-1 0 0,-1-1 0,1 0-1,0 0 1,-1-1 0,0 0-1,0 0 1,-14 2 0,13-5-6661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7.5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0 24575,'-5'0'0,"0"4"0,-1 6 0,2 6 0,1 3 0,1 4 0,1 1 0,1 2 0,4-4 0,6-6 0,1-1 0,3-4 0,4-3 0,2-3 0,3-2 0,1-2 0,1-2 0,-4 1-8191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7.7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24575,'5'0'0,"0"4"0,1 6 0,-2 5 0,-1 5 0,-1 2 0,-1 3 0,-1 0 0,-4-3 0,-2-6-8191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8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1 24575,'10'28'0,"-1"-4"0,-5 4 0,-3-14 0,1 0 0,7 25 0,-9-36 0,1-1 0,0 1 0,0-1 0,0 0 0,0 0 0,0 1 0,0-1 0,1 0 0,-1 0 0,0 0 0,1-1 0,0 1 0,-1 0 0,1 0 0,0-1 0,0 1 0,0-1 0,0 0 0,0 1 0,1-1 0,-1 0 0,4 1 0,-5-2 0,1 0 0,0 0 0,0 0 0,-1 0 0,1 0 0,0 0 0,0-1 0,-1 1 0,1-1 0,0 1 0,-1-1 0,1 0 0,-1 1 0,1-1 0,-1 0 0,1 0 0,-1 0 0,1 0 0,-1 0 0,0-1 0,1 1 0,-1 0 0,0-1 0,0 1 0,0 0 0,0-1 0,0 0 0,0-1 0,5-8 0,-1-1 0,0 0 0,4-13 0,1-4 0,-9 26 0,13-18 0,-14 21 0,1-1 0,0 1 0,-1 0 0,1 0 0,-1 0 0,1 0 0,0 0 0,-1 0 0,1 0 0,0 0 0,-1 0 0,1 0 0,0 0 0,-1 0 0,1 1 0,-1-1 0,1 0 0,0 0 0,-1 1 0,1-1 0,-1 0 0,1 1 0,-1-1 0,1 0 0,-1 1 0,1-1 0,-1 1 0,1-1 0,-1 1 0,0-1 0,1 1 0,-1-1 0,0 1 0,1 0 0,-1-1 0,0 1 0,1 1 0,7 12 0,0 2 0,-1-1 0,-1 1 0,7 24 0,-6-19 0,0-1 0,14 27 0,-11-25 0,0 1 0,11 39 0,8 21 0,-25-71 0,0 0 0,-1 0 0,0 0 0,-1 1 0,0-1 0,0 16 0,-2 3 0,-4 42 0,3-68 0,0-1 0,0 1 0,-1-1 0,1 1 0,-1-1 0,0 0 0,0 0 0,0 1 0,-1-1 0,1-1 0,-1 1 0,0 0 0,0-1 0,0 1 0,-1-1 0,1 0 0,-1 0 0,0 0 0,0-1 0,0 1 0,0-1 0,0 0 0,0 0 0,-1-1 0,1 1 0,-8 1 0,-4 0 0,0 0 0,0 0 0,0-1 0,0-2 0,-1 1 0,-23-4 0,31 2 0,0 0 0,0 0 0,0-1 0,1-1 0,-1 0 0,1 0 0,-1 0 0,1-1 0,0 0 0,0-1 0,1 0 0,-1 0 0,-7-8 0,10 8 0,0-1 0,0 1 0,0-2 0,1 1 0,0 0 0,0-1 0,1 0 0,0 1 0,0-1 0,0-1 0,1 1 0,0 0 0,1-1 0,-1 1 0,1-15 0,0 13 0,1 1 0,0 0 0,1-1 0,-1 1 0,2 0 0,-1 0 0,1 0 0,1 0 0,5-14 0,-4 16 0,-1 1 0,0 0 0,1 0 0,0 0 0,1 0 0,-1 1 0,1-1 0,-1 1 0,1 0 0,1 1 0,-1-1 0,0 1 0,11-4 0,26-12 0,2 1 0,57-14 0,8-3-1365,-92 30-5461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8.6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1 24575,'5'1'0,"-1"2"0,1-1 0,0 0 0,-1 1 0,1 0 0,-1 0 0,0 1 0,0-1 0,0 1 0,3 4 0,0-2 0,-4-3 0,-1-1 0,1 1 0,0 0 0,-1-1 0,0 1 0,1 0 0,-1 1 0,-1-1 0,1 0 0,0 1 0,-1-1 0,1 1 0,-1-1 0,0 1 0,0-1 0,-1 1 0,1 0 0,-1 0 0,0-1 0,0 8 0,-1-8 0,0 0 0,0 0 0,0 0 0,0 0 0,-1-1 0,1 1 0,-1 0 0,0-1 0,0 0 0,0 1 0,0-1 0,0 0 0,0 0 0,0 0 0,-1 0 0,1 0 0,-1 0 0,0-1 0,1 1 0,-1-1 0,0 0 0,0 0 0,0 0 0,0 0 0,-5 0 0,-15 6-102,-29 6 327,50-13-313,-1 1 1,1-1-1,-1 0 1,1 0-1,-1 0 1,1 0-1,0 0 1,-1 0-1,1-1 1,-1 1-1,1-1 1,0 0-1,-1 1 1,1-1-1,0 0 1,-3-2-1,-4-7-6738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9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 24575,'15'-1'0,"0"-1"0,0 0 0,20-5 0,34-6 0,-52 11 0,0 0 0,18-7 0,-26 6 0,0 0 0,0 1 0,0 0 0,0 0 0,1 1 0,-1 1 0,0-1 0,1 1 0,-1 1 0,1 0 0,14 3 0,-23-3 0,1-1 0,-1 1 0,0-1 0,1 1 0,-1-1 0,0 1 0,1 0 0,-1 0 0,0 0 0,0 0 0,0 0 0,0 0 0,0 0 0,0 0 0,0 0 0,0 0 0,0 0 0,-1 1 0,1-1 0,0 0 0,-1 1 0,1-1 0,-1 0 0,1 3 0,-1-2 0,0 1 0,0-1 0,-1 0 0,1 1 0,-1-1 0,1 0 0,-1 1 0,0-1 0,0 0 0,0 0 0,0 0 0,0 0 0,-3 3 0,-2 4 0,-1-1 0,0-1 0,0 1 0,-1-1 0,-15 11 0,-50 20 0,36-20 0,-99 59 0,132-75 0,1 0 0,0 0 0,0 0 0,-1 1 0,1-1 0,0 1 0,1-1 0,-5 6 0,7-8 0,-1 1 0,1-1 0,0 1 0,0-1 0,0 1 0,-1-1 0,1 1 0,0 0 0,0-1 0,0 1 0,0-1 0,0 1 0,0-1 0,0 1 0,0 0 0,0-1 0,0 1 0,0-1 0,0 1 0,1 0 0,-1 0 0,17 14 0,-9-12 0,-1 0 0,1 0 0,0 0 0,1-1 0,-1-1 0,0 1 0,16 0 0,64-4 0,-43 0 0,303 2-1365,-326 0-5461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29.4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0 24575,'2'0'0,"0"1"0,0-1 0,0 1 0,0 0 0,0-1 0,0 1 0,-1 0 0,1 0 0,0 0 0,0 0 0,-1 0 0,1 1 0,-1-1 0,1 1 0,-1-1 0,1 1 0,-1-1 0,0 1 0,0-1 0,0 1 0,0 0 0,0 0 0,0 0 0,0 0 0,-1-1 0,2 5 0,0 4 0,1 1 0,-1-1 0,1 18 0,-2-22 0,-1-1 0,0 1 0,0-1 0,0 0 0,-1 1 0,0-1 0,0 0 0,0 0 0,-1 0 0,0 1 0,0-1 0,0-1 0,0 1 0,-1 0 0,0-1 0,0 1 0,0-1 0,0 0 0,-1 0 0,0 0 0,0 0 0,0-1 0,0 1 0,-6 2 0,-45 39-1365,41-38-5461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3.1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74 24575,'0'-2'0,"1"1"0,-1-1 0,0 0 0,1 1 0,-1-1 0,1 0 0,0 1 0,-1-1 0,1 1 0,0-1 0,0 1 0,0-1 0,0 1 0,0 0 0,0 0 0,0-1 0,1 1 0,-1 0 0,0 0 0,1 0 0,-1 0 0,1 0 0,-1 1 0,3-2 0,44-14 0,-29 11 0,-7 1 0,0 0 0,0 1 0,1 1 0,-1-1 0,1 2 0,-1 0 0,1 1 0,18 1 0,-21 0 0,-1 1 0,0 1 0,0-1 0,0 1 0,0 1 0,0 0 0,-1 0 0,1 1 0,-1-1 0,0 2 0,13 11 0,-8-4 0,0 1 0,0 0 0,10 17 0,18 21 0,-35-42 0,0-1 0,0 1 0,-1 0 0,-1 1 0,0-1 0,0 1 0,-1 0 0,0 0 0,2 21 0,-7-12 0,-2-17 0,0-13 0,2 0 0,1 0 0,0 0 0,1 0 0,0 0 0,0 0 0,1 0 0,1 0 0,-1 0 0,1 0 0,1 1 0,0-1 0,1 1 0,-1-1 0,2 1 0,-1 0 0,1 1 0,1-1 0,0 1 0,0 0 0,0 1 0,1-1 0,0 1 0,14-10 0,-14 13 0,2 0 0,-1 1 0,0 0 0,1 1 0,-1 0 0,1 0 0,0 1 0,-1 0 0,1 0 0,0 1 0,0 0 0,0 1 0,-1 0 0,1 0 0,0 1 0,-1 0 0,16 6 0,-22-7 0,1 1 0,-1-1 0,0 1 0,1-1 0,-1 1 0,0 0 0,0 0 0,0 0 0,-1 0 0,1 0 0,0 1 0,-1-1 0,0 0 0,1 1 0,-1-1 0,0 1 0,1 2 0,8 50 0,-5-20 0,-2-24 0,-1 0 0,2 0 0,-1 0 0,2-1 0,-1 0 0,9 14 0,-10-20 0,-1-1 0,1 1 0,0-1 0,0 0 0,0 0 0,1 0 0,-1 0 0,1-1 0,0 0 0,-1 1 0,1-1 0,0 0 0,0-1 0,1 1 0,-1-1 0,0 0 0,0 0 0,1 0 0,7 0 0,5-2-1365,-2-3-5461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3.3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 24575,'4'0'0,"6"0"0,6 0 0,3 0 0,4 0 0,1 0 0,2 0 0,0 0 0,0 0 0,0 0 0,-1 0 0,1 0 0,-1 0 0,0 0 0,0 0 0,0 0 0,-5-5 0,-5 0-8191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3.5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24575,'1'10'0,"1"-1"0,0 0 0,0 0 0,1 0 0,0 0 0,0 0 0,8 13 0,7 20 0,-10-22 0,19 33 0,3 11 0,-27-56-195,1 1 0,-1-1 0,1 0 0,1 0 0,-1-1 0,8 9 0,-2-5-6631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3.9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1 294 24575,'4'-2'0,"1"-1"0,-1 1 0,1-1 0,-1 0 0,0 0 0,0-1 0,0 1 0,-1-1 0,1 0 0,2-4 0,112-164 0,-108 157 0,-6 8 0,0-1 0,-1 0 0,0 0 0,0 0 0,2-12 0,-4 15 0,3 2 0,2 9 0,1 11 0,1 12 0,19 88 0,-25-104 34,2-1-1,0 1 0,9 21 1,8 24-1533,-18-40-5327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4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24575,'623'0'-1365,"-602"0"-5461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4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24575,'1595'0'-1862,"-1574"0"-4467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6.8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287 69 24575,'0'-2'0,"-1"0"0,1 0 0,-1 0 0,0 1 0,0-1 0,1 0 0,-1 0 0,0 0 0,0 1 0,-1-1 0,1 1 0,0-1 0,0 1 0,-1-1 0,1 1 0,-1-1 0,0 1 0,1 0 0,-1 0 0,0 0 0,-2-1 0,-45-19 0,38 17 0,9 3 0,-1-1 0,0 1 0,0 0 0,0 0 0,-1 0 0,1 1 0,0-1 0,0 1 0,0 0 0,-1 0 0,1 0 0,0 0 0,0 0 0,0 1 0,-1-1 0,1 1 0,0 0 0,-4 2 0,4-1 0,1 0 0,0 0 0,0 0 0,0 0 0,0 1 0,0-1 0,1 1 0,-1-1 0,1 1 0,-1-1 0,1 1 0,0 0 0,0 0 0,0 0 0,1-1 0,-1 1 0,1 0 0,0 0 0,-1 0 0,1 4 0,0 0 0,-1 1 0,1-1 0,0 0 0,1 1 0,0-1 0,0 0 0,0 0 0,1 0 0,0 0 0,1 0 0,-1 0 0,1 0 0,1-1 0,-1 1 0,1-1 0,0 0 0,0 0 0,1-1 0,0 1 0,0-1 0,8 7 0,30 20 0,-34-25 0,1-1 0,-1 1 0,0 1 0,-1 0 0,11 12 0,-2-3 0,-15-16 0,1 1 0,-1 0 0,0 0 0,0 0 0,0 0 0,-1 0 0,1 0 0,0 1 0,-1-1 0,1 0 0,-1 1 0,1 2 0,-2-4 0,0 0 0,0-1 0,0 1 0,0 0 0,-1-1 0,1 1 0,0 0 0,-1-1 0,1 1 0,0 0 0,-1-1 0,1 1 0,-1-1 0,1 1 0,-1-1 0,1 1 0,-1-1 0,1 1 0,-1-1 0,0 1 0,1-1 0,-1 0 0,0 1 0,1-1 0,-1 0 0,0 0 0,1 1 0,-1-1 0,0 0 0,0 0 0,1 0 0,-1 0 0,-1 0 0,-28 3 0,26-3 0,-226-3 0,227 3-124,0 0 0,1 0 0,-1-1 0,0 1 0,1-1 0,-1 0-1,1 0 1,-1 0 0,1 0 0,-3-2 0,0-2-6702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7.2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103 75 24575,'-1'-1'0,"1"0"0,-1-1 0,1 1 0,-1 0 0,1 0 0,-1 0 0,0 0 0,1 0 0,-1 0 0,0 1 0,0-1 0,0 0 0,0 0 0,0 0 0,0 1 0,0-1 0,0 0 0,0 1 0,0-1 0,0 1 0,0-1 0,0 1 0,0 0 0,-1 0 0,1-1 0,0 1 0,0 0 0,0 0 0,-2 0 0,-1-1 0,0 1 0,-1 0 0,1-1 0,0 2 0,0-1 0,-1 0 0,-3 2 0,6-2 0,0 1 0,0 0 0,0 0 0,0 0 0,0 0 0,0 0 0,1 0 0,-1 0 0,0 1 0,1-1 0,-1 1 0,1-1 0,-1 1 0,1 0 0,0-1 0,0 1 0,0 0 0,0 0 0,0 0 0,0 0 0,0 0 0,1 0 0,-1 0 0,1 0 0,-1 0 0,1 0 0,0 0 0,0 1 0,0-1 0,0 0 0,0 0 0,0 0 0,1 0 0,0 4 0,1 1 0,0 1 0,1 0 0,0-1 0,0 1 0,1-1 0,0 0 0,8 11 0,-8-12 0,1-1 0,0 0 0,0-1 0,1 1 0,-1-1 0,1 0 0,0 0 0,0-1 0,0 1 0,0-1 0,1-1 0,13 4 0,-18-5 0,1 0 0,-1-1 0,1 1 0,-1-1 0,1 0 0,-1 1 0,1-1 0,-1-1 0,1 1 0,-1 0 0,1-1 0,0 1 0,-1-1 0,0 0 0,1 1 0,-1-1 0,1-1 0,-1 1 0,0 0 0,0 0 0,0-1 0,0 1 0,0-1 0,0 0 0,0 0 0,0 0 0,-1 1 0,1-2 0,-1 1 0,1 0 0,-1 0 0,0 0 0,0-1 0,0 1 0,0 0 0,0-1 0,0-3 0,2-2 10,-1-1 0,-1 0 0,0 1 0,0-1 0,-1 0 0,0 0 0,0 0 0,-1 0 0,0 1 0,-1-1 0,-2-9 0,2 13-84,0 0-1,0 0 1,0 1 0,0-1 0,-1 0-1,0 1 1,0 0 0,0 0 0,-1 0-1,1 0 1,-1 0 0,0 1 0,0 0-1,0 0 1,-1 0 0,1 0 0,-1 0-1,1 1 1,-10-3 0,-4-1-6752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7.4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24575,'4'0'0,"6"0"0,5 0 0,5 0 0,2 0 0,3 0 0,1 0 0,0 0 0,-1 0 0,1 0 0,-4 4 0,-3 2 0,-3-1-8191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7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0 197 24575,'4'-1'0,"0"-1"0,0 0 0,-1 1 0,1-1 0,-1-1 0,1 1 0,-1-1 0,0 1 0,0-1 0,0 0 0,0 0 0,4-6 0,4-3 0,5-4 0,1 0 0,1 1 0,0 1 0,1 0 0,1 2 0,36-18 0,5 4-1365,-44 21-5461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39.9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179 365 24575,'-1'-1'0,"1"0"0,-1 0 0,1 0 0,-1-1 0,0 1 0,1 0 0,-1 0 0,0 0 0,0 1 0,0-1 0,0 0 0,0 0 0,0 0 0,0 1 0,0-1 0,0 0 0,0 1 0,0-1 0,-3 0 0,-29-12 0,24 10 0,5 1 0,0 1 0,-1-1 0,1 1 0,0 0 0,0 0 0,-1 0 0,1 1 0,0 0 0,-1 0 0,1 0 0,-1 0 0,1 1 0,0-1 0,-1 1 0,-5 2 0,7-2 0,1 1 0,-1 0 0,1-1 0,-1 1 0,1 0 0,0 0 0,0 0 0,0 0 0,0 1 0,0-1 0,0 1 0,0-1 0,1 1 0,-1-1 0,1 1 0,0 0 0,0 0 0,0 0 0,0 0 0,0-1 0,1 1 0,-1 0 0,1 4 0,-1 2 0,0 0 0,1 1 0,0-1 0,0 0 0,1 0 0,0 0 0,1 0 0,0 0 0,0 0 0,1 0 0,0 0 0,5 9 0,-5-12 0,1-1 0,-1 0 0,1 0 0,0 0 0,1-1 0,-1 1 0,1-1 0,-1 0 0,1-1 0,1 1 0,-1-1 0,0 0 0,1 0 0,0-1 0,-1 1 0,1-1 0,0 0 0,0-1 0,7 1 0,-3 1 0,0-2 0,0 1 0,0-2 0,0 1 0,0-1 0,0-1 0,1 0 0,-1 0 0,0-1 0,-1 0 0,1-1 0,0 0 0,-1 0 0,1-1 0,14-9 0,-6 2 0,1-2 0,-1 0 0,-1-1 0,25-26 0,-35 32 0,-1 1 0,0-1 0,0 0 0,0-1 0,-1 1 0,-1-1 0,1 0 0,-1 0 0,-1-1 0,0 1 0,0-1 0,2-14 0,-2-35 0,-4-66 0,-1 33 0,2 91 0,-4-37 0,4 37 0,0-1 0,0 1 0,0 0 0,0 0 0,-1 0 0,1 0 0,0 0 0,-1 0 0,1-1 0,-1 1 0,0 0 0,1 0 0,-1 1 0,0-1 0,1 0 0,-1 0 0,0 0 0,0 0 0,0 1 0,0-1 0,0 0 0,0 1 0,0-1 0,0 1 0,0-1 0,0 1 0,0-1 0,-2 0 0,2 2 0,0-1 0,0 0 0,0 1 0,0-1 0,0 0 0,0 1 0,0-1 0,0 1 0,0-1 0,0 1 0,1 0 0,-1-1 0,0 1 0,0 0 0,1 0 0,-1-1 0,1 1 0,-1 0 0,0 0 0,1 0 0,0 0 0,-1 0 0,1 0 0,-1 0 0,1 0 0,0 0 0,0 0 0,-1 1 0,-4 33 0,5-33 0,-3 252 0,6-126 0,-2-38 0,0-92 0,0 0 0,0-1 0,0 1 0,1 0 0,0 0 0,-1 0 0,1 0 0,0 0 0,0 0 0,0 0 0,0 1 0,0-1 0,0 1 0,0-1 0,1 1 0,-1 0 0,0 0 0,1 0 0,-1 0 0,1 0 0,-1 1 0,5-1 0,8-2 0,0 1 0,24 0 0,-36 2 0,12 0 0,1 2 0,0 0 0,-1 0 0,1 2 0,-1-1 0,20 9 0,16 4 0,21-3 0,-65-12 0,0 0 0,0-1 0,0 0 0,0-1 0,0 0 0,0 0 0,0 0 0,8-3 0,-14 3 0,1 1 0,-1-1 0,1 1 0,-1-1 0,0 1 0,1-1 0,-1 0 0,0 0 0,1 0 0,-1 0 0,0 0 0,0 0 0,0 0 0,0 0 0,0 0 0,0 0 0,0-1 0,0 1 0,-1 0 0,1 0 0,0-1 0,-1 1 0,1-1 0,-1 1 0,0-1 0,1 1 0,-1-1 0,0 1 0,0-1 0,0 1 0,0-1 0,0 1 0,0-1 0,0 1 0,-1-1 0,1 1 0,0-1 0,-1 1 0,0-2 0,-1-1 0,0 1 0,0 0 0,0-1 0,0 1 0,0 0 0,-1 0 0,0 1 0,1-1 0,-1 0 0,0 1 0,0 0 0,-1 0 0,1-1 0,-5-1 0,7 4 0,-9-5 0,0 1 0,0 0 0,-1 1 0,0 0 0,-12-2 0,21 5 0,1 0 0,-1 0 0,0 0 0,0 0 0,0 0 0,1 0 0,-1 0 0,0 0 0,0 1 0,0-1 0,1 1 0,-1-1 0,0 1 0,1 0 0,-1 0 0,1 0 0,-1 0 0,1 0 0,-1 0 0,1 0 0,-1 0 0,1 0 0,0 1 0,0-1 0,0 0 0,0 1 0,0-1 0,0 1 0,0 0 0,0-1 0,0 1 0,1 0 0,-1-1 0,1 1 0,-1 0 0,1 0 0,0-1 0,0 1 0,0 3 0,-1-3 0,1 0 0,0-1 0,0 1 0,0 0 0,0 0 0,0 0 0,1 0 0,-1-1 0,0 1 0,1 0 0,-1 0 0,1-1 0,0 1 0,0 0 0,-1-1 0,1 1 0,0-1 0,0 1 0,1-1 0,-1 1 0,0-1 0,3 2 0,-2-1 0,1 0 0,0-1 0,0 0 0,0 1 0,0-1 0,0 0 0,0-1 0,1 1 0,-1 0 0,0-1 0,0 0 0,4 0 0,2 0 0,0-1 0,1 0 0,-1 0 0,0-1 0,0 0 0,0-1 0,0 0 0,9-5 0,6-2 0,-1 1 0,1 1 0,0 1 0,0 2 0,37-5 0,-56 9 0,1 0 0,-1 1 0,0-1 0,0 1 0,0 1 0,1-1 0,-1 1 0,0-1 0,0 1 0,0 1 0,0-1 0,6 3 0,-5 0 0,0 0 0,0 0 0,0 0 0,-1 1 0,0 0 0,0 0 0,0 0 0,6 9 0,-7-9 0,1 3 0,1-1 0,1 0 0,-1 0 0,11 7 0,-17-13 0,1 0 0,0-1 0,0 1 0,-1 0 0,1-1 0,0 1 0,0-1 0,0 1 0,0-1 0,0 1 0,0-1 0,0 0 0,0 0 0,0 1 0,0-1 0,0 0 0,0 0 0,0 0 0,0 0 0,0 0 0,0 0 0,0 0 0,0 0 0,0-1 0,0 1 0,0 0 0,0-1 0,0 1 0,0-1 0,-1 1 0,1-1 0,0 1 0,0-1 0,0 1 0,0-1 0,-1 0 0,1 1 0,0-1 0,-1 0 0,1 0 0,-1 0 0,1 0 0,0 1 0,-1-1 0,0 0 0,1 0 0,-1 0 0,0 0 0,1 0 0,-1-1 0,2-4 0,-1 0 0,0-1 0,0 1 0,0 0 0,-1-11 0,0 11 0,1 31 0,2-8 0,0 0 0,1 0 0,10 27 0,-8-27 0,-1 1 0,0 0 0,2 18 0,-4-18 0,1 0 0,1 0 0,1 0 0,14 28 0,-10-21 0,12 36 0,-20-54 0,0 1 0,-1 0 0,0 0 0,0 0 0,-1 0 0,0 0 0,0 0 0,-1 0 0,-2 9 0,2-14 0,0 0 0,0 0 0,0 0 0,-1 0 0,1 0 0,-1 0 0,0 0 0,0-1 0,0 1 0,0 0 0,0-1 0,-1 0 0,1 1 0,-1-1 0,0 0 0,1 0 0,-1-1 0,0 1 0,0 0 0,0-1 0,0 0 0,0 0 0,-1 0 0,1 0 0,0 0 0,-7 0 0,-5 1 0,-1-2 0,1 1 0,0-2 0,-24-3 0,36 3 0,-1 0 0,0 0 0,1 0 0,-1 0 0,1-1 0,-1 0 0,1 1 0,0-1 0,0 0 0,0-1 0,0 1 0,0-1 0,0 1 0,1-1 0,-1 0 0,1 0 0,0 0 0,0 0 0,0 0 0,0-1 0,1 1 0,-1 0 0,1-1 0,0 1 0,0-1 0,0 0 0,-1-5 0,-1-11 0,0 0 0,1-1 0,2-34 0,0 46 0,0-10 0,1 1 0,6-38 0,-5 49 0,0 0 0,0 0 0,1 1 0,0 0 0,0-1 0,0 1 0,1 0 0,0 0 0,0 1 0,1-1 0,6-6 0,38-25 81,-40 31-322,0 0 0,0-1 0,-1 0 0,0-1 0,8-8 0,-6 2-6585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40.1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 24575,'0'-5'0,"4"0"0,6-1 0,5 2 0,5 1 0,-2-3 0,1-1 0,1 1 0,2 2 0,1 1 0,1 2 0,0 0 0,1 1 0,0 0 0,0 0 0,1 0 0,-6 5 0,-4 1-8191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40.3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0 168 24575,'4'0'0,"2"-4"0,3-1 0,1-5 0,3 0 0,-1-3 0,2 1 0,2 3 0,-1-2 0,1 1 0,2-1 0,-2-4 0,1 1 0,1 2 0,2 5 0,2-3 0,1 2 0,-3 2-8191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40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24575,'1'0'0,"0"1"0,0-1 0,1 1 0,-1-1 0,0 1 0,0-1 0,0 1 0,0 0 0,-1 0 0,1-1 0,0 1 0,0 0 0,0 0 0,-1 0 0,1 0 0,0 0 0,-1 0 0,1 0 0,-1 0 0,1 0 0,-1 0 0,1 0 0,-1 1 0,0-1 0,0 0 0,1 0 0,-1 2 0,4 38 0,-3-36 0,1 32 0,-1-7 0,1 0 0,8 36 0,16 58 0,-25-122-68,0 0 0,-1 1-1,1-1 1,-1 1 0,0-1 0,1 0-1,-1 1 1,0-1 0,0 1 0,-1-1-1,1 1 1,0-1 0,-1 0 0,0 1-1,1-1 1,-1 0 0,0 1-1,0-1 1,-2 4 0,-7 3-6758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42.3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1 131 24575,'0'-2'0,"1"1"0,0-1 0,-1 1 0,1-1 0,0 1 0,0-1 0,0 1 0,1 0 0,-1-1 0,0 1 0,0 0 0,1 0 0,-1 0 0,1 0 0,-1 0 0,1 0 0,2-1 0,29-13 0,-11 7 0,0 0 0,0 2 0,0 1 0,1 1 0,34-2 0,-24 5 0,-21-1 0,1 2 0,0-1 0,0 2 0,-1 0 0,1 0 0,23 6 0,-33-5 0,0 0 0,-1-1 0,1 1 0,-1 0 0,1 0 0,-1 0 0,0 1 0,1-1 0,-1 1 0,-1-1 0,1 1 0,0 0 0,1 4 0,19 44 0,-15-31 0,-4-14 0,-1-1 0,0 0 0,1 0 0,0 0 0,6 7 0,-9-11 0,1-1 0,-1 0 0,0 0 0,0 1 0,0-1 0,1 0 0,-1 0 0,0 0 0,1 1 0,-1-1 0,0 0 0,0 0 0,1 0 0,-1 0 0,0 1 0,1-1 0,-1 0 0,0 0 0,1 0 0,-1 0 0,0 0 0,1 0 0,-1 0 0,0 0 0,1 0 0,-1 0 0,0 0 0,1 0 0,-1 0 0,0 0 0,1-1 0,-1 1 0,0 0 0,1 0 0,-1 0 0,1-2 0,0 1 0,0-1 0,0 0 0,0 1 0,-1-1 0,1 0 0,0 1 0,-1-1 0,0 0 0,1 1 0,-1-1 0,0-2 0,3-32 0,-4 30 0,1 0 0,0 1 0,0-1 0,1 0 0,0 1 0,0-1 0,0 1 0,1-1 0,0 1 0,0-1 0,0 1 0,0 0 0,1 0 0,0 0 0,0 0 0,1 1 0,-1-1 0,5-3 0,-2 3 0,1 0 0,0 0 0,0 1 0,1 0 0,-1 0 0,1 1 0,-1 0 0,1 0 0,0 1 0,0 0 0,1 1 0,-1-1 0,0 2 0,0-1 0,1 1 0,-1 0 0,0 1 0,0 0 0,1 0 0,14 5 0,-19-4 0,0-1 0,-1 1 0,0 1 0,1-1 0,-1 0 0,0 1 0,0-1 0,0 1 0,-1 0 0,1 0 0,-1 0 0,0 0 0,4 6 0,0 4 0,0 0 0,6 21 0,-10-24 0,1-1 0,1 0 0,0 0 0,0 0 0,7 10 0,-11-19 0,0 1 0,1-1 0,-1 1 0,0 0 0,1-1 0,-1 1 0,1-1 0,-1 1 0,1-1 0,-1 0 0,1 1 0,-1-1 0,1 0 0,-1 1 0,1-1 0,0 0 0,-1 1 0,1-1 0,0 0 0,-1 0 0,1 0 0,0 0 0,-1 0 0,1 0 0,0 0 0,-1 0 0,1 0 0,-1 0 0,1 0 0,0 0 0,-1 0 0,1 0 0,0 0 0,-1-1 0,1 1 0,0 0 0,-1-1 0,1 1 0,-1 0 0,1-1 0,-1 1 0,1-1 0,22-29 0,-21 26 0,1 1 0,-1-1 0,0 1 0,1 0 0,0 0 0,4-5 0,-6 8 0,0-1 0,0 1 0,0-1 0,0 1 0,0-1 0,0 1 0,0 0 0,0-1 0,1 1 0,-1 0 0,0 0 0,0 0 0,0 0 0,0 0 0,0 0 0,0 0 0,0 1 0,1-1 0,-1 0 0,0 1 0,0-1 0,0 0 0,0 1 0,0-1 0,0 1 0,0 0 0,1 0 0,22 26 0,-8-8 0,-16-19 0,0 1 0,1-1 0,-1 0 0,1 0 0,-1 1 0,0-1 0,1 0 0,-1 0 0,1 0 0,-1 0 0,1 0 0,-1 0 0,0 0 0,1 0 0,-1 1 0,1-2 0,-1 1 0,1 0 0,-1 0 0,0 0 0,1 0 0,-1 0 0,1 0 0,-1 0 0,1 0 0,-1-1 0,0 1 0,1 0 0,-1 0 0,0-1 0,1 1 0,-1 0 0,0 0 0,1-1 0,12-16 0,-6 6 0,-5 9 0,-1 1 0,0-1 0,1 1 0,-1 0 0,0 0 0,1-1 0,0 1 0,-1 0 0,1 0 0,0 1 0,-1-1 0,1 0 0,0 0 0,0 1 0,0-1 0,-1 1 0,1 0 0,0 0 0,0-1 0,0 1 0,0 0 0,2 1 0,-2 0 0,1-1 0,0 1 0,-1 1 0,0-1 0,1 0 0,-1 1 0,0-1 0,0 1 0,1 0 0,-1-1 0,-1 1 0,1 0 0,3 4 0,3 6 0,0 1 0,-1 0 0,-1 0 0,8 21 0,1 6 0,-2 0 0,-3 1 0,0 0 0,-3 0 0,-1 1 0,-1 83 0,-5-114 0,-1-1 0,0 0 0,-1 0 0,0 0 0,-1 0 0,0 0 0,0 0 0,-1-1 0,-1 1 0,1-1 0,-1 0 0,-8 9 0,10-13 0,-1-1 0,0 0 0,0 0 0,0 0 0,-1-1 0,1 1 0,-1-1 0,0 0 0,0-1 0,0 1 0,-1-1 0,1 0 0,0 0 0,-1 0 0,1-1 0,-1 0 0,0 0 0,1-1 0,-1 1 0,0-1 0,0 0 0,1-1 0,-8-1 0,8 1 0,0 0 0,0-1 0,1 0 0,-1 0 0,0-1 0,1 1 0,0-1 0,-1 0 0,1 0 0,0 0 0,0-1 0,1 1 0,-1-1 0,1 0 0,0 0 0,0 0 0,0 0 0,0-1 0,1 1 0,-3-8 0,-3-6 0,1-1 0,1 0 0,1 0 0,-3-19 0,5 23 0,0 0 0,2 0 0,0 0 0,1 0 0,0 0 0,3-17 0,-1 23 0,0 0 0,0 1 0,1-1 0,0 1 0,1-1 0,0 1 0,0 0 0,1 1 0,0-1 0,0 1 0,10-10 0,-3 5 14,0 0 0,1 1-1,1 0 1,0 1-1,24-12 1,78-31-655,-83 39-165,-8 3-6020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42.6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24575,'110'0'0,"36"0"-8191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4:43.4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24575,'21'34'0,"8"20"0,2 13 0,0 3 0,0 12 0,-6 13 0,-7-2 0,-7-8 0,-14-9 0,-18-15 0,-15-12 0,-1-15-8191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13.2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389 1 24575,'-4'1'0,"0"1"0,0-1 0,1 1 0,-1 0 0,1 0 0,-1 1 0,1-1 0,0 1 0,0-1 0,0 1 0,0 0 0,-2 4 0,-4 2 0,-29 29 0,19-18 0,-1 0 0,0-2 0,-28 19 0,13-15 0,4-3 0,0 1 0,-46 41 0,76-60 0,0 0 0,0 0 0,0 0 0,0 0 0,0 0 0,0 0 0,0 0 0,0 1 0,1-1 0,-1 0 0,0 0 0,1 0 0,-1 1 0,1-1 0,-1 0 0,1 1 0,-1-1 0,1 1 0,0-1 0,0 0 0,0 3 0,0-3 0,1 0 0,-1 0 0,1 0 0,0 0 0,-1 0 0,1 0 0,0 0 0,0 0 0,-1-1 0,1 1 0,0 0 0,0 0 0,0-1 0,0 1 0,0-1 0,0 1 0,0-1 0,0 1 0,3 0 0,5 1 0,0 1 0,0-2 0,0 1 0,19-1 0,0-1 0,1 1 0,-1 2 0,29 6 0,167 41 0,-223-49 0,48 8 0,-47-9 0,1 0 0,-1 1 0,0-1 0,1 0 0,-1 0 0,1-1 0,-1 1 0,1 0 0,-1-1 0,0 0 0,1 1 0,-1-1 0,0 0 0,1 0 0,-1 0 0,0 0 0,2-2 0,1-6-1365,-5-2-5461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13.4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24575,'0'4'0,"0"6"0,0 5 0,0 5 0,0 2 0,0 3 0,0 1 0,0 0 0,0 0 0,0-1 0,0 1 0,0-1 0,0 0 0,-4-4 0,-1-6-8191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13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325 0 24575,'0'2'0,"1"-1"0,0 1 0,0 0 0,0-1 0,-1 0 0,1 1 0,1-1 0,-1 1 0,0-1 0,0 0 0,0 0 0,1 0 0,-1 0 0,3 2 0,12 13 0,-14-14 0,0 1 0,-1 0 0,0 0 0,1 0 0,-1 0 0,0 0 0,0 0 0,-1 0 0,1 0 0,-1 1 0,0-1 0,1 0 0,-1 0 0,-1 0 0,1 1 0,0-1 0,-1 0 0,1 0 0,-1 0 0,0 0 0,0 0 0,-1 0 0,1 0 0,0 0 0,-1 0 0,0 0 0,0-1 0,0 1 0,0-1 0,0 1 0,0-1 0,0 0 0,-1 0 0,1 0 0,-1 0 0,0 0 0,0-1 0,1 1 0,-5 0 0,-4 3 0,-24 11 0,-39 21 0,-25 14 0,82-43-455,-1 0 0,-35 11 0,37-14-6371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17.3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1 24575,'0'649'0,"-4"-609"120,3-38-203,0 0 1,0-1-1,1 1 1,-1 0-1,0 0 1,0 0-1,-1-1 1,1 1-1,0 0 1,-1-1-1,1 0 1,-1 1-1,1-1 1,-1 0-1,1 1 1,-1-1-1,-2 1 1,-12 4-6744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17.5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24575,'400'0'0,"-381"1"0,-1 1 0,34 7 0,-32-4 0,1-2 0,23 2 0,-21-3 0,0 1 0,0 1 0,36 12 0,-35-9 0,0-1 0,0-1 0,26 2 0,-27-5-195,0 1 0,0 1 0,0 1 0,-1 1 0,0 2 0,38 16 0,-46-16-6631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17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31 24575,'2'43'0,"10"54"0,0 28 0,-13-152 0,0-60 0,1 79 0,0 1 0,1-1 0,1 0 0,-1 0 0,1 0 0,1 1 0,-1-1 0,8-13 0,-7 15 0,1 0 0,0 0 0,1 0 0,-1 0 0,1 1 0,0-1 0,0 1 0,1 0 0,-1 1 0,1 0 0,0-1 0,1 2 0,-1-1 0,1 1 0,-1 0 0,1 0 0,0 1 0,8-2 0,4 0 0,-1 1 0,1 0 0,0 2 0,-1 0 0,31 3 0,-38-1 0,-1 0 0,1 1 0,-1 0 0,0 1 0,1 0 0,-1 0 0,0 1 0,-1 1 0,1 0 0,-1 0 0,11 8 0,10 7-1365,-16-14-5461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19.1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177 423 24575,'0'-2'0,"-1"0"0,1 0 0,-1 0 0,1 0 0,-1 0 0,0 0 0,0 0 0,0 0 0,0 1 0,0-1 0,-1 0 0,1 1 0,0-1 0,-1 1 0,1-1 0,-1 1 0,0 0 0,1 0 0,-1-1 0,0 1 0,0 0 0,0 1 0,0-1 0,0 0 0,0 0 0,-2 0 0,-4-1 0,1 0 0,-1 0 0,0 1 0,1 0 0,-13-1 0,17 2 0,0 1 0,1-1 0,-1 0 0,1 1 0,-1-1 0,1 1 0,-1 0 0,1 0 0,-1 0 0,1 0 0,0 0 0,-1 1 0,1-1 0,0 1 0,0-1 0,0 1 0,-2 3 0,1-1 0,0 0 0,0 0 0,0 0 0,1 1 0,-1-1 0,1 1 0,0 0 0,-1 7 0,-1 5 0,1 0 0,1 1 0,0-1 0,2 20 0,0-34 0,-1 11 0,2 0 0,-1 0 0,2-1 0,0 1 0,6 22 0,-7-33 0,0-1 0,0 1 0,0-1 0,0 1 0,1-1 0,-1 1 0,1-1 0,0 0 0,-1 0 0,1 0 0,0 0 0,0 0 0,0 0 0,1-1 0,-1 1 0,0-1 0,1 1 0,-1-1 0,0 0 0,1 0 0,0 0 0,-1 0 0,1 0 0,0-1 0,-1 1 0,1-1 0,0 0 0,0 0 0,-1 0 0,1 0 0,0 0 0,0 0 0,-1-1 0,1 0 0,4-1 0,-4 1 0,0 1 0,0-2 0,0 1 0,0 0 0,0-1 0,0 1 0,-1-1 0,1 0 0,0 0 0,-1 0 0,1 0 0,-1 0 0,0 0 0,0-1 0,0 1 0,0-1 0,0 0 0,-1 1 0,3-7 0,1-4 0,0 0 0,-1 0 0,3-22 0,6-18 0,-9 39 0,-4 11 0,1 0 0,0 0 0,0 0 0,0 0 0,0 0 0,0 0 0,1 0 0,-1 0 0,1 1 0,0-1 0,-1 1 0,1-1 0,1 1 0,-1-1 0,2-1 0,-3 4 0,0 0 0,-1 0 0,1 0 0,-1 0 0,1 1 0,-1-1 0,1 0 0,-1 0 0,1 0 0,0 1 0,-1-1 0,0 0 0,1 1 0,-1-1 0,1 0 0,-1 1 0,1-1 0,-1 0 0,0 1 0,1-1 0,-1 1 0,0-1 0,1 1 0,-1-1 0,0 1 0,0-1 0,1 1 0,-1-1 0,0 1 0,0-1 0,0 1 0,0 0 0,0-1 0,0 1 0,0-1 0,0 2 0,5 27 0,-5-23 0,2 2 0,0 0 0,0 0 0,1-1 0,0 1 0,0-1 0,1 0 0,0 0 0,0 0 0,8 9 0,-11-14 0,0-1 0,0 0 0,1 1 0,-1-1 0,1 0 0,-1 0 0,1 0 0,-1 0 0,1 0 0,-1 0 0,1 0 0,0-1 0,0 1 0,-1 0 0,1-1 0,0 0 0,0 1 0,3-1 0,-3 0 0,0-1 0,0 0 0,0 1 0,0-1 0,0 0 0,0 0 0,0 0 0,-1 0 0,1-1 0,0 1 0,-1 0 0,1-1 0,0 1 0,-1-1 0,0 0 0,1 1 0,-1-1 0,0 0 0,0 0 0,1-2 0,8-22 0,2-7 0,-11 32 0,-1 0 0,1 0 0,0 0 0,-1 0 0,1 0 0,0 0 0,0 0 0,0 0 0,0 0 0,0 0 0,-1 0 0,2 0 0,-1 1 0,0-1 0,0 0 0,0 1 0,0-1 0,0 1 0,0 0 0,3-1 0,-3 1 0,0 0 0,-1 0 0,1 0 0,0 1 0,0-1 0,0 0 0,0 1 0,0-1 0,-1 1 0,1-1 0,0 1 0,0-1 0,-1 1 0,1-1 0,0 1 0,-1 0 0,1-1 0,-1 1 0,1 0 0,-1 0 0,1-1 0,-1 1 0,1 0 0,-1 0 0,0 0 0,0 0 0,1 0 0,-1-1 0,0 1 0,0 2 0,5 30 0,-5-30 0,0 1 0,1 50 0,-1-53 0,0 1 0,0-1 0,-1 1 0,1 0 0,0-1 0,0 1 0,-1 0 0,1-1 0,-1 1 0,1-1 0,-1 1 0,0-1 0,0 0 0,0 1 0,1-1 0,-1 0 0,0 1 0,-1-1 0,1 0 0,0 0 0,0 0 0,0 0 0,-1 0 0,1 0 0,-1 0 0,1 0 0,-4 1 0,4-3 0,0 1 0,0 0 0,0 0 0,0 0 0,0-1 0,1 1 0,-1 0 0,0-1 0,0 1 0,0-1 0,0 1 0,0-1 0,0 1 0,1-1 0,-1 0 0,0 1 0,0-1 0,1 0 0,-1 0 0,0 0 0,1 1 0,-1-1 0,1 0 0,-1 0 0,1 0 0,0 0 0,-1 0 0,1 0 0,0 0 0,0 0 0,0 0 0,-1 0 0,1 0 0,0 0 0,0 0 0,1 0 0,-1 0 0,0-1 0,0-4 0,0 0 0,0 0 0,1 0 0,0 0 0,1-8 0,1 6 0,0 0 0,0 0 0,0 0 0,1 1 0,0-1 0,0 1 0,1 0 0,0 0 0,0 1 0,1-1 0,0 1 0,0 0 0,0 1 0,1-1 0,0 1 0,0 1 0,0-1 0,1 1 0,-1 0 0,1 1 0,0 0 0,0 0 0,0 1 0,0 0 0,1 0 0,-1 1 0,0 0 0,11 0 0,-11 1 0,-1-1 0,1 2 0,0-1 0,0 1 0,-1 0 0,11 3 0,-16-3 0,1 0 0,-1 0 0,1 1 0,-1-1 0,0 1 0,1-1 0,-1 1 0,0 0 0,0 0 0,0 0 0,-1 0 0,1 0 0,0 0 0,-1 1 0,1-1 0,-1 1 0,0-1 0,0 1 0,0-1 0,1 5 0,6 21 0,-5-14 0,2 0 0,0 0 0,10 22 0,-13-32 0,0-1 0,0 0 0,0 0 0,0 0 0,1 0 0,-1-1 0,1 1 0,0-1 0,-1 1 0,1-1 0,0 0 0,0 0 0,1 0 0,-1-1 0,0 1 0,1-1 0,-1 1 0,1-1 0,5 1 0,2-1 0,0-1 0,0 1 0,0-2 0,0 0 0,0 0 0,0-1 0,0 0 0,0-1 0,0 0 0,-1 0 0,1-2 0,-1 1 0,0-1 0,-1-1 0,1 1 0,-1-2 0,0 1 0,0-1 0,-1-1 0,0 0 0,0 0 0,-1 0 0,0-1 0,-1 0 0,0 0 0,0-1 0,6-13 0,9-19 0,-15 33 0,-1 0 0,0 0 0,-1-1 0,0 1 0,-1-1 0,0 0 0,0 0 0,-1 0 0,1-11 0,0-57 0,-8-94 0,5 169 0,-1-1 0,0 0 0,0 0 0,0 0 0,0 1 0,0-1 0,-1 1 0,1-1 0,-1 1 0,0-1 0,0 1 0,0 0 0,-1 0 0,1 0 0,-1 0 0,0 0 0,1 1 0,-1-1 0,0 1 0,-5-3 0,0 1 0,0 0 0,-1 0 0,0 1 0,0 0 0,0 1 0,0-1 0,-14 0 0,20 2 0,0 1 0,0 0 0,-1-1 0,1 1 0,0 0 0,-1 1 0,1-1 0,0 0 0,0 1 0,0 0 0,-1 0 0,1 0 0,0 0 0,0 0 0,0 1 0,0-1 0,1 1 0,-1 0 0,0 0 0,1 0 0,-1 0 0,1 0 0,0 1 0,-1-1 0,1 1 0,0 0 0,1-1 0,-1 1 0,0 0 0,1 0 0,0 0 0,-1 0 0,1 0 0,0 0 0,0 5 0,-3 11 0,2 1 0,0-1 0,1 1 0,2 35 0,0-28 0,0-23 0,-2 14 0,1 1 0,1-1 0,1 0 0,0 1 0,2-1 0,0 0 0,1 0 0,11 25 0,-14-37 0,27 63 0,-28-65 0,1 1 0,-1 0 0,0-1 0,-1 1 0,1 0 0,-1 0 0,0 0 0,0-1 0,0 1 0,0 0 0,-1 0 0,-3 9 0,1-9-9,-1 1 0,0-1 0,0 1 0,-1-1-1,1 0 1,-1-1 0,-11 9 0,0 0-1283,5-2-5534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19.5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18 24575,'-52'-9'0,"42"7"0,1-1 0,0 2 0,-1-1 0,0 1 0,-15 1 0,23 0 0,0 1 0,-1-1 0,1 1 0,0 0 0,0-1 0,0 1 0,-1 0 0,1 0 0,0 0 0,0 0 0,0 1 0,1-1 0,-1 1 0,0-1 0,0 1 0,1-1 0,-1 1 0,1 0 0,-1 0 0,1 0 0,0 0 0,0 0 0,0 0 0,0 0 0,0 0 0,0 1 0,0 3 0,-3 14 0,2-1 0,0 1 0,1 0 0,1 0 0,3 25 0,0 10 0,-1-36 0,0 0 0,2 0 0,0 0 0,13 35 0,3 15 0,-15-51 0,1-1 0,1 0 0,11 21 0,-11-25 0,-1 0 0,0 0 0,-1 1 0,0 0 0,-1 0 0,2 15 0,-2-7 0,0 0 0,13 34 0,-10-35 0,-1 0 0,5 37 0,-10-54 0,-1 0 0,0-1 0,0 1 0,0 0 0,0 0 0,0-1 0,-1 1 0,0 0 0,0-1 0,0 1 0,0 0 0,0-1 0,-1 1 0,1-1 0,-1 0 0,0 0 0,0 0 0,-1 0 0,1 0 0,0 0 0,-1 0 0,-5 4 0,1-3 0,-1 1 0,0-1 0,0 0 0,0 0 0,0-1 0,-1 0 0,1-1 0,-16 3 0,-1-2-1365,2 0-5461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19.6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1 248 24575,'0'-3'0,"1"1"0,0-1 0,0 0 0,0 1 0,0 0 0,0-1 0,1 1 0,-1-1 0,1 1 0,0 0 0,-1 0 0,1 0 0,0 0 0,3-2 0,-1 0 0,1-1 0,1 1 0,-1 0 0,11-5 0,117-36 0,-106 35 0,50-11 0,-49 14 0,47-17 0,-3 0 0,-54 20 0,1-2 0,-2 0 0,28-14 0,-11 6-1365,-17 10-5461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1.5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178 48 24575,'-28'-9'0,"4"-1"0,18 9 0,1 0 0,-1 0 0,1 1 0,0 0 0,-1 0 0,1 0 0,-1 1 0,1-1 0,0 1 0,-1 0 0,1 1 0,-6 2 0,8-3 0,0 1 0,0 0 0,0 0 0,0 0 0,0 1 0,1-1 0,-1 1 0,1-1 0,-1 1 0,1 0 0,0 0 0,0 0 0,1 0 0,-1 0 0,0 1 0,1-1 0,0 0 0,0 1 0,-1 5 0,0-4 0,1 1 0,0-1 0,1 1 0,-1-1 0,1 1 0,0 0 0,0-1 0,1 1 0,0 0 0,0-1 0,0 1 0,0-1 0,1 0 0,0 1 0,0-1 0,1 0 0,-1 0 0,7 9 0,-4-8 0,0-1 0,1 0 0,0 0 0,-1 0 0,2-1 0,-1 1 0,0-2 0,1 1 0,0-1 0,-1 0 0,1 0 0,1 0 0,12 2 0,-9-3 0,0 0 0,-1 0 0,1-1 0,0 0 0,0-1 0,0 0 0,0-1 0,18-3 0,-24 3 0,-1-1 0,1 1 0,-1-1 0,0 0 0,0 0 0,0 0 0,0-1 0,0 0 0,0 1 0,-1-1 0,1 0 0,-1-1 0,0 1 0,0-1 0,0 1 0,0-1 0,0 0 0,-1 0 0,0 0 0,0 0 0,0-1 0,2-7 0,9-76 0,-13 88 0,0-1 0,0 1 0,0-1 0,0 1 0,0-1 0,0 1 0,0-1 0,0 1 0,1-1 0,-1 1 0,0-1 0,0 1 0,1-1 0,-1 1 0,0-1 0,1 1 0,-1 0 0,0-1 0,1 1 0,-1 0 0,1-1 0,-1 1 0,0 0 0,1-1 0,-1 1 0,1 0 0,-1 0 0,1-1 0,-1 1 0,1 0 0,0 0 0,11 11 0,2 27 0,-10-19 0,0 0 0,1-1 0,1 1 0,15 29 0,-21-47 0,0-1 0,0 0 0,0 1 0,0-1 0,0 0 0,0 1 0,0-1 0,0 0 0,0 1 0,0-1 0,1 0 0,-1 0 0,0 1 0,0-1 0,0 0 0,0 0 0,1 1 0,-1-1 0,0 0 0,0 0 0,1 0 0,-1 1 0,0-1 0,0 0 0,1 0 0,-1 0 0,0 0 0,0 1 0,1-1 0,-1 0 0,0 0 0,1 0 0,-1 0 0,0 0 0,1 0 0,-1 0 0,0 0 0,1 0 0,-1 0 0,0 0 0,0 0 0,1 0 0,-1 0 0,0 0 0,1-1 0,-1 1 0,6-18 0,-4-29 0,-2 46 0,-1-16 0,1 0 0,1 0 0,1 0 0,1 0 0,5-22 0,-6 34 0,-1 1 0,1-1 0,0 1 0,1-1 0,-1 1 0,1 0 0,0 0 0,0 0 0,0 0 0,0 0 0,0 1 0,1 0 0,0 0 0,0 0 0,0 0 0,0 0 0,0 1 0,1-1 0,-1 1 0,1 0 0,-1 1 0,1-1 0,7-1 0,-9 3 0,-1-1 0,1 1 0,0 0 0,0 0 0,0 0 0,-1 0 0,1 1 0,0-1 0,0 1 0,-1-1 0,1 1 0,0 0 0,-1 0 0,1 0 0,-1 1 0,1-1 0,-1 0 0,4 4 0,2 2 0,0 1 0,0-1 0,10 16 0,12 11 0,-16-20 0,0 1 0,0 1 0,-2 0 0,0 0 0,0 1 0,-2 1 0,11 25 0,-20-41 0,0-1 0,0 1 0,0 0 0,0 0 0,0 0 0,0 0 0,0-1 0,1 1 0,-1-1 0,1 1 0,-1-1 0,1 1 0,2 1 0,-4-3 0,0 0 0,1 0 0,-1 0 0,0 0 0,1 0 0,-1 0 0,0 0 0,1 0 0,-1 0 0,0 0 0,0 0 0,1 0 0,-1 0 0,0 0 0,1 0 0,-1 0 0,0 0 0,1 0 0,-1-1 0,0 1 0,0 0 0,1 0 0,-1 0 0,0-1 0,0 1 0,1 0 0,-1 0 0,0 0 0,0-1 0,1 1 0,4-20 0,-2-22 0,-3 29 0,0 1 0,1-1 0,1 1 0,5-24 0,-5 33 0,-1 0 0,0 0 0,0 0 0,1 0 0,0 0 0,-1 0 0,1 1 0,0-1 0,0 1 0,1 0 0,-1-1 0,0 1 0,1 0 0,0 0 0,-1 0 0,1 1 0,0-1 0,0 1 0,0-1 0,0 1 0,0 0 0,0 0 0,0 0 0,3 0 0,-1 0 0,0 1 0,0-1 0,-1 1 0,1 0 0,0 0 0,0 0 0,0 0 0,0 1 0,-1 0 0,1 0 0,0 0 0,-1 1 0,1 0 0,-1 0 0,0 0 0,1 0 0,-1 0 0,6 6 0,-4-3 0,-1 0 0,-1 1 0,1-1 0,-1 1 0,0 0 0,0 0 0,0 1 0,-1-1 0,0 1 0,-1-1 0,1 1 0,1 8 0,3 23 0,-7-36 0,0 0 0,0 0 0,0 0 0,0 0 0,0 0 0,0-1 0,0 1 0,-1 0 0,1 0 0,-1 0 0,1 0 0,-1-1 0,0 1 0,1 0 0,-1 0 0,0-1 0,-2 3 0,3-4 0,-1 0 0,1 0 0,0 0 0,0 0 0,-1 0 0,1 0 0,0 0 0,-1 0 0,1 0 0,0 0 0,-1 0 0,1 0 0,0 0 0,-1 0 0,1 0 0,0 0 0,-1 0 0,1-1 0,0 1 0,0 0 0,-1 0 0,1 0 0,0 0 0,0-1 0,-1 1 0,1 0 0,0 0 0,0-1 0,0 1 0,-1 0 0,1 0 0,0-1 0,0 1 0,0 0 0,0-1 0,0 1 0,-1 0 0,1-1 0,0 1 0,0 0 0,0-1 0,0 1 0,0 0 0,0 0 0,0-1 0,0 0 0,-4-16 0,3 7 0,1 1 0,-1-1 0,1 1 0,1 0 0,0-1 0,4-17 0,-4 24 0,0 0 0,0 0 0,0 0 0,0 0 0,1 1 0,-1-1 0,1 0 0,0 1 0,0 0 0,0-1 0,3-2 0,-4 4 0,1 0 0,-1 0 0,1 0 0,0 0 0,-1 0 0,1 1 0,0-1 0,-1 1 0,1-1 0,0 1 0,0-1 0,0 1 0,-1 0 0,1 0 0,0 0 0,0 0 0,0 0 0,-1 1 0,1-1 0,3 1 0,-1 1 0,0-1 0,-1 1 0,1 0 0,-1 0 0,1 0 0,-1 0 0,0 0 0,0 1 0,0-1 0,0 1 0,0 0 0,0 0 0,2 4 0,29 50 0,-13-19 0,-13-25 0,-1-1 0,2 0 0,0 0 0,0-1 0,1 0 0,0-1 0,1 0 0,0-1 0,1 0 0,0-1 0,17 9 0,-14-10 0,0-1 0,1-1 0,-1 0 0,1-1 0,0-1 0,24 2 0,-33-5 0,1 1 0,-1-1 0,1-1 0,-1 1 0,1-1 0,-1-1 0,0 1 0,1-1 0,-1 0 0,0-1 0,0 0 0,0 0 0,-1 0 0,1-1 0,-1 0 0,7-6 0,-7 4 0,-1 0 0,0 0 0,0-1 0,-1 1 0,0-1 0,0-1 0,-1 1 0,1 0 0,-2-1 0,1 1 0,-1-1 0,2-10 0,-2 2 0,0-1 0,0 0 0,-2 0 0,-2-30 0,1 42 0,0-1 0,-1 1 0,0-1 0,0 1 0,0-1 0,-1 1 0,1 0 0,-1 0 0,0 0 0,-1 1 0,1-1 0,-1 1 0,0-1 0,0 1 0,-1 1 0,1-1 0,-1 1 0,-5-4 0,3 2 0,0 1 0,-1 0 0,0 1 0,0-1 0,1 1 0,-2 1 0,1 0 0,0 0 0,0 0 0,-1 1 0,-14 0 0,20 1 0,-1 0 0,1 1 0,0-1 0,0 1 0,0-1 0,1 1 0,-1 0 0,0 1 0,0-1 0,0 0 0,1 1 0,-1-1 0,0 1 0,1 0 0,0 0 0,-1 0 0,1 0 0,-2 3 0,1-1 0,0 1 0,0-1 0,1 1 0,0-1 0,0 1 0,0 0 0,1 0 0,-1-1 0,1 1 0,0 7 0,-1 0 0,2-1 0,0 1 0,0 0 0,1 0 0,1-1 0,0 1 0,0-1 0,8 21 0,-7-26 0,0-1 0,0 1 0,0-1 0,1 0 0,0 0 0,0-1 0,0 1 0,0-1 0,1 0 0,0 0 0,0 0 0,0-1 0,0 0 0,0 0 0,1 0 0,-1 0 0,10 2 0,-2-1 0,-1-1 0,1 0 0,0-1 0,-1 0 0,1-1 0,0-1 0,19-1 0,-28 1 0,-1-1 0,1 0 0,0 1 0,-1-2 0,1 1 0,-1 0 0,1-1 0,-1 1 0,0-1 0,1 0 0,-1 0 0,0 0 0,0-1 0,-1 1 0,1-1 0,0 1 0,2-4 0,2-5 0,1 0 0,-2 0 0,9-19 0,15-24 0,-29 53 0,-1 0 0,1 0 0,0 0 0,0 0 0,0 0 0,0 0 0,0 0 0,0 0 0,1 0 0,-1 0 0,0 1 0,0-1 0,1 0 0,-1 1 0,0-1 0,1 1 0,-1 0 0,0-1 0,1 1 0,-1 0 0,1 0 0,2 0 0,-2 0 0,0 1 0,1 0 0,-1-1 0,0 1 0,0 0 0,0 0 0,0 1 0,0-1 0,0 0 0,0 1 0,0-1 0,2 4 0,5 5 0,-1 0 0,0 0 0,11 23 0,-17-31 0,11 34 0,-11-31 0,-1 0 0,1 1 0,0-1 0,1 0 0,-1 0 0,1 0 0,4 5 0,-7-10 0,0 0 0,0 0 0,0 0 0,1 0 0,-1 0 0,0 0 0,0 0 0,1 0 0,-1 0 0,0 0 0,0 0 0,0 0 0,1 0 0,-1 0 0,0 0 0,0 0 0,0 0 0,1 0 0,-1 0 0,0 0 0,0-1 0,0 1 0,1 0 0,-1 0 0,0 0 0,0 0 0,0 0 0,0 0 0,1-1 0,-1 1 0,0 0 0,0 0 0,0 0 0,0 0 0,0-1 0,0 1 0,1 0 0,-1 0 0,0 0 0,0-1 0,0 1 0,0 0 0,0 0 0,0-1 0,0 1 0,0 0 0,0 0 0,0 0 0,0-1 0,0 1 0,0 0 0,0 0 0,0 0 0,0-1 0,-1 1 0,1 0 0,2-16 0,-1-25 0,-2 26 0,2 1 0,-1-1 0,7-27 0,-6 38 0,0 0 0,1-1 0,-1 1 0,1 0 0,0-1 0,1 1 0,-1 0 0,1 1 0,0-1 0,-1 0 0,2 1 0,-1-1 0,0 1 0,1 0 0,-1 0 0,7-3 0,2 0-114,-1 1 1,1 0-1,0 1 0,0 0 0,0 1 1,1 0-1,-1 1 0,1 1 0,0 0 1,-1 0-1,20 3 0,-11-2-6712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2.8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279 28 24575,'-1'-1'0,"1"0"0,0-1 0,-1 1 0,0 0 0,1 0 0,-1 0 0,1 0 0,-1 0 0,0 0 0,0 1 0,0-1 0,1 0 0,-1 0 0,0 0 0,0 1 0,0-1 0,0 1 0,0-1 0,0 1 0,-1-1 0,1 1 0,0-1 0,0 1 0,0 0 0,0 0 0,0-1 0,-3 1 0,-37-4 0,37 3 0,-39-1 0,-67 4 0,108-2 0,0 1 0,-1-1 0,1 0 0,-1 1 0,1 0 0,0 0 0,-1-1 0,1 1 0,0 1 0,0-1 0,0 0 0,0 0 0,0 1 0,0-1 0,0 1 0,0 0 0,1 0 0,-1-1 0,0 1 0,1 0 0,0 0 0,-1 1 0,1-1 0,0 0 0,0 0 0,0 0 0,0 1 0,1-1 0,-1 1 0,1-1 0,-1 0 0,1 1 0,0-1 0,0 5 0,0-2 0,1 0 0,-1 0 0,1 0 0,0-1 0,0 1 0,0 0 0,1 0 0,0-1 0,0 1 0,0-1 0,0 0 0,1 1 0,-1-1 0,1 0 0,0-1 0,7 8 0,108 71 0,-117-82 0,0 1 0,0 0 0,0-1 0,0 1 0,0 0 0,0 0 0,0 0 0,-1 0 0,1 0 0,0 0 0,-1 0 0,1 0 0,-1 0 0,1 0 0,-1 0 0,1 0 0,-1 0 0,0 0 0,1 0 0,-1 1 0,0-1 0,0 0 0,0 0 0,0 2 0,-1-2 0,1 0 0,-1 0 0,0 0 0,1 0 0,-1 0 0,0 0 0,0 0 0,0 0 0,0 0 0,0 0 0,0-1 0,0 1 0,0 0 0,-1-1 0,1 1 0,0-1 0,0 1 0,-2 0 0,-5 1 0,0 0 0,0-1 0,0 0 0,0 0 0,-15-1 0,-3-5 120,25 5-153,1 0 0,-1 0 0,1 0 0,0 0 0,-1-1 0,1 1 0,-1 0 0,1-1 0,-1 1 0,1 0 0,0-1 0,-1 1 0,1 0 0,0-1 0,-1 1 0,1-1 0,0 1 0,-1-1 0,1 1 0,0 0 0,0-1 0,0 1 0,0-1 0,-1 1 0,1-1 0,0 1 0,0-1 0,0 1 0,0-1 0,0 0 0,0 1 0,0-1 0,0 1 0,0-1 0,1 1 0,-1-1 0,0 1 0,0-1 0,0 1 0,1-1 0,-1 1 0,0 0 0,0-1 0,1 0 0,5-8-6793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4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49 768 24575,'-12'34'0,"4"-16"0,-1 8 0,6-18 0,0-1 0,0 1 0,0 0 0,1 0 0,0 1 0,1-1 0,0 0 0,0 1 0,0-1 0,1 1 0,1-1 0,1 10 0,-2-18 0,0 0 0,0 1 0,0-1 0,0 0 0,0 1 0,0-1 0,0 0 0,0 1 0,0-1 0,0 0 0,0 1 0,0-1 0,0 0 0,1 1 0,-1-1 0,0 0 0,0 0 0,0 1 0,1-1 0,-1 0 0,0 0 0,0 1 0,1-1 0,-1 0 0,0 0 0,0 0 0,1 1 0,-1-1 0,0 0 0,0 0 0,1 0 0,-1 0 0,0 0 0,1 0 0,-1 0 0,0 0 0,1 0 0,8-11 0,5-31 0,-12 35 0,6-26 0,-3 13 0,13-33 0,-17 49 0,1 0 0,-1 1 0,1-1 0,0 1 0,0 0 0,1-1 0,-1 1 0,0 0 0,1 0 0,0 1 0,0-1 0,0 0 0,0 1 0,0 0 0,5-3 0,-7 5 0,0-1 0,1 1 0,-1-1 0,0 1 0,0 0 0,0 0 0,1 0 0,-1 0 0,0 0 0,0 0 0,1 0 0,-1 0 0,0 0 0,0 1 0,0-1 0,1 0 0,-1 1 0,0-1 0,0 1 0,0-1 0,2 2 0,-1 0 0,1 0 0,-1 0 0,1 1 0,-1-1 0,0 1 0,0 0 0,4 5 0,0 4 0,-1 0 0,9 24 0,-9-21 0,-1 1 0,3 24 0,-6-37 0,-1 1 0,1 0 0,-1-1 0,0 1 0,0-1 0,0 1 0,-1-1 0,1 1 0,-1-1 0,0 1 0,0-1 0,0 1 0,0-1 0,-1 0 0,1 0 0,-1 1 0,-3 3 0,5-7 0,-1 1 0,1-1 0,-1 1 0,1-1 0,-1 1 0,0-1 0,1 1 0,-1-1 0,0 0 0,1 1 0,-1-1 0,0 0 0,1 1 0,-1-1 0,0 0 0,1 0 0,-1 0 0,0 0 0,0 0 0,1 0 0,-1 0 0,0 0 0,0 0 0,1 0 0,-1 0 0,0 0 0,0-1 0,0 1 0,-1-1 0,1 0 0,-1-1 0,0 1 0,1 0 0,-1 0 0,1-1 0,-1 1 0,1-1 0,0 0 0,-2-2 0,0-2 0,-1 0 0,1 0 0,0 0 0,1-1 0,-3-8 0,4 9 0,0-1 0,0 1 0,0 0 0,1-1 0,0 1 0,0 0 0,1-1 0,0 1 0,0 0 0,0 0 0,1-1 0,0 1 0,0 0 0,4-6 0,-4 8 0,0 0 0,1 0 0,0 1 0,0 0 0,0-1 0,0 1 0,0 0 0,1 0 0,-1 1 0,1-1 0,0 1 0,0 0 0,0 0 0,0 0 0,0 0 0,0 1 0,0-1 0,1 1 0,-1 0 0,1 1 0,4-1 0,38-2 0,0 2 0,59 7 0,-102-6 0,1 0 0,0 1 0,0-1 0,-1 1 0,1 0 0,0 0 0,-1 1 0,1-1 0,-1 1 0,0 0 0,1 0 0,-1 1 0,0-1 0,0 1 0,-1 0 0,1 0 0,0 0 0,-1 0 0,0 1 0,0 0 0,0-1 0,3 6 0,1 2 0,0-1 0,1 1 0,0-2 0,0 1 0,1-1 0,19 15 0,-12-10 0,-19-18 0,0 1 0,-1-1 0,2 0 0,-1 0 0,0 0 0,1-1 0,0 1 0,0 0 0,0-1 0,0 0 0,1 1 0,0-1 0,0 0 0,0 0 0,1 1 0,-1-1 0,1 0 0,0 0 0,1 0 0,-1 0 0,1 0 0,0 1 0,0-1 0,0 0 0,1 0 0,0 1 0,-1-1 0,2 1 0,-1 0 0,5-8 0,72-113 0,-76 117 0,1 0 0,-1-1 0,0 0 0,-1 1 0,0-1 0,0 0 0,-1 0 0,0 0 0,-1-14 0,1 8 0,0 0 0,5-23 0,0 11 0,-1 0 0,-1-1 0,-2 1 0,-1-1 0,-1 1 0,-1-1 0,-7-40 0,3 48 0,-2 0 0,-1 1 0,0 0 0,-2 0 0,0 1 0,-1 0 0,0 0 0,-18-19 0,27 35 0,0-1 0,0 1 0,-1 0 0,1-1 0,-1 1 0,1 0 0,-1 0 0,0 0 0,1 1 0,-1-1 0,0 1 0,0 0 0,0-1 0,0 1 0,0 1 0,-1-1 0,1 0 0,-4 0 0,6 2 0,-1-1 0,0 0 0,0 1 0,0-1 0,0 1 0,1-1 0,-1 1 0,0 0 0,1 0 0,-1 0 0,0 0 0,1 0 0,-1 0 0,1 0 0,0 1 0,-1-1 0,1 0 0,0 1 0,0-1 0,0 1 0,0 0 0,0-1 0,0 1 0,0 0 0,0-1 0,1 1 0,-1 0 0,1 0 0,-1 0 0,1-1 0,0 5 0,-4 26 0,2 0 0,1 0 0,4 44 0,1 6 0,-4-43 0,2 0 0,11 57 0,-9-71 0,2 0 0,1-1 0,19 44 0,-22-55 0,1 0 0,-2 1 0,4 23 0,-5-25 0,0-1 0,1 1 0,0-1 0,0 0 0,8 16 0,-9-23 0,0-1 0,1 0 0,-1 0 0,0 0 0,1 0 0,0-1 0,0 1 0,-1-1 0,1 1 0,1-1 0,-1 0 0,0 0 0,1 0 0,-1-1 0,1 1 0,-1-1 0,1 0 0,-1 0 0,1 0 0,0 0 0,5 0 0,60-2 0,-50 0 0,0 0 0,34 4 0,-48-2 0,0 0 0,-1 0 0,1 0 0,-1 0 0,0 1 0,0 0 0,1 0 0,-1 0 0,0 0 0,0 0 0,-1 1 0,1 0 0,0 0 0,-1 0 0,0 0 0,5 6 0,-7-8 0,0 0 0,0 0 0,-1 0 0,1 0 0,0 0 0,0 1 0,-1-1 0,1 0 0,-1 0 0,1 1 0,-1-1 0,1 0 0,-1 1 0,0-1 0,1 1 0,-1-1 0,0 0 0,0 1 0,0-1 0,0 1 0,-1-1 0,1 0 0,0 1 0,-1-1 0,0 2 0,0-1 0,0-1 0,-1 1 0,1-1 0,-1 1 0,1-1 0,-1 0 0,0 0 0,1 0 0,-1 0 0,0 0 0,0 0 0,0 0 0,0-1 0,0 1 0,-2 0 0,-10 2 0,-1-1 0,1-1 0,-25 0 0,38-1 0,-51-1-1365,30 0-5461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4.4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24575,'5'0'0,"4"0"0,7 0 0,3 0 0,4 0 0,-3 0-8191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5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281 104 24575,'1'0'0,"-1"0"0,1 0 0,-1 0 0,1 0 0,-1 0 0,1 0 0,0 0 0,-1 0 0,1 0 0,-1 0 0,1 0 0,-1 0 0,1 0 0,-1-1 0,1 1 0,-1 0 0,1-1 0,-1 1 0,1 0 0,-1-1 0,1 1 0,-1 0 0,0-1 0,1 1 0,-1-1 0,0 1 0,1 0 0,-1-1 0,0 1 0,1-1 0,-1 1 0,0-1 0,0 0 0,0 1 0,0-1 0,1 1 0,-1-1 0,0 1 0,0-1 0,0 1 0,0-1 0,0 1 0,0-1 0,0 0 0,-1 1 0,1-1 0,0 1 0,0-1 0,0 1 0,0-1 0,-1 1 0,1-1 0,-1 0 0,0-2 0,0 1 0,0-1 0,-1 1 0,1-1 0,-1 1 0,0 0 0,0-1 0,0 1 0,-3-2 0,-7-4 0,-1 0 0,0 1 0,-1 1 0,0 0 0,0 0 0,-19-3 0,26 7 0,-2 0 0,1 0 0,0 1 0,0 1 0,0-1 0,-1 1 0,1 1 0,0-1 0,0 1 0,0 1 0,0 0 0,0 0 0,-8 3 0,13-2 0,0-1 0,0 1 0,0-1 0,0 1 0,0 0 0,0 0 0,1 0 0,0 0 0,0 1 0,0-1 0,0 1 0,0-1 0,1 1 0,-1 0 0,1 0 0,0 0 0,0-1 0,0 1 0,1 0 0,-1 0 0,1 0 0,1 5 0,-2 1 0,1 0 0,1 0 0,0-1 0,0 1 0,1 0 0,0-1 0,0 1 0,5 9 0,-2-10 0,-1-1 0,1-1 0,1 1 0,-1-1 0,1 1 0,1-2 0,8 9 0,56 39 0,-48-38 0,28 26 0,-48-40 0,-1 0 0,1 1 0,-1-1 0,0 1 0,0-1 0,0 1 0,0 0 0,0 0 0,-1-1 0,3 7 0,-4-8 0,0-1 0,0 1 0,0-1 0,0 1 0,0 0 0,0-1 0,0 1 0,0-1 0,0 1 0,-1-1 0,1 1 0,0-1 0,0 1 0,0-1 0,-1 1 0,1-1 0,0 1 0,-1-1 0,1 1 0,0-1 0,-1 1 0,1-1 0,-1 0 0,0 1 0,-23 7 0,-38-6 0,61-2 1,1 0 0,0 1 0,0-1-1,0 0 1,0 0 0,-1 0 0,1 0 0,0 0-1,0 0 1,0 0 0,-1 0 0,1 0 0,0 0-1,0 0 1,-1 0 0,1 0 0,0 0 0,0 0-1,0 0 1,-1 0 0,1 0 0,0 0 0,0 0-1,0 0 1,-1-1 0,1 1 0,0 0 0,0 0-1,0 0 1,0 0 0,-1 0 0,1 0 0,0-1-1,0 1 1,0 0 0,0 0 0,0 0 0,0-1-1,0 1 1,-1 0 0,1 0 0,0 0 0,0 0-1,0-1 1,0 1 0,0 0 0,0 0 0,0-1-1,0 1 1,0 0 0,0 0 0,0 0 0,0-1-1,0 1 1,0 0 0,0 0 0,0 0 0,0-1-1,1 1 1,-1 0 0,11-11-383,-7 7-650,5-6-5794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5.3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24575,'1'0'0,"0"0"0,0 1 0,0-1 0,0 1 0,0-1 0,-1 0 0,1 1 0,0-1 0,0 1 0,0 0 0,-1-1 0,1 1 0,0 0 0,-1-1 0,1 1 0,-1 0 0,1 0 0,-1 0 0,1-1 0,-1 1 0,1 0 0,-1 0 0,0 0 0,1 0 0,-1 1 0,8 31 0,-4-17 0,-1-9 0,6 18 0,-1 0 0,-1 0 0,-1 1 0,5 48 0,-11-73-33,0 1 0,1-1-1,-1 1 1,0-1 0,0 1-1,0-1 1,0 1 0,-1-1 0,1 1-1,0-1 1,-1 1 0,1-1-1,-1 0 1,1 1 0,-1-1-1,0 0 1,1 1 0,-1-1 0,0 0-1,0 0 1,0 0 0,0 1-1,0-1 1,0 0 0,0 0-1,-1-1 1,1 1 0,0 0 0,0 0-1,-1-1 1,1 1 0,-1 0-1,1-1 1,0 1 0,-1-1-1,1 0 1,-1 0 0,1 1 0,-1-1-1,-2 0 1,-9-3-6793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5.5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24575,'0'-1'0,"1"0"0,-1 0 0,1 0 0,-1 0 0,1-1 0,-1 1 0,1 1 0,0-1 0,0 0 0,-1 0 0,1 0 0,0 0 0,0 0 0,0 1 0,0-1 0,0 0 0,0 1 0,0-1 0,0 1 0,0-1 0,0 1 0,0 0 0,1-1 0,-1 1 0,0 0 0,0 0 0,2-1 0,38-3 0,-36 4 0,68-4 0,107 8 0,-178-4-105,1 0 0,0 1 0,-1-1 0,1 1 0,-1 0 0,1 0 0,0 0 0,-1 0 0,0 0 0,1 0 0,-1 1 0,3 1 0,6 8-6721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5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24575,'0'1'0,"1"0"0,-1 0 0,1 0 0,-1 0 0,1 0 0,0 0 0,-1 0 0,1 0 0,0 0 0,-1 0 0,1 0 0,0 0 0,0-1 0,0 1 0,0 0 0,0 0 0,0-1 0,0 1 0,0-1 0,0 1 0,0-1 0,1 0 0,-1 1 0,0-1 0,0 0 0,0 0 0,2 0 0,38 5 0,-36-5 0,216 2 63,-115-3-1491,-84 1-5398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6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146 0 24575,'2'34'0,"11"63"0,-2-29 0,0-7 0,-6-40 0,-2-1 0,2 29 0,-4 15 0,-2-64 0,1 0 0,0 0 0,0 0 0,0-1 0,0 1 0,0 0 0,0 0 0,0 0 0,0 0 0,0 0 0,0 0 0,0 0 0,0 0 0,0 0 0,-1 0 0,1 0 0,0 0 0,0 0 0,0 0 0,0 0 0,0 0 0,0 0 0,0 0 0,0 0 0,-1 0 0,1 0 0,0 0 0,0 0 0,0 0 0,0 0 0,0 0 0,0 0 0,0 0 0,0 0 0,-1 0 0,1 0 0,0 0 0,0 0 0,0 0 0,0 0 0,0 0 0,0 0 0,0 0 0,0 0 0,0 0 0,0 0 0,0 0 0,-1 1 0,1-1 0,0 0 0,0 0 0,0 0 0,0 0 0,0 0 0,0 0 0,0 0 0,0 0 0,0 0 0,0 1 0,0-1 0,0 0 0,0 0 0,0 0 0,0 0 0,0 0 0,0 0 0,0 0 0,0 1 0,-9-13 0,-8-16 0,11 8 0,1 0 0,0-1 0,1 0 0,1 0 0,2 0 0,0 0 0,1 0 0,5-40 0,-5 58 0,0 1 0,0 0 0,1-1 0,-1 1 0,1 0 0,0-1 0,0 1 0,0 0 0,0 0 0,0 0 0,0 0 0,1 0 0,-1 0 0,1 0 0,-1 0 0,1 0 0,0 0 0,-1 1 0,1-1 0,0 1 0,2-2 0,0 2 0,0-1 0,0 1 0,0-1 0,1 1 0,-1 0 0,0 1 0,0-1 0,0 1 0,1 0 0,-1 0 0,5 0 0,2 2 0,0 0 0,0 0 0,-1 1 0,1 0 0,-1 0 0,0 2 0,0-1 0,16 10 0,-16-5 0,-1 1 0,0 0 0,-1 0 0,0 1 0,0 0 0,-1 0 0,-1 1 0,10 23 0,-12-27 0,0 2 0,-1-1 0,0 0 0,0 1 0,-1-1 0,0 1 0,-1 0 0,0 10 0,0-17 0,-2 0 0,1 0 0,0 0 0,-1 0 0,1 1 0,-1-1 0,0 0 0,0 0 0,0 0 0,-1-1 0,1 1 0,-1 0 0,1 0 0,-1-1 0,0 1 0,0-1 0,0 1 0,0-1 0,-1 0 0,1 0 0,0 0 0,-1 0 0,0 0 0,1-1 0,-1 1 0,0-1 0,0 0 0,-5 2 0,-26 7 0,-1-1 0,-40 4 0,48-8 39,-43 14-1,51-13-326,0 0-1,-1-2 1,0 0-1,-28 1 1,27-4-6538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29.2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 24575,'0'-2'0,"0"1"0,1 0 0,-1 0 0,1 0 0,0 0 0,-1 0 0,1 0 0,0 0 0,-1 0 0,1 0 0,0 1 0,0-1 0,0 0 0,0 0 0,0 1 0,0-1 0,0 0 0,0 1 0,0-1 0,0 1 0,0-1 0,0 1 0,0 0 0,1 0 0,-1-1 0,0 1 0,2 0 0,38-5 0,-36 5 0,349-3 23,-181 6-526,-163-3 451,79-1-484,127 17 0,-60-1-164,-34-5-192,21 1 332,27 3 136,-69-5 227,185-6 0,-137-6 105,130 16-779,13 0-56,1353-14 126,-926 1 573,-556-13 977,-4 0-27,-37 2-722,-25 1 0,328 6 1749,-239 5-1254,-159-2-495,51-10 0,14-1 0,-19 12 0,-45 0 0,0 0 0,0-2 0,36-6 0,-30 2 352,-1 2-1,1 1 0,37 3 0,35-3 329,-38-9 54,-50 8-414,1 0 0,25-1-1,127 6-1684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0.7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24575,'0'24'0,"0"34"0,2-38 0,-2-20 0,0 0 0,-1 0 0,1 0 0,0 0 0,0 0 0,0 1 0,0-1 0,0 0 0,0 0 0,0 0 0,0 0 0,0 0 0,0 0 0,0 0 0,0 1 0,0-1 0,0 0 0,0 0 0,0 0 0,0 0 0,0 0 0,0 0 0,0 0 0,0 1 0,0-1 0,0 0 0,0 0 0,0 0 0,1 0 0,-1 0 0,0 0 0,0 0 0,0 0 0,0 1 0,0-1 0,0 0 0,0 0 0,0 0 0,0 0 0,0 0 0,1 0 0,-1 0 0,0 0 0,0 0 0,0 0 0,0 0 0,0 0 0,0 0 0,0 0 0,1 0 0,-1 0 0,0 0 0,0 0 0,0 0 0,0 0 0,0 0 0,0 0 0,0 0 0,1 0 0,-1 0 0,0 0 0,0 0 0,0 0 0,0 0 0,0 0 0,0 0 0,1-1 0,0 0 0,-1 0 0,1 0 0,0 0 0,-1 0 0,1 0 0,0 0 0,0 1 0,0-1 0,-1 0 0,1 1 0,0-1 0,0 0 0,0 1 0,0-1 0,0 1 0,1 0 0,-1-1 0,0 1 0,0 0 0,0 0 0,0 0 0,0-1 0,0 1 0,2 1 0,-2-1 0,1 1 0,-1-1 0,1 1 0,-1 0 0,0 0 0,1 0 0,-1 0 0,0 0 0,1 0 0,-1 0 0,0 0 0,0 0 0,0 1 0,0-1 0,1 2 0,1 4 0,1-1 0,-1 1 0,0 0 0,-1 0 0,1 0 0,1 12 0,-1 14 0,-2 0 0,-3 40 0,1 39 0,-12-181 0,3 22 0,-1-7 0,6 35 0,1 1 0,1-1 0,1 0 0,0-33 0,2 50 0,0 0 0,0 0 0,1-1 0,-1 1 0,1 0 0,-1 0 0,1 0 0,0 0 0,0 0 0,0 0 0,0 0 0,0 0 0,0 0 0,0 0 0,1 1 0,-1-1 0,1 0 0,-1 1 0,1-1 0,0 1 0,-1 0 0,4-2 0,-1 1 0,0 1 0,0-1 0,0 1 0,0 0 0,0 0 0,0 1 0,0-1 0,1 1 0,-1 0 0,0 0 0,5 1 0,4 1 0,-1 0 0,0 1 0,1 0 0,-1 1 0,-1 0 0,1 1 0,12 7 0,-5 1 0,-1 0 0,32 30 0,-42-34 0,2 0 0,0 1 0,15 21 0,-22-27 0,0 1 0,0 0 0,-1 0 0,0 0 0,0 0 0,0 1 0,-1-1 0,0 1 0,0-1 0,0 8 0,0 8-111,3 21 349,-4-40-321,1 0 0,0 0 0,-1 0 0,1 0 1,0 0-1,0 0 0,0 0 0,0 0 0,1-1 0,-1 1 0,0 0 0,1-1 0,0 1 1,-1-1-1,1 0 0,0 1 0,2 1 0,11 3-6743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1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154 3 24575,'-10'-1'0,"1"1"0,0 1 0,-1 0 0,1 0 0,0 0 0,-17 6 0,24-5 0,-1-1 0,0 1 0,0-1 0,1 1 0,-1 0 0,1 0 0,-1 0 0,1 0 0,0 1 0,0-1 0,0 0 0,0 1 0,0 0 0,0-1 0,1 1 0,0 0 0,-1 0 0,1 0 0,0 0 0,0 0 0,1 0 0,-1 0 0,0 5 0,1-1 0,-1 1 0,1-1 0,1 0 0,-1 0 0,1 0 0,0 0 0,1 0 0,0 0 0,0 0 0,0-1 0,5 8 0,4 9 0,27 37 0,-13-22 0,-19-31 0,0 0 0,1-1 0,0 0 0,0 0 0,0-1 0,1 0 0,-1 0 0,1 0 0,10 3 0,-6-2 0,-4-2 0,1 0 0,0 0 0,0-1 0,0 0 0,0-1 0,0 0 0,0-1 0,17 1 0,-23-1 0,-1-1 0,1 0 0,0 0 0,0-1 0,-1 1 0,1 0 0,0-1 0,0 0 0,-1 1 0,1-1 0,0 0 0,-1-1 0,1 1 0,-1 0 0,0-1 0,1 1 0,-1-1 0,0 0 0,0 0 0,0 1 0,0-2 0,0 1 0,0 0 0,-1 0 0,1 0 0,-1-1 0,1 1 0,-1-1 0,0 1 0,0-1 0,0 0 0,0-3 0,2-12 0,-1 1 0,0-1 0,-2 0 0,0 1 0,-1-1 0,-1 0 0,0 1 0,-2-1 0,0 1 0,-11-30 0,11 40 0,0 0 0,-1 0 0,0 0 0,-1 0 0,1 1 0,-1 0 0,0 0 0,-1 1 0,0 0 0,1 0 0,-2 0 0,1 1 0,0 0 0,-1 0 0,0 1 0,0 0 0,0 1 0,-10-3 0,9 3 0,0 0 0,0 1 0,0 0 0,0 1 0,0 0 0,0 0 0,0 1 0,0 0 0,0 1 0,0 0 0,0 0 0,0 1 0,1 0 0,-1 0 0,1 1 0,-14 9 0,-3 14 129,3-2-1623,9-16-5332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3.6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132 206 24575,'12'0'0,"-1"-1"0,1 0 0,0-1 0,0 0 0,0-1 0,-1 0 0,15-6 0,-22 8 0,0-1 0,1 0 0,-1-1 0,-1 1 0,1-1 0,0 1 0,0-1 0,-1 0 0,0-1 0,0 1 0,0 0 0,0-1 0,0 0 0,-1 0 0,1 0 0,-1 0 0,0 0 0,0 0 0,-1 0 0,1-1 0,1-7 0,-2 7 0,0 1 0,-1 0 0,1-1 0,-1 1 0,0-1 0,0 1 0,-1-1 0,1 1 0,-1-1 0,0 1 0,0-1 0,-1 1 0,1 0 0,-4-6 0,3 8 0,0-1 0,0 1 0,0-1 0,-1 1 0,1 0 0,-1 0 0,0 0 0,0 0 0,0 1 0,1-1 0,-1 1 0,-1 0 0,1-1 0,0 1 0,0 1 0,0-1 0,-1 0 0,1 1 0,0 0 0,-4 0 0,-40-2 0,-85 8 0,130-6 0,-1 1 0,0-1 0,1 1 0,-1 0 0,1 0 0,-1 0 0,1 0 0,0 0 0,-1 1 0,1-1 0,0 1 0,0-1 0,0 1 0,0 0 0,0 0 0,0 0 0,1 0 0,-1 0 0,0 0 0,1 1 0,0-1 0,0 0 0,-1 1 0,1-1 0,1 1 0,-1-1 0,0 1 0,1-1 0,-1 1 0,1 3 0,-2 7 0,1 0 0,1 0 0,1 0 0,2 23 0,-1-29 0,0-1 0,0 0 0,1 0 0,-1 0 0,1 0 0,1-1 0,-1 1 0,1-1 0,0 0 0,0 1 0,0-2 0,1 1 0,0-1 0,7 6 0,19 20 0,-28-26 0,1-1 0,0 1 0,0-1 0,0 0 0,0 0 0,1-1 0,-1 1 0,1-1 0,0 0 0,6 2 0,54 10 0,-37-9 0,-3-1-455,0-1 0,40-1 0,-43-2-6371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3.9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 1 24575,'-22'0'0,"9"-1"0,1 1 0,-1 1 0,1-1 0,-1 2 0,-18 4 0,27-5 0,1 1 0,0-1 0,-1 1 0,1-1 0,0 1 0,0 0 0,0 0 0,1 1 0,-1-1 0,0 0 0,1 1 0,0 0 0,-1-1 0,1 1 0,0 0 0,1 0 0,-1 0 0,0 1 0,1-1 0,0 0 0,-1 0 0,1 1 0,1-1 0,-2 6 0,-1 14 0,1 1 0,1-1 0,2 1 0,3 29 0,-4-50 3,1-1-1,-1 1 1,1 0-1,0-1 0,-1 1 1,2-1-1,-1 0 1,0 1-1,0-1 1,1 0-1,-1 0 0,1 0 1,-1 1-1,1-2 1,0 1-1,0 0 1,0 0-1,0-1 0,0 1 1,1-1-1,-1 1 1,0-1-1,1 0 1,-1 0-1,1 0 0,-1 0 1,1-1-1,-1 1 1,5 0-1,8 1-107,0-1 1,0-1-1,-1 0 0,19-3 0,-7 1-809,-4 2-5912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4.8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6 24575,'-38'-1'0,"26"-1"0,0 2 0,0-1 0,-1 2 0,1 0 0,0 0 0,-19 5 0,28-4 0,1-1 0,-1 1 0,1 0 0,-1 0 0,1 0 0,0 0 0,0 0 0,0 0 0,0 0 0,0 1 0,0-1 0,1 1 0,-1 0 0,1-1 0,0 1 0,0 0 0,0 0 0,0 0 0,0-1 0,0 1 0,1 0 0,0 0 0,-1 5 0,0 7 0,1-1 0,1 1 0,2 20 0,-2-31 0,0-1 0,0 1 0,0 0 0,0-1 0,1 1 0,-1-1 0,1 1 0,0-1 0,0 0 0,0 0 0,1 0 0,-1 0 0,1 0 0,0-1 0,-1 1 0,1-1 0,0 1 0,0-1 0,1 0 0,-1 0 0,0 0 0,1-1 0,-1 1 0,1-1 0,0 0 0,-1 0 0,6 0 0,11 3 0,-1-2 0,1 0 0,38-2 0,-48 0 0,-3-1 0,-1 1 0,1-1 0,-1 1 0,1-2 0,-1 1 0,1-1 0,-1 0 0,0 0 0,0-1 0,0 0 0,10-6 0,-13 6 0,1 1 0,-1-2 0,0 1 0,0 0 0,0 0 0,0-1 0,-1 0 0,1 1 0,-1-1 0,0 0 0,0 0 0,-1-1 0,1 1 0,-1 0 0,0 0 0,0-1 0,0 1 0,0-5 0,0-2 0,0 1 0,0 0 0,-1-1 0,-1 1 0,-2-15 0,2 22 0,1 1 0,-1-1 0,0 0 0,0 1 0,0-1 0,0 1 0,-1 0 0,1-1 0,-1 1 0,1 0 0,-1 0 0,0 0 0,0 0 0,0 0 0,0 0 0,0 1 0,0-1 0,0 1 0,-1-1 0,1 1 0,0 0 0,-1 0 0,1 0 0,-1 0 0,-3-1 0,-8-1 0,23 4 0,14 1 0,-6-1 0,0 0 0,0 1 0,26 7 0,-35-6 0,0 0 0,0 0 0,-1 1 0,1 0 0,-1 0 0,1 0 0,-1 1 0,-1 0 0,9 8 0,12 10 0,-22-20 0,0 0 0,-1 1 0,0 0 0,1 0 0,-2 0 0,1 0 0,0 1 0,-1-1 0,5 9 0,-4-7 0,-1-8 0,1-19 0,-3 16 0,-1-1 0,1 1 0,0-1 0,1 1 0,-1 0 0,3-6 0,0 7 0,-1-1 0,1 1 0,0 0 0,0 1 0,0-1 0,1 1 0,-1 0 0,1 0 0,0 0 0,0 0 0,0 1 0,0 0 0,0 0 0,0 0 0,1 1 0,-1-1 0,1 1 0,-1 1 0,1-1 0,-1 1 0,1 0 0,6 1 0,-3-1 0,-1 1 0,1 0 0,0 1 0,-1-1 0,0 2 0,0-1 0,1 1 0,-2 0 0,1 1 0,0 0 0,-1 0 0,1 1 0,11 10 0,-13-10-91,0 0 0,-1 0 0,1 1 0,-1 0 0,0 0 0,-1 1 0,1-1 0,-1 1 0,-1 0 0,1 0 0,-1 0 0,-1 0 0,1 1 0,2 11 0,-4 1-6735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6.4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1 24575,'-9'0'0,"0"0"0,-1 0 0,1 1 0,0 0 0,0 1 0,-17 5 0,23-6 0,0 1 0,1-1 0,-1 1 0,0 0 0,1-1 0,-1 1 0,1 1 0,0-1 0,0 0 0,-1 1 0,2-1 0,-1 1 0,0-1 0,0 1 0,1 0 0,-1 0 0,1 0 0,0-1 0,0 2 0,0-1 0,0 0 0,1 0 0,-1 5 0,0 1 0,0 1 0,0-1 0,1 0 0,0 1 0,1-1 0,0 1 0,0-1 0,1 0 0,0 0 0,5 12 0,-5-16 0,0-2 0,0 1 0,1 0 0,-1 0 0,1-1 0,0 1 0,0-1 0,0 0 0,0 0 0,0 0 0,1 0 0,-1 0 0,1-1 0,0 0 0,0 1 0,0-1 0,0-1 0,0 1 0,0-1 0,1 0 0,-1 1 0,0-2 0,9 2 0,-8-2 0,1 1 0,0-1 0,-1 0 0,1 0 0,-1 0 0,1-1 0,-1 0 0,1 0 0,-1-1 0,1 1 0,5-4 0,-8 4 0,-1-1 0,0 0 0,0 1 0,0-1 0,0 0 0,0 0 0,0 0 0,0-1 0,-1 1 0,1 0 0,-1-1 0,0 1 0,1 0 0,-1-1 0,0 0 0,-1 1 0,1-1 0,0 0 0,-1 1 0,1-1 0,-1 0 0,0 0 0,0 1 0,-1-6 0,1 1 0,-2-1 0,1 0 0,-1 1 0,0-1 0,-1 1 0,1-1 0,-2 1 0,-3-7 0,-3-7 0,10 20 0,-1 0 0,1 0 0,-1 0 0,1 1 0,0-1 0,0 0 0,-1 0 0,1 0 0,0 0 0,0 0 0,0 0 0,0 1 0,0-1 0,0 0 0,0 0 0,1 0 0,-1 0 0,0 0 0,0 0 0,1 1 0,-1-1 0,0 0 0,1 0 0,-1 0 0,1 1 0,0-2 0,0 1 0,1 0 0,-1 0 0,1 0 0,-1 0 0,1 0 0,0 0 0,-1 0 0,1 0 0,0 1 0,0-1 0,0 1 0,2-1 0,8 0 0,1 0 0,-1 1 0,15 1 0,-17-1 0,1 0 0,0 0 0,0 1 0,-1 1 0,18 4 0,-23-5 0,-1 1 0,0 0 0,0 0 0,-1 0 0,1 0 0,0 1 0,-1-1 0,1 1 0,-1 0 0,0 0 0,0 0 0,0 1 0,-1-1 0,4 5 0,44 87 0,-47-100 0,0 1 0,0-1 0,-1 0 0,0 0 0,0 0 0,0 0 0,1-8 0,-3 10 0,1-1 0,-1 1 0,1-1 0,0 1 0,0 0 0,0-1 0,0 1 0,1 0 0,-1 0 0,1 0 0,0 0 0,0 0 0,0 0 0,0 1 0,0-1 0,1 1 0,-1-1 0,1 1 0,0 0 0,0 0 0,0 0 0,0 0 0,0 0 0,0 1 0,0 0 0,0-1 0,0 1 0,1 0 0,-1 1 0,1-1 0,-1 0 0,1 1 0,3 0 0,2-1 0,0 0 0,1 1 0,-1 0 0,0 0 0,0 1 0,1 0 0,-1 1 0,0 0 0,0 0 0,0 1 0,-1 1 0,1-1 0,-1 1 0,0 0 0,0 1 0,0 0 0,0 1 0,-1-1 0,0 1 0,0 1 0,-1-1 0,1 1 0,-1 0 0,-1 1 0,6 8 0,-4-2 0,-4-10 0,-1 1 0,0 0 0,1-1 0,0 0 0,6 7 0,-8-10 0,-1-1 0,1 1 0,0-1 0,-1 1 0,1-1 0,0 0 0,-1 1 0,1-1 0,0 0 0,0 1 0,0-1 0,0 0 0,-1 0 0,1 0 0,0 0 0,0 0 0,0 0 0,0 0 0,-1 0 0,1 0 0,0 0 0,0 0 0,0 0 0,0-1 0,-1 1 0,1 0 0,0 0 0,0-1 0,-1 1 0,1-1 0,0 1 0,-1-1 0,1 1 0,0-1 0,-1 1 0,1-1 0,0 0 0,-1 1 0,1-2 0,4-4 0,1 0 0,-1 1 0,1 0 0,0 0 0,0 1 0,1-1 0,-1 1 0,1 1 0,0-1 0,11-3 0,-12 6 0,0 0 0,0 0 0,0 0 0,0 1 0,0 0 0,0 0 0,0 0 0,0 1 0,0 0 0,0 0 0,0 1 0,0 0 0,-1 0 0,9 4 0,-10-4 0,0 0 0,1 0 0,-1-1 0,1 1 0,-1-1 0,1 0 0,0 0 0,7 0 0,-10-1 0,-1-1 0,0 1 0,1-1 0,-1 1 0,1-1 0,-1 1 0,0-1 0,1 0 0,-1 0 0,0 0 0,0 0 0,0 1 0,0-2 0,0 1 0,0 0 0,0 0 0,0 0 0,0 0 0,0-1 0,0 1 0,-1 0 0,1-1 0,-1 1 0,1 0 0,-1-1 0,1 1 0,-1-1 0,0 1 0,0-1 0,1 1 0,-1-3 0,0 0 0,1-2 0,0-1 0,0 1 0,1 0 0,0 0 0,4-10 0,-6 15 0,1 0 0,-1 1 0,1-1 0,0 0 0,-1 0 0,1 0 0,0 0 0,0 0 0,-1 1 0,1-1 0,0 0 0,0 1 0,0-1 0,0 1 0,0-1 0,0 1 0,0-1 0,0 1 0,0 0 0,0-1 0,0 1 0,0 0 0,0 0 0,0 0 0,0 0 0,0 0 0,1 0 0,-1 0 0,0 0 0,0 0 0,0 0 0,0 1 0,0-1 0,0 0 0,0 1 0,0-1 0,0 1 0,0-1 0,0 1 0,1 1 0,6 3 0,0 0 0,-1 1 0,0 0 0,8 8 0,-12-10 0,1 1 0,1-1 0,-1 0 0,0-1 0,1 1 0,0-1 0,-1 0 0,1 0 0,1-1 0,-1 1 0,0-1 0,1 0 0,-1 0 0,7 0 0,-10-1 0,1-1 0,0 1 0,0-1 0,0 0 0,0 0 0,0 0 0,-1-1 0,1 1 0,0-1 0,0 1 0,-1-1 0,1 0 0,0 0 0,-1 0 0,1 0 0,0-1 0,-1 1 0,0-1 0,1 0 0,-1 1 0,0-1 0,0 0 0,0 0 0,0 0 0,0-1 0,-1 1 0,1 0 0,-1-1 0,3-4 0,-4 7 0,0-1 0,0 1 0,1 0 0,-1-1 0,0 1 0,0 0 0,0 0 0,1-1 0,-1 1 0,0 0 0,0-1 0,1 1 0,-1 0 0,0 0 0,1-1 0,-1 1 0,0 0 0,1 0 0,-1 0 0,0 0 0,1 0 0,-1-1 0,0 1 0,1 0 0,-1 0 0,1 0 0,-1 0 0,0 0 0,1 0 0,-1 0 0,1 0 0,-1 0 0,0 0 0,1 0 0,-1 1 0,0-1 0,1 0 0,-1 0 0,0 0 0,1 0 0,-1 1 0,13 17 0,1 26 0,-9-13 0,3 33 0,-7-41 0,2 0 0,0-1 0,13 42 0,-3-26 0,-1 1 0,6 42 0,-10-3 0,-7-51 0,10 47 0,-7-53 0,0 1 0,1 25 0,-5-38 0,0 0 0,0 0 0,-1-1 0,0 1 0,0 0 0,-1 0 0,0-1 0,-5 11 0,6-16 0,-1-1 0,0 1 0,0 0 0,-1-1 0,1 1 0,0-1 0,-1 0 0,1 1 0,-1-1 0,0 0 0,0-1 0,0 1 0,0 0 0,0-1 0,0 0 0,0 0 0,0 0 0,-1 0 0,1 0 0,0-1 0,-7 1 0,-10 0 0,1 0 0,-34-4 0,22 1 0,24 2 0,0-1 0,0 1 0,1-1 0,-1 0 0,0-1 0,-12-4 0,16 5 0,1-1 0,-1 1 0,0-1 0,0 0 0,1 0 0,-1 0 0,1 0 0,0-1 0,-1 1 0,1-1 0,0 1 0,1-1 0,-1 0 0,0 1 0,1-1 0,-2-5 0,-4-11 0,1-1 0,1 0 0,1 0 0,1-1 0,1 1 0,0-1 0,2 0 0,3-39 0,-1 50 0,1-1 0,-1 1 0,2 1 0,-1-1 0,1 0 0,1 1 0,0 0 0,6-10 0,52-68 0,-58 82 0,16-22 0,1 2 0,1 0 0,2 2 0,0 0 0,2 2 0,0 1 0,1 1 0,41-21 0,-28 19-1365,-25 13-5461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7.1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233 25 24575,'-4'-3'0,"0"1"0,1-1 0,-1 1 0,0 0 0,0 0 0,0 0 0,-1 1 0,1-1 0,0 1 0,0 0 0,-1 0 0,-4 0 0,-55-1 0,59 3 0,1-1 0,0 1 0,0 0 0,-1 0 0,1 0 0,0 1 0,0-1 0,0 1 0,0 0 0,0 0 0,1 1 0,-1-1 0,1 1 0,-1 0 0,1-1 0,-4 6 0,3-3 0,0 0 0,0 1 0,0 0 0,1 0 0,0 0 0,0 0 0,0 1 0,1-1 0,-4 14 0,5-13 0,0-1 0,0 0 0,0 1 0,0-1 0,1 0 0,0 1 0,1-1 0,-1 1 0,1-1 0,1 0 0,-1 0 0,1 1 0,0-1 0,0 0 0,1 0 0,-1-1 0,1 1 0,1-1 0,-1 1 0,1-1 0,0 0 0,0 0 0,9 7 0,-8-9 0,0 0 0,0 0 0,1 0 0,-1-1 0,1 0 0,0 0 0,-1-1 0,1 0 0,0 0 0,0 0 0,0 0 0,0-1 0,0 0 0,0 0 0,0-1 0,0 0 0,0 0 0,5-2 0,-6 2 0,0-1 0,0 1 0,0-1 0,0 0 0,-1-1 0,1 1 0,-1-1 0,0 0 0,1 0 0,-1 0 0,0-1 0,-1 1 0,1-1 0,-1 0 0,0 0 0,0 0 0,0-1 0,0 1 0,-1-1 0,4-7 0,-3 0 0,0-1 0,-1 1 0,1-18 0,-2 35 0,1-1 0,0 0 0,0 0 0,0 0 0,1 0 0,-1 0 0,1 0 0,0-1 0,0 1 0,1-1 0,-1 0 0,6 4 0,-3-2 0,0 0 0,1-1 0,-1 0 0,1 0 0,0-1 0,14 5 0,-11-6-76,1 0 1,-1-1-1,1-1 0,0 1 0,-1-2 0,1 1 0,-1-2 0,1 1 1,-1-1-1,1-1 0,-1 0 0,0 0 0,0-1 0,0-1 1,-1 1-1,0-1 0,10-7 0,-4 0-6750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7.3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20 24575,'-52'-19'0,"50"19"0,0 0 0,0 0 0,0 0 0,0 0 0,0 1 0,0-1 0,0 0 0,1 1 0,-1-1 0,0 1 0,0 0 0,0 0 0,1 0 0,-1 0 0,0 0 0,1 0 0,-1 0 0,1 0 0,-2 2 0,0 1 0,0-1 0,0 1 0,1 0 0,-1 0 0,1 0 0,0 0 0,0 0 0,-1 5 0,-1 4 0,1 1 0,0 0 0,1 0 0,0 20 0,3 292 0,1-302 0,0 1 0,7 29 0,-4-27 0,3 42 0,-8-54-119,1-4-89,0 0 1,-2 0-1,1 0 0,-1 0 1,-4 13-1,0-8-6618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7.5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0 186 24575,'0'-2'0,"1"1"0,-1-1 0,1 0 0,-1 0 0,1 1 0,0-1 0,-1 0 0,1 1 0,0-1 0,0 1 0,0-1 0,0 1 0,1 0 0,-1-1 0,0 1 0,0 0 0,1 0 0,-1 0 0,3-2 0,35-18 0,-26 15 0,6-4 0,25-14 0,1 1 0,1 3 0,51-15 0,-72 27-1365,-4 1-5461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7.7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1 24575,'-4'0'0,"-1"0"0,1 0 0,-1 0 0,1 1 0,-1-1 0,1 1 0,-1 0 0,1 1 0,0-1 0,0 1 0,-1 0 0,1 0 0,0 0 0,1 0 0,-8 6 0,8-5 0,1 1 0,-1-1 0,0 1 0,1 0 0,0 0 0,0 0 0,0 1 0,0-1 0,1 0 0,0 1 0,-1-1 0,2 1 0,-1 0 0,0-1 0,1 7 0,0 245 104,3-110-1573,-3-125-5357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8.1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1 228 24575,'19'-2'0,"-1"0"0,1-2 0,0 0 0,-1-1 0,0 0 0,0-2 0,0 0 0,22-13 0,-35 17 0,57-21 0,-41 17 0,0-1 0,28-15 0,-44 20 0,1-1 0,-1 1 0,0-1 0,0 0 0,-1 0 0,1-1 0,-1 1 0,0-1 0,0 0 0,-1 0 0,1 0 0,-1 0 0,3-8 0,-6 13 0,1-1 0,-1 0 0,1 0 0,-1 0 0,0 0 0,0 1 0,0-1 0,1 0 0,-1 0 0,0 0 0,0 0 0,0 0 0,0 0 0,0 1 0,-1-1 0,1 0 0,0 0 0,0 0 0,-1 0 0,1 0 0,0 1 0,-1-1 0,1 0 0,0 0 0,-1 1 0,1-1 0,-1 0 0,0 1 0,0-2 0,-2 0 0,1 1 0,0 0 0,-1 0 0,1 0 0,0 0 0,-1 0 0,1 0 0,-1 0 0,0 1 0,-3-1 0,-3 0 0,0 1 0,-1 0 0,1 0 0,-1 1 0,-9 2 0,15-2 0,1 1 0,-1-1 0,1 1 0,-1-1 0,1 1 0,0 0 0,0 0 0,-1 1 0,2-1 0,-1 1 0,0-1 0,0 1 0,1 0 0,-1 0 0,1 0 0,0 1 0,0-1 0,0 0 0,1 1 0,-1-1 0,1 1 0,0 0 0,0-1 0,0 1 0,0 0 0,0 0 0,1-1 0,0 7 0,0 2 0,0 0 0,0 0 0,2 1 0,-1-1 0,2-1 0,0 1 0,0 0 0,5 11 0,-6-20 6,-1 0 0,0-1 0,1 0 0,-1 1 0,1-1 0,0 0 0,0 0 0,0 0 0,0 0 0,0 0 0,0 0 0,0 0 0,1-1 0,-1 1 0,0-1 0,1 0 0,0 0 0,-1 1 0,6 0 0,1 0-303,1-1 0,0 1 0,0-2 0,12 0 0,0 0-6529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8.4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2 24575,'-28'-1'0,"15"0"0,0 1 0,0 0 0,0 1 0,0 1 0,-17 3 0,27-4 0,0 0 0,0 0 0,0 1 0,0-1 0,0 1 0,0-1 0,1 1 0,-1 0 0,1 0 0,-1 0 0,1 0 0,0 1 0,0-1 0,0 1 0,0-1 0,0 1 0,1 0 0,-1-1 0,1 1 0,-1 0 0,1 0 0,0 0 0,0 0 0,1 1 0,-1-1 0,0 6 0,0-2 0,0 1 0,1-1 0,0 1 0,0-1 0,1 1 0,0 0 0,0-1 0,1 0 0,0 1 0,0-1 0,1 0 0,-1 0 0,2 0 0,3 7 0,-3-9 0,0 0 0,-1-1 0,1 1 0,1-1 0,-1-1 0,1 1 0,-1 0 0,1-1 0,0 0 0,1 0 0,-1 0 0,0-1 0,1 0 0,-1 0 0,1 0 0,0-1 0,0 0 0,11 1 0,-6-1 0,0-1 0,0 0 0,0-1 0,0 0 0,0-1 0,-1 0 0,1-1 0,-1 0 0,1-1 0,-1 0 0,0 0 0,0-1 0,-1-1 0,1 1 0,-1-1 0,0-1 0,-1 0 0,9-9 0,-14 12 2,0 1 0,0-1-1,0 0 1,-1 0 0,0 0-1,2-5 1,4-6-1379,-1 2-5449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8.6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24575,'1'12'0,"1"-1"0,0 1 0,1 0 0,0-1 0,7 16 0,3 11 0,-6-9 0,4 46 0,2 8 0,-4-18-1365,-8-45-5461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5:38.8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26 24575,'24'-1'0,"1"-2"0,29-6 0,-27 4 0,42-3 0,191 8 91,-121 1-1547,-117-1-5370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1.4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2010 0 24575,'-1'4'0,"-1"0"0,0 0 0,1 0 0,-2 0 0,1 0 0,0 0 0,-1-1 0,0 1 0,0-1 0,0 0 0,0 0 0,-7 5 0,-6 8 0,-235 295 0,236-292 0,-32 30 0,-6 7 0,28-26 0,-39 53 0,-5 5 0,33-45 0,-4 4 0,18-22 0,-28 42 0,-72 101 0,116-160 0,-30 32 0,25-30 0,1 1 0,-15 21 0,17-21 0,0-1 0,-1 0 0,0-1 0,-17 14 0,15-14 0,0 0 0,1 1 0,-15 19 0,12-12 0,-2 0 0,0-1 0,-20 16 0,-1 2 0,-122 136 0,-5 32 0,146-179 0,-87 104 0,-40 43 0,99-117 0,32-39 0,0 1 0,1 0 0,-14 23 0,-37 58 0,14-24 0,28-24 46,13-27-1457,2-6-5415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2.6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0 358 24575,'31'1'0,"-6"-1"0,40-4 0,-56 3 0,-1-1 0,1 0 0,0 0 0,-1-1 0,0 0 0,1-1 0,-1 0 0,9-5 0,-15 7 0,28-18 0,32-26 0,-53 39 0,0-1 0,-1-1 0,1 0 0,-2 0 0,1 0 0,-1-1 0,-1 0 0,0-1 0,0 1 0,-1-1 0,0 0 0,-1-1 0,0 1 0,-1-1 0,2-11 0,-5 20 0,10-42 0,-10 42 0,1 1 0,0 0 0,-1-1 0,1 1 0,0 0 0,0 0 0,0-1 0,0 1 0,1 0 0,-1 0 0,1 1 0,-1-1 0,1 0 0,-1 0 0,4-1 0,-5 2 0,0 1 0,1 0 0,-1 0 0,0 0 0,0 0 0,0 0 0,1 0 0,-1 0 0,0 0 0,1 0 0,-1 0 0,0 0 0,0 0 0,1 0 0,-1 0 0,0 0 0,0 0 0,1 0 0,-1 0 0,0 0 0,0 0 0,1 0 0,-1 0 0,0 0 0,0 0 0,0 1 0,1-1 0,-1 0 0,0 0 0,0 0 0,0 0 0,1 1 0,-1-1 0,0 0 0,0 0 0,0 1 0,3 12 0,-7 13 0,3-22 0,-44 158 0,38-138 0,1 0 0,-5 33 0,7-30 0,-12 42 0,-1-10 0,13-41 0,-1 0 0,0-1 0,-1 0 0,-13 24 0,17-38 9,0 1-1,0 0 1,-1-1-1,1 0 1,-1 1 0,0-1-1,0 0 1,0 0-1,-1-1 1,1 1-1,-1-1 1,1 1-1,-9 2 1,5-2-221,-1-1 0,1 0 0,-1-1-1,0 0 1,0 0 0,-13-1 0,-1 0-6614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2.7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 24575,'1023'0'0,"-1014"0"-227,0-1-1,0 0 1,0 0-1,0-1 1,10-3-1,-3 0-6598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3.0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0 24575,'0'400'0,"-5"-351"-1365,0-27-5461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3.3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 24575,'0'-4'0,"0"-2"-8191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3.6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1 24575,'1'0'0,"0"1"0,0-1 0,0 1 0,0-1 0,0 1 0,0-1 0,0 1 0,0 0 0,0 0 0,0-1 0,0 1 0,0 0 0,0 0 0,-1 0 0,1 0 0,0 0 0,-1 0 0,1 0 0,-1 0 0,1 0 0,-1 0 0,0 1 0,1-1 0,-1 0 0,0 0 0,0 0 0,0 2 0,5 38 0,-5-36 0,2 184 0,-3-100 0,1-81-91,0 1 0,0-1 0,-1 0 0,0 0 0,-1 0 0,0 0 0,0 0 0,-1 0 0,1 0 0,-2-1 0,1 0 0,-1 1 0,0-1 0,-10 12 0,2-7-6735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4.6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0 202 24575,'20'-2'0,"1"0"0,-1-1 0,0-1 0,29-10 0,-27 7 0,0 1 0,0 1 0,32-3 0,-34 6 0,35-8 0,21-2 0,-70 12 0,1-1 0,-1 0 0,1 0 0,-1 0 0,1-1 0,-1 0 0,0-1 0,0 1 0,0-1 0,6-4 0,-10 6 0,0 0 0,0-1 0,0 1 0,0-1 0,-1 0 0,1 0 0,-1 1 0,1-1 0,-1 0 0,0 0 0,0 0 0,1-1 0,-2 1 0,1 0 0,0 0 0,0-1 0,-1 1 0,1 0 0,-1-1 0,1 1 0,-1 0 0,0-1 0,0 1 0,0 0 0,-1-1 0,1 1 0,0 0 0,-1-1 0,0 1 0,1 0 0,-2-3 0,1 3 0,0 0 0,0 0 0,0 0 0,0 0 0,0 0 0,-1 0 0,1 0 0,0 1 0,-1-1 0,1 1 0,-1-1 0,0 1 0,1-1 0,-1 1 0,0 0 0,0 0 0,0 0 0,0 0 0,0 0 0,0 0 0,0 1 0,0-1 0,0 1 0,-1-1 0,1 1 0,0 0 0,0 0 0,0 0 0,-1 0 0,1 0 0,0 0 0,0 1 0,0-1 0,0 1 0,-1-1 0,1 1 0,-2 1 0,-2 0 0,1 0 0,0 1 0,-1 0 0,1-1 0,1 2 0,-1-1 0,0 0 0,1 1 0,-1 0 0,1 0 0,0 0 0,1 1 0,-5 6 0,-2 6 0,1 1 0,1 0 0,1 1 0,1 0 0,0 0 0,2 0 0,0 1 0,1-1 0,1 1 0,1 0 0,2 39 0,-1-56 0,1-1 0,-1 0 0,1 1 0,-1-1 0,1 1 0,0-1 0,0 0 0,0 0 0,0 1 0,0-1 0,1 0 0,-1 0 0,1 0 0,-1 0 0,1 0 0,0-1 0,0 1 0,0 0 0,0-1 0,0 1 0,0-1 0,0 0 0,0 0 0,1 0 0,-1 0 0,0 0 0,1 0 0,-1-1 0,1 1 0,-1-1 0,0 0 0,1 1 0,4-1 0,-3 0 0,1-1 0,-1 1 0,1 0 0,-1-1 0,1 0 0,-1 0 0,0-1 0,0 1 0,1-1 0,-1 0 0,0 0 0,0 0 0,-1 0 0,1-1 0,0 0 0,-1 0 0,0 0 0,4-3 0,2-6 0,0 0 0,-1-1 0,0 0 0,-1 0 0,8-22 0,-14 33 0,0 0 0,-1 0 0,1 0 0,0 0 0,0 0 0,0 0 0,0 0 0,0 0 0,1 0 0,-1 1 0,0-1 0,1 1 0,-1-1 0,1 1 0,0-1 0,-1 1 0,1 0 0,0 0 0,0 0 0,0 0 0,0 0 0,0 0 0,0 1 0,0-1 0,3 0 0,-4 1 0,1 0 0,0 1 0,-1-1 0,1 1 0,0-1 0,-1 1 0,1 0 0,-1-1 0,1 1 0,-1 0 0,1 0 0,-1 0 0,0 0 0,1 0 0,-1 0 0,0 1 0,0-1 0,0 0 0,0 1 0,0-1 0,0 0 0,0 1 0,0 0 0,-1-1 0,1 1 0,-1-1 0,1 1 0,-1 0 0,1-1 0,-1 1 0,0 3 0,4 62 0,-4-72 0,0 1 0,1 0 0,0-1 0,-1 1 0,2 0 0,-1-1 0,0 1 0,1 0 0,0 0 0,0 0 0,0 0 0,0 0 0,1 1 0,-1-1 0,7-6 0,-5 6 0,0 0 0,0 0 0,0 1 0,0-1 0,1 1 0,-1 0 0,1 0 0,0 1 0,0-1 0,0 1 0,0 0 0,10-2 0,-5 2 0,1 0 0,0 1 0,0 1 0,0 0 0,0 0 0,20 4 0,-27-3 0,1 0 0,-1 1 0,0-1 0,0 1 0,0 0 0,0 0 0,0 0 0,0 1 0,0 0 0,-1-1 0,1 1 0,-1 0 0,0 1 0,0-1 0,0 0 0,0 1 0,-1 0 0,1 0 0,1 4 0,2 4 0,11 18 0,-16-32 0,0 1 0,0-1 0,0 0 0,0 0 0,0 1 0,0-1 0,0 0 0,0 0 0,-1 0 0,1 0 0,-1 0 0,1 0 0,-1 0 0,0-3 0,2-2 0,1-2 0,1 1 0,0-1 0,0 1 0,1 1 0,0-1 0,0 0 0,1 1 0,0 0 0,1 1 0,-1-1 0,1 1 0,0 1 0,1-1 0,-1 1 0,1 0 0,0 1 0,0 0 0,1 0 0,12-3 0,-15 4 0,0 1 0,0 1 0,0-1 0,0 1 0,0 0 0,0 0 0,0 1 0,1 0 0,-1 0 0,0 1 0,0-1 0,0 1 0,0 0 0,1 1 0,-2 0 0,1 0 0,0 0 0,0 0 0,-1 1 0,1 0 0,-1 0 0,0 1 0,0 0 0,0 0 0,0 0 0,-1 0 0,1 0 0,-1 1 0,4 6 0,4 8-85,-3-7-342,-1 1 1,11 22-1,-13-19-6399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5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24575,'499'0'-1365,"-478"0"-5461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5.3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 24575,'105'2'0,"115"-5"0,-153-9 0,-49 8 0,1 1 0,26-2 0,277 5-1365,-299 0-5461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5.7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1 391 24575,'1'-2'0,"1"-1"0,-1 1 0,1 0 0,0 0 0,0 0 0,-1 0 0,1 0 0,0 0 0,1 1 0,-1-1 0,0 1 0,0-1 0,1 1 0,2-1 0,8-7 0,60-55 0,-66 57 0,0-1 0,0 0 0,-1 0 0,0 0 0,-1-1 0,1 0 0,4-12 0,11-34 0,34-102 0,-53 243 0,-2-14 0,-2 63 0,1-128 9,-1-1 0,0 1 1,0 0-1,0-1 0,-1 1 0,0-1 0,-1 0 0,1 0 0,-1 0 0,0 0 1,-1-1-1,-4 5 0,-11 11-729,-33 26 0,53-47 676,-13 11-6782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5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 24575,'81'1'0,"88"-3"0,-101-10 0,-50 8 0,0 0 0,28-1 0,264 5 86,-147 1-1537,-142-1-5375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6.6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302 6 24575,'-47'-2'0,"33"0"0,0 1 0,0 1 0,0 0 0,0 1 0,0 1 0,-24 5 0,36-7 0,0 1 0,0 0 0,0 0 0,0 0 0,0 1 0,0-1 0,1 0 0,-1 1 0,0-1 0,1 1 0,-1-1 0,1 1 0,-1 0 0,1 0 0,0 0 0,0 0 0,0-1 0,0 2 0,-1 2 0,0-1 0,2 0 0,-1 1 0,0-1 0,1 0 0,0 1 0,0-1 0,0 0 0,1 1 0,1 6 0,1-1 0,0 0 0,0 0 0,1-1 0,0 1 0,1-1 0,0 0 0,11 15 0,19 13 0,-27-30 0,-1 0 0,0 0 0,0 1 0,-1 0 0,0 0 0,0 1 0,5 11 0,-10-20 0,-1 1 0,0 0 0,1 0 0,-1 0 0,0 0 0,0 0 0,0 0 0,0 0 0,0 0 0,0 0 0,0 0 0,0 0 0,0 0 0,0 0 0,0 0 0,-1 0 0,1 0 0,0 0 0,-1 0 0,1 0 0,0-1 0,-1 1 0,0 0 0,1 0 0,-1 0 0,1-1 0,-1 1 0,0 0 0,1 0 0,-1-1 0,0 1 0,0-1 0,0 1 0,0-1 0,1 1 0,-1-1 0,0 1 0,0-1 0,0 0 0,0 0 0,0 1 0,0-1 0,0 0 0,-1 0 0,-8 2 0,1-1 0,0 0 0,-16-1 0,19 0 0,-140-3-1365,135 3-5461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6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0 24575,'0'5'0,"0"5"0,0 5 0,0 4 0,0 4 0,5 2 0,0 0 0,1 1 0,-2 0 0,-1 0 0,-1-1 0,-5-3 0,-3-3 0,-3-4 0,-6-4 0,-3-4 0,-4-4 0,3-2-8191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7.0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24575,'36'-2'0,"54"-9"0,-53 5 0,50-1 0,-45 6 0,90 3 0,-129-1-105,-1-1 0,1 0 0,0 1 0,-1 0 0,1-1 0,-1 1 0,1 0 0,-1 1 0,1-1 0,-1 0 0,1 1 0,1 1 0,7 8-6721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7.3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24575,'0'2'0,"1"-1"0,-1 0 0,1 0 0,-1 0 0,1 0 0,0 0 0,-1 0 0,1 0 0,0 0 0,0 0 0,-1-1 0,1 1 0,0 0 0,0 0 0,0-1 0,0 1 0,0 0 0,0-1 0,0 1 0,0-1 0,1 0 0,-1 1 0,0-1 0,0 0 0,0 1 0,0-1 0,2 0 0,38 5 0,-36-5 0,266 2 64,-140-4-1493,-110 2-5397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27.7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 1 24575,'0'350'0,"0"-344"0,1-3 0,-1 0 0,0 0 0,0 1 0,0-1 0,0 0 0,-1 0 0,1 0 0,-1 0 0,0 0 0,0 0 0,0 0 0,0 0 0,0 0 0,-3 2 0,4-4 0,0-1 0,-1 0 0,1 0 0,0 0 0,0 0 0,-1 0 0,1 0 0,0 0 0,-1 0 0,1 0 0,0 0 0,-1 0 0,1-1 0,0 1 0,-1 0 0,1 0 0,0 0 0,0 0 0,-1 0 0,1-1 0,0 1 0,0 0 0,-1 0 0,1 0 0,0-1 0,0 1 0,0 0 0,-1 0 0,1-1 0,0 1 0,0 0 0,0 0 0,0-1 0,0 1 0,-1 0 0,1-1 0,0 1 0,0 0 0,0-1 0,0 1 0,0 0 0,0 0 0,0-1 0,0 1 0,0 0 0,0-1 0,-3-17 0,0 0 0,2-1 0,0 1 0,1 0 0,1-1 0,1 1 0,0 0 0,9-30 0,-9 40 0,1 0 0,0 1 0,0-1 0,1 1 0,-1 0 0,2 0 0,-1 0 0,1 1 0,0 0 0,1 0 0,-1 0 0,1 0 0,0 1 0,1 0 0,-1 0 0,1 1 0,0-1 0,0 1 0,13-4 0,-5 2 0,1 0 0,0 1 0,0 1 0,0 1 0,0 0 0,0 1 0,1 1 0,-1 1 0,1 0 0,-1 1 0,1 0 0,-1 2 0,20 5 0,-26-3 0,0 0 0,-1 1 0,1 0 0,-1 1 0,-1 0 0,1 0 0,10 14 0,3 0 0,-15-14 0,0 1 0,0-1 0,-1 1 0,0 1 0,-1-1 0,0 1 0,0 0 0,-1 0 0,0 1 0,0-1 0,-1 1 0,-1-1 0,0 1 0,0 0 0,-1 0 0,0 0 0,0 1 0,-1-1 0,-3 19 0,3-25 0,-1-1 0,0 1 0,0-1 0,0 1 0,0-1 0,0 1 0,-1-1 0,1 0 0,-1 0 0,0 0 0,0 0 0,0 0 0,-1 0 0,1-1 0,-1 1 0,1-1 0,-1 1 0,0-1 0,0 0 0,0 0 0,0 0 0,0-1 0,-5 3 0,-8 2 0,0-1 0,-1 0 0,-31 4 0,-5 2 0,-104 26 0,130-32-84,0-2 0,1-1-1,-51-2 1,45-1-944,11 1-5798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1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576 1 24575,'-72'-1'0,"-81"3"0,132 2 0,-1 2 0,1 0 0,0 1 0,0 1 0,-38 21 0,26-14 0,24-12 0,1 1 0,-1 0 0,0 0 0,1 1 0,0 0 0,0 0 0,0 1 0,1 0 0,-11 11 0,0 6 0,11-16 0,1 0 0,0 1 0,1 0 0,-7 11 0,11-16 0,0 0 0,0 0 0,0 1 0,0-1 0,0 0 0,1 0 0,-1 0 0,1 1 0,0-1 0,0 0 0,0 0 0,1 0 0,-1 1 0,1-1 0,-1 0 0,1 0 0,2 4 0,-2-4 0,1-1 0,-1 1 0,1-1 0,0 1 0,0-1 0,0 0 0,1 0 0,-1 0 0,0 0 0,1 0 0,-1-1 0,1 1 0,0-1 0,-1 1 0,1-1 0,0 0 0,5 1 0,55 12 0,-54-13 0,60 7 0,26 6 0,-73-10 0,-1 0 0,26 0 0,-38-3 0,0-1 0,0 0 0,0-1 0,-1 0 0,1-1 0,0 0 0,-1 0 0,10-4 0,-15 5-114,-1 0 1,0-1-1,0 1 0,0 0 0,0-1 1,0 0-1,0 1 0,0-1 0,0 0 1,-1 0-1,4-4 0,2-9-6712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1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24575,'1'8'0,"0"0"0,0 0 0,0 0 0,6 14 0,4 23 0,-5 34 0,-4-39 0,8 42 0,-5-47-455,-1 0 0,-2 44 0,-2-57-6371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1.5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369 0 24575,'2'3'0,"0"0"0,0 0 0,1 0 0,-1 0 0,1 0 0,-1-1 0,1 0 0,0 1 0,0-1 0,0 0 0,0 0 0,5 2 0,6 5 0,-10-5 0,0-1 0,0 1 0,0 0 0,-1 1 0,1-1 0,-1 0 0,0 1 0,0 0 0,-1 0 0,1 0 0,-1 0 0,0 0 0,2 8 0,-4-10 0,1 1 0,-1-1 0,0 0 0,0 0 0,0 0 0,0 1 0,0-1 0,-1 0 0,0 0 0,1 0 0,-1 0 0,0 0 0,-1 0 0,1 0 0,0 0 0,-1 0 0,0-1 0,1 1 0,-1 0 0,0-1 0,0 0 0,-1 1 0,1-1 0,-5 3 0,-19 14 0,-49 25 0,20-13 0,-76 40 0,112-61 28,0-2-1,-27 8 1,2 0-1476,22-8-5378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5.0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126 0 24575,'2'89'0,"-5"97"0,0-166 0,-1-1 0,-1 1 0,-10 27 0,-6 22 0,12-27 0,-2-1 0,-28 67 0,36-100 0,0 0 0,0 0 0,1 0 0,0 1 0,0-1 0,1 1 0,0 0 0,0-1 0,2 13 0,-1-20 0,0-1 0,0 0 0,0 1 0,0-1 0,0 0 0,0 1 0,0-1 0,0 0 0,0 1 0,0-1 0,0 0 0,1 1 0,-1-1 0,0 0 0,0 1 0,0-1 0,1 0 0,-1 0 0,0 1 0,0-1 0,1 0 0,-1 0 0,0 1 0,0-1 0,1 0 0,-1 0 0,0 0 0,1 0 0,-1 0 0,0 1 0,1-1 0,-1 0 0,1 0 0,12-5 0,18-20 0,-23 18 0,6-4 0,1-2 0,0 2 0,0 0 0,1 1 0,1 0 0,0 1 0,0 1 0,23-7 0,59-9-1365,-78 18-5461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5.4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353 29 24575,'-8'-1'0,"0"0"0,0 0 0,0-1 0,-15-5 0,-22-4 0,39 10 0,-13-1 0,0 0 0,0 1 0,1 1 0,-24 3 0,37-2 0,1 0 0,-1 0 0,0 0 0,1 1 0,-1-1 0,1 1 0,-1 0 0,1 0 0,0 1 0,0 0 0,0-1 0,0 1 0,0 0 0,1 1 0,-1-1 0,1 1 0,0-1 0,0 1 0,0 0 0,1 0 0,-4 8 0,-5 10 0,-12 44 0,21-60 0,0 0 0,1 0 0,0 1 0,0-1 0,1 0 0,-1 1 0,1-1 0,1 1 0,-1-1 0,1 0 0,1 1 0,2 8 0,-3-12 0,1 0 0,0-1 0,0 1 0,0-1 0,0 1 0,0-1 0,0 0 0,0 0 0,1 0 0,-1 0 0,1-1 0,0 1 0,0-1 0,-1 1 0,1-1 0,0 0 0,0 0 0,0 0 0,0 0 0,0-1 0,0 1 0,0-1 0,1 0 0,-1 0 0,0 0 0,0 0 0,5-2 0,-1 2 0,0-1 0,-1 0 0,1-1 0,-1 1 0,0-1 0,1-1 0,-1 1 0,0-1 0,0 0 0,-1 0 0,1-1 0,6-4 0,-3-4 0,1 1 0,-2-2 0,1 1 0,-2-1 0,0-1 0,0 1 0,-1-1 0,-1 0 0,5-22 0,-9 34 0,-1 1 0,0-1 0,1 1 0,-1-1 0,1 1 0,0-1 0,-1 1 0,1 0 0,0-1 0,0 1 0,0 0 0,0-1 0,2-1 0,-3 3 0,0 0 0,1 0 0,-1 0 0,1 0 0,-1 0 0,0 0 0,1 0 0,-1 0 0,1 0 0,-1 0 0,0 0 0,1 0 0,-1 0 0,1 0 0,-1 0 0,0 1 0,1-1 0,-1 0 0,0 0 0,1 0 0,-1 1 0,0-1 0,1 0 0,-1 0 0,0 1 0,1-1 0,-1 0 0,0 0 0,0 1 0,1-1 0,-1 0 0,0 1 0,5 7 0,-1 0 0,0-1 0,4 17 0,0-3 0,7 14 0,-12-28 0,-1 1 0,1-1 0,1 0 0,-1 0 0,1-1 0,1 1 0,-1-1 0,1 0 0,0 0 0,7 7 0,1-2-1365,-3 0-5461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6.4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24575,'48'0'0,"93"3"0,-122-1 0,0 0 0,1 2 0,-1 0 0,-1 2 0,23 8 0,-38-13 0,0 1 0,0 0 0,0-1 0,-1 1 0,1 0 0,0 0 0,-1 1 0,1-1 0,-1 1 0,0-1 0,0 1 0,0 0 0,0-1 0,0 1 0,-1 0 0,1 0 0,1 6 0,-2-7 0,-1 0 0,0 0 0,1 0 0,-1 0 0,0 0 0,0 0 0,0 0 0,0 0 0,0 0 0,-1 0 0,1 0 0,-1 0 0,1 0 0,-1 0 0,0 0 0,0-1 0,1 1 0,-1 0 0,-1 0 0,1-1 0,0 1 0,0 0 0,0-1 0,-1 0 0,1 1 0,-1-1 0,1 0 0,-1 1 0,0-1 0,1 0 0,-3 1 0,-27 14 0,-68 41 0,86-49 0,1 1 0,0 1 0,0 0 0,1 0 0,-13 16 0,22-23 0,0 0 0,-1 0 0,1 0 0,1 0 0,-1 1 0,0-1 0,1 1 0,0-1 0,0 1 0,0-1 0,0 1 0,0-1 0,0 7 0,2-8 0,-1-1 0,0 1 0,1 0 0,-1-1 0,1 1 0,-1 0 0,1-1 0,0 1 0,0-1 0,-1 1 0,1-1 0,0 0 0,0 1 0,1-1 0,-1 0 0,0 0 0,0 1 0,1-1 0,-1 0 0,1 0 0,-1-1 0,0 1 0,1 0 0,0 0 0,-1-1 0,1 1 0,-1-1 0,1 1 0,0-1 0,3 1 0,14 2 0,-1-1 0,1-1 0,0 0 0,0-2 0,0 0 0,0-1 0,23-5 0,-31 3 0,-1 0 0,1-1 0,-1 0 0,0 0 0,0-1 0,-1 0 0,12-11 0,57-56 0,-75 70 0,1-2 0,0 0 0,-1-1 0,1 1 0,-1-1 0,-1 0 0,1 0 0,-1 0 0,0 0 0,0 0 0,-1 0 0,0-1 0,0 1 0,0-1 0,-1 1 0,-1-11 0,1 31 0,-1 7 0,1 0 0,1 0 0,6 31 0,-6-47 0,0 1 0,1 0 0,0 0 0,0 0 0,1-1 0,0 1 0,5 7 0,-6-10 0,0-1 0,0 0 0,0 0 0,0 0 0,0 0 0,1 0 0,-1 0 0,1 0 0,-1-1 0,1 0 0,0 1 0,-1-1 0,1 0 0,0 0 0,0 0 0,4 0 0,-5-1 0,0 1 0,0-1 0,0 0 0,0 0 0,0-1 0,0 1 0,0 0 0,0-1 0,0 1 0,0-1 0,0 1 0,-1-1 0,1 0 0,0 0 0,0 0 0,-1 0 0,1 0 0,1-2 0,0 0 0,1 0 0,-1-1 0,0 1 0,0-1 0,-1 0 0,1 0 0,2-6 0,2-6 0,-1 0 0,-1-1 0,4-17 0,-9 33 0,8-56 0,-7 71 0,1 0 0,0 0 0,6 20 0,1 5 0,-2-4 0,0 1 0,-1 1 0,2 56 0,-8-50 0,1-9 0,-1 0 0,-9 59 0,7-82 0,0-1 0,-1 1 0,-1-1 0,0 1 0,0-1 0,-1 0 0,0-1 0,-1 1 0,0-1 0,0 0 0,-1 0 0,-12 12 0,13-15 0,0-1 0,0 0 0,0 0 0,-1 0 0,0-1 0,-9 5 0,15-8 0,0-1 0,0 1 0,0-1 0,0 0 0,0 0 0,0 1 0,-1-1 0,1 0 0,0 0 0,0 0 0,0 0 0,0 0 0,0-1 0,0 1 0,-1 0 0,1 0 0,0-1 0,0 1 0,0-1 0,-2 0 0,2 0 0,0-1 0,-1 0 0,1 1 0,0-1 0,-1 0 0,1 1 0,0-1 0,0 0 0,1 0 0,-1 0 0,0 0 0,1 0 0,-1 0 0,1 0 0,-1-3 0,-2-14 0,1 0 0,0 0 0,2 0 0,0 0 0,1 0 0,1 0 0,6-26 0,-3 33 0,0-1 0,1 1 0,0 0 0,1 0 0,1 1 0,0 0 0,13-14 0,3 0 0,45-37 0,-49 46-455,-1 1 0,37-20 0,-40 27-6371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6.9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0 629 24575,'3'0'0,"1"0"0,-1-1 0,-1 0 0,1 1 0,0-1 0,0 0 0,0 0 0,0-1 0,-1 1 0,1-1 0,0 1 0,-1-1 0,1 0 0,-1 0 0,0 0 0,0 0 0,0 0 0,0-1 0,2-2 0,5-8 0,-1 1 0,11-25 0,-5 10 0,14-19 0,-13 23 0,17-35 0,-13 19 0,11-26 0,1-7 0,-21 54 0,-2 0 0,0-1 0,6-28 0,-13 43 0,3-14 0,0 0 0,2 1 0,7-20 0,-13 36 0,0 1 0,1-1 0,-1 1 0,0 0 0,0-1 0,0 1 0,0-1 0,0 1 0,1 0 0,-1-1 0,0 1 0,0 0 0,1-1 0,-1 1 0,0 0 0,1-1 0,-1 1 0,0 0 0,1-1 0,-1 1 0,0 0 0,1 0 0,-1 0 0,1-1 0,-1 1 0,0 0 0,1 0 0,-1 0 0,1 0 0,-1 0 0,1 0 0,0 0 0,6 13 0,-3 23 0,-2-7 0,1 1 0,2-1 0,0 0 0,2 0 0,1-1 0,20 47 0,-22-61 0,-2 0 0,6 21 0,-7-22 0,0 1 0,1-1 0,8 16 0,-2-7 0,14 45 0,-23-66 0,-1 0 0,0 1 0,0-1 0,0 0 0,0 0 0,0 1 0,0-1 0,0 0 0,0 0 0,0 0 0,0 1 0,-1-1 0,1 0 0,-1 0 0,1 0 0,-1 0 0,1 1 0,-1-1 0,1 0 0,-1 0 0,0 0 0,0 0 0,0-1 0,1 1 0,-1 0 0,0 0 0,0 0 0,0-1 0,0 1 0,0 0 0,-1-1 0,1 1 0,0-1 0,0 1 0,0-1 0,0 0 0,-1 1 0,1-1 0,0 0 0,0 0 0,-3 0 0,-8 2 0,0-1 0,0-1 0,-17-1 0,18 1 0,-41-2-1365,30 1-5461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7.0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1 121 24575,'4'-1'0,"1"0"0,-1 0 0,1-1 0,-1 0 0,0 0 0,0 0 0,0 0 0,6-5 0,10-5 0,-5 7 0,0 0 0,0 1 0,0 0 0,0 1 0,19 0 0,27-7 0,78-22 0,-78 14-1365,-44 14-5461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7.6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1 24575,'1'0'0,"1"0"0,0 1 0,-1-1 0,1 0 0,0 1 0,-1-1 0,1 1 0,-1 0 0,1 0 0,-1-1 0,0 1 0,1 0 0,-1 0 0,0 0 0,1 1 0,-1-1 0,0 0 0,0 0 0,0 1 0,0-1 0,0 0 0,0 1 0,-1-1 0,2 3 0,14 43 0,-11-27 0,24 87 0,-21-72 0,-3-9 0,-2 0 0,0 0 0,-2 0 0,-1 1 0,-4 31 0,4-56 0,0 0 0,0 0 0,0 0 0,0 0 0,0 0 0,-1 0 0,1 0 0,-1 0 0,1 0 0,-1 0 0,0-1 0,0 1 0,0 0 0,0 0 0,0-1 0,0 1 0,0-1 0,-1 1 0,1-1 0,0 1 0,-1-1 0,0 0 0,1 0 0,-1 0 0,1 0 0,-1 0 0,0 0 0,0 0 0,0 0 0,0-1 0,1 1 0,-1-1 0,0 1 0,0-1 0,0 0 0,0 0 0,0 0 0,0 0 0,0 0 0,-3 0 0,2-1 0,-1 0 0,1 0 0,-1-1 0,1 1 0,-1-1 0,1 1 0,0-1 0,0 0 0,0 0 0,0-1 0,0 1 0,0-1 0,0 1 0,1-1 0,0 0 0,-1 0 0,1 0 0,0 0 0,0 0 0,1-1 0,-2-3 0,-1-9 0,0-1 0,2 0 0,0 1 0,1-1 0,0 0 0,4-32 0,-1 3 0,-2 40 0,0-1 0,1 1 0,0-1 0,0 1 0,0 0 0,1 0 0,0 0 0,0-1 0,0 2 0,1-1 0,0 0 0,0 0 0,1 1 0,-1 0 0,1 0 0,0 0 0,1 0 0,-1 1 0,1-1 0,0 1 0,0 0 0,0 0 0,0 1 0,1 0 0,0 0 0,-1 0 0,1 1 0,0-1 0,1 1 0,-1 1 0,0-1 0,0 1 0,1 0 0,12 1 0,-16-1 0,9 1 0,-1-1 0,1 1 0,-1 1 0,1 0 0,15 4 0,-25-4 0,0-1 0,1 1 0,-1 0 0,0 0 0,-1 0 0,1 0 0,0 0 0,0 0 0,0 0 0,-1 1 0,1-1 0,0 1 0,-1-1 0,1 1 0,-1 0 0,0-1 0,0 1 0,0 0 0,1 0 0,-2 0 0,1 0 0,0 0 0,0 0 0,-1 0 0,1 0 0,-1 0 0,1 0 0,-1 0 0,0 0 0,0 1 0,0-1 0,0 0 0,0 0 0,-1 0 0,1 0 0,-1 3 0,-2 3 0,0 0 0,0 0 0,-1-1 0,1 1 0,-2-1 0,1 0 0,-1 0 0,0 0 0,-1-1 0,1 1 0,-1-1 0,-1-1 0,-10 9 0,6-5 0,0 1 0,1 1 0,-11 13 0,18-20 0,1 0 0,-1 0 0,1 1 0,-1-1 0,2 1 0,-1 0 0,0-1 0,1 1 0,0 0 0,0 0 0,0 0 0,1 0 0,-1 7 0,2-8 0,0 1 0,0-1 0,0 0 0,1 1 0,-1-1 0,1 0 0,0 0 0,0 0 0,1-1 0,-1 1 0,1 0 0,-1-1 0,1 0 0,0 0 0,1 1 0,-1-2 0,0 1 0,1 0 0,7 3 0,8 6 0,1-1 0,33 12 0,-42-19 0,11 6 0,0-2 0,0 0 0,1-2 0,0 0 0,0-2 0,1 0 0,36 0 0,-14-2 0,-31-1 0,0 0 0,0-1 0,0-1 0,0 0 0,0 0 0,-1-2 0,26-7 0,-25 1-1365,-3-1-5461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7.8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 24575,'4'0'0,"6"0"0,5 0 0,5 0 0,3 0 0,1 0 0,2 0 0,0 0 0,0 0 0,-1 0 0,-3-4 0,-7-2-8191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8.0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24575,'-1'72'0,"3"81"0,23-27 0,-25-120-59,1 0 0,-1 0-1,2-1 1,-1 1-1,1 0 1,0-1 0,0 1-1,0-1 1,1 1 0,0-1-1,0 0 1,0 0 0,0-1-1,1 1 1,0-1-1,0 1 1,0-1 0,1 0-1,-1-1 1,1 1 0,0-1-1,6 3 1,8 2-6767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8.4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46 24575,'3'1'0,"-1"0"0,0 0 0,0 0 0,0 1 0,0-1 0,-1 1 0,1-1 0,0 1 0,0 0 0,-1 0 0,1 0 0,0 2 0,10 9 0,-4-4 0,0 0 0,0 1 0,-1 0 0,0 1 0,-1-1 0,0 1 0,-1 1 0,7 21 0,19 34 0,-14-36 0,-11-18 0,1-1 0,0 0 0,0 0 0,2-1 0,12 15 0,7 4 0,-17-18 0,0 0 0,1 0 0,0-1 0,15 10 0,-25-19 0,1-1 0,-1 1 0,1 0 0,0-1 0,0 0 0,-1 0 0,1 0 0,0 0 0,0 0 0,0 0 0,0-1 0,0 1 0,0-1 0,1 0 0,-1 0 0,0 0 0,0-1 0,0 1 0,0-1 0,0 1 0,0-1 0,0 0 0,0 0 0,0 0 0,-1-1 0,1 1 0,2-2 0,0-1 0,-1 0 0,-1 1 0,1-1 0,-1-1 0,1 1 0,-1 0 0,0-1 0,-1 0 0,1 1 0,2-8 0,17-56 0,-17 52 0,9-33 0,13-75 0,-3-1 0,-24 122-114,1 0 1,0 0-1,-1 0 0,1 1 0,0-1 1,0 0-1,1 1 0,-1-1 0,0 1 1,1-1-1,2-1 0,6-7-6712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8.8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100 0 24575,'-1'72'0,"3"80"0,0-141 0,1 0 0,0 0 0,1 0 0,0-1 0,0 1 0,1-1 0,7 10 0,3 9 0,-1-6 0,-9-16 0,-1 0 0,0 1 0,0-1 0,0 1 0,2 9 0,-5-16 0,-1 1 0,0-1 0,1 0 0,-1 1 0,0-1 0,0 1 0,0-1 0,0 1 0,0-1 0,0 1 0,-1-1 0,1 0 0,0 1 0,-1-1 0,1 1 0,-1-1 0,1 0 0,-1 1 0,0-1 0,0 0 0,1 0 0,-1 0 0,0 0 0,0 1 0,0-1 0,0 0 0,0 0 0,-1-1 0,1 1 0,0 0 0,0 0 0,-1-1 0,1 1 0,0 0 0,-2 0 0,-66 21 0,62-21 0,0 1 0,1-1 0,-1 0 0,0-1 0,0 0 0,0 0 0,1 0 0,-11-3 0,15 3 5,0-1 0,1 1 0,-1-1-1,1 0 1,-1 1 0,0-1 0,1 0 0,0 0-1,-1 0 1,1-1 0,-1 1 0,1 0 0,0 0-1,0-1 1,0 1 0,0-1 0,0 1-1,0-1 1,0 1 0,1-1 0,-1 1 0,0-1-1,1 0 1,-1-2 0,0-1-154,1 1 1,0 0-1,0 0 1,0 0-1,0 0 1,0-1-1,1 1 1,0 0-1,2-5 1,2-8-6678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9.3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24575,'1'4'0,"0"1"0,0-1 0,1 0 0,0 1 0,0-1 0,0 0 0,0 0 0,5 6 0,5 10 0,5 24 0,-1 1 0,18 91 0,-18-66 0,-11-51 0,-4-13 0,0 0 0,0 0 0,1 0 0,0-1 0,5 11 0,-6-14 0,0 0 0,1 0 0,0 0 0,-1 0 0,1-1 0,0 1 0,0-1 0,0 1 0,0-1 0,0 0 0,0 1 0,0-1 0,1 0 0,-1 0 0,0-1 0,1 1 0,-1 0 0,4 0 0,18 1 0,1 0 0,-1-1 0,41-4 0,-4 0 0,-42 1 0,0 0 0,0-1 0,-1-1 0,36-13 0,17-4 0,-59 18-273,-1 0 0,0 0 0,0-1 0,17-9 0,-15 5-6553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9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24575,'5'0'0,"4"0"0,7 0 0,3 0 0,4 0 0,1 0 0,2 0 0,0 0 0,0 0 0,0 0 0,-1 0 0,1 0 0,-1 0 0,0 0 0,-5 0-8191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9.7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24575,'0'35'0,"-1"0"0,2 1 0,1-1 0,11 59 0,-2-45 0,-1-6 0,21 63 0,-30-104-59,1 1 0,-1 0-1,1-1 1,-1 1-1,1-1 1,0 0 0,0 1-1,0-1 1,0 0 0,1 0-1,-1 0 1,0-1 0,1 1-1,-1-1 1,1 1-1,0-1 1,-1 0 0,1 0-1,0 0 1,0 0 0,0 0-1,6 0 1,10 2-6767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40.4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28 131 24575,'0'35'0,"-1"-12"0,0 0 0,2 0 0,1 0 0,0-1 0,2 1 0,1-1 0,10 33 0,-9-40 0,-1 1 0,-1 1 0,2 20 0,-3-22 0,-1-1 0,2 1 0,9 26 0,-10-53 0,-4-11 0,-56-137 0,43 116 0,8 26 0,0 0 0,2 0 0,0 0 0,1-1 0,-1-21 0,3 18 0,0 9 0,1 0 0,0-1 0,1 1 0,1 0 0,3-17 0,-4 27 0,0 0 0,0-1 0,1 1 0,-1 0 0,1 0 0,0 0 0,-1 1 0,1-1 0,0 0 0,1 1 0,-1-1 0,0 1 0,1 0 0,0 0 0,-1 0 0,1 0 0,0 0 0,0 0 0,0 1 0,0-1 0,0 1 0,0 0 0,1 0 0,-1 0 0,6 0 0,7-1 0,0 0 0,0 1 0,29 3 0,-38-1 0,1-1 0,-1 2 0,0-1 0,1 1 0,-1 0 0,0 1 0,0 0 0,0 0 0,-1 0 0,9 6 0,-10-5 0,-1 1 0,0 0 0,0 0 0,-1 0 0,0 0 0,1 1 0,-2-1 0,1 1 0,-1 0 0,0 0 0,0-1 0,0 2 0,-1-1 0,0 0 0,0 0 0,0 0 0,-1 0 0,0 1 0,-1-1 0,1 0 0,-1 0 0,-2 9 0,2-13 0,0 0 0,-1 0 0,1 0 0,0 0 0,-1 0 0,1 0 0,-1 0 0,0 0 0,0-1 0,1 1 0,-1-1 0,0 1 0,0-1 0,-1 0 0,-2 2 0,-39 10 0,36-11 0,1-1 0,0 2 0,0-1 0,-13 6 0,-52 37 0,64-41 0,2-1 0,-1 1 0,0 0 0,1 1 0,0-1 0,0 1 0,0 0 0,1 1 0,-1 0 0,1-1 0,1 2 0,-5 6 0,7-11 0,1 1 0,0 0 0,0-1 0,0 1 0,0 0 0,0 0 0,1 0 0,-1 0 0,1 0 0,0-1 0,0 1 0,0 0 0,0 0 0,1 0 0,-1 0 0,1 0 0,-1 0 0,1-1 0,0 1 0,0 0 0,0 0 0,1-1 0,-1 1 0,1-1 0,-1 1 0,1-1 0,0 0 0,0 0 0,0 1 0,0-1 0,0-1 0,1 1 0,-1 0 0,4 2 0,8 4 0,0 0 0,1-1 0,28 9 0,-15-5 0,-2-1 0,-13-4 0,1 0 0,1-1 0,-1 0 0,1-1 0,-1-1 0,22 2 0,47 7 0,-60-8 0,44 4 0,-49-7-118,-12 0 35,0 0 0,0-1-1,0 0 1,0 0 0,0 0 0,0-1 0,-1 0 0,1 0 0,0 0 0,0-1-1,-1 1 1,1-2 0,-1 1 0,6-3 0,0-6-6743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40.8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4 24575,'-39'-1'0,"27"0"0,0 0 0,0 1 0,0 0 0,0 1 0,0 0 0,-20 5 0,29-4 0,1-1 0,-1 1 0,1-1 0,0 1 0,-1 0 0,1 0 0,0 0 0,0 0 0,0 0 0,0 0 0,0 1 0,1-1 0,-1 1 0,1-1 0,-1 1 0,1-1 0,0 1 0,0 0 0,0 0 0,0 0 0,1-1 0,-1 1 0,1 0 0,0 0 0,0 0 0,0 0 0,0 0 0,0 0 0,1 0 0,0 3 0,0 3 0,1 0 0,0 0 0,0 0 0,1-1 0,1 1 0,-1-1 0,1 0 0,8 13 0,7 3 0,1-1 0,1-1 0,1-1 0,38 28 0,-50-41 0,-2-2 0,0 1 0,0 0 0,-1 0 0,0 1 0,9 12 0,-16-18 0,1-1 0,0 0 0,-1 0 0,1 0 0,-1 0 0,1 1 0,-1-1 0,1 0 0,-1 0 0,0 1 0,0-1 0,0 0 0,0 0 0,0 1 0,0-1 0,0 0 0,0 1 0,0-1 0,0 0 0,-2 3 0,1-3 0,0 1 0,0-1 0,-1 1 0,1-1 0,-1 0 0,1 0 0,-1 0 0,0 1 0,1-2 0,-1 1 0,0 0 0,0 0 0,0 0 0,0-1 0,1 1 0,-1-1 0,0 0 0,-4 1 0,-28 3 0,-1-2 0,0-2 0,-63-6 0,95 6 0,1 0 0,0 0 0,0-1 0,-1 1 0,1-1 0,0 0 0,0 1 0,0-1 0,0 0 0,0 0 0,0 0 0,0-1 0,0 1 0,0 0 0,0-1 0,1 1 0,-1-1 0,0 0 0,1 1 0,-1-1 0,1 0 0,0 0 0,0 0 0,0 0 0,0 0 0,0 0 0,0 0 0,0 0 0,1-1 0,-1 1 0,1 0 0,-1-3 0,1 1 0,0-1 0,0 1 0,1-1 0,-1 1 0,1-1 0,0 1 0,0 0 0,1-1 0,-1 1 0,1 0 0,0 0 0,0 0 0,0 0 0,0 1 0,6-7 0,6-6-1365,0 2-5461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41.4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1 131 24575,'1'1'0,"0"-1"0,0 1 0,0-1 0,1 1 0,-1 0 0,0-1 0,0 1 0,0 0 0,-1 0 0,1 0 0,0 0 0,0 0 0,0 0 0,-1 0 0,1 0 0,0 0 0,-1 0 0,1 0 0,0 3 0,12 29 0,-10-24 0,14 44 0,-3 0 0,-2 1 0,6 64 0,-13-84 0,10 17 0,-60-200 0,38 122 0,1-1 0,1 0 0,2 0 0,0 0 0,2 0 0,4-43 0,-1 7 0,-3 58 0,2 1 0,-1-1 0,0 0 0,1 1 0,0-1 0,1 1 0,-1-1 0,1 1 0,0-1 0,4-6 0,-5 9 0,1 1 0,0-1 0,1 1 0,-1 0 0,0 0 0,1-1 0,-1 2 0,1-1 0,-1 0 0,1 0 0,0 1 0,0 0 0,0-1 0,0 1 0,0 0 0,0 0 0,0 1 0,0-1 0,7 0 0,35-1 0,1 1 0,63 7 0,-105-5 0,-1-1 0,1 1 0,-1-1 0,1 1 0,-1 0 0,1 0 0,-1 1 0,0-1 0,0 1 0,0-1 0,0 1 0,0 0 0,0 0 0,0 1 0,0-1 0,-1 1 0,1-1 0,-1 1 0,0 0 0,0-1 0,2 5 0,-3-5 0,-1 0 0,1 0 0,-1 0 0,1 0 0,-1 0 0,0 1 0,0-1 0,0 0 0,0 0 0,0 1 0,0-1 0,-1 0 0,1 0 0,-1 0 0,1 0 0,-1 1 0,0-1 0,0 0 0,0 0 0,0 0 0,0-1 0,0 1 0,-1 0 0,1 0 0,-1-1 0,1 1 0,-1 0 0,0-1 0,1 0 0,-1 1 0,0-1 0,0 0 0,0 0 0,-2 1 0,-8 5 0,-1-1 0,0 0 0,0-1 0,-1 0 0,0-1 0,1-1 0,-1 0 0,-18 1 0,15-1 0,-1 0 0,0 2 0,1 0 0,-28 12 0,45-17 0,0 0 0,-1 0 0,1 0 0,0 0 0,-1 0 0,1 0 0,0 0 0,0 0 0,-1 0 0,1 0 0,0 0 0,0 0 0,-1 0 0,1 0 0,0 0 0,0 0 0,-1 1 0,1-1 0,0 0 0,0 0 0,-1 0 0,1 0 0,0 1 0,0-1 0,0 0 0,-1 0 0,1 0 0,0 1 0,0-1 0,0 0 0,0 0 0,0 1 0,0-1 0,0 0 0,-1 1 0,1-1 0,0 0 0,0 0 0,0 1 0,0-1 0,0 0 0,0 1 0,0-1 0,0 0 0,0 0 0,1 1 0,-1-1 0,0 0 0,0 0 0,0 1 0,0-1 0,19 5 0,27-3 0,-20-2-1365,-3 0-5461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41.7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496 77 24575,'-14'0'0,"3"0"0,0 0 0,0 0 0,-1 1 0,-18 5 0,26-5 0,1 0 0,0 0 0,0 0 0,0 1 0,0 0 0,0-1 0,0 1 0,1 0 0,-1 0 0,0 1 0,1-1 0,0 0 0,-1 1 0,1 0 0,0-1 0,0 1 0,1 0 0,-1 0 0,1 0 0,-3 5 0,-2 10 0,-1 0 0,2 0 0,1 0 0,0 1 0,1 0 0,1 0 0,1 0 0,1 25 0,1-40 0,-1 0 0,1 1 0,1-1 0,-1 0 0,0 0 0,1 0 0,0 0 0,0 0 0,0 0 0,1-1 0,-1 1 0,1-1 0,0 0 0,0 1 0,0-1 0,0 0 0,0-1 0,1 1 0,-1-1 0,1 1 0,0-1 0,0 0 0,6 2 0,1 0 0,1 0 0,0-1 0,0 0 0,0-1 0,0 0 0,0-1 0,13 0 0,21 0 0,109-5 0,-150 4 0,1-1 0,-1 0 0,0 0 0,1 0 0,-1-1 0,0 0 0,0 0 0,0 0 0,-1-1 0,1 1 0,0-1 0,-1 0 0,0 0 0,1-1 0,-1 1 0,-1-1 0,1 0 0,-1 0 0,1-1 0,2-4 0,-1 1 0,-1-1 0,0 0 0,-1 0 0,0 0 0,-1 0 0,1 0 0,-2 0 0,1-1 0,-1 1 0,-1-14 0,1 5 0,-2 0 0,0 0 0,0 0 0,-2 0 0,-6-21 0,8 33 0,-1 1 0,-1 0 0,1 0 0,-1-1 0,0 1 0,0 1 0,0-1 0,-1 0 0,0 1 0,0 0 0,0 0 0,0 0 0,-1 0 0,1 1 0,-1 0 0,0 0 0,0 0 0,0 0 0,0 1 0,-9-3 0,-17-4 0,-1 1 0,0 1 0,-1 2 0,-39-2 0,-137 7 0,94 3 0,95-2-170,1 2-1,0 0 0,0 1 1,1 1-1,-1 1 0,1 1 1,-24 12-1,21-9-6655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11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529 152 24575,'1'-5'0,"-1"0"0,-1 0 0,1 0 0,-1 0 0,0 0 0,0 0 0,0 0 0,-1 0 0,0 0 0,0 0 0,0 1 0,-1-1 0,1 1 0,-6-7 0,4 6 0,-1 1 0,0 0 0,0-1 0,-1 2 0,1-1 0,-1 1 0,0-1 0,0 2 0,0-1 0,-11-3 0,-8-1 0,0 0 0,0 2 0,0 1 0,-1 1 0,-51 1 0,50 2 0,18-1 0,1 0 0,0 1 0,-1 0 0,1 1 0,0 0 0,0 0 0,0 1 0,0 0 0,0 0 0,0 1 0,0 0 0,1 0 0,-11 7 0,11-5 0,1 0 0,0 0 0,1 1 0,-1 0 0,1 0 0,0 1 0,1-1 0,-1 1 0,1 0 0,1 0 0,-1 0 0,1 1 0,1-1 0,-1 1 0,1 0 0,-2 12 0,1 10 0,1 1 0,2-1 0,3 35 0,-1 4 0,-2-55 0,1 0 0,0 0 0,1 0 0,5 22 0,-5-29 0,1 1 0,0-1 0,1 0 0,-1 0 0,1 0 0,1 0 0,-1-1 0,1 0 0,10 10 0,4 0 0,1-2 0,0 0 0,1-1 0,1-1 0,0-1 0,36 13 0,-49-20 0,5 1 0,-1-1 0,1 0 0,0 0 0,26 2 0,-32-5 0,0-1 0,1 0 0,-1 0 0,0-1 0,0 0 0,1 0 0,-1-1 0,0 0 0,13-5 0,-18 5 0,0 0 0,1 0 0,-1 0 0,0-1 0,0 0 0,-1 1 0,1-1 0,-1 0 0,1 0 0,-1 0 0,0-1 0,0 1 0,0 0 0,3-8 0,0-5 0,1-1 0,2-19 0,1 0 0,2 9 0,-8 25 0,-3 17 0,-1-9 0,1 0 0,-1 0 0,-1-1 0,1 1 0,-1-1 0,0 1 0,0-1 0,0 0 0,-1 0 0,0 0 0,-6 9 0,6-11 0,0 0 0,0 0 0,-1-1 0,1 1 0,-1-1 0,1 1 0,-1-1 0,0 0 0,0-1 0,0 1 0,0-1 0,0 0 0,0 0 0,0 0 0,-1 0 0,-5 0 0,-10 0-227,0 0-1,0 0 1,0-2-1,0-1 1,-27-5-1,30 1-6598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11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76 24575,'4'-1'0,"1"0"0,-1 0 0,1-1 0,-1 0 0,0 0 0,0 0 0,0 0 0,6-5 0,10-5 0,-8 8 0,0 0 0,1 1 0,-1 0 0,1 1 0,0 0 0,-1 1 0,1 0 0,14 2 0,-10-1 0,0 0 0,0-1 0,31-7 0,-25 3-341,0 1 0,0 1-1,41 0 1,-43 3-6485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12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 55 24575,'0'376'0,"-1"-364"0,0 1 0,0 0 0,-5 16 0,5-25 0,0 1 0,0-1 0,0 0 0,-1 0 0,0 0 0,0 0 0,0 0 0,0 0 0,-1-1 0,1 1 0,-1 0 0,-6 5 0,9-9 0,0 0 0,-1 0 0,1 0 0,0 0 0,0 0 0,-1 0 0,1 0 0,0 0 0,-1 0 0,1 0 0,0 0 0,0 0 0,-1 0 0,1 0 0,0 0 0,0 0 0,-1 0 0,1 0 0,0 0 0,0-1 0,-1 1 0,1 0 0,0 0 0,0 0 0,-1 0 0,1-1 0,0 1 0,0 0 0,0 0 0,0-1 0,-1 1 0,1 0 0,0 0 0,0 0 0,0-1 0,0 1 0,0 0 0,0-1 0,0 1 0,0 0 0,0 0 0,-1-1 0,1 1 0,0 0 0,0 0 0,1-1 0,-1 0 0,-3-15 0,3 15 0,1-12 0,-1-1 0,2 1 0,0-1 0,1 1 0,0 0 0,1 0 0,6-17 0,-4 15 0,0-1 0,-2-1 0,0 1 0,2-24 0,-5-12 0,-1 34 0,0 1 0,1-1 0,1 1 0,1 0 0,0 0 0,10-32 0,-9 41 0,-1-1 0,0 1 0,1 0 0,0 0 0,0 1 0,10-14 0,-11 18 0,-1 1 0,1-1 0,0 1 0,0 0 0,1 0 0,-1 0 0,0 0 0,1 0 0,-1 1 0,1 0 0,0-1 0,-1 1 0,1 1 0,0-1 0,-1 0 0,8 1 0,-2-1 0,0 0 0,1 1 0,-1 1 0,0-1 0,0 1 0,0 1 0,17 4 0,-22-4 0,-1 0 0,1-1 0,-1 2 0,1-1 0,-1 0 0,0 1 0,0-1 0,0 1 0,-1 0 0,1 0 0,0 0 0,-1 0 0,0 0 0,0 1 0,0-1 0,0 1 0,0-1 0,-1 1 0,0 0 0,2 7 0,-1-6 0,-1 1 0,0-1 0,0 1 0,-1-1 0,1 1 0,-1 0 0,0 0 0,-1-1 0,1 1 0,-1 0 0,0-1 0,-1 1 0,1-1 0,-4 7 0,3-8 0,-1 0 0,1 0 0,-1 0 0,0 0 0,0-1 0,0 1 0,0-1 0,-1 0 0,1 0 0,-1 0 0,0-1 0,0 1 0,0-1 0,0 0 0,0 0 0,-1 0 0,1-1 0,-5 2 0,-33 10 0,-75 38 0,116-51 0,-7 3 0,1-1 0,0 0 0,-1 0 0,-13 1 0,16-3 0,0 0 0,0 1 0,0-1 0,1 1 0,-1 0 0,0 1 0,1-1 0,-1 1 0,1 0 0,-1 0 0,1 1 0,-5 2 0,8-4 0,0 0 0,1 0 0,-1 0 0,0 0 0,1 0 0,-1 0 0,1 0 0,-1 0 0,1 0 0,-1 0 0,1 0 0,0 0 0,0 0 0,-1 0 0,1 1 0,0-1 0,0 0 0,0 0 0,0 0 0,0 0 0,0 0 0,1 0 0,-1 1 0,0-1 0,1 0 0,-1 0 0,0 0 0,1 0 0,-1 0 0,1 0 0,0 0 0,-1 0 0,1 0 0,0 0 0,0-1 0,-1 1 0,1 0 0,0 0 0,0-1 0,0 1 0,0 0 0,2 0 0,3 4 0,1-1 0,0 0 0,1 0 0,11 4 0,58 24 0,50 16 0,25-4 0,-71-24 76,-59-15-556,0 0-1,39 15 1,-45-13-6346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13.8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282 86 24575,'-1'5'0,"-1"-1"0,0 1 0,0 0 0,0 0 0,-1-1 0,1 1 0,-1-1 0,0 0 0,-1 1 0,1-2 0,-7 7 0,-222 211 0,231-220 0,0 0 0,0 0 0,0 0 0,1 0 0,-1 0 0,0 0 0,0 0 0,0 0 0,1 0 0,-1 0 0,0 1 0,1-1 0,-1 0 0,1 0 0,0 1 0,-1-1 0,1 0 0,0 1 0,0-1 0,0 0 0,0 1 0,0-1 0,0 0 0,0 1 0,0-1 0,1 2 0,0-1 0,0 0 0,1 0 0,-1 0 0,1-1 0,-1 1 0,1 0 0,0 0 0,-1-1 0,1 1 0,0-1 0,0 0 0,0 0 0,4 2 0,8 4 0,1-2 0,0 0 0,23 5 0,-35-9 0,32 4 0,1-1 0,-1-2 0,0-1 0,37-4 0,9 1 0,-77 2 0,-1 0 0,1 0 0,-1 0 0,1 0 0,0-1 0,-1 0 0,1 1 0,-1-1 0,0-1 0,1 1 0,-1 0 0,0-1 0,1 0 0,4-3 0,-6 2 0,0 1 0,0-1 0,0 0 0,0 1 0,0-1 0,-1 0 0,0 0 0,1 0 0,-1-1 0,0 1 0,0 0 0,-1 0 0,1-1 0,-1 1 0,1 0 0,-1-5 0,-3-109 0,1 306 0,-10-110 0,7-52 0,-3 43 0,8-62 0,0-5 0,0 0 0,0 0 0,0 0 0,0 1 0,0-1 0,-1 0 0,0 0 0,1 0 0,-1 0 0,0 0 0,0 0 0,-1 0 0,-1 3 0,2-6 0,1 1 0,0-1 0,0 0 0,-1 0 0,1 0 0,0 0 0,-1 0 0,1 0 0,0 0 0,-1 0 0,1-1 0,0 1 0,0 0 0,-1 0 0,1 0 0,0 0 0,-1 0 0,1 0 0,0 0 0,0-1 0,-1 1 0,1 0 0,0 0 0,0 0 0,0-1 0,-1 1 0,1 0 0,0 0 0,0-1 0,0 1 0,0 0 0,-1 0 0,1-1 0,0 1 0,0 0 0,0-1 0,0 1 0,0 0 0,0 0 0,0-1 0,0 1 0,0 0 0,0-1 0,0 1 0,0 0 0,0-1 0,0 1 0,0 0 0,-3-17 0,4 6 0,1 1 0,0-1 0,1 1 0,-1 0 0,2-1 0,8-18 0,3-9 0,-11 28 0,1 1 0,-1-1 0,2 0 0,-1 1 0,1 0 0,9-9 0,1-4 0,-12 14 0,0 1 0,0-1 0,-1 0 0,0 0 0,-1 0 0,0 0 0,0-1 0,1-11 0,-2 9 0,1 0 0,1 0 0,0 1 0,6-16 0,0 2 0,7-19 0,-15 42 0,-1 0 0,1-1 0,-1 1 0,1 0 0,0-1 0,0 1 0,0 0 0,0 0 0,0 0 0,0 0 0,0 0 0,0 0 0,0 0 0,0 0 0,0 1 0,1-1 0,-1 0 0,0 1 0,1-1 0,-1 1 0,0-1 0,3 0 0,-2 2 0,0-1 0,0 1 0,0-1 0,-1 1 0,1 0 0,0-1 0,0 1 0,-1 0 0,1 0 0,-1 0 0,1 0 0,-1 1 0,1-1 0,-1 0 0,0 1 0,1-1 0,-1 1 0,0-1 0,0 1 0,0-1 0,0 1 0,0 0 0,-1 0 0,1-1 0,1 5 0,1 2 0,-1 1 0,0 0 0,2 17 0,-1 204 0,-6-117 0,2-197 0,3-148 0,-1 226 0,0 1 0,0 0 0,0 0 0,0 0 0,1 1 0,0-1 0,0 0 0,0 0 0,1 1 0,-1 0 0,1-1 0,0 1 0,0 0 0,1 0 0,-1 1 0,8-7 0,-9 9 0,0-1 0,0 1 0,1 0 0,-1-1 0,0 1 0,1 0 0,-1 1 0,1-1 0,-1 0 0,1 1 0,0-1 0,-1 1 0,1 0 0,-1 0 0,1 0 0,0 0 0,-1 0 0,1 1 0,-1-1 0,1 1 0,-1 0 0,1 0 0,-1 0 0,1 0 0,-1 0 0,0 0 0,1 1 0,-1-1 0,0 1 0,0-1 0,0 1 0,0 0 0,2 2 0,3 5 0,0-1 0,-1 1 0,0 0 0,0 1 0,7 16 0,16 26 0,-4-7 0,-19-34 0,0-1 0,0 1 0,0-1 0,11 10 0,1 4 0,8 7 0,-8-12 0,-13-14 0,0 0 0,0 0 0,1 0 0,0-1 0,11 8 0,-15-11 0,0 0 0,0-1 0,-1 1 0,1-1 0,0 1 0,0-1 0,0 0 0,0 0 0,0 1 0,0-1 0,0-1 0,-1 1 0,1 0 0,0 0 0,0-1 0,0 1 0,0-1 0,0 1 0,-1-1 0,1 0 0,0 0 0,-1 0 0,1 0 0,0 0 0,-1 0 0,1 0 0,1-3 0,2-1 0,-1 0 0,1 0 0,-1 0 0,-1 0 0,1-1 0,-1 1 0,0-1 0,0 0 0,0 0 0,1-7 0,2-9 0,5-37 0,-8 38 0,11-38 0,0 12 0,14-90 0,-24 93 0,-4 35 0,1 0 0,-1 0 0,2 0 0,-1 0 0,1 0 0,1 0 0,0 0 0,6-13 0,-9 21 0,1 0 0,0 0 0,-1 0 0,1 0 0,0 0 0,0 0 0,-1 0 0,1 0 0,0 1 0,0-1 0,0 0 0,0 1 0,0-1 0,0 0 0,0 1 0,0-1 0,1 1 0,-1 0 0,0-1 0,0 1 0,0 0 0,1 0 0,1-1 0,0 2 0,-1-1 0,0 1 0,1-1 0,-1 1 0,0 0 0,1 0 0,-1 0 0,0 0 0,0 0 0,0 1 0,3 1 0,1 1 0,-1 1 0,0 0 0,0 0 0,0 0 0,-1 1 0,0-1 0,6 10 0,10 22 0,-13-25 0,0 1 0,9 24 0,16 43 0,-23-61 0,-1-1 0,-1 2 0,-1-1 0,0 1 0,-1-1 0,3 34 0,-8-49 0,1 26 0,1 0 0,9 41 0,-2-16 0,-11-84 0,2 15 0,-1-1 0,-5-28 0,-11-18 0,-23-101 0,36 136 0,1 0 0,0 0 0,2-1 0,3-35 0,-1 57 0,-1 1 0,1-1 0,0 1 0,0-1 0,1 1 0,-1-1 0,1 1 0,0 0 0,0 0 0,1 0 0,-1 0 0,1 0 0,0 0 0,0 1 0,0-1 0,0 1 0,1 0 0,-1 0 0,1 0 0,0 0 0,0 1 0,0-1 0,0 1 0,0 0 0,1 1 0,-1-1 0,6-1 0,-4 2 0,-1 0 0,1 0 0,-1 1 0,1 0 0,-1 0 0,1 0 0,-1 1 0,1-1 0,-1 1 0,1 1 0,-1-1 0,0 1 0,0 0 0,0 0 0,0 0 0,0 1 0,0 0 0,0 0 0,-1 0 0,1 0 0,-1 1 0,0 0 0,3 4 0,47 47 0,-34-36 0,-1 2 0,29 39 0,-30-33 0,-1 1 0,0 1 0,17 46 0,-30-65 0,-1 0 0,0 0 0,-1 1 0,0-1 0,-1 1 0,0-1 0,-1 1 0,0-1 0,0 1 0,-1-1 0,-1 1 0,0-1 0,0 1 0,-1-1 0,-4 11 0,4-17 0,1 0 0,-1 1 0,0-1 0,0 0 0,-1-1 0,1 1 0,-1-1 0,0 1 0,0-1 0,0 0 0,0 0 0,0-1 0,-1 1 0,-7 2 0,-7 3 0,-1-1 0,-22 6 0,11-8 0,0-1 0,-1-1 0,1-2 0,-55-4 0,5 0 0,68 3-114,4 1-136,0-1-1,0-1 1,0 0 0,-11-2 0,4-3-6576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4.2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13 243 24575,'-1'0'0,"1"1"0,-1-1 0,1 0 0,-1 0 0,1-1 0,0 1 0,-1 0 0,1 0 0,-1 0 0,1 0 0,-1 0 0,1 0 0,-1-1 0,1 1 0,0 0 0,-1 0 0,1 0 0,0-1 0,-1 1 0,1 0 0,0-1 0,-1 1 0,1 0 0,0-1 0,-1 1 0,1 0 0,0-1 0,0 1 0,0-1 0,-1 1 0,1-1 0,0 1 0,0 0 0,0-1 0,0 1 0,0-1 0,0 1 0,0-1 0,0 1 0,0-1 0,0 1 0,0-1 0,0 1 0,0 0 0,0-1 0,0 1 0,0-1 0,0 1 0,1-1 0,-1 1 0,0 0 0,0-1 0,1 1 0,-1 0 0,0-1 0,1 1 0,-1 0 0,1-1 0,17-23 0,45-25 0,38-34 0,-94 76 0,0-1 0,-1-1 0,0 1 0,9-16 0,-8 11 0,-3 52 0,-4 42 0,-3 68 0,-21-24-1365,23-105-5461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4.4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263 0 24575,'2'0'0,"0"0"0,0 0 0,-1 1 0,1-1 0,0 0 0,0 1 0,0-1 0,0 1 0,-1-1 0,1 1 0,0 0 0,0 0 0,-1 0 0,1 0 0,-1 0 0,1 0 0,-1 0 0,1 0 0,-1 1 0,0-1 0,1 1 0,1 2 0,-2-1 0,1 1 0,-1-1 0,0 1 0,1-1 0,-2 1 0,1 0 0,0-1 0,-1 1 0,0 0 0,1 0 0,-2 4 0,1-1 0,-1 0 0,0-1 0,0 1 0,0 0 0,-1-1 0,0 1 0,-1-1 0,1 0 0,-1 1 0,-1-1 0,1-1 0,-1 1 0,-4 5 0,-5-1 0,0 0 0,0 0 0,-29 13 0,14-8 0,10-5 51,-36 12 0,37-17-417,0 2-1,1 0 0,-17 11 0,21-10-6459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5.2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1 447 24575,'22'0'0,"-1"-1"0,1-1 0,-1-1 0,25-6 0,-36 6 0,0 0 0,1-1 0,-2 0 0,1-1 0,0 0 0,-1-1 0,0 0 0,-1 0 0,1-1 0,9-10 0,155-158 0,-129 120 0,-13 16 0,-27 33 0,-1 1 0,1-1 0,0 1 0,0 0 0,0 1 0,1-1 0,0 1 0,7-6 0,-11 10 0,-1 0 0,1 0 0,-1 1 0,1-1 0,-1 0 0,1 0 0,-1 0 0,1 1 0,-1-1 0,0 0 0,1 0 0,-1 1 0,1-1 0,-1 0 0,1 1 0,-1-1 0,0 1 0,1-1 0,-1 0 0,0 1 0,0-1 0,1 1 0,-1-1 0,0 1 0,0-1 0,0 1 0,1-1 0,-1 1 0,0-1 0,0 1 0,0-1 0,0 1 0,0-1 0,0 1 0,0-1 0,0 1 0,0-1 0,0 1 0,-1 0 0,3 27 0,-2-26 0,-2 95 0,2 61 0,1-154 0,0-1 0,0 1 0,0-1 0,0 1 0,1-1 0,-1 0 0,1 1 0,0-1 0,0 0 0,0 0 0,0 0 0,0 0 0,1-1 0,-1 1 0,1-1 0,0 1 0,0-1 0,0 0 0,0 0 0,4 2 0,-5-3 0,-1 0 0,1 0 0,0-1 0,0 1 0,0 0 0,0-1 0,0 1 0,0-1 0,0 0 0,0 0 0,0 1 0,0-1 0,0-1 0,0 1 0,0 0 0,0 0 0,0-1 0,0 1 0,0-1 0,0 0 0,0 0 0,0 1 0,0-1 0,-1 0 0,1-1 0,0 1 0,-1 0 0,1 0 0,0-1 0,-1 1 0,0-1 0,1 1 0,-1-1 0,0 0 0,0 1 0,2-4 0,61-127 0,-19 34 0,-33 69 0,1 1 0,1 0 0,26-38 0,-39 66 0,-1-1 0,0 1 0,0-1 0,0 1 0,0-1 0,1 1 0,-1-1 0,0 1 0,1 0 0,-1-1 0,0 1 0,1-1 0,-1 1 0,0 0 0,1-1 0,-1 1 0,1 0 0,-1 0 0,0-1 0,1 1 0,-1 0 0,1 0 0,-1 0 0,1 0 0,-1-1 0,1 1 0,-1 0 0,1 0 0,-1 0 0,1 0 0,-1 0 0,1 0 0,-1 0 0,1 0 0,-1 1 0,1-1 0,0 0 0,0 1 0,0 1 0,0-1 0,-1 0 0,1 1 0,0-1 0,-1 1 0,1-1 0,-1 1 0,0-1 0,1 1 0,-1 0 0,0 1 0,1 60 0,-1-56 0,-3 199-1365,3-184-5461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6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0 382 24575,'6'0'0,"-1"-1"0,1 1 0,-1-1 0,1 0 0,-1 0 0,0 0 0,0-1 0,1 0 0,-1 0 0,0 0 0,0-1 0,-1 0 0,7-4 0,-4 1 0,-1 1 0,0-2 0,0 1 0,-1 0 0,0-1 0,0 0 0,-1 0 0,5-9 0,-7 13 0,0-1 0,0 0 0,1 1 0,-1-1 0,1 1 0,0 0 0,0 0 0,7-5 0,-4 3 0,92-96 0,-81 85 0,28-32 0,-22 22 0,-12 13 0,-8 8 0,1 0 0,0 0 0,0 0 0,0 1 0,1 0 0,0 0 0,-1 0 0,8-4 0,-11 8 0,0 0 0,0 0 0,-1 0 0,1 1 0,0-1 0,-1 0 0,1 0 0,0 1 0,-1-1 0,1 0 0,-1 1 0,1-1 0,-1 1 0,1-1 0,-1 1 0,1-1 0,-1 1 0,1-1 0,-1 1 0,1-1 0,-1 1 0,0 0 0,1-1 0,-1 1 0,0 0 0,0-1 0,1 1 0,-1 0 0,0-1 0,0 1 0,0 0 0,0-1 0,0 1 0,0 1 0,3 29 0,-3-29 0,1 35 0,0-9 0,0-1 0,10 48 0,-7-45 0,-4-25 0,0 0 0,0 0 0,1-1 0,0 1 0,0-1 0,0 1 0,0 0 0,1-1 0,0 0 0,-1 1 0,2-1 0,-1 0 0,4 5 0,-6-9 0,1 1 0,-1-1 0,1 1 0,-1-1 0,1 1 0,0-1 0,-1 1 0,1-1 0,-1 0 0,1 1 0,0-1 0,-1 0 0,1 0 0,0 0 0,0 1 0,-1-1 0,1 0 0,0 0 0,-1 0 0,1 0 0,0 0 0,0 0 0,-1-1 0,1 1 0,0 0 0,-1 0 0,1 0 0,1-1 0,-1 0 0,1 0 0,0 0 0,-1-1 0,1 1 0,-1 0 0,0-1 0,1 1 0,-1-1 0,0 0 0,1-1 0,18-42 0,-10 15 0,1 0 0,2 1 0,31-53 0,-44 81 0,0 1 0,0-1 0,0 1 0,0-1 0,1 1 0,-1 0 0,0-1 0,0 1 0,1-1 0,-1 1 0,0 0 0,1-1 0,-1 1 0,0 0 0,1-1 0,-1 1 0,1 0 0,-1-1 0,0 1 0,1 0 0,-1 0 0,1 0 0,-1 0 0,1-1 0,-1 1 0,1 0 0,-1 0 0,1 0 0,-1 0 0,1 0 0,-1 0 0,1 0 0,-1 0 0,1 0 0,-1 0 0,1 0 0,-1 1 0,0-1 0,1 0 0,-1 0 0,1 0 0,-1 1 0,1-1 0,-1 0 0,0 0 0,1 1 0,-1-1 0,1 0 0,-1 1 0,0-1 0,1 0 0,-1 1 0,0-1 0,0 1 0,1-1 0,-1 1 0,0-1 0,0 0 0,0 1 0,0-1 0,1 1 0,-1 0 0,12 40 0,-10-30 0,3 9 0,-2 0 0,0 0 0,-1 1 0,-2 24 0,2 20 0,-2-62 8,1-1 0,-1 0 0,0 1 0,1-1 0,0 0 0,-1 0 0,1 1 0,0-1 0,0 0 0,0 0 0,1 0 0,-1 0 0,0 0 0,3 3 0,-3-5-53,0 1 0,0 0 0,0-1 0,0 1 0,0-1 0,0 1 0,0-1 0,0 1 0,0-1 0,0 0 0,0 0 0,0 1 0,1-1 0,-1 0 0,0 0 0,0 0 0,0 0 0,0 0 0,0 0 0,0-1 0,0 1 0,1 0 0,-1 0 0,0-1 0,0 1 0,0-1 0,0 1 0,0-1 0,0 1 0,0-1 0,-1 0 0,2 0 0,9-9-6781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7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93 1 24575,'1'18'0,"-1"0"0,0 0 0,-2 0 0,0 0 0,-1 0 0,-1 0 0,-1-1 0,-12 32 0,-1 6 0,-3 6 0,18-54 0,-1 1 0,1-1 0,0 1 0,1 0 0,0 0 0,-3 15 0,5-22 0,0 1 0,0 0 0,0 0 0,1 0 0,-1 0 0,0 0 0,1-1 0,-1 1 0,1 0 0,-1 0 0,1 0 0,0-1 0,0 1 0,0-1 0,0 1 0,0 0 0,0-1 0,0 1 0,1-1 0,-1 0 0,0 0 0,1 1 0,-1-1 0,1 0 0,-1 0 0,1 0 0,0 0 0,-1-1 0,1 1 0,0 0 0,0-1 0,0 1 0,-1-1 0,1 0 0,2 1 0,23 2 0,1-1 0,-1-1 0,46-5 0,0 1 0,-55 2 0,-1-1 0,0 0 0,0-2 0,32-9 0,64-31 0,-112 43 0,2-1 0,0 0 0,1 0 0,-2 0 0,1 0 0,0 0 0,0-1 0,-1 0 0,1 1 0,-1-1 0,0 0 0,0 0 0,0 0 0,0 0 0,-1-1 0,1 1 0,-1 0 0,0-1 0,0 1 0,0-1 0,0 1 0,-1-1 0,1-4 0,1-13 0,-2 1 0,-3-39 0,1 23 0,0 8 0,1 15 0,1 1 0,0 0 0,0 0 0,1 0 0,4-19 0,-5 30 0,0 1 0,0-1 0,0 1 0,0-1 0,0 1 0,0 0 0,0-1 0,0 1 0,0-1 0,1 1 0,-1 0 0,0-1 0,0 1 0,0-1 0,0 1 0,1 0 0,-1-1 0,0 1 0,1 0 0,-1-1 0,0 1 0,1 0 0,-1-1 0,0 1 0,1 0 0,-1 0 0,0 0 0,1-1 0,-1 1 0,1 0 0,-1 0 0,1 0 0,5 12 0,0 25 0,-6-15 0,-1 1 0,-1 0 0,-7 34 0,4-30 0,-3 53 0,8-73 0,0-3 0,0-1 0,0 0 0,0 0 0,0 0 0,0 1 0,-1-1 0,1 0 0,-1 0 0,0 0 0,0 0 0,0 0 0,0 0 0,-3 4 0,4-7 0,0 0 0,-1 0 0,1 0 0,0 0 0,-1 0 0,1 0 0,0 0 0,-1 0 0,1 0 0,0 0 0,0 0 0,-1 0 0,1 0 0,0 0 0,-1 0 0,1 0 0,0-1 0,0 1 0,-1 0 0,1 0 0,0 0 0,0 0 0,-1-1 0,1 1 0,0 0 0,0 0 0,0 0 0,0-1 0,-1 1 0,1 0 0,0 0 0,0-1 0,0 1 0,0 0 0,0-1 0,0 1 0,-1 0 0,1 0 0,0-1 0,0 1 0,0 0 0,0-1 0,0 1 0,0 0 0,0-1 0,0 1 0,0 0 0,1-1 0,-5-16 0,2 1 0,1 0 0,0 0 0,2 0 0,-1 0 0,2 0 0,3-15 0,-3 21 0,1 1 0,0 0 0,1 0 0,0 0 0,0 0 0,1 1 0,0-1 0,1 1 0,-1 0 0,1 1 0,9-8 0,-11 11 0,0 0 0,0 0 0,0 1 0,1 0 0,0 0 0,-1 0 0,1 0 0,0 1 0,1 0 0,-1 0 0,0 0 0,1 1 0,-1 0 0,0 0 0,9-1 0,-11 2 0,1 1 0,0-1 0,-1 1 0,1-1 0,0 1 0,-1 0 0,1 0 0,-1 1 0,1-1 0,-1 1 0,0 0 0,1 0 0,-1 0 0,0 0 0,0 0 0,-1 1 0,1-1 0,0 1 0,-1 0 0,0 0 0,1 0 0,-1 0 0,0 0 0,1 4 0,47 111 0,-41-95 0,-5-14 0,-1 1 0,2-1 0,-1 0 0,1-1 0,7 9 0,-11-15 0,-1-1 0,1 0 0,0 0 0,0 0 0,0 0 0,1 0 0,-1 0 0,0 0 0,0-1 0,0 1 0,1 0 0,-1-1 0,0 1 0,1-1 0,-1 1 0,0-1 0,1 0 0,-1 1 0,1-1 0,-1 0 0,1 0 0,-1 0 0,1 0 0,-1 0 0,0 0 0,1-1 0,-1 1 0,1 0 0,-1-1 0,0 1 0,1-1 0,-1 0 0,0 1 0,0-1 0,1 0 0,-1 0 0,0 1 0,0-1 0,0 0 0,0 0 0,1-2 0,2-1 0,0 1 0,-1-1 0,0 0 0,0-1 0,0 1 0,0 0 0,-1-1 0,1 0 0,-1 1 0,-1-1 0,3-6 0,-1-5 0,0 0 0,1-20 0,-4 27 0,0 0 0,1 0 0,0 0 0,1 0 0,0 0 0,0 0 0,1 1 0,0-1 0,1 1 0,6-12 0,-10 19 0,1 1 0,-1-1 0,0 0 0,1 0 0,0 0 0,-1 1 0,1-1 0,-1 0 0,1 0 0,0 1 0,0-1 0,-1 1 0,1-1 0,0 0 0,0 1 0,0 0 0,0-1 0,0 1 0,-1 0 0,1-1 0,0 1 0,0 0 0,0 0 0,0 0 0,0-1 0,0 1 0,0 0 0,0 0 0,2 1 0,-1 0 0,-1 0 0,1 0 0,-1 0 0,1 1 0,-1-1 0,0 0 0,1 1 0,-1-1 0,0 1 0,0 0 0,0-1 0,0 1 0,1 3 0,4 9 0,-1 1 0,6 27 0,-11-41 0,32 121 0,-22-83 46,4 21-1457,-12-40-5415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7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41 24575,'35'0'0,"1"1"0,-1-2 0,1-1 0,57-11 0,-70 9 27,-1 1-1,1 1 1,42 3-1,-45 0-271,-1-1 0,1 0-1,-1-2 1,1 0 0,28-7 0,-32 4-6581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7.7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0 24575,'1'48'0,"0"-11"0,-2 0 0,-1 0 0,-12 65 0,10-80-341,1 0 0,1 0-1,0 25 1,2-26-6485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8.3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 3 24575,'-27'-1'0,"14"0"0,0 1 0,0 0 0,0 1 0,0 0 0,-17 5 0,27-5 0,0 0 0,0 0 0,0 0 0,0 1 0,0-1 0,0 1 0,1 0 0,-1 0 0,1 0 0,-1 0 0,1 0 0,0 1 0,0-1 0,0 0 0,0 1 0,0 0 0,0-1 0,1 1 0,-1 0 0,1 0 0,0 0 0,0 0 0,0 0 0,0 0 0,1 0 0,-1 6 0,-1 6 0,1 1 0,1-1 0,1 0 0,0 0 0,0 0 0,2 0 0,0 0 0,7 20 0,-9-29 0,1-1 0,1 1 0,-1-1 0,1 0 0,0 0 0,0 0 0,0 0 0,1-1 0,-1 1 0,1-1 0,0 0 0,1 0 0,-1 0 0,1-1 0,-1 1 0,1-1 0,0 0 0,0-1 0,1 1 0,-1-1 0,0 0 0,1 0 0,-1-1 0,11 2 0,38 0 0,-1-2 0,65-6 0,-44-10-1365,-52 11-5461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8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328 53 24575,'-1'-1'0,"1"-1"0,-1 0 0,0 1 0,0-1 0,0 1 0,0 0 0,0-1 0,0 1 0,0 0 0,-1-1 0,1 1 0,0 0 0,-1 0 0,1 0 0,-1 0 0,1 0 0,-4-1 0,-28-13 0,20 11 0,0 1 0,0 0 0,-1 1 0,1 1 0,-1 0 0,-14 2 0,18-1 0,0 1 0,0 0 0,0 0 0,1 2 0,-1-1 0,0 1 0,1 0 0,0 1 0,-9 5 0,14-6 0,-1 0 0,1 0 0,0 1 0,1 0 0,-1 0 0,1 0 0,-1 0 0,1 1 0,1-1 0,-1 1 0,0 0 0,1 0 0,0 0 0,0 0 0,1 0 0,0 0 0,-2 10 0,0 8 0,2 0 0,2 43 0,-1-41 0,0-21 0,1 0 0,-1 0 0,0 0 0,1 0 0,0 0 0,0 0 0,0 0 0,0 0 0,1-1 0,-1 1 0,1 0 0,0-1 0,0 1 0,5 5 0,-3-6 0,0 1 0,0-1 0,0 0 0,0-1 0,0 1 0,1-1 0,-1 1 0,1-1 0,0-1 0,-1 1 0,10 1 0,14 1 0,-1 0 0,1-3 0,0 0 0,54-6 0,-77 5 3,-1-1 0,1 0 0,-1 1 0,0-1 0,0-1 0,1 1 0,-1-1 0,0 0-1,0 0 1,0 0 0,0 0 0,-1 0 0,1-1 0,-1 0 0,1 0 0,-1 0 0,0 0 0,0 0 0,0-1-1,-1 1 1,1-1 0,-1 0 0,0 0 0,0 0 0,0 0 0,-1 0 0,1 0 0,0-5 0,2-10-117,-2 0 1,0 0 0,-1 0 0,0 0 0,-4-23 0,2 10-658,0 10-6055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9.1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54 24575,'0'-2'0,"0"0"0,0 0 0,0 0 0,0 1 0,-1-1 0,1 0 0,-1 0 0,1 1 0,-1-1 0,0 0 0,0 1 0,0-1 0,0 1 0,0-1 0,0 1 0,0 0 0,0-1 0,0 1 0,-1 0 0,-1-2 0,0 1 0,-1 0 0,0 0 0,1 0 0,-1 0 0,0 1 0,0 0 0,0 0 0,-6-2 0,-5 2 0,-1 0 0,1 0 0,-29 4 0,38-2 0,0 0 0,0 0 0,0 1 0,0 0 0,0 0 0,1 1 0,-1 0 0,1 0 0,-1 0 0,1 1 0,0-1 0,0 1 0,1 0 0,-1 1 0,1-1 0,0 1 0,0 0 0,0 0 0,1 0 0,0 0 0,0 1 0,0-1 0,-2 9 0,1-5 0,1 1 0,0-1 0,1 1 0,0 0 0,0 0 0,1 0 0,0 0 0,1 0 0,0 0 0,1 1 0,0-1 0,0 0 0,5 16 0,-4-23 0,0 1 0,-1-1 0,1 0 0,0 0 0,0 0 0,1 0 0,-1 0 0,1 0 0,-1-1 0,1 1 0,0-1 0,0 0 0,0 1 0,0-1 0,0-1 0,1 1 0,-1 0 0,0-1 0,1 0 0,-1 0 0,1 0 0,0 0 0,5 0 0,6 1 0,-1-1 0,0-1 0,1 0 0,24-4 0,-33 3 0,0-1 0,-1 0 0,1 0 0,-1 0 0,0-1 0,0 0 0,0 0 0,0 0 0,0 0 0,-1-1 0,1 0 0,-1 0 0,0 0 0,0 0 0,-1-1 0,1 0 0,-1 1 0,0-1 0,5-11 0,-3 4 0,1 0 0,-1-1 0,-1 0 0,-1 1 0,1-2 0,-2 1 0,2-22 0,-4-4-1365,0 28-5461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9.4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105 16 24575,'0'-1'0,"0"0"0,0 1 0,0-1 0,0 1 0,0-1 0,0 0 0,0 1 0,0-1 0,0 1 0,-1-1 0,1 1 0,0-1 0,0 0 0,-1 1 0,1-1 0,0 1 0,-1-1 0,1 1 0,0-1 0,-1 1 0,1 0 0,-1-1 0,1 1 0,-1-1 0,1 1 0,-1 0 0,1-1 0,-1 1 0,1 0 0,-2-1 0,-20 4 0,17-2 0,0 1 0,1 0 0,-1 1 0,0-1 0,1 1 0,-8 5 0,9-3 0,-1 0 0,1 1 0,0-1 0,0 0 0,0 1 0,1-1 0,0 1 0,0 0 0,0 0 0,1 0 0,-1 12 0,0-2 0,2 1 0,0-1 0,2 21 0,-1-33 0,0 0 0,-1-1 0,1 1 0,1 0 0,-1-1 0,0 1 0,1-1 0,0 1 0,0-1 0,0 0 0,0 1 0,0-1 0,1 0 0,-1-1 0,5 4 0,-2-1 0,0-1 0,1-1 0,0 1 0,0-1 0,0 0 0,0 0 0,1-1 0,6 2 0,8 1 0,0-1 0,0-2 0,1 0 0,28-1 0,76-2-1365,-105 1-5461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9.6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 24575,'500'0'0,"-451"-4"-1365,-28-1-5461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39.8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126 1 24575,'-1'0'0,"0"0"0,0 1 0,0-1 0,1 0 0,-1 0 0,0 1 0,0-1 0,1 1 0,-1-1 0,0 1 0,1-1 0,-1 1 0,0-1 0,1 1 0,-1 0 0,1-1 0,-1 1 0,1 0 0,-1 0 0,1-1 0,-1 1 0,1 0 0,-1 1 0,-7 24 0,5-17 0,-17 46 0,2 1 0,-18 108 0,25-103 57,-2 28-1479,12-68-5404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1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280 5 24575,'-56'-2'0,"34"1"0,-1 0 0,0 1 0,1 2 0,-27 4 0,45-5 0,0 0 0,0 1 0,0-1 0,0 1 0,0 0 0,0 0 0,0 0 0,1 0 0,-1 1 0,1-1 0,-1 1 0,1 0 0,0 0 0,0 0 0,0 1 0,1-1 0,-1 1 0,1-1 0,0 1 0,0 0 0,0 0 0,0 0 0,1 0 0,0 0 0,-1 5 0,-1 10 0,1-1 0,0 0 0,2 1 0,2 31 0,1-8 0,-3-32 0,0 0 0,1-1 0,1 1 0,-1-1 0,5 13 0,-4-18 0,-1 0 0,1-1 0,-1 0 0,1 1 0,0-1 0,0 0 0,1 0 0,-1 0 0,0 0 0,1 0 0,0 0 0,0-1 0,0 0 0,0 1 0,0-1 0,4 2 0,15 5 9,0 0-1,1-1 0,0-1 1,0-2-1,0 0 1,30 2-1,143-4-375,-111-4-690,-64 1-5769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2.3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181 129 24575,'0'-1'0,"0"-1"0,0 0 0,-1 0 0,1 0 0,0 1 0,-1-1 0,1 0 0,-1 1 0,0-1 0,0 0 0,0 1 0,1-1 0,-1 1 0,-1-1 0,1 1 0,0-1 0,0 1 0,0 0 0,-3-2 0,1 1 0,-1-1 0,1 1 0,-1 0 0,0 1 0,0-1 0,0 1 0,0-1 0,-6 0 0,3 1 0,0 0 0,-1 0 0,1 0 0,-1 1 0,1 1 0,-1-1 0,1 1 0,-1 0 0,-11 4 0,17-4 0,0 0 0,-1 1 0,1-1 0,0 1 0,0 0 0,0-1 0,0 1 0,0 0 0,0 0 0,0 0 0,1 1 0,-1-1 0,1 0 0,0 1 0,-1-1 0,1 1 0,0-1 0,0 1 0,1-1 0,-1 1 0,1 0 0,-1 4 0,-1 7 0,2 1 0,-1-1 0,3 16 0,-1-12 0,-1-14 0,0 0 0,0 0 0,1 0 0,0 0 0,-1 0 0,1 0 0,0 0 0,1 0 0,-1-1 0,1 1 0,0 0 0,0-1 0,3 6 0,-2-7 0,-1 1 0,1-1 0,0 0 0,0-1 0,0 1 0,0 0 0,0-1 0,0 1 0,0-1 0,0 0 0,1 0 0,-1 0 0,0-1 0,1 1 0,-1-1 0,6 0 0,3 1 0,1-1 0,0 0 0,0-1 0,-1 0 0,20-5 0,-27 4 0,1 1 0,-1-1 0,-1 0 0,1 0 0,0-1 0,0 0 0,-1 1 0,0-2 0,1 1 0,-1 0 0,0-1 0,-1 0 0,1 0 0,-1 0 0,6-9 0,-4 5 0,0-1 0,-1 0 0,0 0 0,-1 0 0,0 0 0,0-1 0,-1 1 0,0-1 0,-1 0 0,0-11 0,-1 14 0,0 0 0,-1 0 0,0 0 0,0 0 0,0 1 0,-1-1 0,0 0 0,-1 1 0,1-1 0,-1 1 0,-1 0 0,1 0 0,-1 0 0,-8-10 0,11 16 0,1 0 0,-1-1 0,1 1 0,-1 0 0,1-1 0,0 1 0,-1-1 0,1 1 0,-1-1 0,1 1 0,0-1 0,-1 1 0,1-1 0,0 1 0,0-1 0,-1 1 0,1-1 0,0 1 0,0-1 0,0 0 0,0 1 0,0-1 0,0 1 0,0-1 0,0 1 0,0-1 0,0 0 0,0 1 0,0-1 0,0 1 0,0-1 0,0 0 0,1 1 0,-1-1 0,1 0 0,0 0 0,0 1 0,1-1 0,-1 1 0,1-1 0,-1 1 0,0 0 0,1-1 0,-1 1 0,1 0 0,-1 0 0,1 0 0,-1 0 0,3 0 0,5 1 0,0 0 0,-1 1 0,1 0 0,10 4 0,-10-1 0,0 1 0,0 0 0,-1 0 0,0 1 0,0 0 0,-1 0 0,0 1 0,0-1 0,0 2 0,-1-1 0,5 11 0,29 35 0,-36-49 0,0 0 0,-1 0 0,0 0 0,0 1 0,0 0 0,-1-1 0,4 12 0,-5-12 0,-1-8 0,0 1 0,0-1 0,0 1 0,0-1 0,0 1 0,0-1 0,1 1 0,-1-1 0,1 1 0,-1-1 0,1 1 0,0 0 0,0-1 0,0 1 0,0 0 0,1 0 0,-1 0 0,1 0 0,-1 0 0,1 0 0,0 0 0,-1 0 0,1 1 0,0-1 0,5-2 0,-2 0 0,0 0 0,1 0 0,0 1 0,0 0 0,0 0 0,0 0 0,0 1 0,1 0 0,11-2 0,-11 3 0,-1 0 0,1 1 0,0 0 0,0 0 0,-1 1 0,1 0 0,0 0 0,10 4 0,-14-4 0,0 0 0,0 1 0,0 0 0,0-1 0,0 1 0,0 0 0,0 0 0,-1 1 0,1-1 0,-1 0 0,0 1 0,0 0 0,0-1 0,0 1 0,0 0 0,0 0 0,-1 0 0,1 0 0,0 5 0,28 102 0,-29-106-1365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2.6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93 1 24575,'0'524'0,"0"-517"-59,0-1 0,-1 1-1,1-1 1,-1 0-1,0 1 1,-1-1 0,1 0-1,-2 0 1,1 0 0,0 0-1,-1 0 1,0 0 0,0-1-1,-1 1 1,0-1-1,0 0 1,0 0 0,0 0-1,-1-1 1,0 0 0,0 1-1,-9 5 1,-7 0-6767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2.8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52 24575,'1'-1'0,"-1"1"0,0-1 0,1 0 0,-1 0 0,0 0 0,1 0 0,-1 0 0,1 0 0,0 0 0,-1 0 0,1 1 0,0-1 0,-1 0 0,1 1 0,0-1 0,0 0 0,0 1 0,0-1 0,0 1 0,-1-1 0,1 1 0,0-1 0,0 1 0,0 0 0,0 0 0,0-1 0,2 1 0,35-5 0,-27 3 0,41-8 0,-30 5 0,1 1 0,34-2 0,-38 5-110,0 0 191,-1 1 1,33 4-1,-45-3-181,-1 0 0,0 1 0,0-1 0,0 1 0,0 0 0,0 0 0,0 1 0,0-1 0,-1 1 1,1 0-1,-1 0 0,0 1 0,0-1 0,4 6 0,2 3-6726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3.6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1 121 24575,'0'1'0,"0"0"0,1 0 0,-1 0 0,1 0 0,-1 0 0,1 0 0,0 0 0,-1 0 0,1 0 0,0 0 0,0 0 0,0-1 0,0 1 0,0 0 0,0 0 0,0-1 0,0 1 0,0-1 0,0 1 0,0-1 0,0 1 0,0-1 0,0 0 0,0 1 0,1-1 0,-1 0 0,2 0 0,38 5 0,-37-5 0,6 1 0,17 0 0,34-1 0,-54 0 0,0-1 0,0 0 0,-1 0 0,1-1 0,-1 0 0,1 0 0,-1 0 0,0-1 0,0 1 0,10-8 0,-13 8 0,-1 0 0,0 0 0,0 0 0,0 0 0,0-1 0,-1 1 0,1 0 0,-1-1 0,1 0 0,-1 1 0,0-1 0,0 0 0,0 1 0,-1-1 0,1 0 0,0 0 0,-1 0 0,0 0 0,0 0 0,0 0 0,0 0 0,0 0 0,0 1 0,-1-1 0,0 0 0,1 0 0,-1 0 0,0 0 0,0 1 0,-3-5 0,3 5 0,0 0 0,0-1 0,-1 1 0,1 0 0,-1 0 0,1 0 0,-1 0 0,0 1 0,0-1 0,0 0 0,0 1 0,0-1 0,0 1 0,0 0 0,0-1 0,-1 1 0,1 0 0,0 1 0,-1-1 0,1 0 0,-1 1 0,1-1 0,-1 1 0,1 0 0,-1 0 0,1 0 0,-1 0 0,1 0 0,-1 0 0,1 1 0,-1-1 0,1 1 0,0 0 0,-1 0 0,-3 1 0,2 1 0,-1-1 0,1 1 0,0 1 0,0-1 0,0 0 0,0 1 0,0 0 0,1 0 0,-1 0 0,1 0 0,0 1 0,1-1 0,-1 1 0,1-1 0,0 1 0,0 0 0,0 0 0,0 0 0,1 0 0,-1 7 0,0 5 0,1 1 0,0-1 0,1 1 0,5 32 0,-5-47 0,0-1 0,1 0 0,-1 1 0,1-1 0,0 1 0,0-1 0,0 0 0,0 0 0,0 1 0,0-1 0,1 0 0,-1 0 0,1 0 0,-1 0 0,1-1 0,0 1 0,0 0 0,0-1 0,2 2 0,0-1 0,0 0 0,0 0 0,0 0 0,0-1 0,0 0 0,1 0 0,-1 0 0,0 0 0,1-1 0,4 1 0,3-2 0,1 1 0,-1-2 0,1 0 0,-1 0 0,0-1 0,22-8 0,-29 8 0,0 0 0,1 0 0,-1 0 0,0-1 0,-1 1 0,1-1 0,-1 0 0,0-1 0,1 1 0,2-6 0,30-51 0,-35 59 0,1-1 0,0 0 0,0 1 0,0-1 0,0 1 0,0 0 0,1 0 0,-1 0 0,1 0 0,5-1 0,12-8 0,-4 1 0,-1 0 0,1 1 0,0 1 0,1 1 0,0 0 0,26-5 0,-36 10 0,1 0 0,0 1 0,0 1 0,-1 0 0,1 0 0,0 0 0,10 3 0,-14-2 0,-1 0 0,1 0 0,-1 1 0,1-1 0,-1 1 0,1 1 0,-1-1 0,0 0 0,0 1 0,0 0 0,-1 0 0,1 0 0,6 8 0,-7-7 0,-1 0 0,1 1 0,-1 0 0,0-1 0,0 1 0,0 0 0,-1 0 0,0 0 0,0 0 0,0 1 0,0 8 0,5 22 0,-6-35-57,0 0 0,0 0 1,1 0-1,-1 0 0,0-1 0,0 1 0,1 0 0,-1 0 0,1 0 0,-1-1 0,1 1 1,-1 0-1,1-1 0,-1 1 0,1 0 0,0-1 0,-1 1 0,1-1 0,0 1 1,0-1-1,-1 1 0,1-1 0,1 1 0,7 0-6769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3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24575,'1'1'0,"0"-1"0,0 1 0,0-1 0,0 1 0,0-1 0,0 1 0,0 0 0,0-1 0,0 1 0,0 0 0,0 0 0,0 0 0,-1-1 0,1 1 0,0 0 0,-1 0 0,1 0 0,0 0 0,-1 1 0,0-1 0,1 0 0,-1 0 0,1 0 0,-1 0 0,0 0 0,0 1 0,0 1 0,5 38 0,-5-37 0,3 301 0,-5-157 0,2-144-91,0-1 0,0 1 0,0 0 0,0 0 0,-1 0 0,1-1 0,-1 1 0,0 0 0,0 0 0,0-1 0,-1 1 0,1-1 0,-1 1 0,-3 3 0,-5 4-6735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4.0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 24575,'50'-2'0,"49"-9"0,-50 5 0,54-1 0,-26 6 0,94 4 0,-72 16-1365,-77-16-5461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4.2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48 24575,'49'-2'0,"51"-9"0,-52 5 0,55-1 0,-89 6 9,-1 0 1,1-1-1,18-5 0,-1 0-1411,-13 3-5424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4.4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1 24575,'-2'0'0,"0"0"0,0 1 0,0-1 0,1 1 0,-1-1 0,0 1 0,1 0 0,-1-1 0,0 1 0,1 0 0,-1 0 0,1 0 0,-1 0 0,1 1 0,0-1 0,-1 0 0,1 0 0,0 1 0,0-1 0,0 1 0,0-1 0,0 1 0,0 0 0,1-1 0,-1 1 0,0 2 0,-3 7 0,1-1 0,1 0 0,-2 14 0,3-14 0,-9 35 0,-15 42 0,15-58 0,2 0 0,1 1 0,1 0 0,-3 48 0,9-54-1365,0-2-5461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6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24575,'1'4'0,"0"0"0,0 0 0,1 0 0,-1 0 0,1 0 0,0 0 0,3 4 0,4 8 0,-3 1 0,-1 1 0,-1 0 0,0 0 0,-1 0 0,-1 0 0,0 24 0,-1-13 0,8 41 0,-1-24 0,-3-1 0,-1 1 0,-2 1 0,-7 68 0,2-99 0,0 0 0,-1 0 0,-1-1 0,0 1 0,-2-1 0,1 0 0,-2-1 0,0 0 0,-12 18 0,19-32 0,1 1 0,-1 0 0,1-1 0,-1 1 0,1 0 0,-1-1 0,1 1 0,-1 0 0,1-1 0,-1 1 0,0-1 0,1 1 0,-1-1 0,0 0 0,0 1 0,1-1 0,-1 0 0,0 1 0,0-1 0,-1 0 0,2 0 0,-1 0 0,1-1 0,0 1 0,-1-1 0,1 1 0,0 0 0,0-1 0,-1 1 0,1-1 0,0 1 0,0-1 0,0 1 0,0-1 0,0 1 0,-1-1 0,1 1 0,0-1 0,0 1 0,0-1 0,0 1 0,1-1 0,-1 0 0,0 0 0,0-3 0,1-1 0,0 1 0,0-1 0,0 1 0,0-1 0,4-6 0,6-8 0,1 1 0,1 1 0,24-27 0,-30 38 0,0 0 0,1 0 0,-1 0 0,1 1 0,0 0 0,0 0 0,1 1 0,0 0 0,-1 0 0,19-3 0,4-2 0,-23 6 0,1 1 0,0-1 0,0 1 0,0 1 0,0-1 0,0 1 0,0 1 0,0 0 0,0 0 0,14 3 0,-21-2 0,0 0 0,0 0 0,0 0 0,-1 0 0,1 0 0,0 0 0,-1 1 0,1-1 0,-1 1 0,1-1 0,-1 1 0,1 0 0,-1-1 0,0 1 0,0 0 0,0 0 0,0 0 0,0 0 0,0 3 0,9 45 0,-5-17 0,-3-26 0,0 0 0,1 0 0,-1 0 0,1 0 0,1-1 0,-1 1 0,1-1 0,0 0 0,1 0 0,0 0 0,-1-1 0,2 0 0,-1 1 0,1-2 0,-1 1 0,1-1 0,1 0 0,-1 0 0,0-1 0,1 1 0,0-2 0,0 1 0,0-1 0,0 0 0,0 0 0,0-1 0,15 2 0,-8-3 0,0 0 0,1-1 0,-1 0 0,0-1 0,-1-1 0,1 0 0,0-1 0,-1 0 0,19-10 0,51-27 0,-73 36 0,-1-1 0,-1 0 0,1-1 0,-1 0 0,0 0 0,11-13 0,16-17 0,-31 34 0,1-1 0,-1 0 0,1-1 0,-1 1 0,0 0 0,-1-1 0,1 0 0,-1 0 0,0 0 0,0-1 0,-1 1 0,0-1 0,0 1 0,0-1 0,2-8 0,-4 8 0,1-1 0,0 1 0,-1-1 0,0 1 0,-1-1 0,0 1 0,0-1 0,0 1 0,-1-1 0,-3-9 0,3 13 0,1 0 0,-1 0 0,0 0 0,0 1 0,0-1 0,0 1 0,-1-1 0,1 1 0,-1 0 0,1 0 0,-1 0 0,0 0 0,0 0 0,1 1 0,-1-1 0,-1 1 0,1 0 0,0 0 0,0 0 0,0 0 0,-1 1 0,-5-1 0,-11-2 0,-1 2 0,0 0 0,-1 1 0,1 1 0,0 1 0,-28 7 0,43-7 0,1 0 0,-1 1 0,1-1 0,0 1 0,0 1 0,0-1 0,1 1 0,-1 0 0,1 0 0,0 0 0,0 0 0,0 1 0,0 0 0,1-1 0,0 1 0,0 1 0,-4 8 0,3-3 0,1-1 0,0 1 0,0-1 0,1 1 0,0 0 0,1 0 0,0 0 0,1 18 0,1-26 0,-1-1 0,0 1 0,1-1 0,-1 1 0,1-1 0,0 0 0,0 1 0,0-1 0,0 0 0,1 1 0,-1-1 0,0 0 0,1 0 0,0 0 0,-1 0 0,1-1 0,0 1 0,0 0 0,0-1 0,0 1 0,0-1 0,0 0 0,0 1 0,1-1 0,-1 0 0,0-1 0,1 1 0,-1 0 0,1-1 0,-1 1 0,4-1 0,9 2 0,1-1 0,-1 0 0,1-1 0,16-3 0,-6 1 0,-19 2 0,19-1 0,1-1 0,31-6 0,-50 6 0,-1 0 0,1 0 0,-1-1 0,0 0 0,0 0 0,0 0 0,0-1 0,-1 0 0,0 0 0,1-1 0,-2 0 0,10-8 0,-15 12 0,1 0 0,0 0 0,-1 0 0,1 0 0,0 0 0,0 0 0,0 0 0,0 0 0,0 0 0,0 1 0,0-1 0,0 0 0,0 1 0,0-1 0,0 1 0,0-1 0,0 1 0,0 0 0,1-1 0,-1 1 0,0 0 0,0 0 0,0 0 0,1 0 0,-1 0 0,0 0 0,0 0 0,1 0 0,-1 1 0,0-1 0,2 1 0,1 2 0,-1-1 0,0 1 0,1 0 0,-1 0 0,0 1 0,-1-1 0,5 6 0,-5-6 0,-1-2 0,-1 0 0,1 0 0,0 0 0,0 0 0,0 0 0,0 0 0,0 0 0,0-1 0,0 1 0,0 0 0,0-1 0,0 1 0,0-1 0,0 1 0,0-1 0,0 1 0,0-1 0,1 0 0,-1 0 0,0 1 0,0-1 0,1 0 0,-1 0 0,0 0 0,0 0 0,0-1 0,1 1 0,-1 0 0,0 0 0,0-1 0,0 1 0,0-1 0,1 1 0,-1-1 0,0 1 0,0-1 0,1-1 0,2-1 0,-1 1 0,0-1 0,0 0 0,0 0 0,0-1 0,0 1 0,-1 0 0,0-1 0,4-6 0,-2 0 0,1 0 0,0 0 0,1 0 0,0 0 0,11-12 0,-14 19 0,1 0 0,-1 0 0,1 0 0,0 0 0,0 1 0,0 0 0,0-1 0,1 1 0,-1 1 0,0-1 0,1 1 0,0 0 0,-1 0 0,1 0 0,8 0 0,-9 0 0,0 1 0,0 0 0,-1 0 0,1 1 0,0-1 0,0 1 0,0 0 0,0 0 0,-1 0 0,1 1 0,0-1 0,-1 1 0,1 0 0,-1 0 0,0 0 0,1 0 0,-1 0 0,0 1 0,-1 0 0,5 3 0,-1 2 0,0 1 0,-1-1 0,0 1 0,-1 0 0,1 0 0,4 17 0,-9-25 0,0-1 0,0 1 0,0-1 0,0 0 0,1 1 0,-1-1 0,0 0 0,0 1 0,0-1 0,0 1 0,0-1 0,0 0 0,1 1 0,-1-1 0,0 0 0,0 1 0,0-1 0,1 0 0,-1 0 0,0 1 0,1-1 0,-1 0 0,0 0 0,0 1 0,1-1 0,-1 0 0,0 0 0,1 0 0,-1 0 0,1 1 0,-1-1 0,0 0 0,1 0 0,-1 0 0,0 0 0,1 0 0,-1 0 0,1 0 0,10-15 0,7-37 0,-15 41 0,3-10-116,-2-1 0,-1 0 0,0 0 0,-2 0 0,-2-39 0,1 43-553,0-4-6157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6.4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 0 24575,'-3'0'0,"0"0"0,1 0 0,-1 1 0,1-1 0,-1 1 0,0-1 0,1 1 0,-1 0 0,1 0 0,0 0 0,-1 0 0,1 1 0,0-1 0,0 1 0,0-1 0,0 1 0,0 0 0,-3 3 0,2-1 0,0 0 0,0 1 0,1-1 0,-1 1 0,1-1 0,0 1 0,1 0 0,-1 0 0,0 6 0,0 1 0,0-1 0,2 1 0,-1-1 0,1 1 0,1-1 0,0 0 0,1 1 0,3 12 0,2-2 0,2 0 0,1-1 0,0 0 0,1 0 0,18 23 0,-24-37 0,1-2 0,-1 1 0,1 0 0,6 4 0,18 17 0,-18-13 0,-3-2 0,0-1 0,1 0 0,1-1 0,0 0 0,14 9 0,-14-10 0,0 0 0,0 0 0,-1 1 0,12 14 0,-11-10 0,1-2 0,18 15 0,15 10 0,49 51 0,-93-87 0,-1-1 0,1 0 0,-1 0 0,0 1 0,1-1 0,-1 0 0,0 1 0,0-1 0,1 0 0,-1 1 0,0-1 0,0 0 0,1 1 0,-1-1 0,0 1 0,0-1 0,0 0 0,0 1 0,1-1 0,-1 1 0,0-1 0,0 1 0,0-1 0,0 1 0,0-1 0,0 0 0,0 1 0,0-1 0,-1 1 0,1-1 0,0 1 0,0-1 0,0 1 0,-16 5 0,-30-4 0,40-2 0,-200-3-1365,185 3-5461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6.5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24575,'28'-10'0,"-4"1"0,14 4 0,-1 2 0,1 1 0,72 7 0,-67 1 0,-1 2 0,0 3 0,-1 1 0,79 34 0,-110-43-273,-1 0 0,1 0 0,0-1 0,13 2 0,-4-2-6553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7.0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24575,'8'0'0,"-1"1"0,1 0 0,-1 1 0,0 0 0,0 0 0,0 0 0,0 1 0,0 0 0,0 0 0,-1 1 0,10 6 0,8 8 0,35 33 0,-15-13 0,162 159 0,-128-116 0,-77-80 0,0 0 0,-1 0 0,1 0 0,0 0 0,0-1 0,0 1 0,0 0 0,0 0 0,0 0 0,0-1 0,0 1 0,0-1 0,1 1 0,-1-1 0,0 1 0,0-1 0,0 0 0,1 1 0,-1-1 0,0 0 0,0 0 0,1 0 0,1 0 0,-2-1 0,0 0 0,0 1 0,0-1 0,0 0 0,0 0 0,0 0 0,-1 0 0,1 0 0,0 0 0,0 0 0,-1 0 0,1 0 0,-1 0 0,1-1 0,-1 1 0,1 0 0,-1 0 0,0 0 0,1-2 0,1-11 0,-1 1 0,0-1 0,-1-18 0,-1 24 0,0-17 0,1-1 0,1 1 0,2 0 0,0 0 0,9-34 0,-11 56-68,0 1 0,0-1-1,0 1 1,0 0 0,0-1 0,0 1-1,1 0 1,-1 0 0,1 0 0,0 0-1,-1 0 1,1 1 0,0-1 0,0 0-1,0 1 1,0-1 0,1 1-1,-1 0 1,3-2 0,11-2-6758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7.2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24575,'5'0'0,"0"5"0,5 0 0,0 5 0,-2 4 0,3 0 0,-1 2 0,-3 2 0,-1 3 0,-3 1 0,-1 2 0,2-3 0,2-2 0,-1 1 0,3-3 0,0 0 0,-1-4-8191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7.4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 1 24575,'0'4'0,"0"6"0,-4 1 0,-2 3 0,1 3 0,0 3 0,-2-1 0,-5-1 0,0-3-8191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8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727 278 24575,'-34'12'0,"16"-4"0,-3 0 0,-1-2 0,0-1 0,0 0 0,0-2 0,-41 1 0,-35-2 0,-129-6 0,216 3 0,1 0 0,-1-1 0,0-1 0,0 0 0,1-1 0,0 1 0,-1-2 0,2 0 0,-1 0 0,0 0 0,-13-12 0,19 14 0,1 0 0,-1 0 0,1-1 0,0 1 0,0-1 0,1 0 0,-1 0 0,1 0 0,0 0 0,0 0 0,0 0 0,0 0 0,1-1 0,0 1 0,0-1 0,0 1 0,0-1 0,1 1 0,0-1 0,0 1 0,0-1 0,0 0 0,1 1 0,-1-1 0,1 1 0,0-1 0,1 1 0,-1 0 0,5-9 0,-3 7 0,1-1 0,0 1 0,0 0 0,0 0 0,1 0 0,0 1 0,0 0 0,0 0 0,1 0 0,9-6 0,5-2 0,42-18 0,-49 25 0,-2 1 0,0 1 0,0 1 0,0 0 0,0 1 0,1 0 0,18-1 0,74 5 0,-43 0 0,-20-3 0,-29 0 0,0 0 0,1 1 0,-1 0 0,0 1 0,0 0 0,0 1 0,0 1 0,14 4 0,-24-6 0,1 0 0,-1 1 0,0-1 0,1 1 0,-1-1 0,0 1 0,0 0 0,0 0 0,0 0 0,0 0 0,0 1 0,-1-1 0,1 0 0,-1 1 0,1-1 0,-1 1 0,0-1 0,0 1 0,0 0 0,-1-1 0,1 1 0,0 0 0,-1 0 0,0-1 0,0 1 0,0 0 0,0 0 0,0 0 0,0-1 0,-1 4 0,-1 0 0,1 0 0,-1 0 0,0 0 0,0 0 0,0 0 0,-1-1 0,0 1 0,0-1 0,0 1 0,-1-1 0,0 0 0,-7 6 0,3-3 0,-1 0 0,0-1 0,0-1 0,-1 1 0,0-1 0,0-1 0,-15 6 0,-73 36 0,-45 17 0,90-38 0,45-23 0,-11 6 0,1-1 0,-40 12 0,56-20 0,-1 0 0,1 1 0,0-1 0,0 1 0,0 0 0,0-1 0,0 1 0,0 0 0,0 0 0,0 0 0,1 1 0,-1-1 0,0 0 0,1 1 0,-1-1 0,0 1 0,1-1 0,0 1 0,-1 0 0,1 0 0,0-1 0,0 1 0,0 0 0,0 0 0,0 0 0,1 0 0,-1 0 0,1 0 0,-1 1 0,1-1 0,0 0 0,-1 0 0,1 0 0,0 0 0,1 4 0,0-3 0,0 1 0,0-1 0,0 0 0,0 1 0,1-1 0,0 0 0,-1 0 0,1 0 0,0 0 0,0 0 0,1-1 0,-1 1 0,1-1 0,-1 1 0,1-1 0,0 0 0,0 0 0,0 0 0,0-1 0,0 1 0,5 2 0,4-1 0,-1 0 0,1-1 0,0-1 0,16 1 0,32 6 0,60 21 0,-101-24 0,13 4 0,0-2 0,0-1 0,42 2 0,-58-7 44,0 1 0,26 7 0,11 1-1541,-33-8-5329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6:58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368 1 24575,'7'-1'0,"1"2"0,-1-1 0,1 1 0,-1 0 0,0 1 0,1 0 0,-1 0 0,0 0 0,0 1 0,-1 0 0,1 0 0,0 1 0,-1 0 0,0 0 0,0 0 0,0 1 0,-1 0 0,1 0 0,-1 1 0,0-1 0,-1 1 0,1 0 0,-1 0 0,-1 1 0,1-1 0,-1 1 0,0 0 0,0 0 0,-1 0 0,0 0 0,0 0 0,1 9 0,-3-9 0,1 0 0,-1 0 0,0-1 0,-1 1 0,0 0 0,0 0 0,0-1 0,-1 1 0,0-1 0,0 1 0,-1-1 0,-4 8 0,0-2 0,-1-1 0,-1 0 0,0 0 0,-21 17 0,-11 6 0,-2-1 0,0-3 0,-3-1 0,-77 36 0,-19 0-1365,119-56-5461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01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 24575,'0'499'0,"-2"-477"0,0-1 0,-7 31 0,-3 28 0,12-77-71,0 1-29,0 0 1,0 0-1,-1 0 1,1 0-1,-1 0 1,0-1-1,0 1 1,0 0-1,0 0 1,-1-1-1,0 1 0,-4 6 1,-4 1-6727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02.6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267 12 24575,'0'-1'0,"0"1"0,1-1 0,-1 1 0,0-1 0,0 1 0,0-1 0,0 1 0,1-1 0,-1 1 0,0-1 0,1 1 0,-1-1 0,0 1 0,1 0 0,-1-1 0,0 1 0,1-1 0,-1 1 0,1 0 0,-1 0 0,0-1 0,1 1 0,-1 0 0,1 0 0,-1-1 0,1 1 0,-1 0 0,1 0 0,-1 0 0,1 0 0,0 0 0,-1 0 0,1 0 0,-1 0 0,1 0 0,-1 0 0,1 0 0,27 4 0,-18-2 0,88 1 0,-64-3 0,61 8 0,-85-7 0,0 1 0,0 1 0,-1-1 0,1 2 0,-1-1 0,0 1 0,0 1 0,-1 0 0,1 0 0,12 10 0,-18-12 0,0 0 0,0-1 0,-1 1 0,1 0 0,-1 0 0,0 1 0,0-1 0,0 0 0,0 1 0,0-1 0,-1 1 0,0 0 0,0-1 0,0 1 0,0 0 0,0 0 0,-1-1 0,1 1 0,-1 0 0,0 0 0,-1 0 0,1 0 0,-2 6 0,1-5 0,-1 0 0,1 0 0,-1 0 0,-1 0 0,1 0 0,-1-1 0,0 1 0,0-1 0,0 1 0,0-1 0,-1 0 0,0 0 0,0-1 0,0 1 0,0-1 0,-6 4 0,-3-1 0,1-1 0,-1 0 0,0-1 0,0 0 0,0-1 0,0 0 0,-18 0 0,13-1 0,0 1 0,1 1 0,-27 8 0,16-2 0,0-1 0,-1-1 0,0-2 0,-52 4 0,-118-5 0,178-6 0,21 1 0,0 0 0,0 0 0,0 0 0,0 0 0,0 0 0,0 0 0,0 0 0,1 0 0,-1 0 0,0 0 0,0 0 0,0 0 0,0 0 0,0 0 0,0-1 0,0 1 0,0 0 0,0 0 0,0 0 0,0 0 0,0 0 0,0 0 0,0 0 0,0 0 0,0 0 0,-1 0 0,1 0 0,0 0 0,0-1 0,0 1 0,0 0 0,0 0 0,0 0 0,0 0 0,0 0 0,0 0 0,0 0 0,0 0 0,0 0 0,0 0 0,0 0 0,0 0 0,0 0 0,0 0 0,-1 0 0,1 0 0,0 0 0,0 0 0,0 0 0,0 0 0,0 0 0,0 0 0,0 0 0,0 0 0,0 0 0,11-7 0,18-3 0,12 5 0,2 2 0,61 4 0,-38 0 0,-36 1 0,1 2 0,33 7 0,-16-2 0,-33-6 0,-1 1 0,0 0 0,22 11 0,9 3 0,45 21 0,-2-1 0,-77-35-76,-1 2 1,0-1-1,0 1 0,0 1 0,-1 0 0,0 0 0,0 1 0,0 0 1,-1 1-1,0-1 0,0 2 0,-1-1 0,0 1 0,-1 0 1,0 1-1,0-1 0,6 16 0,-5-11-6750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03.0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276 1 24575,'-18'-1'0,"0"2"0,1 0 0,-1 1 0,-32 8 0,44-9 0,0 1 0,0 1 0,1-1 0,-1 1 0,1 0 0,0 0 0,0 1 0,0-1 0,0 1 0,1 0 0,0 1 0,-1-1 0,1 1 0,1 0 0,-1 0 0,1 0 0,-5 10 0,-1 3 0,2 0 0,1 0 0,0 1 0,1-1 0,-3 25 0,-2 13 0,5-34 0,1 0 0,-1 29 0,5-51 0,0 12 0,-1 0 0,2 0 0,0 0 0,0 0 0,5 21 0,-4-30 0,-1 1 0,0-1 0,1 0 0,0 0 0,0 0 0,0 0 0,0 0 0,0-1 0,0 1 0,1-1 0,-1 1 0,1-1 0,0 0 0,0 0 0,0 0 0,0 0 0,0 0 0,0-1 0,0 0 0,0 1 0,1-1 0,-1 0 0,1-1 0,5 2 0,6 0 0,0 0 0,1-1 0,-1 0 0,0-2 0,24-2 0,-31 2 0,-1-1 0,1 0 0,-1 0 0,1-1 0,-1 0 0,0 0 0,0 0 0,0-1 0,0 0 0,-1-1 0,1 0 0,7-8 0,-1 1 0,-1-1 0,-1 0 0,11-16 0,-18 22 0,-1 1 0,0 0 0,0-1 0,0 0 0,-1 0 0,0 0 0,0 0 0,-1 0 0,0 0 0,1-9 0,-2 13 0,2-34 0,-1-1 0,-2 0 0,-8-46 0,9 80-41,-1 0 0,0 0-1,0 1 1,0-1-1,0 0 1,-1 1 0,1-1-1,-1 1 1,0 0 0,0 0-1,0-1 1,0 1-1,-1 1 1,1-1 0,-1 0-1,0 0 1,0 1 0,0 0-1,0 0 1,0-1-1,-1 2 1,1-1 0,0 0-1,-1 1 1,1-1 0,-1 1-1,0 0 1,1 0-1,-1 1 1,0-1 0,0 1-1,-7 0 1,-10-1-6785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03.2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24575,'7'1'0,"0"0"0,0 1 0,0 1 0,0-1 0,0 1 0,0 0 0,-1 0 0,1 1 0,-1 0 0,0 0 0,10 9 0,19 11 0,126 78 0,-147-94 0,1 0 0,-1-1 0,17 5 0,28 14 0,45 18-1365,-91-35-5461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03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 24575,'20'-2'0,"1"0"0,-1-1 0,1-1 0,28-10 0,-27 7 0,0 1 0,1 1 0,29-2 0,162 6 79,-105 2-1523,-87-1-5382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04.4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24575,'0'24'0,"2"0"0,0 0 0,9 36 0,-4-17 0,-3-1 0,-1 1 0,-5 80 0,0-32 0,2 8-1365,0-77-5461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04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0 124 24575,'3'-1'0,"0"0"0,0 1 0,-1-1 0,1 0 0,0-1 0,-1 1 0,1 0 0,-1-1 0,1 0 0,-1 1 0,0-1 0,3-3 0,16-10 0,139-59 0,-111 59 0,-55 16 0,3-1 0,0 0 0,0 0 0,0 1 0,0-1 0,0 1 0,0 0 0,0 0 0,0 0 0,0 0 0,0 1 0,-3 2 0,-7 5 0,1 0 0,1 1 0,-18 19 0,25-24 0,1 0 0,-1 0 0,1 1 0,0-1 0,1 1 0,-1-1 0,1 1 0,0 0 0,0 0 0,1 0 0,0 0 0,-1 7 0,1 3 0,0 0 0,0 0 0,2 1 0,3 25 0,-3-37 0,0 0 0,1 0 0,-1 0 0,1 0 0,0 0 0,1 0 0,-1 0 0,1-1 0,0 1 0,0-1 0,0 0 0,0 0 0,1 0 0,0 0 0,0-1 0,0 1 0,8 4 0,5 3 0,-8-5 0,0 0 0,1-1 0,-1 0 0,1 0 0,0-1 0,0 0 0,0-1 0,0 0 0,1-1 0,15 2 0,23-3-1365,-28-2-5461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06.5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79 24575,'1'47'0,"1"-30"0,-2 0 0,0 0 0,0 0 0,-2 0 0,-4 19 0,6-36 0,0 1 0,0-1 0,0 1 0,0-1 0,0 1 0,0 0 0,0-1 0,0 1 0,0-1 0,-1 1 0,1-1 0,0 1 0,0-1 0,-1 1 0,1-1 0,0 0 0,-1 1 0,1-1 0,0 1 0,-1-1 0,1 0 0,-1 1 0,1-1 0,-1 0 0,1 1 0,-1-1 0,0 0 0,-5-11 0,0-26 0,6 33 0,0 0 0,0 0 0,0-1 0,0 1 0,1 0 0,-1 0 0,1 0 0,0-1 0,0 1 0,1 0 0,-1 0 0,1 1 0,0-1 0,0 0 0,0 0 0,1 1 0,-1 0 0,1-1 0,0 1 0,0 0 0,0 0 0,0 0 0,0 1 0,1-1 0,-1 1 0,1 0 0,0 0 0,-1 0 0,1 0 0,0 1 0,0-1 0,0 1 0,0 0 0,1 0 0,-1 1 0,0-1 0,6 1 0,-2-1 0,0 1 0,0 0 0,-1 1 0,1-1 0,0 2 0,0-1 0,-1 1 0,1 0 0,-1 0 0,1 1 0,-1 0 0,0 1 0,0-1 0,-1 1 0,1 1 0,-1-1 0,0 1 0,0 0 0,0 1 0,0-1 0,-1 1 0,0 0 0,-1 1 0,1-1 0,-1 1 0,0 0 0,-1 0 0,0 0 0,0 0 0,3 12 0,-5-4 0,-5-12 0,3-4 0,1 0 0,-1 0 0,0 0 0,0 0 0,1 0 0,-1 0 0,0 0 0,1 0 0,-1 0 0,1-1 0,0 1 0,-1 0 0,1 0 0,0-1 0,0 1 0,0 0 0,0-3 0,0-5 0,1 0 0,1 0 0,0-1 0,0 2 0,1-1 0,0 0 0,0 0 0,1 1 0,0 0 0,1 0 0,-1 0 0,2 0 0,-1 1 0,1-1 0,0 1 0,1 1 0,-1 0 0,1-1 0,0 2 0,11-7 0,-11 7 0,1 1 0,-1 0 0,1 0 0,0 0 0,0 1 0,0 1 0,0-1 0,0 1 0,17-1 0,-19 2 0,0 1 0,-1 1 0,1-1 0,-1 1 0,1 0 0,0 0 0,-1 0 0,0 1 0,1 0 0,-1 0 0,0 0 0,0 1 0,0 0 0,0 0 0,7 6 0,-8-5 0,0 1 0,-1-1 0,1 1 0,-1 0 0,0 0 0,0 0 0,-1 0 0,1 0 0,2 11 0,13 25 0,-2-15 0,-10-15 0,1 1 0,1-1 0,14 17 0,-18-25 0,-1 0 0,1 0 0,0 0 0,0 0 0,0 0 0,0-1 0,0 0 0,0 0 0,1 0 0,-1 0 0,1-1 0,0 0 0,-1 0 0,7 1 0,1-1 0,1 0 0,0-1 0,-1 0 0,1-1 0,-1-1 0,1 0 0,-1 0 0,0-1 0,18-7 0,-25 8 0,1-1 0,-2 1 0,1-1 0,0 0 0,0 0 0,-1 0 0,0-1 0,1 0 0,-1 1 0,-1-1 0,1-1 0,-1 1 0,1-1 0,-1 1 0,0-1 0,-1 0 0,1 0 0,-1 0 0,0 0 0,-1 0 0,1-1 0,-1 1 0,2-10 0,-3 11 0,1-10 0,0 0 0,-2-24 0,1 36 0,0 0 0,0 0 0,0 1 0,0-1 0,0 0 0,-1 0 0,1 1 0,0-1 0,-1 0 0,0 1 0,1-1 0,-1 0 0,0 1 0,0-1 0,0 1 0,0-1 0,0 1 0,0-1 0,0 1 0,0 0 0,-1 0 0,1 0 0,-1 0 0,1 0 0,-1 0 0,1 0 0,-1 0 0,1 0 0,-1 0 0,0 1 0,-2-1 0,3 1 0,-1 0 0,0 1 0,0-1 0,0 1 0,0-1 0,0 1 0,0 0 0,1 0 0,-1 0 0,0 0 0,1 0 0,-1 0 0,0 0 0,1 1 0,-1-1 0,1 0 0,0 1 0,0 0 0,-1-1 0,1 1 0,0-1 0,0 1 0,1 0 0,-1 0 0,0 0 0,0-1 0,1 1 0,-1 0 0,1 0 0,-1 3 0,-1 9 0,0-1 0,0 0 0,1 15 0,0-21 0,1 1 0,0-1 0,1 1 0,0-1 0,0 0 0,0 1 0,1-1 0,0 0 0,1 0 0,3 8 0,-3-10 0,1 1 0,0-1 0,0 0 0,0 0 0,0-1 0,1 1 0,0-1 0,0 0 0,0-1 0,1 1 0,-1-1 0,8 4 0,4 0 0,1-1 0,0 0 0,0-1 0,1-1 0,0-1 0,-1 0 0,1-2 0,0 0 0,0-1 0,0 0 0,21-5 0,-15 0 0,-1 0 0,0-2 0,0-1 0,0-1 0,37-20 0,-16 8 0,-36 17 0,0-1 0,-1 0 0,0-1 0,1 1 0,-2-2 0,1 1 0,7-9 0,-12 13 0,-1-1 0,0 1 0,0-1 0,1 0 0,-2 0 0,1 0 0,0 0 0,-1 0 0,1 0 0,-1-1 0,0 1 0,0 0 0,0-1 0,0 1 0,-1 0 0,0-1 0,1 1 0,-1-1 0,0 1 0,-1-1 0,1 1 0,-1-1 0,-1-5 0,1 6 0,-1 1 0,0-1 0,0 0 0,0 0 0,0 1 0,0-1 0,0 1 0,-1 0 0,1 0 0,-1 0 0,0 0 0,1 0 0,-1 1 0,-4-3 0,-49-18 0,37 15 0,3 2 0,-1 0 0,1 2 0,-1 0 0,1 1 0,-1 1 0,0 0 0,0 1 0,1 1 0,-1 0 0,-22 6 0,33-5 0,0 1 0,0 0 0,0 0 0,0 0 0,1 1 0,-1 0 0,1 0 0,0 0 0,1 1 0,-1 0 0,1 0 0,0 0 0,0 0 0,0 0 0,1 1 0,-1 0 0,1 0 0,1 0 0,-1 0 0,1 0 0,-2 8 0,3-11 0,0 1 0,0-1 0,1 1 0,-1-1 0,1 1 0,0-1 0,0 1 0,0 0 0,0-1 0,0 1 0,1-1 0,0 1 0,-1-1 0,1 1 0,1-1 0,-1 0 0,0 1 0,1-1 0,0 0 0,0 0 0,0 0 0,0 0 0,0-1 0,0 1 0,1 0 0,-1-1 0,1 1 0,0-1 0,0 0 0,0 0 0,0 0 0,0-1 0,0 1 0,0-1 0,1 1 0,-1-1 0,0 0 0,1 0 0,6 0 0,8 2 0,1-1 0,0 0 0,0-2 0,28-2 0,-39 2 0,0-2 0,0 1 0,0-1 0,0 0 0,-1 0 0,1-1 0,-1 0 0,1-1 0,-1 1 0,0-2 0,0 1 0,12-11 0,-18 13 0,1 1 0,-1-1 0,1 0 0,0 1 0,0 0 0,0-1 0,0 1 0,0 0 0,0 0 0,0 0 0,0 0 0,0 0 0,0 0 0,1 1 0,-1-1 0,0 1 0,1-1 0,-1 1 0,0 0 0,4 0 0,-2 1 0,-1 1 0,0-1 0,1 0 0,-1 1 0,0 0 0,0 0 0,0 0 0,0 0 0,0 1 0,-1-1 0,1 1 0,3 4 0,-1-2 0,-1 0 0,1 0 0,0 0 0,1-1 0,-1 0 0,1 0 0,0 0 0,0-1 0,0 0 0,8 3 0,-11-5 0,0-1 0,1 1 0,-1 0 0,1-1 0,-1 0 0,1 0 0,-1 0 0,1 0 0,-1 0 0,0-1 0,1 0 0,-1 1 0,1-1 0,-1-1 0,0 1 0,0 0 0,0-1 0,0 1 0,0-1 0,0 0 0,5-5 0,15-16 0,-19 18 0,0 0 0,0 1 0,1 0 0,-1 0 0,1 0 0,6-4 0,-9 8 0,-1-1 0,1 0 0,-1 1 0,1-1 0,-1 1 0,1 0 0,0 0 0,-1-1 0,1 1 0,0 0 0,-1 0 0,1 0 0,-1 1 0,1-1 0,0 0 0,-1 1 0,1-1 0,-1 1 0,1-1 0,-1 1 0,1 0 0,-1 0 0,1-1 0,-1 1 0,0 0 0,1 0 0,1 2 0,-1-1 0,0 0 0,1 1 0,0-1 0,0 0 0,0 0 0,0 0 0,7 3 0,-10-5 0,1 0 0,0 0 0,0 0 0,-1 0 0,1 0 0,0 0 0,0 0 0,-1 0 0,1-1 0,0 1 0,0 0 0,-1 0 0,1 0 0,0-1 0,-1 1 0,1 0 0,0-1 0,-1 1 0,1-1 0,-1 1 0,1-1 0,0 1 0,-1-1 0,1 1 0,-1-1 0,0 0 0,1 1 0,-1-1 0,1 0 0,-1 1 0,0-1 0,0 0 0,1 1 0,-1-1 0,0 0 0,0 0 0,0 1 0,0-1 0,0 0 0,0 0 0,0 1 0,0-2 0,6-47 0,-6 42 0,0 0 0,1 0 0,-1 0 0,1 1 0,1-1 0,0 0 0,0 0 0,0 1 0,0-1 0,1 1 0,0 0 0,1 0 0,-1 0 0,9-10 0,-8 12 0,0 0 0,1 0 0,0 0 0,-1 0 0,1 1 0,0 0 0,1 0 0,-1 0 0,0 1 0,1 0 0,0 0 0,-1 0 0,1 1 0,0-1 0,0 1 0,0 1 0,0-1 0,0 1 0,0 0 0,0 0 0,0 1 0,9 2 0,-8-1 0,1 0 0,-1 0 0,1 1 0,-1 0 0,0 1 0,-1-1 0,1 1 0,0 1 0,-1-1 0,0 1 0,0 0 0,0 0 0,-1 1 0,0 0 0,0 0 0,8 13 0,14 24 0,-20-34 0,0 1 0,-1 0 0,0 1 0,-1-1 0,0 1 0,-1 0 0,0 1 0,0-1 0,2 16 0,-3 22-1365,-3-27-5461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0.6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24575,'4'0'0,"1"0"-8191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0.8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2.4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0 301 24575,'105'2'0,"115"-5"0,-208 2 0,0-1 0,0-1 0,-1 0 0,1 0 0,-1-1 0,0-1 0,0 0 0,0 0 0,0-1 0,-1-1 0,0 0 0,13-12 0,-17 14 0,0-1 0,0 0 0,0 0 0,-1-1 0,0 0 0,-1 0 0,1 0 0,-2 0 0,1-1 0,-1 0 0,0 1 0,0-1 0,-1 0 0,0 0 0,0-1 0,-1 1 0,0 0 0,-1-15 0,0 21 0,0-1 0,-1 1 0,1-1 0,-1 1 0,0-1 0,0 1 0,0 0 0,0-1 0,0 1 0,0 0 0,0 0 0,-1 0 0,1 0 0,-1 0 0,0 0 0,1 0 0,-4-1 0,1-1 0,-1 1 0,0 0 0,0 0 0,0 1 0,-1-1 0,1 1 0,-8-2 0,0 1 0,-1 0 0,0 1 0,0 0 0,-1 1 0,-19 1 0,30 1 0,1-1 0,-1 1 0,0 0 0,1 0 0,-1 0 0,1 1 0,0-1 0,-1 1 0,1 0 0,0 0 0,0 0 0,0 1 0,0-1 0,0 0 0,0 1 0,1 0 0,0 0 0,-1 0 0,1 0 0,0 0 0,0 0 0,1 1 0,-1-1 0,1 0 0,-1 1 0,1-1 0,0 1 0,0 0 0,0 4 0,-1 3 0,0 1 0,1-1 0,1 1 0,0-1 0,0 1 0,1-1 0,0 1 0,5 15 0,-4-22 0,0 0 0,0 1 0,1-1 0,0 0 0,-1 0 0,2-1 0,-1 1 0,1-1 0,0 1 0,-1-1 0,2 0 0,-1-1 0,0 1 0,1-1 0,0 1 0,0-2 0,0 1 0,9 3 0,-1-1 0,-1 0 0,1-1 0,0-1 0,0-1 0,1 1 0,25-1 0,-12-1 0,-4 0 0,1-1 0,38-5 0,-56 4 0,0 0 0,0-1 0,0 1 0,-1-1 0,1-1 0,0 1 0,-1-1 0,1 0 0,-1 0 0,0 0 0,0-1 0,0 0 0,0 0 0,-1 0 0,5-5 0,0-4 0,-1-1 0,0 0 0,0 0 0,10-30 0,1-1 0,0 118 0,-15-56 0,0 1 0,2-2 0,9 24 0,2-92 0,-14 44 0,1 1 0,1-1 0,-1 1 0,1 0 0,0 0 0,1 1 0,0-1 0,0 1 0,0 0 0,1 1 0,0 0 0,0 0 0,0 0 0,0 1 0,1 0 0,0 1 0,10-4 0,-6 3 0,0 1 0,0 0 0,0 1 0,0 0 0,0 1 0,1 0 0,-1 1 0,1 1 0,-1 0 0,0 0 0,18 5 0,-26-5 0,1 1 0,-1 0 0,1 0 0,-1 0 0,0 0 0,0 0 0,0 1 0,0 0 0,0 0 0,-1 0 0,1 0 0,-1 1 0,0-1 0,0 1 0,0 0 0,0 0 0,-1 0 0,0 0 0,3 6 0,-3-4 0,0 0 0,0 0 0,-1 0 0,1 0 0,-1 0 0,-1 0 0,1 0 0,-1 0 0,0 0 0,-1 1 0,1-1 0,-1 0 0,-1 0 0,-1 8 0,3-13 0,0-1 0,-1 1 0,1-1 0,0 1 0,0-1 0,0 1 0,0 0 0,0-1 0,-1 1 0,1-1 0,0 1 0,0-1 0,-1 1 0,1-1 0,0 1 0,-1-1 0,1 0 0,-1 1 0,1-1 0,0 1 0,-1-1 0,1 0 0,-1 0 0,1 1 0,-1-1 0,1 0 0,-1 1 0,-6-13 0,0-24 0,6 29 0,1 0 0,0 0 0,0 0 0,0 0 0,1 0 0,0 0 0,0 0 0,1 0 0,0 0 0,0 0 0,1 1 0,0-1 0,0 1 0,0 0 0,1 0 0,0 0 0,0 0 0,0 0 0,1 1 0,0 0 0,0 0 0,0 0 0,1 1 0,-1 0 0,1 0 0,0 0 0,0 1 0,1 0 0,-1 0 0,1 0 0,-1 1 0,1 0 0,0 0 0,0 1 0,11-1 0,-5 0 0,-1 2 0,0 0 0,0 0 0,0 1 0,21 5 0,-28-5 0,0 1 0,-1 0 0,1 0 0,0 0 0,-1 0 0,1 1 0,-1-1 0,0 1 0,0 0 0,0 1 0,0-1 0,-1 1 0,1-1 0,-1 1 0,0 0 0,3 6 0,10 18 64,13 38-1,-1-3-1555,-23-53-5334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3.3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24575,'1'1'0,"1"-1"0,-1 1 0,0 0 0,0-1 0,0 1 0,0 0 0,0-1 0,0 1 0,0 0 0,0 0 0,0 0 0,-1 0 0,1 0 0,0 0 0,-1 0 0,1 0 0,0 0 0,-1 0 0,1 3 0,12 29 0,-9-23 0,0 4 0,0 0 0,0 0 0,-1 1 0,-1 0 0,0 18 0,-4 80 0,0-43 0,2-51 0,0 1 0,-1-1 0,-2 0 0,-8 37 0,11-56 0,0 1 0,-1 0 0,1-1 0,0 1 0,0 0 0,0 0 0,0-1 0,0 1 0,0 0 0,0 0 0,0-1 0,0 1 0,0 0 0,0-1 0,1 1 0,-1 0 0,0-1 0,1 1 0,-1 0 0,0-1 0,1 1 0,-1 0 0,1-1 0,-1 1 0,0-1 0,1 1 0,0-1 0,-1 1 0,1-1 0,-1 1 0,1-1 0,0 1 0,-1-1 0,1 0 0,0 1 0,-1-1 0,1 0 0,0 0 0,-1 0 0,1 0 0,0 1 0,0-1 0,-1 0 0,1 0 0,0 0 0,1-1 0,46-2 0,-29 1 0,0 1 0,21-1 0,55 3 0,-93-1 0,1 1 0,-1-1 0,1 1 0,-1-1 0,0 1 0,0 0 0,1 0 0,-1 0 0,0 0 0,0 1 0,0-1 0,0 1 0,0-1 0,0 1 0,0 0 0,-1-1 0,1 1 0,0 0 0,1 3 0,-3-4 0,1 0 0,-1 0 0,0 0 0,1 0 0,-1 0 0,0 0 0,1 0 0,-1 1 0,0-1 0,0 0 0,0 0 0,0 0 0,0 0 0,-1 1 0,1-1 0,0 0 0,0 0 0,-1 0 0,1 0 0,-1 0 0,1 0 0,-1 0 0,1 0 0,-1 0 0,1 0 0,-1 0 0,0 0 0,0 0 0,0 0 0,1 0 0,-1-1 0,0 1 0,0 0 0,0-1 0,0 1 0,0-1 0,0 1 0,0-1 0,-1 1 0,1-1 0,-1 1 0,-17 6 0,0-1 0,0 0 0,-1-1 0,1-1 0,-1-1 0,0-1 0,-33 0 0,53-2 0,0 0 0,0 0 0,-1 0 0,1 0 0,0 0 0,0 0 0,0 0 0,0 0 0,0 0 0,0 0 0,0 0 0,0 0 0,0 0 0,-1 0 0,1 0 0,0 0 0,0 0 0,0 0 0,0 0 0,0 0 0,0 0 0,0 0 0,0 0 0,0 0 0,-1 0 0,1 0 0,0 0 0,0 0 0,0 0 0,0 0 0,0 0 0,0 0 0,0-1 0,0 1 0,0 0 0,0 0 0,0 0 0,0 0 0,-1 0 0,1 0 0,0 0 0,0 0 0,0 0 0,0 0 0,0-1 0,0 1 0,0 0 0,0 0 0,0 0 0,0 0 0,0 0 0,0 0 0,0 0 0,0 0 0,0 0 0,0-1 0,0 1 0,0 0 0,0 0 0,0 0 0,0 0 0,0 0 0,0 0 0,0 0 0,1 0 0,7-7 0,17-7 0,-22 12 0,15-6 0,0 1 0,0 1 0,1 0 0,20-2 0,-13 2 0,33-12 0,-40 12 0,1 0 0,27-3 0,-25 5 0,38-11 0,-53 12 0,0 1 0,-1-1 0,1-1 0,-1 1 0,0-1 0,0 0 0,-1 0 0,1-1 0,8-8 0,-13 12 0,0 0 0,0 0 0,0 0 0,0 0 0,0 0 0,0 0 0,-1 0 0,1 0 0,0-1 0,-1 1 0,1 0 0,-1 0 0,1-1 0,-1 1 0,1 0 0,-1-1 0,0 1 0,0 0 0,0-1 0,0 1 0,0 0 0,0-1 0,0 1 0,0 0 0,-1-3 0,0 2 0,0 1 0,0-1 0,-1 1 0,1 0 0,0-1 0,-1 1 0,1 0 0,-1 0 0,1 0 0,-1 0 0,1 0 0,-1 0 0,0 1 0,0-1 0,1 0 0,-4 0 0,-1 0 0,0-1 0,-1 1 0,1 0 0,-1 1 0,1 0 0,-1 0 0,0 0 0,1 1 0,-1-1 0,-6 3 0,10-1 0,1-1 0,-1 0 0,1 1 0,0 0 0,-1 0 0,1-1 0,0 1 0,0 1 0,0-1 0,0 0 0,1 0 0,-1 1 0,0-1 0,1 1 0,0-1 0,0 1 0,0 0 0,0-1 0,0 1 0,0 0 0,1 0 0,-1 0 0,1 0 0,0-1 0,0 1 0,0 4 0,0-4 0,0 1 0,0-1 0,1 1 0,-1 0 0,1-1 0,0 1 0,0-1 0,0 0 0,0 1 0,1-1 0,-1 0 0,1 0 0,0 0 0,0 0 0,0 0 0,0 0 0,1-1 0,-1 1 0,1 0 0,-1-1 0,4 2 0,6 2 0,1 0 0,-1-1 0,1 0 0,0-2 0,0 1 0,1-1 0,20 1 0,99-3 0,-71-3 0,-55 2-124,-1 0 0,1-1 0,0 0 0,0-1 0,0 0 0,0 0-1,-1 0 1,1-1 0,-1 0 0,11-6 0,-1-1-6702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3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78 24575,'0'-3'0,"-1"1"0,1-1 0,0 1 0,-1-1 0,1 1 0,-1-1 0,0 1 0,1 0 0,-1-1 0,-1 1 0,1 0 0,0-1 0,0 1 0,-1 0 0,1 0 0,-1 0 0,-3-3 0,1 2 0,0 0 0,0 0 0,0 1 0,-1-1 0,1 1 0,-1 0 0,0 0 0,-7-2 0,-1 1 0,-1 1 0,1 0 0,-1 1 0,1 0 0,-26 2 0,35 0 0,1-1 0,0 0 0,-1 1 0,1-1 0,0 1 0,0 0 0,0 0 0,-1 0 0,1 1 0,0-1 0,0 1 0,1 0 0,-1-1 0,0 1 0,1 0 0,-1 1 0,1-1 0,-1 0 0,1 1 0,0 0 0,0-1 0,-3 7 0,2-2 0,1 1 0,-1 0 0,2 0 0,-1 0 0,1 0 0,0 0 0,1 0 0,1 12 0,-1-10 0,0 0 0,1 1 0,0-1 0,1 0 0,0 0 0,5 16 0,-5-22 0,0 0 0,0-1 0,0 1 0,1 0 0,-1-1 0,1 0 0,0 1 0,-1-1 0,2 0 0,-1-1 0,0 1 0,0 0 0,1-1 0,0 0 0,-1 0 0,1 0 0,0 0 0,8 2 0,-5-1 0,0-1 0,1 0 0,0-1 0,0 1 0,-1-1 0,1-1 0,0 1 0,0-1 0,0-1 0,0 0 0,-1 0 0,1 0 0,0-1 0,-1 0 0,1 0 0,-1-1 0,0 0 0,1-1 0,-2 1 0,1-1 0,0 0 0,-1-1 0,0 0 0,0 0 0,8-8 0,-10 8-107,2-1-102,0-1-1,0 1 0,0-1 0,-1-1 1,5-9-1,-4 2-6616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3.9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24575,'0'350'0,"1"-335"24,0 0 0,0-1 0,2 1 0,4 16 0,-6-26-123,1 1 0,0-1 0,0 0 0,0 0 0,0 0 0,1 0 0,-1-1 0,1 1 0,1-1 0,-1 1 0,0-1 0,1 0 0,0 0 0,6 4 0,4-1-6727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6.0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277 493 24575,'-44'-2'0,"25"1"0,-1 1 0,1 0 0,-1 1 0,-23 5 0,39-5 0,-1 0 0,0 1 0,1-1 0,-1 1 0,1 0 0,-1 0 0,1 1 0,0-1 0,0 1 0,0 0 0,0 0 0,1 0 0,-1 1 0,1-1 0,0 1 0,0 0 0,0 0 0,0 0 0,1 0 0,-1 0 0,-2 9 0,-1 2 0,1 1 0,1 0 0,0 0 0,1 0 0,0 1 0,2-1 0,0 1 0,2 26 0,-1-40 0,1-1 0,-1 0 0,0 1 0,1-1 0,0 0 0,-1 1 0,1-1 0,0 0 0,0 0 0,1 0 0,-1 0 0,0 0 0,1 0 0,-1 0 0,1 0 0,-1 0 0,1-1 0,0 1 0,3 2 0,-1-2 0,0 0 0,0-1 0,0 1 0,0-1 0,0 0 0,1 0 0,-1 0 0,0 0 0,0-1 0,6 1 0,4-2 0,0 0 0,0-1 0,0 0 0,0-1 0,25-9 0,-8-2 0,-1-1 0,-1-1 0,39-29 0,-36 23 0,-10 7 0,0-1 0,-2-1 0,0 0 0,-1-2 0,33-40 0,-40 41 0,-1 0 0,0-1 0,-2-1 0,0 0 0,-1 0 0,8-34 0,-9 23 0,-2-1 0,-2 1 0,0-60 0,-2 62 0,-1 15 0,1 1 0,-2-1 0,-3-26 0,3 37 0,0 0 0,0 0 0,0 1 0,0-1 0,0 0 0,0 0 0,-1 0 0,1 1 0,-1-1 0,0 1 0,1-1 0,-1 1 0,-1 0 0,1-1 0,0 1 0,0 0 0,-1 0 0,1 1 0,-1-1 0,0 1 0,1-1 0,-5-1 0,5 3 0,0-1 0,0 1 0,-1-1 0,1 1 0,0 0 0,0 0 0,0 0 0,0 0 0,0 0 0,0 0 0,0 0 0,0 1 0,0-1 0,0 1 0,0 0 0,0-1 0,0 1 0,0 0 0,0 0 0,1 0 0,-1 1 0,0-1 0,1 0 0,-1 1 0,1-1 0,-1 0 0,1 1 0,-1 0 0,1-1 0,0 1 0,0 0 0,0 0 0,0 0 0,0 0 0,1 0 0,-2 2 0,-1 6 0,0-1 0,0 1 0,1 0 0,0 0 0,1 0 0,-1 11 0,1 17 0,1 1 0,2 0 0,1-1 0,11 46 0,21 103 0,-22-132 0,-12-50 0,1-1 0,-1 0 0,1 0 0,0 0 0,0 0 0,0 0 0,1 0 0,-1-1 0,1 1 0,4 3 0,-6-6 0,1 0 0,-1-1 0,0 1 0,0-1 0,1 1 0,-1-1 0,0 1 0,1-1 0,-1 0 0,1 0 0,-1 1 0,0-1 0,1 0 0,-1-1 0,1 1 0,-1 0 0,0 0 0,1 0 0,1-1 0,31-12 0,-9 3 0,-12 7 0,0 0 0,1 2 0,-1-1 0,1 2 0,-1 0 0,1 0 0,-1 1 0,1 1 0,-1 1 0,0-1 0,0 2 0,0 0 0,0 0 0,15 9 0,-25-11 0,-1-1 0,0 0 0,0 0 0,1 0 0,-1 0 0,1 0 0,-1 0 0,1-1 0,-1 1 0,1-1 0,0 0 0,-1 0 0,1 0 0,0 0 0,-1 0 0,1 0 0,-1-1 0,1 1 0,-1-1 0,1 0 0,-1 0 0,3-1 0,-3 0 0,1 0 0,-1 0 0,0-1 0,0 1 0,-1-1 0,1 1 0,-1-1 0,1 0 0,-1 1 0,0-1 0,0 0 0,0 0 0,0 0 0,0 0 0,-1 0 0,1 0 0,-1 0 0,0-5 0,-2-23 0,2 23 0,10 25 0,-8-14 0,-1-1 0,1 1 0,0-1 0,0 1 0,0-1 0,0 0 0,0 0 0,0 0 0,1 0 0,-1 0 0,1-1 0,0 1 0,-1-1 0,1 0 0,3 2 0,-5-3 0,0 1 0,1-1 0,-1 0 0,1 1 0,-1-1 0,0 0 0,1 0 0,-1 0 0,1 0 0,-1 0 0,0 0 0,1-1 0,-1 1 0,1 0 0,-1-1 0,0 1 0,1-1 0,-1 1 0,0-1 0,0 0 0,1 1 0,-1-1 0,0 0 0,0 0 0,0 0 0,0 0 0,0 0 0,0 0 0,0 0 0,0 0 0,-1 0 0,1-1 0,0 1 0,0-2 0,5-14 0,-5 15 0,0-1 0,0 0 0,0 0 0,0 0 0,0 0 0,1 1 0,-1-1 0,5-4 0,-6 7 0,0 0 0,1 0 0,-1 0 0,0 0 0,1 0 0,-1 0 0,0 0 0,1 0 0,-1 0 0,1 0 0,-1 0 0,0 0 0,1 0 0,-1 0 0,0 0 0,1 1 0,-1-1 0,0 0 0,1 0 0,-1 0 0,0 1 0,0-1 0,1 0 0,-1 0 0,0 1 0,0-1 0,1 0 0,-1 0 0,0 1 0,0-1 0,0 0 0,0 1 0,1-1 0,-1 0 0,0 1 0,0 0 0,10 18 0,-7-13 0,1 2 0,0-1 0,1 1 0,0-1 0,0-1 0,1 1 0,0-1 0,0 0 0,0 0 0,12 8 0,-13-11 0,0-1 0,0 1 0,1-1 0,-1 0 0,0-1 0,1 1 0,-1-1 0,1 0 0,-1 0 0,1-1 0,0 1 0,-1-1 0,1-1 0,-1 1 0,11-3 0,-6 2 0,0-1 0,0-1 0,0 0 0,0 0 0,0-1 0,-1 0 0,1 0 0,-1-1 0,0-1 0,-1 1 0,1-1 0,-1-1 0,0 0 0,-1 0 0,1 0 0,6-10 0,-13 15 0,0 0 0,1 0 0,-1 1 0,0-1 0,0 0 0,0 0 0,-1 0 0,1 0 0,0-1 0,-1 1 0,0 0 0,1 0 0,-1 0 0,0 0 0,0 0 0,0-1 0,0 1 0,0 0 0,-1 0 0,1 0 0,-1 0 0,1 0 0,-1 0 0,0 0 0,0 0 0,0 0 0,0 0 0,0 0 0,0 0 0,-1 0 0,1 1 0,-1-1 0,1 1 0,-1-1 0,1 1 0,-1-1 0,0 1 0,0 0 0,-3-2 0,-8-4 0,0 0 0,-1 1 0,0 0 0,-23-6 0,25 9 0,9 2 0,0 0 0,1 0 0,-1 1 0,0 0 0,0-1 0,1 1 0,-1 0 0,0 1 0,0-1 0,1 0 0,-1 1 0,0-1 0,1 1 0,-1 0 0,0 0 0,1 0 0,-1 0 0,1 0 0,0 1 0,-1-1 0,1 1 0,0-1 0,0 1 0,0 0 0,0 0 0,0 0 0,0 0 0,0 0 0,1 1 0,-1-1 0,1 0 0,0 1 0,0-1 0,0 1 0,0 0 0,-1 3 0,0 1 0,0 0 0,0-1 0,0 1 0,1 1 0,0-1 0,1 0 0,0 0 0,0 0 0,0 0 0,1 0 0,0 0 0,0 0 0,4 11 0,-4-16 0,0 1 0,0-1 0,1 0 0,-1 0 0,1 0 0,-1 0 0,1 0 0,0 0 0,0 0 0,0-1 0,0 1 0,0-1 0,0 1 0,0-1 0,0 0 0,1 0 0,-1 0 0,0 0 0,1 0 0,-1 0 0,1-1 0,-1 1 0,1-1 0,-1 0 0,1 1 0,-1-1 0,1 0 0,-1-1 0,5 0 0,0 0 0,-1 0 0,1 0 0,-1-1 0,1 0 0,-1-1 0,0 1 0,1-1 0,-1 0 0,10-8 0,-9 5 0,1 1 0,-1-1 0,1 1 0,0 1 0,15-7 0,-20 10 0,-1 0 0,1 1 0,0-1 0,0 1 0,0 0 0,-1 0 0,1 0 0,0 0 0,0 0 0,0 1 0,-1-1 0,1 1 0,0-1 0,0 1 0,-1 0 0,1 0 0,-1 1 0,1-1 0,-1 0 0,1 1 0,-1-1 0,0 1 0,3 2 0,3 4 0,-5-6 0,-1 1 0,1-1 0,-1 0 0,1 0 0,-1 0 0,1 0 0,0-1 0,4 2 0,-6-2 0,0-1 0,0 0 0,0 0 0,1 0 0,-1-1 0,0 1 0,0 0 0,0 0 0,0 0 0,0-1 0,0 1 0,0-1 0,0 1 0,0-1 0,0 1 0,0-1 0,0 1 0,0-1 0,-1 0 0,1 1 0,0-1 0,0 0 0,-1 0 0,1 0 0,0 0 0,-1 0 0,1 1 0,-1-1 0,1 0 0,0-2 0,4-6 0,0 0 0,0 0 0,0 0 0,1 1 0,0-1 0,12-10 0,-17 17 0,1 1 0,-1 0 0,1 0 0,-1-1 0,1 1 0,0 0 0,0 1 0,0-1 0,-1 0 0,1 0 0,0 1 0,0-1 0,0 1 0,0 0 0,0-1 0,0 1 0,0 0 0,0 0 0,0 0 0,0 1 0,0-1 0,0 0 0,0 1 0,0-1 0,0 1 0,0 0 0,-1-1 0,1 1 0,0 0 0,0 0 0,-1 0 0,1 1 0,-1-1 0,1 0 0,-1 0 0,2 2 0,0 1 0,0-1 0,0 1 0,0 0 0,-1-1 0,0 1 0,0 0 0,3 6 0,11 19 0,-1-5 0,-27-42 0,8 10 0,1 0 0,1 0 0,0 0 0,0 0 0,0-1 0,1 1 0,0 0 0,1-16 0,0 21 0,0 1 0,0 0 0,1-1 0,-1 1 0,1 0 0,0-1 0,-1 1 0,1 0 0,0 0 0,0 0 0,0-1 0,1 1 0,-1 0 0,0 1 0,3-3 0,-3 2 0,1 1 0,0 1 0,-1-1 0,1 0 0,0 0 0,-1 1 0,1-1 0,0 1 0,0-1 0,0 1 0,0 0 0,-1-1 0,1 1 0,0 0 0,0 0 0,0 1 0,0-1 0,0 0 0,-1 1 0,1-1 0,0 1 0,2 0 0,7 5 0,0 0 0,0 0 0,0 1 0,-1 1 0,0 0 0,-1 0 0,0 1 0,0 0 0,13 19 0,-19-25 12,-1-1 0,0 1 0,-1 0 0,1 0 0,0 0 0,-1 1 0,0-1 0,0 0 0,2 7 0,-3-9-62,0 1 1,0-1-1,0 0 1,0 0-1,0 1 1,-1-1-1,1 0 1,0 0-1,0 0 1,-1 1-1,1-1 1,-1 0-1,1 0 1,-1 0-1,0 0 1,1 0-1,-1 0 1,0 0-1,0 0 1,0 0-1,0 0 1,0 0-1,0 0 1,0-1-1,0 1 1,0 0-1,0-1 1,0 1-1,-2 0 1,-12 4-6777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6.4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1 118 24575,'0'-4'0,"0"-6"0,0-5 0,4-1 0,2-1 0,3 2 0,1 0 0,3 1 0,3 5 0,-1 6 0,1 5 0,-2 6 0,-3 6 0,-4 0-8191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7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1 114 24575,'8'-1'0,"0"0"0,-1 0 0,1-1 0,15-5 0,22-4 0,-32 10 0,0-1 0,0 0 0,18-6 0,-28 6 0,1 1 0,0-1 0,-1 1 0,1-1 0,-1 0 0,0 0 0,0-1 0,0 1 0,0-1 0,0 1 0,0-1 0,0 0 0,-1 0 0,0 0 0,4-6 0,-5 7 0,0 0 0,-1 0 0,1 0 0,0 0 0,1 0 0,-1 0 0,0 0 0,0 1 0,1-1 0,-1 1 0,1-1 0,0 1 0,-1-1 0,1 1 0,0 0 0,0 0 0,0 0 0,-1 0 0,1 0 0,0 0 0,1 0 0,-1 1 0,0-1 0,0 1 0,0 0 0,0-1 0,0 1 0,0 0 0,1 0 0,-1 0 0,4 1 0,-2 1 0,0 0 0,1 0 0,-1 0 0,0 0 0,0 1 0,0 0 0,-1-1 0,1 2 0,-1-1 0,0 0 0,1 1 0,-1-1 0,-1 1 0,4 5 0,5 8-273,1-1 0,0-1 0,1 0 0,20 18 0,-21-23-6553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7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24 24575,'28'-10'0,"-4"0"0,-19 9 0,0 0 0,0 1 0,-1-1 0,1 1 0,0 0 0,0 0 0,0 0 0,0 1 0,0 0 0,-1 0 0,1 0 0,7 3 0,-10-3 0,1 1 0,-1-1 0,0 1 0,0 0 0,0 0 0,-1 0 0,1 0 0,0 0 0,-1 0 0,1 0 0,-1 0 0,0 0 0,1 1 0,-1-1 0,0 1 0,0-1 0,-1 1 0,1-1 0,-1 1 0,1-1 0,-1 1 0,0 0 0,0-1 0,0 1 0,0 2 0,0-1 0,-1 0 0,1 0 0,-1 1 0,0-1 0,0 0 0,0 0 0,-1-1 0,1 1 0,-1 0 0,0 0 0,0-1 0,0 1 0,-1-1 0,1 0 0,-1 0 0,0 1 0,0-2 0,0 1 0,-7 5 0,-4 1 0,0-1 0,-1 0 0,-26 10 0,16-7 0,13-6-273,1-1 0,-1 0 0,0-1 0,-15 2 0,5-2-6553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9.0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1 157 24575,'0'-5'0,"0"-7"0,0 0 0,0 1 0,1-1 0,1 0 0,5-19 0,-6 28 0,0 0 0,1-1 0,0 1 0,-1 0 0,1 0 0,0 0 0,1 1 0,-1-1 0,0 0 0,1 1 0,0 0 0,-1-1 0,1 1 0,0 0 0,0 0 0,0 1 0,0-1 0,1 1 0,-1-1 0,0 1 0,1 0 0,-1 0 0,6 0 0,7-2 0,-1 0 0,1 2 0,0 0 0,0 0 0,0 2 0,0 0 0,-1 1 0,1 0 0,30 10 0,-43-11 0,0 1 0,0 1 0,0-1 0,-1 0 0,1 1 0,0-1 0,-1 1 0,0 0 0,0 0 0,0 0 0,0 0 0,0 0 0,0 0 0,-1 1 0,0-1 0,1 0 0,-1 1 0,-1-1 0,1 1 0,0 0 0,-1-1 0,0 1 0,0-1 0,0 1 0,0 0 0,-1 3 0,1-2 0,-1 0 0,1 0 0,-1 0 0,0 0 0,-1 0 0,1 0 0,-1-1 0,0 1 0,0 0 0,0-1 0,-1 0 0,1 1 0,-1-1 0,0 0 0,-1 0 0,1-1 0,-1 1 0,-5 4 0,-3-2 0,-1 0 0,1 0 0,-2-1 0,1-1 0,0 0 0,-1-1 0,0 0 0,-16 0 0,25-2 0,0 0 0,0-1 0,-1 2 0,1-1 0,0 0 0,1 1 0,-1 0 0,-5 3 0,10-5 0,0 0 0,0 0 0,0 1 0,0-1 0,0 0 0,0 0 0,0 1 0,0-1 0,0 0 0,0 0 0,0 0 0,0 1 0,0-1 0,0 0 0,0 0 0,0 0 0,0 1 0,0-1 0,0 0 0,0 0 0,1 0 0,-1 1 0,0-1 0,0 0 0,0 0 0,0 0 0,0 0 0,1 1 0,-1-1 0,0 0 0,0 0 0,0 0 0,0 0 0,1 0 0,-1 0 0,0 0 0,0 0 0,0 1 0,1-1 0,-1 0 0,0 0 0,0 0 0,0 0 0,1 0 0,-1 0 0,0 0 0,1 0 0,14 5 0,-14-4 0,16 4 0,117 34 0,-113-33 0,0 0 0,22 11 0,4 1 0,-43-16 0,1 0 0,-1 0 0,0 1 0,0-1 0,0 1 0,0 0 0,-1 0 0,1 0 0,-1 0 0,1 1 0,-1 0 0,4 5 0,-6-8 0,0 0 0,-1 1 0,1-1 0,0 1 0,0-1 0,-1 0 0,1 1 0,-1-1 0,1 1 0,-1-1 0,0 1 0,1 0 0,-1-1 0,0 1 0,0-1 0,0 1 0,0-1 0,0 1 0,-1 0 0,1-1 0,0 1 0,-1-1 0,1 1 0,-1-1 0,1 1 0,-1-1 0,0 0 0,0 1 0,0-1 0,0 0 0,0 1 0,0-1 0,0 0 0,0 0 0,0 0 0,0 0 0,-1 0 0,-2 1 0,-6 4 0,-1-2 0,0 1 0,0-2 0,0 1 0,-1-1 0,1-1 0,-1 0 0,1-1 0,-1 0 0,-17-1 0,10 0 0,1 1 0,0 1 0,-24 5 0,23-2-1365,2-1-5461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19.2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320 0 24575,'0'3'0,"1"-1"0,0 1 0,0-1 0,0 1 0,0-1 0,0 0 0,0 0 0,1 1 0,-1-1 0,1 0 0,-1 0 0,5 3 0,11 21 0,-16-23 0,0 1 0,0-1 0,-1 1 0,0-1 0,0 1 0,0-1 0,0 1 0,0 0 0,-1-1 0,1 0 0,-1 1 0,0-1 0,0 1 0,0-1 0,-1 0 0,1 0 0,-1 1 0,0-1 0,0 0 0,0-1 0,0 1 0,0 0 0,0 0 0,-1-1 0,0 0 0,1 1 0,-6 2 0,-8 6 0,-1-1 0,0 0 0,-36 13 0,10-4 0,11-2-455,-1-1 0,-57 18 0,70-28-6371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1.1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1 579 24575,'8'0'0,"1"-1"0,-1 1 0,1-1 0,-1-1 0,0 0 0,10-3 0,-14 3 0,0 1 0,0-1 0,-1 0 0,1 0 0,-1 0 0,1-1 0,-1 1 0,0-1 0,0 0 0,0 1 0,0-2 0,-1 1 0,1 0 0,3-6 0,26-44 0,-21 38 0,-2-1 0,0 0 0,13-32 0,-11 19 0,-2-1 0,-1 0 0,-1 0 0,-2-1 0,2-42 0,-6 55 0,0 1 0,0-1 0,2 1 0,0 0 0,1 0 0,9-23 0,-13 40 0,0-1 0,0 1 0,0-1 0,1 1 0,-1-1 0,0 1 0,0 0 0,1-1 0,-1 1 0,0-1 0,0 1 0,1-1 0,-1 1 0,0 0 0,1-1 0,-1 1 0,1 0 0,-1 0 0,0-1 0,1 1 0,-1 0 0,1 0 0,-1-1 0,1 1 0,-1 0 0,1 0 0,-1 0 0,1 0 0,-1 0 0,1 0 0,-1 0 0,1 0 0,-1 0 0,1 0 0,-1 0 0,2 0 0,14 17 0,9 31 0,-25-47 0,10 24 0,-2-1 0,-1 1 0,-1 0 0,-1 1 0,3 38 0,-3-29 0,14 49 0,-13-61 0,0-1 0,-2 1 0,0 0 0,-2 0 0,0 43 0,-2-64-105,-1 1 0,1-1 0,-1 1 0,1 0 0,-1-1 0,0 1 0,0-1 0,0 1 0,0-1 0,-1 0 0,1 0 0,-3 4 0,-7 5-6721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1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24575,'33'-1'0,"1"2"0,0 1 0,49 11 0,-42-7 0,1-1 0,0-2 0,82-5 0,-33-1 0,406 3-1365,-475 0-5461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1.9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356 103 24575,'-1'-3'0,"1"0"0,-1 1 0,0-1 0,0 1 0,0-1 0,0 1 0,-1-1 0,1 1 0,-1 0 0,0 0 0,1 0 0,-1 0 0,0 0 0,-3-2 0,1-1 0,-1 1 0,-1 0 0,1 0 0,-11-5 0,-4 1 0,-1 0 0,0 2 0,0 1 0,0 1 0,-1 0 0,1 2 0,-1 0 0,0 1 0,-27 4 0,47-3 0,-1 0 0,1 1 0,-1-1 0,1 1 0,-1 0 0,1 0 0,0 0 0,-1 0 0,1 1 0,0-1 0,0 0 0,0 1 0,0 0 0,0-1 0,0 1 0,0 0 0,0 0 0,1 0 0,-1 0 0,1 0 0,-1 1 0,1-1 0,0 0 0,0 1 0,0-1 0,0 1 0,1-1 0,-1 1 0,0 4 0,-1 8 0,1 0 0,1 0 0,0 1 0,2 16 0,0-5 0,-2-25 0,0 9 0,1-1 0,0 1 0,0-1 0,1 1 0,5 18 0,-5-26 0,-1 0 0,0-1 0,1 1 0,0-1 0,0 1 0,-1-1 0,2 1 0,-1-1 0,0 0 0,0 0 0,1 0 0,-1 0 0,1-1 0,-1 1 0,1-1 0,0 1 0,-1-1 0,1 0 0,0 0 0,0 0 0,0 0 0,0-1 0,0 1 0,5-1 0,8 2 0,-1-1 0,0-1 0,0 0 0,1-1 0,-1-1 0,21-4 0,-31 4 0,1 1 0,-1-1 0,1-1 0,-1 1 0,0-1 0,1 0 0,-1 0 0,-1 0 0,1-1 0,0 1 0,-1-1 0,0 0 0,0-1 0,0 1 0,0-1 0,-1 0 0,0 0 0,0 0 0,4-8 0,7-37 0,-11 39 0,-1 1 0,1 0 0,9-19 0,-12 28 0,0 0 0,1 1 0,-1-1 0,0 1 0,0-1 0,1 0 0,-1 1 0,0-1 0,1 1 0,-1-1 0,0 1 0,1-1 0,-1 1 0,1-1 0,-1 1 0,1-1 0,-1 1 0,1 0 0,-1-1 0,1 1 0,0 0 0,-1-1 0,1 1 0,-1 0 0,1 0 0,0-1 0,-1 1 0,1 0 0,0 0 0,-1 0 0,1 0 0,0 0 0,-1 0 0,1 0 0,0 0 0,-1 0 0,1 1 0,0-1 0,-1 0 0,1 0 0,-1 0 0,1 1 0,0-1 0,-1 0 0,1 1 0,-1-1 0,1 0 0,-1 1 0,1-1 0,-1 1 0,1-1 0,-1 1 0,0-1 0,1 1 0,-1-1 0,1 2 0,21 40 0,-17-30 0,2 4 0,1-1 0,1 0 0,0 0 0,1-1 0,0 0 0,1-1 0,1 0 0,0 0 0,1-2 0,25 19 0,-21-19-117,-10-6-22,0 0 1,0-1-1,0 0 0,1 0 1,-1-1-1,1 0 0,0 0 1,16 3-1,-4-4-6687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2.2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256 27 24575,'-16'-1'0,"1"-1"0,0 0 0,-19-6 0,-35-4 0,60 11 0,1 1 0,0 0 0,0 0 0,0 1 0,-15 2 0,21-2 0,0 0 0,0 0 0,-1 0 0,1 0 0,0 0 0,0 0 0,1 0 0,-1 1 0,0-1 0,0 1 0,1-1 0,-1 1 0,1 0 0,-1 0 0,1 0 0,0-1 0,-1 1 0,1 1 0,0-1 0,0 0 0,1 0 0,-1 0 0,0 0 0,1 1 0,-1 2 0,-1 9 0,0 0 0,1 0 0,1 0 0,2 21 0,-1-27 0,0-1 0,0 1 0,1-1 0,0 0 0,0 1 0,0-1 0,1 0 0,1 0 0,-1-1 0,5 8 0,-6-12 0,0 0 0,0 0 0,0 0 0,0 0 0,0 0 0,1 0 0,-1 0 0,1-1 0,-1 1 0,1-1 0,0 1 0,-1-1 0,1 0 0,0 0 0,0-1 0,0 1 0,0 0 0,0-1 0,0 0 0,0 0 0,0 0 0,0 0 0,0 0 0,-1 0 0,1-1 0,4-1 0,-1 1 0,0-2 0,0 1 0,-1 0 0,1-1 0,-1 0 0,0 0 0,0-1 0,0 0 0,0 0 0,0 0 0,6-7 0,-9 8-67,6-6-193,0 0 1,-1-1-1,-1 1 1,9-18-1,-9 11-6566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2.4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24575,'0'10'0,"2"0"0,-1-1 0,1 1 0,6 14 0,2 13 0,-1 4 0,-3-14 0,-1 0 0,1 28 0,-3-33 0,0-1 0,2 0 0,12 39 0,4 14 0,-19-65-80,0 0 0,0 0-1,1-1 1,0 1 0,1-1-1,0 0 1,0 0 0,1 0-1,0 0 1,0-1 0,1 0 0,-1 0-1,2 0 1,-1-1 0,1 0-1,11 8 1,-4-6-6746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2.6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24575,'4'0'0,"6"0"0,5 0 0,5 0 0,3 0 0,1 0 0,2 0 0,0 0 0,0 0 0,0 0 0,-1 0 0,0 0 0,1 0 0,-1 0 0,0 0 0,-1 0 0,-3 0-8191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2.8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24575,'1'9'0,"0"-1"0,1 1 0,0-1 0,0 0 0,1 1 0,0-1 0,8 14 0,-7-13 0,1 1 0,-2-1 0,1 1 0,-1 0 0,2 12 0,-3-2 0,1-1 0,1 0 0,0 0 0,14 34 0,-6-21 0,-8-22 0,0 1 0,0-1 0,1 1 0,0-1 0,1-1 0,0 1 0,12 14 0,6 8-18,-21-27-72,-1-1 0,1 0 1,0 0-1,0 0 0,0 0 0,0-1 0,1 1 1,-1-1-1,1 0 0,0 0 0,0 0 0,0 0 1,1-1-1,8 4 0,4-2-6736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3.9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24575,'1'19'0,"1"-1"0,1 0 0,0 1 0,13 34 0,-10-35 0,0 1 0,-2 0 0,0 0 0,2 29 0,-8 326 0,2-368 0,1-3 0,-1 1 0,0-1 0,0 0 0,0 0 0,0 0 0,-1 0 0,1 0 0,-1 0 0,0 0 0,0 0 0,0 0 0,0 0 0,0 0 0,-2 3 0,2-6 0,1 0 0,0 0 0,-1 0 0,1 0 0,0 0 0,-1 0 0,1 0 0,0 0 0,-1 0 0,1 0 0,0 0 0,0 0 0,-1 0 0,1 0 0,0 0 0,-1-1 0,1 1 0,0 0 0,0 0 0,-1 0 0,1 0 0,0-1 0,0 1 0,-1 0 0,1 0 0,0 0 0,0-1 0,0 1 0,-1 0 0,1-1 0,0 1 0,0 0 0,0 0 0,0-1 0,0 1 0,0 0 0,-1-1 0,1 1 0,0 0 0,0 0 0,0-1 0,0 1 0,0 0 0,0-1 0,0 1 0,0 0 0,1-1 0,-5-17 0,3 13 0,1-1 0,0 0 0,0 0 0,0 0 0,1 1 0,0-1 0,0 0 0,0 1 0,1-1 0,-1 1 0,1-1 0,1 1 0,-1 0 0,1-1 0,0 2 0,0-1 0,1 0 0,-1 0 0,1 1 0,0 0 0,0 0 0,8-6 0,-6 6 0,0 0 0,0 0 0,0 1 0,1 0 0,0 0 0,-1 1 0,1 0 0,0 0 0,0 0 0,0 1 0,0 0 0,0 0 0,0 1 0,1 0 0,-1 0 0,0 1 0,0 0 0,10 3 0,-11-3 0,0 1 0,0 1 0,0-1 0,0 1 0,-1 0 0,1 0 0,-1 1 0,0-1 0,0 1 0,0 0 0,0 1 0,6 7 0,0 4 0,0 0 0,16 31 0,-19-32 0,0 0 0,1-1 0,0 0 0,16 18 0,-16-22 0,1-1 0,0 0 0,0 0 0,1-1 0,20 12 0,-25-18 0,-1 0 0,1 0 0,-1 0 0,1-1 0,0 1 0,0-1 0,-1-1 0,1 1 0,0-1 0,0 0 0,0-1 0,0 1 0,-1-1 0,1 0 0,9-3 0,-7 1 0,0 0 0,-1 0 0,1-1 0,-1 0 0,0 0 0,0 0 0,-1-1 0,1 0 0,-1 0 0,0-1 0,0 0 0,-1 0 0,0 0 0,0-1 0,0 0 0,-1 0 0,0 0 0,5-13 0,-5 11 0,-1 0 0,-1 0 0,1 0 0,-2-1 0,1 1 0,-1-1 0,0 1 0,-1-1 0,-1 1 0,1-1 0,-1 1 0,-1-1 0,0 1 0,0-1 0,-6-14 0,7 22 0,-1-1 0,1 0 0,-1 1 0,0-1 0,0 1 0,0 0 0,0-1 0,0 1 0,-1 0 0,1 0 0,-1 0 0,1 1 0,-1-1 0,0 1 0,1-1 0,-1 1 0,0 0 0,0 0 0,0 0 0,0 1 0,0-1 0,0 1 0,0-1 0,0 1 0,0 0 0,-1 0 0,1 0 0,0 1 0,0-1 0,0 1 0,0 0 0,0 0 0,0 0 0,0 0 0,1 0 0,-1 0 0,0 1 0,1-1 0,-1 1 0,1 0 0,-1 0 0,1 0 0,0 0 0,0 1 0,0-1 0,0 0 0,0 1 0,0-1 0,1 1 0,-1 0 0,1 0 0,-1-1 0,0 5 0,-1 11 0,0 0 0,2 0 0,0 0 0,0 0 0,2 0 0,3 22 0,-4-38 0,1 0 0,-1 0 0,0 0 0,1 0 0,-1 0 0,1 0 0,-1-1 0,1 1 0,0 0 0,0 0 0,0 0 0,0-1 0,0 1 0,0-1 0,0 1 0,1-1 0,-1 1 0,0-1 0,1 1 0,0-1 0,-1 0 0,3 1 0,-2-1 0,-1-1 0,1 0 0,-1 0 0,1 0 0,-1 0 0,1 0 0,-1 0 0,1 0 0,-1 0 0,1 0 0,-1-1 0,1 1 0,-1-1 0,1 1 0,-1-1 0,0 0 0,1 1 0,-1-1 0,0 0 0,1 0 0,-1 0 0,0 0 0,0 0 0,0 0 0,0 0 0,0-1 0,0 1 0,1-2 0,3-4 0,-1 0 0,0 0 0,-1-1 0,1 1 0,2-10 0,10-21 0,-15 37 0,-1-1 0,1 1 0,0 0 0,-1 0 0,1 0 0,0-1 0,0 1 0,0 0 0,0 0 0,0 0 0,0 1 0,0-1 0,0 0 0,0 0 0,1 0 0,1 0 0,-2 1 0,0 0 0,-1 0 0,1 0 0,0 0 0,0 0 0,-1 0 0,1 0 0,0 0 0,-1 1 0,1-1 0,0 0 0,0 1 0,-1-1 0,1 0 0,-1 1 0,1-1 0,0 1 0,-1-1 0,1 1 0,-1-1 0,1 1 0,0 0 0,4 6 0,-1 0 0,0 1 0,0-1 0,5 14 0,2 5 0,-8-23-53,3 7 113,1 0 0,16 17 0,-21-25-135,0-1 1,0 1-1,0 0 0,0-1 1,0 1-1,0-1 1,0 1-1,1-1 0,-1 0 1,0 0-1,1 0 1,-1-1-1,1 1 1,-1 0-1,1-1 0,-1 0 1,1 1-1,0-1 1,3-1-1,8-2-6751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4.3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150 50 24575,'0'-2'0,"-1"0"0,1 0 0,-1 0 0,0 0 0,0 0 0,1 0 0,-1 1 0,0-1 0,-1 0 0,1 0 0,0 1 0,0-1 0,-1 1 0,1-1 0,-1 1 0,1-1 0,-1 1 0,0 0 0,1 0 0,-1 0 0,0 0 0,0 0 0,0 0 0,0 0 0,0 1 0,-2-1 0,-4-2 0,1 1 0,-1 0 0,0 1 0,0 0 0,-12 0 0,18 1 0,0-1 0,0 1 0,0 1 0,0-1 0,0 0 0,0 0 0,0 1 0,0-1 0,0 1 0,0 0 0,0-1 0,0 1 0,0 0 0,1 0 0,-1 0 0,0 1 0,1-1 0,-1 0 0,0 1 0,1-1 0,0 1 0,-1-1 0,1 1 0,0-1 0,0 1 0,0 0 0,0 0 0,0 0 0,0 0 0,0-1 0,1 1 0,-1 0 0,1 0 0,-1 0 0,1 1 0,0-1 0,0 0 0,0 0 0,0 0 0,0 0 0,1 2 0,0 4 0,0-1 0,1 0 0,0 1 0,0-1 0,0 0 0,1 0 0,0 0 0,1 0 0,0-1 0,5 8 0,5 1 0,0 0 0,1-1 0,1-1 0,17 12 0,2 2 0,-11-9 0,31 17 0,-5-4 0,-48-30 0,-1 0 0,1-1 0,-1 1 0,0 0 0,0 0 0,1 0 0,-1 0 0,0 0 0,0 0 0,0 0 0,0 1 0,0-1 0,0 0 0,-1 1 0,1-1 0,0 0 0,-1 1 0,1-1 0,-1 1 0,1-1 0,-1 1 0,0-1 0,0 1 0,1-1 0,-1 1 0,0-1 0,0 1 0,-1 0 0,1-1 0,0 1 0,0-1 0,-1 1 0,0 2 0,0-3 0,0 0 0,-1 1 0,1-1 0,0 0 0,0 0 0,-1 1 0,1-1 0,-1 0 0,1-1 0,-1 1 0,1 0 0,-1 0 0,0-1 0,1 1 0,-1-1 0,0 1 0,1-1 0,-1 0 0,0 1 0,0-1 0,0 0 0,1 0 0,-1 0 0,0-1 0,0 1 0,1 0 0,-1-1 0,0 1 0,-2-2 0,3 2-72,0-1 1,-1 1-1,1-1 0,0 1 0,-1-1 0,1 0 0,0 0 0,0 1 1,0-1-1,-1 0 0,1 0 0,0 0 0,0 0 0,0-1 0,1 1 1,-1 0-1,0 0 0,-1-2 0,0-8-6754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4.9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 24575,'0'524'0,"0"-518"0,1-3 0,-1 0 0,0 1 0,0-1 0,0 0 0,0 0 0,-1 0 0,1 0 0,-1 0 0,0 0 0,0 0 0,0 0 0,0 0 0,0 0 0,-2 3 0,2-6 0,1 0 0,0 0 0,-1 0 0,1 0 0,0 0 0,-1 0 0,1 0 0,0 0 0,0 0 0,-1 0 0,1 0 0,0 0 0,-1 0 0,1 0 0,0-1 0,-1 1 0,1 0 0,0 0 0,0 0 0,-1 0 0,1-1 0,0 1 0,0 0 0,-1 0 0,1 0 0,0-1 0,0 1 0,0 0 0,-1 0 0,1-1 0,0 1 0,0 0 0,0 0 0,0-1 0,0 1 0,0 0 0,0-1 0,-1 1 0,1 0 0,0-1 0,0 1 0,0 0 0,0 0 0,0-1 0,0 1 0,0 0 0,1-1 0,-5-17 0,3 12 0,0-1 0,1 1 0,-1-1 0,2 1 0,-1-1 0,1 1 0,-1-1 0,2 1 0,-1 0 0,1 0 0,0-1 0,0 1 0,4-6 0,-3 7 0,0 1 0,0 0 0,1 0 0,-1 1 0,1-1 0,0 1 0,0-1 0,0 1 0,1 1 0,-1-1 0,1 0 0,-1 1 0,1 0 0,0 0 0,0 1 0,0-1 0,6 0 0,-1-1 0,1 1 0,-1 1 0,1 0 0,0 0 0,0 1 0,-1 0 0,1 1 0,14 2 0,-17-1 0,0 1 0,-1-1 0,1 1 0,-1 1 0,0-1 0,0 1 0,0 0 0,-1 1 0,1 0 0,-1 0 0,11 11 0,-9-6 0,2-1 0,-1 0 0,16 12 0,-20-18 0,0-1 0,1 1 0,-1-1 0,0 0 0,1 0 0,-1 0 0,1-1 0,-1 0 0,1 0 0,9 0 0,8 0-1365,-1-1-5461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5.3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24575,'0'4'0,"0"6"0,0 5 0,0 5 0,0 2 0,0 3 0,0 1 0,0 0 0,0 0 0,0-1 0,0 1 0,0-1 0,0 0 0,0 0 0,0-4-8191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5.5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5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0 24575,'1'0'0,"0"1"0,0-1 0,0 0 0,-1 1 0,1-1 0,0 0 0,0 1 0,-1-1 0,1 1 0,0-1 0,0 1 0,-1-1 0,1 1 0,-1-1 0,1 1 0,-1 0 0,1-1 0,-1 1 0,1 0 0,-1 0 0,1-1 0,-1 1 0,1 1 0,7 24 0,-5-16 0,4 12 0,-1 0 0,-1 1 0,-2-1 0,3 37 0,-8 97 0,0-60 0,4-57 0,-1-28 0,0 1 0,-1 0 0,0 0 0,-1 0 0,0-1 0,-1 1 0,-3 11 0,4-21-62,0 0 0,0 0 0,-1 0 0,1 0 0,-1 0 0,1 0 0,-1-1 0,0 1 0,1 0 0,-1-1 0,0 0 0,0 1-1,0-1 1,0 0 0,0 0 0,0 0 0,-1 0 0,1 0 0,0-1 0,0 1 0,-5 0 0,-11 1-6764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6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0 151 24575,'28'-9'0,"-3"-1"0,-4 7 0,43 0 0,-46 3 0,-1 0 0,1-2 0,31-6 0,70-22 0,-78 21 0,-28 7 0,0-1 0,0 0 0,0 0 0,0-2 0,18-8 0,-30 13 0,0-1 0,0 1 0,0-1 0,0 0 0,0 1 0,0-1 0,0 0 0,-1 0 0,1 1 0,0-1 0,0 0 0,-1 0 0,1 0 0,-1 0 0,1 0 0,-1 0 0,1 0 0,-1 0 0,1 0 0,-1-2 0,0 2 0,0 0 0,0 1 0,0-1 0,0 0 0,0 0 0,-1 1 0,1-1 0,0 0 0,0 1 0,-1-1 0,1 0 0,0 1 0,-1-1 0,1 1 0,-1-1 0,1 0 0,-1 1 0,1-1 0,-1 1 0,1-1 0,-1 1 0,0 0 0,0-1 0,0 0 0,-1 1 0,1-1 0,0 1 0,0-1 0,-1 1 0,1 0 0,0 0 0,-1 0 0,1 0 0,0 0 0,-1 0 0,1 0 0,0 0 0,0 0 0,-1 0 0,1 1 0,0-1 0,-1 0 0,1 1 0,0 0 0,0-1 0,0 1 0,-1-1 0,1 1 0,0 0 0,0 0 0,0 0 0,0 0 0,0 0 0,1 0 0,-1 0 0,0 0 0,0 0 0,1 0 0,-1 0 0,0 2 0,-3 9 0,0 0 0,1 0 0,1 1 0,0-1 0,1 1 0,0-1 0,1 1 0,0-1 0,4 22 0,-4-32 0,1 1 0,-1-1 0,1 0 0,-1 1 0,1-1 0,0 0 0,0 1 0,0-1 0,1 0 0,-1 0 0,0 0 0,1 0 0,-1 0 0,1 0 0,0 0 0,0 0 0,-1-1 0,5 4 0,-1-3 0,-1 0 0,1 0 0,-1 0 0,1 0 0,0 0 0,0-1 0,0 0 0,0 0 0,5 0 0,1 0 0,-1-1 0,0 0 0,1-1 0,-1 0 0,0-1 0,1 0 0,-1 0 0,18-8 0,-23 7 0,0 1 0,-1-2 0,1 1 0,-1 0 0,0-1 0,0 1 0,0-1 0,-1 0 0,1-1 0,-1 1 0,0-1 0,3-6 0,23-28 0,-28 38 0,0 0 0,0 0 0,0 0 0,0 0 0,0 0 0,0 0 0,0 1 0,0-1 0,0 0 0,0 1 0,1-1 0,-1 0 0,0 1 0,0 0 0,1-1 0,-1 1 0,0 0 0,1 0 0,-1-1 0,0 1 0,0 0 0,1 0 0,-1 0 0,0 1 0,1-1 0,-1 0 0,0 0 0,1 1 0,-1-1 0,0 1 0,0-1 0,0 1 0,1 0 0,-1-1 0,0 1 0,0 0 0,0 0 0,0 0 0,0-1 0,0 1 0,0 0 0,-1 1 0,1-1 0,0 0 0,0 0 0,0 2 0,3 4 0,0 0 0,0 1 0,-1 0 0,0 0 0,3 14 0,-7-77 0,1 49 0,0 1 0,0 0 0,1 0 0,0-1 0,0 1 0,0 0 0,1 0 0,0 0 0,0 0 0,4-7 0,-4 10 0,0-1 0,1 1 0,-1 0 0,1 1 0,-1-1 0,1 0 0,0 1 0,-1-1 0,1 1 0,0 0 0,0 0 0,0 0 0,0 0 0,0 1 0,0-1 0,0 1 0,0 0 0,0 0 0,0 0 0,0 0 0,0 0 0,0 1 0,0-1 0,0 1 0,0 0 0,0 0 0,4 1 0,-2 1 0,1-1 0,0 1 0,-1 0 0,1 1 0,-1-1 0,0 1 0,0 0 0,-1 0 0,1 1 0,-1-1 0,0 1 0,5 7 0,8 24 0,-15-29 0,1 0 0,0-1 0,1 1 0,-1-1 0,1 0 0,9 11 0,-13-17 0,0 0 0,0 0 0,1 0 0,-1 0 0,0 0 0,0 0 0,1 0 0,-1 0 0,0 0 0,0 0 0,1 0 0,-1 0 0,0 0 0,0 0 0,1 0 0,-1 0 0,0 0 0,0 0 0,1 0 0,-1 0 0,0 0 0,0-1 0,0 1 0,1 0 0,-1 0 0,0 0 0,0 0 0,0-1 0,0 1 0,1 0 0,-1 0 0,0 0 0,0-1 0,0 1 0,0 0 0,0 0 0,0 0 0,0-1 0,0 1 0,0 0 0,1 0 0,-1-1 0,0 1 0,0 0 0,0 0 0,0-1 0,0 1 0,-1 0 0,1 0 0,0-1 0,0 1 0,0 0 0,2-16 0,-2 16 0,1-12 0,1 0 0,0 1 0,0-1 0,1 1 0,1-1 0,0 1 0,0 0 0,1 0 0,11-17 0,-14 25 0,0-1 0,1 1 0,-1 0 0,1 0 0,-1 0 0,1 0 0,0 1 0,0-1 0,0 1 0,0 0 0,1-1 0,-1 2 0,1-1 0,-1 0 0,1 1 0,0-1 0,-1 1 0,1 0 0,0 0 0,0 1 0,0-1 0,0 1 0,-1 0 0,1 0 0,0 0 0,0 0 0,0 1 0,0-1 0,0 1 0,0 0 0,-1 0 0,8 4 0,-9-4 0,1 1 0,-1-1 0,1 1 0,-1 0 0,0 0 0,0 0 0,0 0 0,0 0 0,0 0 0,0 0 0,0 1 0,-1-1 0,1 1 0,-1 0 0,2 3 0,13 49 0,-2-5 0,5 12 97,-16-49-463,1-1 1,0 1-1,10 20 1,-4-16-6461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7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347 3 24575,'-72'-1'0,"-80"3"0,147-1 0,1 0 0,-1 1 0,1-1 0,-1 1 0,1 0 0,0 0 0,0 1 0,0-1 0,0 1 0,0 0 0,1 0 0,-1 0 0,1 0 0,0 1 0,0 0 0,0-1 0,0 1 0,1 0 0,-1 0 0,1 0 0,-2 6 0,-5 9 0,2 0 0,0 1 0,-6 28 0,11-38 0,0 0 0,1-1 0,0 1 0,0 0 0,1 0 0,3 18 0,-3-26 0,0 0 0,0 0 0,1 0 0,-1-1 0,1 1 0,-1 0 0,1 0 0,-1-1 0,1 1 0,0 0 0,0-1 0,0 1 0,0-1 0,0 1 0,0-1 0,1 0 0,-1 1 0,0-1 0,1 0 0,-1 0 0,1 0 0,-1 0 0,1 0 0,-1 0 0,1 0 0,0-1 0,-1 1 0,1 0 0,0-1 0,0 0 0,0 1 0,-1-1 0,1 0 0,0 0 0,0 0 0,0 0 0,-1 0 0,1 0 0,0-1 0,0 1 0,0 0 0,-1-1 0,1 0 0,2-1 0,-1 1 0,0-1 0,0 1 0,0-1 0,0 0 0,-1-1 0,1 1 0,-1 0 0,1-1 0,-1 1 0,0-1 0,0 0 0,0 1 0,0-1 0,1-5 0,22-50 0,-19 41 0,5-13 0,-2 0 0,-1-1 0,5-37 0,-13 67 0,0-1 0,0 1 0,0 0 0,0-1 0,0 1 0,0 0 0,1 0 0,-1-1 0,0 1 0,1 0 0,-1 0 0,1-1 0,-1 1 0,1 0 0,0 0 0,0 0 0,-1 0 0,1 0 0,0 0 0,0 0 0,0 0 0,1-1 0,-1 3 0,0-1 0,0 0 0,0 0 0,0 1 0,0-1 0,0 0 0,0 1 0,-1-1 0,1 1 0,0-1 0,0 1 0,0 0 0,-1-1 0,1 1 0,0 0 0,-1 0 0,1-1 0,-1 1 0,1 0 0,-1 0 0,1 1 0,6 10 0,-1 0 0,9 25 0,-8-17 0,1 1 0,1-1 0,1-1 0,1 0 0,1 0 0,0-1 0,17 19 0,-24-34 8,-1 1 0,1 0 0,0-1 0,0 0 0,1 0 0,-1-1 0,1 1 0,-1-1 0,1 0 0,0-1 0,0 1 0,0-1 0,0-1 0,7 1 0,0 0-220,-1 0 0,0-2 0,0 1-1,0-2 1,0 1 0,13-5 0,-8 0-6614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8.0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 0 24575,'-3'0'0,"0"0"0,0 1 0,0-1 0,0 0 0,1 1 0,-1 0 0,0-1 0,0 1 0,1 0 0,-1 1 0,1-1 0,-1 0 0,1 1 0,-1-1 0,1 1 0,0 0 0,0 0 0,-3 3 0,2-1 0,0 0 0,0 0 0,1 0 0,-1 1 0,1-1 0,0 1 0,1 0 0,-1-1 0,-1 10 0,1 5 0,1 0 0,0-1 0,1 1 0,4 29 0,-4-45 0,1 1 0,-1-1 0,1 0 0,-1 1 0,1-1 0,0 0 0,0 0 0,1 1 0,-1-1 0,0 0 0,1 0 0,0-1 0,0 1 0,0 0 0,0-1 0,0 1 0,1-1 0,-1 1 0,1-1 0,-1 0 0,1 0 0,4 2 0,1-1 0,-1-1 0,1 0 0,0 0 0,0 0 0,-1-1 0,1-1 0,0 1 0,12-2 0,-6 1-341,0-2 0,0 0-1,21-6 1,-13 2-6485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8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 24 24575,'0'-1'0,"-1"0"0,1 0 0,-1 0 0,0-1 0,0 1 0,1 0 0,-1 0 0,0 0 0,0 0 0,0 0 0,0 0 0,0 0 0,0 1 0,0-1 0,0 0 0,0 1 0,-1-1 0,1 0 0,0 1 0,0-1 0,-1 1 0,1 0 0,0-1 0,-1 1 0,1 0 0,0 0 0,-2 0 0,-38-3 0,39 3 0,-1 0 0,1 0 0,-1 1 0,1 0 0,-1-1 0,1 1 0,-1 0 0,1 0 0,0 0 0,0 0 0,0 0 0,-1 1 0,1-1 0,0 1 0,1-1 0,-1 1 0,0 0 0,0 0 0,1 0 0,-1 0 0,1 0 0,-1 0 0,1 0 0,0 1 0,0-1 0,0 0 0,0 1 0,1-1 0,-1 0 0,0 1 0,1 4 0,-2 9 0,0-1 0,2 1 0,2 32 0,-1-25 0,-1-19 0,0 0 0,0 0 0,1 0 0,-1 0 0,1 0 0,0-1 0,0 1 0,0 0 0,1 0 0,-1-1 0,1 1 0,0-1 0,4 6 0,-4-6 0,1-1 0,0 0 0,-1 0 0,1 0 0,0-1 0,0 1 0,0-1 0,0 1 0,0-1 0,0 0 0,1 0 0,-1-1 0,0 1 0,0 0 0,1-1 0,5 0 0,15-1 0,0-1 0,0-2 0,0 0 0,-1-1 0,1-1 0,26-12 0,-13 5 0,-1-1 0,54-30 0,-87 42 0,0 1 0,-1-2 0,1 1 0,0 0 0,-1 0 0,1-1 0,-1 0 0,0 1 0,0-1 0,0 0 0,0 0 0,0 0 0,-1 0 0,1 0 0,-1-1 0,2-6 0,-3 9 0,0-1 0,0 1 0,0-1 0,0 1 0,0-1 0,0 1 0,0-1 0,-1 1 0,1-1 0,-1 1 0,1 0 0,-1-1 0,1 1 0,-1-1 0,0 1 0,0 0 0,1 0 0,-1-1 0,0 1 0,0 0 0,0 0 0,0 0 0,-1 0 0,1 0 0,0 0 0,0 0 0,-1 1 0,1-1 0,0 0 0,-1 1 0,1-1 0,-1 1 0,1-1 0,-1 1 0,1 0 0,-1 0 0,1 0 0,-1-1 0,1 1 0,-2 1 0,0-2 0,-1 1 0,1 0 0,0 0 0,0 1 0,0-1 0,0 1 0,0-1 0,0 1 0,0 0 0,0 0 0,0 0 0,1 1 0,-1-1 0,0 1 0,0-1 0,1 1 0,-1 0 0,1 0 0,0 0 0,0 0 0,0 0 0,0 1 0,0-1 0,0 1 0,0-1 0,1 1 0,-1 0 0,-1 5 0,1-3 0,0 0 0,0 0 0,1 0 0,0 1 0,0-1 0,0 1 0,1-1 0,-1 1 0,1-1 0,1 1 0,-1-1 0,1 1 0,0-1 0,0 1 0,3 7 0,-3-11 0,0 0 0,0 0 0,0 0 0,0 0 0,0 0 0,1 0 0,-1 0 0,1 0 0,-1 0 0,1-1 0,0 1 0,0-1 0,0 1 0,0-1 0,0 0 0,0 1 0,0-1 0,0 0 0,0-1 0,0 1 0,1 0 0,-1-1 0,0 1 0,1-1 0,-1 1 0,0-1 0,1 0 0,-1 0 0,0 0 0,1-1 0,4 0 0,-2 0 0,0 0 0,0-1 0,1 0 0,-1 0 0,-1 0 0,1-1 0,0 0 0,0 1 0,-1-2 0,0 1 0,1 0 0,5-8 0,-5 5-85,0 0 0,-1-1-1,0 0 1,0 0 0,-1 0-1,1 0 1,-1 0 0,-1-1-1,0 1 1,0-1 0,0 0-1,-1 1 1,0-1 0,-1 0-1,0-11 1,0 8-6741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29.7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24575,'1'1'0,"1"-1"0,-1 1 0,0 0 0,0-1 0,0 1 0,0 0 0,0-1 0,0 1 0,0 0 0,0 0 0,-1 0 0,1 0 0,0 0 0,0 0 0,-1 0 0,1 0 0,-1 0 0,1 0 0,0 3 0,12 29 0,-10-23 0,29 58 0,-29-62 0,1 0 0,0 0 0,0-1 0,0 1 0,1-1 0,-1 0 0,1 0 0,10 7 0,-13-10 0,0-1 0,0 1 0,0-1 0,0 0 0,0 0 0,1 0 0,-1 0 0,0 0 0,1 0 0,-1-1 0,0 1 0,1-1 0,-1 0 0,1 1 0,-1-1 0,1 0 0,-1-1 0,0 1 0,1 0 0,-1-1 0,1 1 0,-1-1 0,0 0 0,1 0 0,-1 0 0,0 0 0,0 0 0,0 0 0,0 0 0,0-1 0,3-2 0,1-3 0,0-1 0,0 0 0,0 0 0,-1-1 0,0 0 0,4-12 0,11-16 0,-20 36 0,0 0 0,1 1 0,-1-1 0,1 1 0,-1-1 0,0 1 0,1 0 0,-1-1 0,1 1 0,-1-1 0,1 1 0,0 0 0,-1-1 0,1 1 0,-1 0 0,1 0 0,-1-1 0,1 1 0,0 0 0,-1 0 0,1 0 0,0 0 0,-1 0 0,1 0 0,0 0 0,-1 0 0,1 0 0,-1 0 0,1 0 0,0 0 0,-1 1 0,1-1 0,0 0 0,-1 0 0,1 1 0,-1-1 0,1 0 0,-1 1 0,1-1 0,-1 0 0,1 1 0,-1-1 0,1 1 0,-1-1 0,1 1 0,-1-1 0,0 1 0,1-1 0,-1 1 0,0-1 0,0 1 0,1 1 0,22 40 0,-16-29 0,-4-8 0,-1 0 0,2 0 0,-1-1 0,1 1 0,-1-1 0,1 0 0,1 0 0,-1-1 0,0 1 0,8 3 0,-10-6 0,0 0 0,-1 0 0,1-1 0,0 1 0,0-1 0,0 1 0,0-1 0,0 0 0,1 0 0,-1 0 0,0 0 0,0 0 0,0-1 0,0 1 0,0 0 0,0-1 0,0 0 0,0 1 0,-1-1 0,1 0 0,0 0 0,0 0 0,0 0 0,-1 0 0,1-1 0,-1 1 0,1 0 0,-1-1 0,1 1 0,-1-1 0,2-3 0,55-86 0,-57 90 0,0-1 0,0 1 0,0 0 0,-1 0 0,1 0 0,1 0 0,-1 0 0,0 0 0,0 0 0,0 0 0,0 0 0,1 0 0,-1 1 0,0-1 0,1 0 0,-1 1 0,1-1 0,-1 1 0,0 0 0,1-1 0,-1 1 0,1 0 0,-1 0 0,1 0 0,-1 0 0,1 0 0,-1 0 0,1 0 0,-1 1 0,1-1 0,-1 1 0,1-1 0,-1 1 0,0-1 0,1 1 0,-1 0 0,0-1 0,0 1 0,2 1 0,3 4 0,0-1 0,0 1 0,-1 1 0,0-1 0,7 11 0,-11-15 0,34-47 0,-29 40 0,0 0 0,0 0 0,1 1 0,0 0 0,-1 0 0,1 0 0,1 1 0,-1 0 0,0 1 0,1 0 0,-1 0 0,13-2 0,7 2 0,-1 1 0,38 3 0,-14 0 0,-43-2 0,0 1 0,1 0 0,-1 0 0,0 1 0,0 0 0,0 0 0,-1 0 0,1 1 0,0 0 0,-1 1 0,0-1 0,0 1 0,0 0 0,0 1 0,0-1 0,-1 1 0,0 0 0,0 1 0,0-1 0,5 10 0,3 3 0,1 0 0,21 21 0,-35-39 0,1 1 0,-1-1 0,1 1 0,-1-1 0,1 0 0,-1 1 0,1-1 0,-1 0 0,1 1 0,0-1 0,-1 0 0,1 0 0,-1 0 0,1 1 0,0-1 0,-1 0 0,1 0 0,0 0 0,-1 0 0,1 0 0,-1 0 0,1 0 0,0 0 0,-1 0 0,1-1 0,0 1 0,-1 0 0,2-1 0,14-15 0,7-31 0,-21 42 0,2-4-273,-1 0 0,-1-1 0,0 0 0,2-14 0,-2 4-6553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0.0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24575,'-1'29'0,"3"0"0,0 0 0,10 42 0,-7-46 0,1 0 0,2-1 0,0 0 0,24 45 0,-24-52 0,-1-1 0,-1 1 0,0 0 0,5 31 0,-7-30 0,-3-13 12,0-1 0,0 1 0,0 0 0,0 0 0,-1 0 0,0 0 0,0 0 0,-1 0 0,-1 8 0,2-11-71,-1 0-1,0 0 1,0 0-1,0 0 1,0 0 0,-1-1-1,1 1 1,0 0-1,-1-1 1,1 1 0,-1-1-1,1 1 1,-1-1-1,0 0 1,0 1 0,1-1-1,-1 0 1,0 0-1,0-1 1,0 1 0,0 0-1,0-1 1,0 1-1,-4 0 1,-12 2-6767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30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0 101 24575,'1'-2'0,"0"-1"0,-1 1 0,1-1 0,0 1 0,1-1 0,-1 1 0,0-1 0,1 1 0,-1 0 0,1 0 0,0 0 0,0 0 0,-1 0 0,4-2 0,0-1 0,0 1 0,0 0 0,0 0 0,11-5 0,-4 4 0,1 2 0,0 0 0,0 0 0,0 1 0,0 1 0,0 0 0,0 1 0,24 2 0,-20 0 0,-1-2 0,0 0 0,1-1 0,-1 0 0,19-5 0,-16 1 0,0 1 0,0 1 0,0 0 0,0 2 0,1 0 0,21 3 0,-39-3-65,-1 1 0,0 0 0,0 1 0,0-1 0,0 0 0,0 0 0,0 0 0,0 1 0,1-1 0,-1 0 0,0 1 0,0-1 0,0 1 0,0 0 0,-1-1 0,1 1 0,0 0 0,0-1 0,0 1 0,1 1 0,-2 4-6761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4.4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1666 1 24575,'0'7'0,"-1"0"0,0 0 0,0 0 0,-1 0 0,0-1 0,0 1 0,-1-1 0,-4 10 0,-35 52 0,14-23 0,-7 11-10,-3-3-1,-51 58 1,52-67-93,-113 126-566,-39 27 669,176-183 0,0 0 0,-14 21 0,15-18 0,-28 28 0,-89 92-560,-41 46 351,54-53 89,91-103 120,-72 70 0,-28 26 226,73-70-64,-58 48 0,82-76-100,22-19-103,0 0 0,0-1 0,0 1 0,-1-1 0,0-1 0,0 1 0,-11 4 0,-1-3-6742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5.6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1 530 24575,'0'2'0,"1"-1"0,0 1 0,-1-1 0,1 1 0,0-1 0,0 1 0,0-1 0,1 0 0,-1 1 0,0-1 0,0 0 0,1 0 0,-1 0 0,1 0 0,-1 0 0,1 0 0,2 1 0,29 13 0,-26-12 0,-1-2 0,1 1 0,-1-1 0,1 0 0,-1 0 0,1-1 0,0 0 0,-1 0 0,1 0 0,0-1 0,-1 0 0,1 0 0,-1-1 0,0 0 0,1 0 0,-1 0 0,0-1 0,0 0 0,0 0 0,8-7 0,-4 2 0,0 0 0,-1-1 0,0 0 0,-1 0 0,0-1 0,-1 0 0,0-1 0,0 0 0,10-23 0,18-29 0,-25 48 0,-1-1 0,-1 0 0,9-22 0,-4-1 0,-4 15 0,-1 1 0,-2-1 0,0 0 0,-1-1 0,2-41 0,-7 58 0,0 5 0,0 0 0,0 0 0,0-1 0,0 1 0,0 0 0,1 0 0,-1 0 0,1-1 0,0 1 0,0 0 0,0 0 0,1 0 0,1-3 0,-3 6 0,0 0 0,1 0 0,-1 0 0,0 0 0,0 0 0,1 0 0,-1 0 0,0 0 0,1 0 0,-1 0 0,0 0 0,1 0 0,-1 0 0,0 0 0,0 0 0,1 1 0,-1-1 0,0 0 0,0 0 0,1 0 0,-1 0 0,0 1 0,0-1 0,1 0 0,-1 0 0,0 0 0,0 1 0,0-1 0,0 0 0,1 0 0,-1 1 0,0-1 0,0 0 0,0 0 0,0 1 0,0-1 0,0 0 0,0 1 0,0-1 0,0 0 0,0 1 0,0-1 0,0 0 0,0 0 0,0 1 0,0-1 0,0 1 0,3 16 0,1 35 0,-4 63 0,-1-51 0,0-45 0,-1 0 0,-8 32 0,6-31 0,0 0 0,-1 24 0,5-27 0,-1 12 0,0 1 0,-11 54 0,5-33 0,6-42 0,0 1 0,0 0 0,-1-1 0,0 1 0,-6 16 0,6-23 0,1 0 0,-1-1 0,0 1 0,0-1 0,0 1 0,0-1 0,0 0 0,0 0 0,0 0 0,-1 0 0,1 0 0,-1 0 0,0-1 0,1 1 0,-1-1 0,0 0 0,0 0 0,0 0 0,0 0 0,0 0 0,0-1 0,0 1 0,-3-1 0,-17 2-1365,2-2-5461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5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 24575,'824'0'0,"-810"-1"32,0 0 1,-1-1-1,21-6 0,17-2-1526,-32 8-5332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6.1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24575,'1'0'0,"0"1"0,0-1 0,0 1 0,0-1 0,0 1 0,0-1 0,0 1 0,0 0 0,0-1 0,0 1 0,0 0 0,-1 0 0,1 0 0,0 0 0,0 0 0,-1 0 0,1 0 0,-1 0 0,1 0 0,-1 0 0,1 0 0,-1 0 0,0 0 0,1 1 0,-1-1 0,0 0 0,0 2 0,5 38 0,-5-36 0,2 226 65,-3-119-1495,1-101-5396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6.3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24575,'4'0'0,"1"4"0,1 6 0,-2 1-8191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6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24575,'2'0'0,"-1"0"0,1 1 0,0-1 0,0 0 0,0 1 0,0-1 0,-1 1 0,1-1 0,0 1 0,0 0 0,-1 0 0,1 0 0,0 0 0,-1 0 0,1 0 0,-1 0 0,0 1 0,1-1 0,-1 0 0,0 1 0,0-1 0,0 1 0,0 0 0,0-1 0,1 4 0,2 4 0,-1 0 0,0 0 0,-1 0 0,1 11 0,3 8 0,23 120 0,-24-123 0,-2 0 0,-1 0 0,-2 34 0,0-32 0,0-1 0,2 0 0,5 26 0,11 57 0,-17-94 0,-1 0 0,0 0 0,0-1 0,-2 1 0,-4 21 0,6-33 5,-1 0 1,0 0-1,0-1 0,0 1 0,0 0 0,-1-1 1,1 1-1,-1-1 0,0 0 0,1 1 1,-1-1-1,0 0 0,0 0 0,0 0 0,-1 0 1,1 0-1,0-1 0,-1 1 0,1-1 0,-1 0 1,0 1-1,-4 0 0,-2 0-253,-1 0 1,1 0-1,-1-1 1,0-1-1,-13 0 1,1-1-6579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7.5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0 302 24575,'7'-6'0,"1"0"0,0 0 0,0 0 0,0 1 0,0 1 0,1 0 0,0 0 0,10-3 0,4 0 0,1 0 0,25-2 0,31 5 0,-62 4 0,-1 0 0,1-2 0,-1 0 0,18-4 0,84-25 0,-64 21 0,-35 7 0,-1 0 0,0-2 0,0 0 0,26-11 0,-41 15 0,0-1 0,0 0 0,-1 0 0,1 0 0,-1-1 0,1 0 0,-1 1 0,0-1 0,0 0 0,0 0 0,0-1 0,-1 1 0,0-1 0,1 1 0,-1-1 0,0 0 0,0 0 0,-1 1 0,1-1 0,-1-1 0,0 1 0,0 0 0,0 0 0,-1 0 0,1-7 0,-1 9 0,0 0 0,0 0 0,-1-1 0,1 1 0,0 0 0,-1 0 0,1 0 0,-1 0 0,0 0 0,0 0 0,0 0 0,0 0 0,0 0 0,0 1 0,0-1 0,0 0 0,-1 0 0,1 1 0,-1-1 0,1 1 0,-1 0 0,0-1 0,0 1 0,1 0 0,-1 0 0,0 0 0,0 0 0,0 0 0,0 0 0,0 1 0,0-1 0,0 1 0,-1-1 0,1 1 0,0 0 0,0 0 0,0 0 0,0 0 0,-4 1 0,0-1 0,-1 1 0,1-1 0,-1 2 0,1-1 0,-1 1 0,1 0 0,0 0 0,-1 1 0,1 0 0,1 0 0,-11 7 0,8-4 0,1 1 0,0 0 0,1 0 0,-1 1 0,2 0 0,-1 0 0,1 0 0,0 1 0,1 0 0,0 0 0,0 0 0,1 0 0,-2 11 0,1-2 0,2 0 0,0 1 0,1 0 0,1-1 0,4 37 0,-4-49 0,1-1 0,0 1 0,0-1 0,1 1 0,0-1 0,0 0 0,0 0 0,0 0 0,1 0 0,0 0 0,0-1 0,0 1 0,0-1 0,1 0 0,0 1 0,0-2 0,0 1 0,0 0 0,8 4 0,-4-4 0,1 0 0,-1 0 0,1-1 0,0 0 0,0 0 0,0-1 0,1 0 0,-1-1 0,1 0 0,13 0 0,-15-1 0,65-4 0,-67 3 0,1 0 0,-1-1 0,0 0 0,0 0 0,0 0 0,-1-1 0,1 0 0,0 0 0,7-6 0,-1 0 0,-1 0 0,0-1 0,0 0 0,-1-1 0,0 0 0,-1-1 0,0 0 0,13-24 0,-21 33 0,1 1 0,-1-1 0,0 1 0,1 0 0,0-1 0,-1 1 0,1 0 0,0 0 0,0 0 0,0 0 0,1 1 0,3-4 0,-6 5 0,1 0 0,-1 0 0,1 0 0,-1 0 0,0 0 0,1 0 0,-1 0 0,1 0 0,-1 0 0,1 0 0,-1 0 0,1 0 0,-1 0 0,0 0 0,1 0 0,-1 1 0,1-1 0,-1 0 0,0 0 0,1 0 0,-1 1 0,0-1 0,1 0 0,-1 0 0,0 1 0,1-1 0,-1 0 0,1 1 0,6 23 0,-6 11 0,-1-29 0,-1-1 0,1 1 0,0-1 0,1 1 0,-1-1 0,1 1 0,0-1 0,1 0 0,-1 1 0,1-1 0,2 6 0,-3-11 0,-1 0 0,0 0 0,1 0 0,-1 0 0,1-1 0,-1 1 0,0 0 0,1 0 0,-1 0 0,0 0 0,1 0 0,-1-1 0,0 1 0,0 0 0,1 0 0,-1 0 0,0-1 0,1 1 0,-1 0 0,0-1 0,0 1 0,0 0 0,1 0 0,-1-1 0,0 1 0,0 0 0,0-1 0,0 1 0,0 0 0,1-1 0,-1 1 0,0-1 0,0 1 0,0 0 0,0-1 0,0 1 0,0 0 0,0-1 0,7-24 0,-5 19 0,9-30 0,-8 24 0,1 0 0,0 0 0,0 0 0,2 1 0,6-13 0,-9 20 0,-1 1 0,1 0 0,0-1 0,0 1 0,0 0 0,0 1 0,1-1 0,-1 1 0,1-1 0,0 1 0,0 0 0,0 0 0,-1 1 0,2-1 0,-1 1 0,0 0 0,0 0 0,0 0 0,6 0 0,-5 1 0,0 0 0,0 0 0,-1 0 0,1 0 0,0 1 0,0 0 0,-1 0 0,1 0 0,0 1 0,-1 0 0,0-1 0,1 2 0,-1-1 0,0 0 0,0 1 0,0 0 0,0 0 0,-1 0 0,1 0 0,-1 1 0,0-1 0,1 1 0,2 5 0,1 3 0,0-1 0,-1 1 0,-1 0 0,0 1 0,0-1 0,-1 1 0,3 16 0,-8-34 0,1 0 0,-1 1 0,1-1 0,1 0 0,-1 0 0,1 0 0,0 0 0,0 0 0,0 1 0,0-1 0,1 1 0,2-6 0,-2 7 0,0-1 0,0 1 0,0 0 0,0 0 0,0 1 0,0-1 0,1 0 0,-1 1 0,1-1 0,0 1 0,0 0 0,0 0 0,0 0 0,0 0 0,0 0 0,0 1 0,1-1 0,-1 1 0,1 0 0,5-1 0,3 0 0,-1 1 0,1 0 0,0 1 0,0 0 0,0 1 0,0 0 0,12 3 0,-17-2 0,1 1 0,-1-1 0,1 1 0,-1 1 0,0-1 0,0 1 0,-1 1 0,1-1 0,-1 1 0,0 0 0,8 9 0,26 30 0,-2 2 0,38 60 0,-67-90-1365,-2-3-5461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8.1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 24575,'0'-2'0,"0"1"0,1 0 0,-1 0 0,1 0 0,0 0 0,-1 0 0,1 0 0,0 0 0,-1 0 0,1 0 0,0 1 0,0-1 0,0 0 0,0 0 0,0 1 0,0-1 0,0 0 0,0 1 0,0-1 0,0 1 0,0-1 0,0 1 0,0 0 0,1 0 0,-1-1 0,0 1 0,2 0 0,38-5 0,-36 5 0,349-3 0,-181 6 0,-149-3-1365,-3 0-5461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8.2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24575,'574'0'-1365,"-553"0"-5461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8.8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0 650 24575,'68'-79'0,"-50"56"0,1 1 0,0 1 0,24-19 0,-32 29 0,-1-1 0,0 1 0,0-2 0,-1 1 0,-1-1 0,0-1 0,-1 1 0,7-18 0,12-22 0,-7 17 0,-2 0 0,-2-1 0,-2-1 0,16-69 0,-29 105 0,1 0 0,-1 0 0,0 1 0,1-1 0,-1 0 0,1 0 0,-1 1 0,1-1 0,0 1 0,0-1 0,0 0 0,0 1 0,0 0 0,2-3 0,4 8 0,-1 13 0,5 29 0,1-2 0,-3 0 0,-1 0 0,4 83 0,-12-45 0,-2 85 0,1-164 0,0 1 0,0-1 0,0 0 0,0 0 0,-1 0 0,1 0 0,-1-1 0,1 1 0,-1 0 0,0-1 0,0 1 0,-1-1 0,1 0 0,0 1 0,-1-1 0,1 0 0,-1 0 0,0-1 0,0 1 0,1-1 0,-1 1 0,0-1 0,0 0 0,0 0 0,-1 0 0,-3 0 0,-12 4 0,0-2 0,0 0 0,-22 0 0,30-2 0,-5 0 0,24 0 0,40-2 0,-22 0 0,390 1-1365,-389 0-5461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9.2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182 47 24575,'0'-1'0,"-1"-1"0,1 1 0,-1 0 0,1 0 0,-1 0 0,0 0 0,0 0 0,0 0 0,1 0 0,-1 0 0,0 1 0,0-1 0,0 0 0,0 0 0,0 1 0,0-1 0,0 0 0,-1 1 0,-1-1 0,-31-12 0,25 10 0,3 0 0,0 1 0,0 0 0,0 0 0,-1 1 0,1 0 0,0 0 0,-1 0 0,-11 1 0,16 1 0,-1-1 0,1 0 0,0 1 0,0 0 0,0-1 0,0 1 0,0 0 0,0 0 0,0 0 0,0 0 0,1 0 0,-1 1 0,0-1 0,1 1 0,-1-1 0,1 1 0,-1-1 0,1 1 0,0 0 0,-1 0 0,1 0 0,0-1 0,0 1 0,1 0 0,-1 0 0,0 1 0,1-1 0,-1 0 0,0 3 0,-2 15 0,1 1 0,1-1 0,0 0 0,2 1 0,0-1 0,2 0 0,0 0 0,1 0 0,1 0 0,10 26 0,-9-35 0,0-1 0,0 1 0,1-2 0,13 16 0,8 10 0,-3 2 0,-8-11 0,38 44 0,-52-66 0,0 0 0,1 1 0,-2-1 0,1 1 0,0 0 0,-1 0 0,0 0 0,0 0 0,0 0 0,-1 0 0,1 0 0,-1 0 0,-1 1 0,1 8 0,-1-12 0,0 1 0,0-1 0,0 1 0,0-1 0,-1 1 0,1-1 0,-1 1 0,0-1 0,0 1 0,0-1 0,0 0 0,0 0 0,0 1 0,-1-1 0,1 0 0,-1 0 0,1 0 0,-1 0 0,0-1 0,0 1 0,0 0 0,0-1 0,0 1 0,0-1 0,0 0 0,0 1 0,-1-1 0,1 0 0,0-1 0,-1 1 0,-4 1 0,-2-1 15,0 0 0,0 0 0,0-1 0,0 0 0,0 0 0,0-1 0,-17-4 0,25 5-47,-1 0 1,0-1-1,1 1 1,-1-1-1,0 1 0,1-1 1,-1 0-1,0 1 1,1-1-1,-1 0 0,1 0 1,0 0-1,-1 0 1,1-1-1,0 1 0,0 0 1,-1 0-1,1-1 1,0 1-1,0-1 0,1 1 1,-1-1-1,0 1 1,0-1-1,1 1 0,-1-1 1,1 0-1,-1 1 1,1-1-1,0 0 0,0 0 1,-1 1-1,1-1 1,0 0-1,1 0 1,-1 1-1,0-1 0,0 0 1,1 1-1,-1-1 1,1 0-1,0 1 0,-1-1 1,1 0-1,0 1 1,2-3-1,7-12-6794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9.5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0 24575,'1'72'0,"-3"81"0,-12-76 0,3-29 0,11-44-52,0-1-1,-1 0 1,1 1-1,-1-1 1,0 0-1,0 1 1,0-1-1,0 0 1,-1 0-1,1 0 1,-1 0-1,0 0 1,0 0-1,0-1 1,0 1-1,-1-1 1,1 1-1,-1-1 1,1 0-1,-1 0 1,0 0-1,0 0 0,0 0 1,0-1-1,-5 3 1,-9 0-6774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9.7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 24575,'1'-1'0,"-1"0"0,1 0 0,-1 0 0,1 0 0,-1 0 0,1 0 0,0 0 0,-1 0 0,1 0 0,0 0 0,0 0 0,0 1 0,-1-1 0,1 0 0,0 0 0,0 1 0,0-1 0,0 1 0,1-1 0,-1 1 0,0-1 0,0 1 0,0 0 0,0-1 0,0 1 0,1 0 0,1 0 0,38-5 0,-37 5 0,15-1 0,8-2 0,1 2 0,-1 1 0,0 1 0,44 7 0,-62-5-105,0 1 0,-1 0 0,1 0 0,-1 1 0,-1 0 0,1 1 0,-1 0 0,1 0 0,-2 0 0,1 1 0,-1 0 0,11 15 0,-7-8-6721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7:59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1 24575,'0'3'0,"-1"0"0,0-1 0,0 1 0,-1 0 0,1 0 0,0-1 0,-1 1 0,0-1 0,0 1 0,1-1 0,-5 4 0,-11 18 0,16-23 0,0 1 0,0 0 0,1 0 0,-1 0 0,0 0 0,1 1 0,0-1 0,-1 0 0,1 0 0,0 0 0,0 0 0,0 0 0,1 0 0,-1 1 0,0-1 0,1 0 0,-1 0 0,1 0 0,0 0 0,0 0 0,-1 0 0,1-1 0,2 3 0,-1-1 0,1 0 0,0-1 0,0 1 0,0-1 0,0 1 0,0-1 0,1 0 0,-1-1 0,1 1 0,-1 0 0,8 1 0,6 1 0,0 0 0,0-1 0,1-2 0,26 1 0,-21-2 0,22 0 0,45-5 0,-75 3 0,0-1 0,0 0 0,-1-1 0,1-1 0,-1 0 0,26-14 0,-20 9-1365,-2 0-5461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00.4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571 1 24575,'0'499'0,"-1"-488"0,0 1 0,0-1 0,-1 0 0,-3 14 0,3-20 0,1 0 0,-1 0 0,0 0 0,0 0 0,-1-1 0,1 1 0,-1-1 0,0 1 0,0-1 0,-1 0 0,-3 4 0,6-8 0,1 1 0,-1-1 0,1 1 0,0-1 0,-1 0 0,1 1 0,-1-1 0,1 0 0,-1 1 0,1-1 0,-1 0 0,1 0 0,-1 1 0,1-1 0,-1 0 0,1 0 0,-1 0 0,1 0 0,-1 0 0,1 0 0,-1 0 0,0 0 0,1 0 0,-1 0 0,1 0 0,-1 0 0,1 0 0,-1 0 0,1-1 0,-1 1 0,1 0 0,-1 0 0,1-1 0,-1 1 0,0-1 0,0 0 0,0-1 0,0 1 0,0-1 0,0 0 0,0 1 0,0-1 0,1 0 0,-1 0 0,1 0 0,-2-3 0,-2-48 0,4 51 0,0-19 0,1 0 0,1 0 0,1 0 0,0 0 0,2 0 0,0 1 0,2 0 0,0 0 0,1 0 0,1 1 0,18-28 0,-14 30 0,26-30 0,-7 11 0,-24 29 0,1-1 0,-1 1 0,1 1 0,1 0 0,-1 0 0,1 0 0,15-5 0,-9 4 0,-5 3 0,0 0 0,0 0 0,0 1 0,1 1 0,0 0 0,-1 0 0,13 1 0,7 0 0,45 6 0,-71-4 0,0 0 0,-1 0 0,1 1 0,-1-1 0,1 1 0,-1 0 0,0 0 0,0 1 0,0-1 0,0 1 0,0 0 0,0 0 0,-1 0 0,1 0 0,-1 1 0,0 0 0,0-1 0,0 1 0,3 6 0,4 9 0,-1 0 0,-1 0 0,7 25 0,-4-13 0,-5-10 0,-1 0 0,-2 1 0,0-1 0,-1 1 0,-1-1 0,-1 1 0,-5 38 0,5-55 0,-1 0 0,0-1 0,0 1 0,0-1 0,-1 1 0,1-1 0,-1 0 0,0 0 0,0 1 0,-1-1 0,1-1 0,-1 1 0,0 0 0,-4 4 0,1-3 0,1-1 0,-1 1 0,-1-1 0,1 0 0,0 0 0,-1-1 0,0 0 0,-8 3 0,-5-1 0,0 0 0,0-1 0,0-1 0,0-1 0,-33-1 0,22-1 0,-1 2 0,-56 9 0,30-3 0,0-4 0,-113-4 0,66-2 0,-199 2-1365,283 0-5461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1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454 230 24575,'-1'-9'0,"0"-1"0,-1 1 0,0 0 0,-1 0 0,0 0 0,0 0 0,-9-16 0,-5-14 0,14 33 0,0 0 0,0 0 0,0 1 0,-1-1 0,0 1 0,0 0 0,0 0 0,-1 0 0,0 0 0,0 1 0,0-1 0,0 2 0,-1-1 0,1 0 0,-1 1 0,0 0 0,0 0 0,0 1 0,-12-3 0,6 1 0,0 2 0,1 0 0,-1 0 0,0 1 0,-1 1 0,1 0 0,0 0 0,0 1 0,0 1 0,-12 3 0,18-3 0,1 1 0,0-1 0,0 1 0,0 0 0,0 0 0,0 0 0,1 1 0,0 0 0,-1 0 0,1 0 0,1 0 0,-1 1 0,-5 8 0,-4 7 0,-19 41 0,27-47 0,1 0 0,0 0 0,1 1 0,0-1 0,0 21 0,-6 27 0,4-37 0,1 1 0,-1 26 0,5-41 0,0-1 0,0 0 0,1 1 0,0-1 0,1 0 0,0 0 0,7 19 0,-7-24 0,1-1 0,-1 0 0,1 0 0,0 0 0,0 0 0,1 0 0,-1 0 0,1-1 0,-1 0 0,1 0 0,0 0 0,0 0 0,1 0 0,4 2 0,8 2 0,0-1 0,28 7 0,0 0 0,-19-7 0,-1-1 0,1-1 0,0-1 0,0-2 0,0 0 0,35-4 0,8 0 0,-51 2-176,0 0 1,32-9-1,-37 7-662,8-1-5988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1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19 24575,'0'-1'0,"-1"0"0,1 0 0,0 1 0,-1-1 0,1 0 0,0 0 0,-1 0 0,1 0 0,-1 0 0,0 1 0,1-1 0,-1 0 0,1 0 0,-1 1 0,0-1 0,0 0 0,1 1 0,-1-1 0,0 1 0,0-1 0,0 1 0,0 0 0,0-1 0,1 1 0,-1 0 0,0-1 0,0 1 0,0 0 0,0 0 0,0 0 0,0 0 0,0 0 0,-2 0 0,-1 0 0,0 0 0,-1 0 0,1 0 0,0 1 0,0 0 0,-7 1 0,8 0 0,0 0 0,0 0 0,0 0 0,0 0 0,1 0 0,-1 1 0,1-1 0,-1 1 0,1 0 0,0 0 0,0 0 0,0 0 0,0 0 0,-1 3 0,-22 56 0,15-35 0,6-14 0,0 0 0,1 0 0,0 1 0,1-1 0,-1 25 0,5 72 0,0-40 0,-2-64 0,0-1 0,0 1 0,1 0 0,0-1 0,0 1 0,0-1 0,1 1 0,-1-1 0,1 1 0,4 6 0,-4-9 0,0-1 0,0 1 0,0-1 0,0 0 0,1 1 0,-1-1 0,1-1 0,-1 1 0,1 0 0,0 0 0,0-1 0,-1 0 0,1 1 0,0-1 0,0 0 0,0 0 0,1-1 0,-1 1 0,6 0 0,1 0 0,0 0 0,1-1 0,-1 0 0,0-1 0,0 0 0,14-3 0,-20 3 0,-1 0 0,1 0 0,-1-1 0,0 1 0,0-1 0,1 0 0,-1 1 0,0-2 0,-1 1 0,1 0 0,0 0 0,-1-1 0,1 0 0,-1 1 0,0-1 0,1 0 0,-2 0 0,1 0 0,0-1 0,0 1 0,1-5 0,14-45 0,17-93 0,-33 140-76,0 0 1,0 0-1,-1 0 0,0-1 0,0 1 0,-1 0 0,1 0 0,-1 0 1,0 0-1,-1 0 0,0 0 0,0 0 0,0 0 0,0 0 1,-1 1-1,0-1 0,-5-6 0,-1-1-6750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1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24575,'1'4'0,"0"0"0,0-1 0,0 1 0,0-1 0,0 1 0,1-1 0,-1 0 0,1 1 0,0-1 0,0 0 0,0 0 0,1 0 0,-1-1 0,1 1 0,-1-1 0,1 1 0,5 2 0,17 21 0,-15-14 0,1-1 0,1-1 0,0 0 0,0 0 0,1-1 0,0-1 0,0 0 0,24 9 0,12 9 0,-33-18 0,1 0 0,0-1 0,24 5 0,12 6 0,-38-13-124,1-1 0,0 0 0,0-1 0,0-1 0,0 0 0,1-2-1,-1 1 1,0-2 0,1 0 0,27-6 0,-28 1-6702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2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24575,'28'-10'0,"-3"0"0,-1 7 0,1 1 0,46 2 0,-50 1 0,0 0 0,0-2 0,0-1 0,38-7 0,-35 3-273,0 2 0,1 1 0,0 1 0,34 1 0,-38 1-6553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2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1 24575,'-7'0'0,"0"-1"0,0 1 0,0 1 0,-1-1 0,1 1 0,0 0 0,-7 3 0,12-3 0,0 0 0,0 0 0,-1 0 0,1 0 0,1 1 0,-1-1 0,0 1 0,0-1 0,0 1 0,1 0 0,-1-1 0,1 1 0,-1 0 0,1 0 0,0 0 0,0 1 0,0-1 0,0 0 0,0 0 0,0 0 0,1 1 0,-1 2 0,-2 10 0,0 1 0,2-1 0,-1 1 0,2-1 0,0 1 0,1 0 0,1-1 0,0 1 0,1-1 0,1 0 0,0 0 0,1 0 0,1-1 0,8 16 0,13 6 0,-21-28 0,1 0 0,-1 1 0,8 15 0,-9-16 0,0-1 0,0 0 0,11 11 0,15 22 0,-30-38 0,1 0 0,-1 0 0,0 0 0,0 0 0,0 0 0,0 1 0,0-1 0,-1 0 0,1 1 0,-1-1 0,0 0 0,1 1 0,-1-1 0,0 0 0,-1 5 0,1-6 0,-1 1 0,0-1 0,1 0 0,-1 1 0,0-1 0,0 0 0,0 1 0,0-1 0,0 0 0,0 0 0,-1 0 0,1 0 0,0 0 0,-1 0 0,1 0 0,0 0 0,-1 0 0,1-1 0,-1 1 0,1-1 0,-1 1 0,1-1 0,-1 1 0,-2-1 0,-44 4 0,42-4 0,-14 0-119,4 1-130,0-1 0,0 0 0,0-2-1,-25-4 1,24 0-6577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2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24575,'2'29'0,"1"0"0,8 39 0,-2-19 0,2 4 0,-6-33 0,-1 1 0,2 35 0,-6-47-105,1 0 165,-1-1-1,0 0 1,-3 16-1,2-22-134,1 0 0,-1 1 1,0-1-1,1 0 0,-1 0 0,0 0 0,0 0 0,-1 0 0,1-1 0,0 1 0,-1 0 0,1 0 0,-1-1 0,1 1 1,-1-1-1,0 1 0,0-1 0,1 0 0,-4 2 0,-10 3-6751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3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24575,'16'-1'0,"-1"-1"0,0 0 0,19-6 0,36-4 0,117 11 0,-99 2 0,-77-1 20,-1 1 0,1 0 0,0 0 0,-1 1 0,16 5 0,-22-5-119,0-1 0,1 1 0,-1 0 0,0 0 0,0 1 0,0-1 0,0 1 0,-1 0 0,1-1 0,-1 2 0,1-1 0,-1 0 0,0 1 0,5 7 0,-2 3-6727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3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24575,'0'4'0,"0"0"0,0 0 0,1 0 0,-1 0 0,1 0 0,0 0 0,0 0 0,0 0 0,1 0 0,-1-1 0,1 1 0,0 0 0,0-1 0,4 5 0,-2-4 0,-1 0 0,2-1 0,-1 1 0,0-1 0,1 0 0,-1 0 0,1-1 0,0 1 0,0-1 0,7 2 0,11 3 0,0-1 0,1 0 0,-1-2 0,1-1 0,0-1 0,33-2 0,-41 1 0,0-2 0,0 0 0,0-1 0,0 0 0,-1-1 0,1-1 0,-1 0 0,28-13 0,1 0 67,-31 12-544,0 1-1,22-13 1,-22 8-6349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3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3 24575,'1'29'0,"2"0"0,9 39 0,-3-19 0,3 5 0,-9-43 0,0 0 0,0 0 0,-1 0 0,0 0 0,-1 0 0,-1 0 0,1 1 0,-2-1 0,0 0 0,-3 17 0,4-27 0,0-1 0,0 1 0,0-1 0,0 1 0,0-1 0,0 1 0,0-1 0,0 1 0,-1-1 0,1 1 0,0-1 0,0 1 0,0-1 0,-1 0 0,1 1 0,0-1 0,0 1 0,-1-1 0,1 0 0,0 1 0,-1-1 0,1 0 0,-1 0 0,1 1 0,0-1 0,-1 0 0,1 0 0,-1 1 0,1-1 0,-1 0 0,-6-12 0,1-24 0,5 19 0,-2-25 0,3-51 0,1 83 0,0-1 0,0 0 0,1 0 0,0 1 0,1-1 0,1 1 0,-1 0 0,1-1 0,1 2 0,6-10 0,-8 14 0,1 0 0,0 1 0,1-1 0,-1 1 0,1 1 0,-1-1 0,1 0 0,1 1 0,-1 0 0,0 0 0,1 1 0,-1 0 0,1 0 0,0 0 0,-1 0 0,11-1 0,8 1 0,-1 0 0,47 3 0,-39 0 0,-22 0 0,0 0 0,1 0 0,-1 1 0,0 0 0,0 1 0,0 0 0,0 0 0,0 1 0,0 0 0,-1 1 0,0-1 0,0 2 0,12 10 0,-5-3 0,-1 2 0,0-1 0,-1 2 0,-1 0 0,16 26 0,-24-33 0,-1-1 0,0 1 0,0-1 0,0 1 0,-1 0 0,0 0 0,-1 0 0,0 0 0,-1 12 0,0 0 0,-1-1 0,0 1 0,-6 22 0,6-39 0,0 0 0,-1 1 0,1-1 0,-1 0 0,0 1 0,0-1 0,0 0 0,-1 0 0,1-1 0,-1 1 0,0 0 0,0-1 0,0 0 0,-1 0 0,-6 6 0,-3-2 0,1 0 0,-1-1 0,-25 9 0,20-8 0,-11 3 0,0-2 0,-1-1 0,-1-1 0,-58 2 0,-110-8-1365,178 0-5461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7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24575,'0'674'0,"0"-668"0,0-3 0,1 0 0,-1 0 0,0 0 0,0 0 0,-1 0 0,1 1 0,-1-1 0,1 0 0,-1 0 0,0 0 0,0 0 0,0 0 0,-1-1 0,-1 4 0,3-6 0,-1 0 0,1 0 0,0 0 0,0 0 0,-1 0 0,1 0 0,0 0 0,-1 0 0,1 0 0,0 0 0,-1 0 0,1 0 0,0 0 0,-1 0 0,1 0 0,0 0 0,0 0 0,-1-1 0,1 1 0,0 0 0,0 0 0,-1 0 0,1 0 0,0-1 0,0 1 0,-1 0 0,1 0 0,0-1 0,0 1 0,0 0 0,0 0 0,-1-1 0,1 1 0,0 0 0,0-1 0,0 1 0,0 0 0,0 0 0,0-1 0,0 1 0,0 0 0,0-1 0,0 1 0,0 0 0,0-1 0,0 1 0,0-1 0,-4-16 0,-24-138 0,25 137-150,-2 0-1,-13-34 1,12 38-764,-1-5-5912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7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24575,'72'-1'0,"80"3"0,-128 1 0,0 2 0,36 11 0,-39-9 0,0-2 0,1 0 0,31 3 0,-39-7-136,-1 0-1,0 1 1,0 1-1,0 0 1,0 1-1,-1 0 1,1 1-1,-1 0 0,17 11 1,-14-5-6690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8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2 639 24575,'-1'-7'0,"1"-1"0,0 1 0,0-1 0,1 0 0,0 1 0,0 0 0,1-1 0,0 1 0,0 0 0,1 0 0,0 0 0,0 0 0,1 0 0,0 1 0,0-1 0,9-9 0,-2 2 0,0-1 0,-1 0 0,-1 0 0,0-1 0,-1 0 0,6-20 0,7-39 0,-17 56 0,1 0 0,0 0 0,2 0 0,11-22 0,-13 30 0,-1 1 0,0-1 0,-1 0 0,0 0 0,-1 0 0,0-1 0,0-15 0,-1 14 0,0 0 0,2 0 0,-1 0 0,7-18 0,-9 31 0,0 0 0,0 0 0,0-1 0,0 1 0,0 0 0,1 0 0,-1 0 0,0 0 0,0 0 0,0 0 0,0 0 0,0 0 0,0 0 0,0-1 0,1 1 0,-1 0 0,0 0 0,0 0 0,0 0 0,0 0 0,0 0 0,0 0 0,1 0 0,-1 0 0,0 0 0,0 0 0,0 0 0,0 0 0,0 0 0,0 0 0,1 0 0,-1 0 0,0 0 0,0 0 0,0 0 0,0 1 0,0-1 0,0 0 0,1 0 0,-1 0 0,0 0 0,0 0 0,0 0 0,0 0 0,0 0 0,0 0 0,0 0 0,0 1 0,0-1 0,0 0 0,1 0 0,-1 0 0,0 0 0,0 0 0,0 0 0,0 1 0,0-1 0,0 0 0,0 0 0,0 0 0,0 0 0,0 0 0,0 1 0,7 16 0,5 20 0,-5 17 0,-2-1 0,-3 1 0,-5 62 0,1-9 0,2 116-1365,0-202-5461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8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24575,'11'0'0,"-1"1"0,0 1 0,1-1 0,-1 2 0,0 0 0,0 0 0,0 1 0,0 0 0,-1 0 0,1 1 0,-1 0 0,0 1 0,-1 0 0,11 10 0,-15-13 0,-1 1 0,1-1 0,-1 1 0,0-1 0,0 1 0,0 0 0,0 0 0,-1 0 0,0 1 0,0-1 0,0 1 0,0-1 0,-1 1 0,1-1 0,-1 1 0,-1 0 0,1 0 0,-1 0 0,1-1 0,-1 1 0,-1 0 0,1 0 0,-1 0 0,1-1 0,-2 1 0,1 0 0,0-1 0,-1 1 0,0 0 0,0-1 0,0 0 0,-5 7 0,-2 2-151,0 0-1,-1 0 0,-1-1 0,0-1 1,0 0-1,-1 0 0,-1-1 1,-26 16-1,17-16-6674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8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24575,'9'28'0,"1"-3"0,27 123 0,-28-114 0,-5-15 0,0-1 0,0 35 0,4 21 0,-5-62 0,11 70 0,-14-75 0,1 0 0,-1 1 0,0-1 0,0 1 0,-1-1 0,0 1 0,0-1 0,-4 11 0,4-16-62,0 0 0,0 0 0,-1 0 0,1 0 0,-1-1 0,1 1 0,-1 0 0,0-1 0,0 1 0,1-1 0,-1 1 0,0-1-1,0 0 1,-1 0 0,1 0 0,0 0 0,0 0 0,0 0 0,-1 0 0,1-1 0,-4 1 0,-13 2-6764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8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24575,'8'-1'0,"0"0"0,-1 0 0,1-1 0,15-5 0,22-4 0,46 6 0,94 5 0,-60 3 0,-97-4-119,-7 0 202,1 1 1,23 3 0,-41-2-177,1-1-1,-1 1 0,0 0 1,1 1-1,-1-1 1,0 1-1,1-1 1,-1 1-1,0 0 0,0 1 1,-1-1-1,1 1 1,0 0-1,-1 0 1,6 5-1,-1 5-6732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9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24575,'0'2'0,"1"0"0,-1 0 0,1 0 0,-1 0 0,1 0 0,0 0 0,0 0 0,0-1 0,0 1 0,0 0 0,0 0 0,1-1 0,-1 1 0,0-1 0,1 0 0,-1 1 0,1-1 0,0 0 0,-1 0 0,1 0 0,0 0 0,0 0 0,0 0 0,-1 0 0,1-1 0,4 2 0,4 1 0,0-1 0,1 0 0,17 2 0,-5-3 0,8 1 0,53 10 0,-41-6 0,1-1 0,-1-3 0,75-4 0,-27 0 0,108 2-1365,-178 0-5461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19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0 24575,'0'48'0,"-1"7"0,2 0 0,14 88 0,-9-109 0,-2 1 0,-2 0 0,-1 0 0,-5 49 0,4-79 9,-1-1-1,0 1 1,0 0-1,0-1 1,-1 0 0,1 1-1,-1-1 1,0 0-1,-1 0 1,1 0-1,-1 0 1,0 0-1,-4 5 1,-1-2-306,0 0 0,0 0 0,-1-1 0,-15 9 0,8-6-6529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20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0 269 24575,'0'-1'0,"1"-1"0,-1 1 0,1 0 0,-1 0 0,1 0 0,0 0 0,-1 0 0,1 0 0,0 0 0,0 1 0,-1-1 0,1 0 0,0 0 0,0 0 0,0 1 0,0-1 0,0 0 0,0 1 0,0-1 0,0 1 0,1 0 0,-1-1 0,0 1 0,0 0 0,0-1 0,0 1 0,2 0 0,38-4 0,-36 3 0,56-5 0,115-29 0,-159 32 0,0 1 0,19 0 0,37-6 0,-68 7 0,0 0 0,0 0 0,-1-1 0,1 0 0,-1 0 0,1 0 0,-1 0 0,1-1 0,-1 0 0,0 0 0,6-6 0,0-1 0,-2 2 0,0 0 0,-1 0 0,0-1 0,7-12 0,-13 18 0,1 0 0,-1 0 0,0 0 0,0 0 0,0 0 0,0-1 0,0 1 0,-1 0 0,1-1 0,-1 1 0,0 0 0,0-1 0,0 1 0,-1 0 0,1-1 0,-1 1 0,0 0 0,-2-6 0,3 8 0,0-1 0,-1 1 0,1 0 0,-1 0 0,1-1 0,-1 1 0,1 0 0,-1 0 0,0 0 0,1 0 0,-1 0 0,0 0 0,0 0 0,0 0 0,0 0 0,0 0 0,0 0 0,0 0 0,0 1 0,-1-1 0,1 0 0,0 1 0,0-1 0,-1 1 0,1 0 0,0-1 0,0 1 0,-1 0 0,1 0 0,0-1 0,-1 1 0,1 0 0,0 1 0,-1-1 0,1 0 0,-2 0 0,1 1 0,0 0 0,0 1 0,0-1 0,0 0 0,0 0 0,0 1 0,1-1 0,-1 1 0,1 0 0,-1-1 0,1 1 0,-1 0 0,1 0 0,0 0 0,0 0 0,0 0 0,0 0 0,0 0 0,0 0 0,0 4 0,-3 19 0,1 1 0,2-1 0,0 1 0,2 0 0,4 25 0,-4-45 0,0 0 0,0-1 0,0 1 0,1 0 0,0-1 0,0 0 0,0 1 0,1-1 0,0 0 0,0 0 0,0 0 0,1-1 0,-1 1 0,1-1 0,0 0 0,0 0 0,1 0 0,-1 0 0,1-1 0,0 0 0,0 0 0,0 0 0,0-1 0,0 1 0,1-1 0,-1 0 0,1-1 0,0 1 0,10 0 0,1 0 0,1 0 0,0-2 0,0 0 0,-1-1 0,1 0 0,0-2 0,-1 0 0,26-8 0,-39 9 0,-1 0 0,0 0 0,1 0 0,-1 0 0,0 0 0,0 0 0,0-1 0,0 0 0,0 1 0,-1-1 0,1 0 0,-1-1 0,0 1 0,0 0 0,0-1 0,0 1 0,-1-1 0,2-5 0,-1 4 0,0 1 0,1-1 0,-1 0 0,1 1 0,0 0 0,0-1 0,0 1 0,1 0 0,5-4 0,-9 7 0,1 1 0,-1-1 0,0 1 0,1 0 0,-1-1 0,1 1 0,-1 0 0,1 0 0,-1 0 0,1-1 0,-1 1 0,1 0 0,-1 0 0,1 0 0,0 0 0,-1 0 0,1 0 0,-1 0 0,1 0 0,-1 0 0,1 0 0,-1 0 0,1 0 0,-1 0 0,1 0 0,0 1 0,-1-1 0,1 0 0,-1 0 0,0 1 0,2-1 0,8 19 0,-2 22 0,-8-40 0,0-4 0,0-3 0,-1-18 0,0 10 0,0 1 0,2 0 0,-1 0 0,1 0 0,5-18 0,-6 28 0,1 0 0,0 0 0,1 0 0,-1 0 0,0 0 0,1 1 0,0-1 0,0 0 0,0 1 0,0-1 0,0 1 0,0 0 0,0 0 0,1 0 0,-1 0 0,1 0 0,0 0 0,-1 1 0,1-1 0,0 1 0,0 0 0,0 0 0,0 0 0,0 0 0,0 0 0,0 1 0,5-1 0,-2 0 0,-1 0 0,1 0 0,-1 1 0,0 0 0,1 0 0,-1 0 0,1 1 0,-1 0 0,1 0 0,-1 0 0,0 1 0,1 0 0,-1 0 0,0 0 0,0 0 0,-1 1 0,1 0 0,0 0 0,-1 0 0,0 0 0,0 1 0,0 0 0,0 0 0,0 0 0,-1 0 0,0 1 0,0-1 0,0 1 0,0 0 0,2 5 0,19 31 0,-19-35 0,-1-1 0,0 1 0,-1 0 0,0 1 0,0-1 0,0 1 0,-1-1 0,2 8 0,0-1 0,-3-22 0,2-16 0,-1 21 0,0-1 0,0 0 0,0 1 0,1 0 0,-1-1 0,1 1 0,0 0 0,1 0 0,-1 1 0,0-1 0,1 1 0,0-1 0,0 1 0,0 0 0,0 1 0,1-1 0,-1 1 0,1 0 0,-1 0 0,1 0 0,0 1 0,8-3 0,8 1 0,1 1 0,-1 0 0,0 1 0,23 3 0,-20-1 0,-20-1 0,-1 0 0,1 0 0,0 0 0,-1 1 0,1 0 0,0-1 0,-1 1 0,1 1 0,-1-1 0,1 0 0,-1 1 0,0 0 0,0 0 0,0 0 0,0 0 0,4 4 0,-1 1 0,0 0 0,-1 1 0,0 0 0,0 0 0,5 13 0,-1 0-1365,-2-2-5461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20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24575,'2'1'0,"-1"-1"0,0 1 0,0-1 0,1 1 0,-1 0 0,0-1 0,0 1 0,0 0 0,0 0 0,0 0 0,0 0 0,0 0 0,0 0 0,0 0 0,0 0 0,0 0 0,-1 0 0,2 2 0,14 28 0,-13-24 0,4 7 0,-1 0 0,0 1 0,-1-1 0,-1 1 0,-1 0 0,3 16 0,-1-3 39,13 38 0,-11-46-400,-2 0 0,0 0 1,4 41-1,-9-50-6465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20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24575,'0'-2'0,"1"0"0,-1 0 0,1 0 0,0 0 0,-1 0 0,1 0 0,0 1 0,0-1 0,0 0 0,0 0 0,1 1 0,-1-1 0,0 1 0,1-1 0,-1 1 0,1 0 0,-1-1 0,1 1 0,0 0 0,-1 0 0,1 0 0,0 0 0,0 0 0,0 1 0,0-1 0,3 0 0,5-2 0,1 0 0,-1 1 0,19-1 0,154 2 81,-89 2-1527,-73-1-5380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21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24575,'3'3'0,"1"0"0,0-1 0,-1 1 0,1-1 0,0 0 0,0-1 0,0 1 0,1 0 0,-1-1 0,0 0 0,1 0 0,6 0 0,58 2 0,-49-4 0,-3 3 0,1-1 0,28 8 0,26 3 0,-7 0 108,-27-4-1581,-20-5-5353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21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24575,'0'1'0,"0"0"0,1 0 0,-1 0 0,1 0 0,-1 0 0,1 0 0,0 0 0,0 0 0,-1 0 0,1 0 0,0 0 0,0 0 0,0-1 0,0 1 0,0 0 0,0-1 0,0 1 0,0-1 0,0 1 0,0-1 0,0 1 0,0-1 0,0 0 0,0 1 0,1-1 0,-1 0 0,2 0 0,38 5 0,-37-5 0,201 2 0,-106-3 0,-89 0-151,0 0-1,0-1 0,0 0 0,0 0 1,0-1-1,0 0 0,-1-1 1,16-8-1,-7 4-6674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21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24575,'2'0'0,"-1"0"0,1 0 0,0 1 0,-1-1 0,1 1 0,0-1 0,-1 1 0,1 0 0,-1-1 0,1 1 0,-1 0 0,0 0 0,1 0 0,-1 0 0,0 1 0,1-1 0,-1 0 0,0 0 0,0 1 0,0-1 0,0 0 0,-1 1 0,1-1 0,1 3 0,14 44 0,-11-28 0,10 17 0,7 22 0,-20-55 0,-1 1 0,0-1 0,0 1 0,-1 0 0,1-1 0,-1 1 0,0 0 0,0-1 0,-2 10 0,2-14 0,0 0 0,0 1 0,0-1 0,0 0 0,0 1 0,0-1 0,0 1 0,0-1 0,0 0 0,0 1 0,0-1 0,0 0 0,0 1 0,-1-1 0,1 0 0,0 0 0,0 1 0,0-1 0,0 0 0,-1 1 0,1-1 0,0 0 0,0 0 0,0 1 0,-1-1 0,1 0 0,0 0 0,-1 0 0,1 1 0,0-1 0,0 0 0,-1 0 0,1 0 0,0 0 0,-1 0 0,1 0 0,-1 1 0,-5-14 0,-1-22 0,6 27 0,1-1 0,0 1 0,0 0 0,1 0 0,0-1 0,0 1 0,1 0 0,0 0 0,0 0 0,1 1 0,0-1 0,7-13 0,-6 16 0,0 0 0,0 0 0,0 1 0,0-1 0,1 1 0,0 0 0,0 1 0,0-1 0,0 1 0,1 0 0,-1 0 0,1 0 0,0 1 0,-1 0 0,1 0 0,0 0 0,12-1 0,7 0 0,44-1 0,-58 4 0,-1 0 0,1 1 0,-1 0 0,0 1 0,0 0 0,20 8 0,-26-8 0,-1 0 0,1 0 0,-1 0 0,1 0 0,-1 1 0,0 0 0,0 0 0,0-1 0,-1 2 0,1-1 0,-1 0 0,1 0 0,2 7 0,1 3 0,-1 1 0,7 23 0,-11-29 0,1 1 0,1-1 0,0 0 0,0 0 0,0 0 0,1 0 0,1-1 0,9 14 0,-1-10-1365,1-3-5461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22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24575,'0'-5'0,"0"4"0,0 5 0,0 7 0,0 6 0,0 4 0,0 2 0,0 2 0,0 1 0,4-4 0,6-6 0,6-5 0,3-5 0,4-3 0,1-3 0,-2-1-8191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22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77 24575,'0'-1'0,"0"0"0,0 0 0,-1 0 0,1 0 0,0 0 0,0 1 0,-1-1 0,1 0 0,-1 0 0,1 0 0,-1 1 0,1-1 0,-1 0 0,1 1 0,-1-1 0,0 0 0,1 1 0,-1-1 0,0 1 0,1-1 0,-1 1 0,0 0 0,0-1 0,0 1 0,1-1 0,-1 1 0,0 0 0,0 0 0,0 0 0,0-1 0,0 1 0,1 0 0,-1 0 0,0 0 0,0 0 0,-1 1 0,-1-1 0,0 0 0,1 0 0,-1 0 0,0 1 0,0-1 0,0 1 0,1 0 0,-1 0 0,0 0 0,-2 1 0,0 2 0,1 0 0,0 0 0,1 1 0,-1-1 0,1 1 0,0-1 0,0 1 0,0 0 0,0 0 0,1 0 0,0 1 0,0-1 0,1 0 0,-1 1 0,1 0 0,0-1 0,0 7 0,0 2 0,0-1 0,1 1 0,1 0 0,0-1 0,1 1 0,4 15 0,-5-26 0,0 1 0,1-1 0,-1 0 0,1 1 0,0-1 0,0 0 0,0 0 0,1 0 0,-1 0 0,1-1 0,0 1 0,-1-1 0,1 1 0,0-1 0,0 0 0,1 0 0,-1-1 0,0 1 0,1 0 0,-1-1 0,1 0 0,-1 0 0,1 0 0,-1 0 0,1-1 0,6 1 0,9 0 0,1 0 0,-1-2 0,34-4 0,-49 4 0,3 0 0,0-1 0,0 0 0,0-1 0,-1 0 0,1 0 0,-1-1 0,1 1 0,-1-1 0,6-6 0,-2 2 0,0 0 0,0-1 0,-1 0 0,10-13 0,-15 14 0,0 0 0,-1 0 0,0 0 0,0 0 0,-1 0 0,0-1 0,0 1 0,-1-1 0,0 1 0,0-1 0,-1 1 0,0-1 0,-1 0 0,0 1 0,0-1 0,-1 1 0,0 0 0,-6-15 0,6 19 0,-1 0 0,0 0 0,0 1 0,0-1 0,-1 1 0,1 0 0,-1 0 0,0 0 0,1 1 0,-1-1 0,0 1 0,-1 0 0,1 0 0,0 0 0,-1 1 0,1-1 0,-7 0 0,-7-2 0,0 1 0,0 0 0,-21 1 0,32 1 0,0 1 0,0 0 0,-1 1 0,1 0 0,0 0 0,0 0 0,0 1 0,0 0 0,-8 4 0,12-5 0,0 1 0,0 0 0,0 1 0,0-1 0,0 0 0,1 1 0,-1-1 0,1 1 0,0 0 0,-1 0 0,1 0 0,1 0 0,-1 0 0,0 0 0,1 1 0,0-1 0,-1 0 0,1 1 0,1-1 0,-2 7 0,0 0 24,1 0 0,0 1 0,1-1 0,0 14 0,0-21-92,1 0 1,-1-1-1,0 1 1,1 0-1,0-1 1,0 1-1,0-1 1,0 1-1,0-1 1,0 1-1,0-1 1,1 0-1,-1 0 1,1 1-1,0-1 1,0 0-1,0 0 1,0-1-1,0 1 1,0 0-1,4 1 1,9 4-6759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23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205 302 24575,'-28'-10'0,"4"0"0,18 9 0,1 0 0,-1 0 0,0 1 0,0 0 0,1 0 0,-1 0 0,0 1 0,1-1 0,-1 1 0,0 1 0,1-1 0,-1 1 0,1 0 0,0 0 0,-7 4 0,8-3 0,0 0 0,1 0 0,-1 1 0,0-1 0,1 1 0,0 0 0,0 0 0,0 0 0,0 0 0,1 0 0,0 1 0,0-1 0,0 1 0,0 0 0,1 0 0,-1-1 0,1 1 0,0 5 0,-2 4 0,1-1 0,1 1 0,0 0 0,1-1 0,0 1 0,1 0 0,1-1 0,4 20 0,-6-32 0,1 0 0,-1 0 0,0 0 0,0 0 0,1 0 0,-1 0 0,1 0 0,-1 0 0,1 0 0,-1 0 0,1 0 0,-1 0 0,1-1 0,0 1 0,0 0 0,-1 0 0,1-1 0,0 1 0,0-1 0,0 1 0,0 0 0,-1-1 0,1 1 0,0-1 0,0 0 0,0 1 0,0-1 0,0 0 0,0 0 0,0 0 0,0 1 0,1-1 0,-1 0 0,0 0 0,0 0 0,0-1 0,0 1 0,0 0 0,0 0 0,0-1 0,0 1 0,0 0 0,1-1 0,1-1 0,0-1 0,-1 1 0,1 0 0,-1-1 0,1 1 0,-1-1 0,0 1 0,0-1 0,0 0 0,0 0 0,2-6 0,52-138 0,-49 125 0,-2 0 0,0 0 0,-2-1 0,2-42 0,-6-137 0,3 243 0,3-1 0,1 0 0,18 63 0,-20-88 0,-1 1 0,-1 1 0,1 24 0,-3-22 0,2 0 0,4 22 0,-5-36 0,1 0 0,-1 0 0,1 0 0,0 0 0,0 0 0,1 0 0,0-1 0,-1 1 0,1-1 0,1 0 0,-1 0 0,6 5 0,-5-6 0,0 0 0,1 0 0,-1-1 0,1 0 0,-1 0 0,1 0 0,0 0 0,-1-1 0,1 0 0,0 0 0,0 0 0,7 0 0,67-3 0,-45 0 0,-22 2 0,1 0 0,0-1 0,0-1 0,-1 0 0,1 0 0,-1-1 0,1-1 0,-1 0 0,0-1 0,-1 0 0,1-1 0,14-10 0,-25 15 0,-1 1 0,1 0 0,-1 0 0,1-1 0,-1 1 0,0 0 0,1-1 0,-1 1 0,0 0 0,1-1 0,-1 1 0,0-1 0,1 1 0,-1 0 0,0-1 0,0 1 0,1-1 0,-1 1 0,0-1 0,0 1 0,0-1 0,0 1 0,0-1 0,0 1 0,0-1 0,0 1 0,0-1 0,0 1 0,0-1 0,0 0 0,-13-7 0,-25 3 0,38 5 0,-9 0 0,-58-1 0,62 2 0,1-1 0,-1 1 0,1 0 0,-1 0 0,1 0 0,-1 1 0,1-1 0,0 1 0,0 0 0,0 0 0,-7 5 0,10-6 0,1-1 0,-1 0 0,1 0 0,0 1 0,-1-1 0,1 1 0,-1-1 0,1 0 0,0 1 0,-1-1 0,1 1 0,0-1 0,-1 1 0,1-1 0,0 1 0,0-1 0,-1 1 0,1-1 0,0 1 0,0-1 0,0 1 0,0-1 0,0 1 0,0-1 0,0 1 0,0 0 0,0-1 0,0 1 0,0-1 0,0 1 0,15 9 0,24-3 0,36-4 0,108-8 0,-174 4 0,0-1 0,-1 0 0,1 0 0,-1-1 0,0 0 0,0 0 0,0-1 0,0 0 0,0-1 0,-1 0 0,0 0 0,11-9 0,-15 11 0,0 0 0,0 0 0,0 0 0,0-1 0,0 1 0,-1-1 0,1 0 0,-1 1 0,0-1 0,0 0 0,0 0 0,-1-1 0,1 1 0,-1 0 0,0 0 0,-1-1 0,1 1 0,-1-1 0,1 1 0,-1-1 0,-1 1 0,1 0 0,-1-1 0,1 1 0,-1-1 0,-3-6 0,3 9 0,-1-1 0,1 1 0,-1 0 0,0-1 0,1 1 0,-1 0 0,0 0 0,-1 0 0,1 0 0,0 0 0,-1 1 0,1-1 0,-1 1 0,1-1 0,-1 1 0,0 0 0,1 0 0,-1 0 0,0 0 0,0 1 0,0-1 0,1 1 0,-1 0 0,0 0 0,0 0 0,-5 0 0,3 1 0,-1-1 0,1 1 0,0-1 0,-1 2 0,1-1 0,0 0 0,0 1 0,0 0 0,0 0 0,1 1 0,-1-1 0,0 1 0,-6 6 0,7-4 0,1-1 0,-1 1 0,1 0 0,1 0 0,-1 0 0,1 0 0,0 1 0,0-1 0,0 1 0,1-1 0,0 1 0,0 0 0,0 10 0,0 4 0,1 1 0,4 29 0,-3-46 0,-1-1 0,1 1 0,0 0 0,0-1 0,1 0 0,-1 1 0,0-1 0,1 0 0,0 1 0,0-1 0,0 0 0,0 0 0,1-1 0,-1 1 0,1 0 0,-1-1 0,1 0 0,0 1 0,0-1 0,0 0 0,0 0 0,1-1 0,-1 1 0,0-1 0,1 0 0,-1 0 0,1 0 0,5 1 0,10 1 0,0-1 0,0-1 0,0 0 0,26-4 0,-13 2 0,-22 0 0,1 0 0,-1 0 0,0-1 0,0-1 0,0 0 0,0 0 0,-1-1 0,1 0 0,-1 0 0,0-1 0,0 0 0,-1-1 0,1 0 0,-1-1 0,0 1 0,-1-1 0,0-1 0,0 0 0,0 0 0,-1 0 0,10-18 0,-14 22 0,1 0 0,0 0 0,0 0 0,0 0 0,0 0 0,1 1 0,6-6 0,-9 9 0,0-1 0,0 1 0,0-1 0,0 1 0,0-1 0,0 1 0,0 0 0,0 0 0,0-1 0,0 1 0,0 0 0,0 0 0,0 0 0,0 0 0,0 0 0,0 0 0,0 1 0,1-1 0,-1 0 0,0 0 0,0 1 0,0-1 0,0 1 0,-1-1 0,1 1 0,0-1 0,0 1 0,0 0 0,0-1 0,0 1 0,-1 0 0,1-1 0,0 1 0,-1 0 0,1 0 0,0 0 0,-1 0 0,1 0 0,-1 0 0,1 1 0,44 85 0,-45-87 0,0 1 0,0-1 0,0 0 0,1 0 0,-1 0 0,0 1 0,0-1 0,0 0 0,0 0 0,0 0 0,0 0 0,0 0 0,0 1 0,1-1 0,-1 0 0,0 0 0,0 0 0,0 0 0,0 0 0,0 0 0,1 0 0,-1 1 0,0-1 0,0 0 0,0 0 0,0 0 0,1 0 0,-1 0 0,0 0 0,0 0 0,0 0 0,1 0 0,-1 0 0,0 0 0,0 0 0,0 0 0,0 0 0,1 0 0,-1 0 0,0 0 0,0 0 0,0 0 0,0-1 0,1 1 0,2-10 0,-1-15 0,-2 24 0,-1-44 0,0 29 0,0 1 0,1-1 0,3-17 0,-2 28 0,0 1 0,0-1 0,0 0 0,1 1 0,0-1 0,0 1 0,0 0 0,0-1 0,1 1 0,0 0 0,-1 1 0,1-1 0,1 0 0,4-4 0,-2 4-91,-1-1 0,1 1 0,0 1 0,0-1 0,1 1 0,-1 0 0,1 0 0,0 1 0,-1 0 0,1 0 0,0 1 0,0 0 0,0 0 0,13 0 0,0 1-6735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0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24575,'648'0'-1365,"-627"0"-5461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0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24575,'0'35'0,"2"-12"0,-2 0 0,0 0 0,-2 0 0,-1 0 0,0-1 0,-2 1 0,-11 31 0,7-31 0,0 0 0,2 0 0,0 1 0,2-1 0,0 2 0,2-1 0,-1 36 0,4-36-1365,1-2-5461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1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29 24575,'-28'-10'0,"3"0"0,10 7 0,0 1 0,-1 0 0,1 1 0,-1 1 0,0 0 0,-15 3 0,26-2 0,1 0 0,-1 0 0,1 0 0,-1 0 0,1 1 0,0-1 0,-1 1 0,1 1 0,0-1 0,0 0 0,1 1 0,-1 0 0,0 0 0,1 0 0,0 0 0,0 1 0,0-1 0,0 1 0,0 0 0,1 0 0,-1 0 0,1 0 0,0 0 0,-2 6 0,-1 13 0,2 0 0,0 0 0,1 0 0,2 0 0,0 0 0,6 40 0,-5-57 0,1 0 0,-1 0 0,1 0 0,1-1 0,-1 1 0,1-1 0,0 0 0,0 1 0,1-1 0,-1-1 0,1 1 0,0 0 0,1-1 0,-1 0 0,1 0 0,0 0 0,0-1 0,0 0 0,0 1 0,0-2 0,1 1 0,9 3 0,-5-2 0,1-1 0,-1 1 0,1-2 0,0 0 0,-1 0 0,1 0 0,0-2 0,0 1 0,0-2 0,0 1 0,21-5 0,-21 2 0,0-1 0,0-1 0,-1 0 0,1 0 0,-1-1 0,0 0 0,16-14 0,-10 5 0,0 0 0,-1 0 0,17-24 0,-29 34 0,0-1 0,0 1 0,0-1 0,-1 0 0,0 1 0,0-1 0,0 0 0,-1 0 0,1-8 0,6-23 0,-8 37 0,0-1 0,0 1 0,0-1 0,1 1 0,-1 0 0,0-1 0,0 1 0,0-1 0,0 1 0,0-1 0,0 1 0,1-1 0,-1 1 0,0 0 0,0-1 0,1 1 0,-1 0 0,0-1 0,1 1 0,-1 0 0,0-1 0,1 1 0,-1 0 0,0-1 0,1 1 0,-1 0 0,1 0 0,-1 0 0,1-1 0,5 13 0,-2 24 0,-2-10 0,9 35 0,-6-36 0,3 45 0,-8 238 0,-1-142 0,1-160 0,0-1 0,0 1 0,0 0 0,-1 0 0,0 0 0,0-1 0,0 1 0,-1 0 0,0-1 0,0 1 0,-3 5 0,1-9-1365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2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24575,'-2'105'0,"5"114"0,-3-216 0,0-1 0,1 0 0,-1 1 0,1-1 0,-1 0 0,1 0 0,0 1 0,0-1 0,0 0 0,2 3 0,-3-4 0,1 0 0,0-1 0,-1 1 0,1 0 0,0-1 0,-1 1 0,1-1 0,0 1 0,-1-1 0,1 1 0,0-1 0,0 1 0,0-1 0,0 0 0,-1 0 0,1 1 0,0-1 0,0 0 0,0 0 0,1 0 0,0 0 0,0-1 0,0 1 0,-1-1 0,1 0 0,0 0 0,0 0 0,0 0 0,-1 0 0,1 0 0,-1 0 0,1 0 0,-1-1 0,1 1 0,-1 0 0,0-1 0,1 1 0,-1-1 0,0 0 0,0 1 0,0-1 0,0 0 0,-1 0 0,2-2 0,2-11 0,0 0 0,-1 0 0,0 0 0,-1-1 0,-1 1 0,-1 0 0,0-1 0,-4-24 0,2 18 0,2 0 0,3-44 0,-3 67 0,0-1 0,0 0 0,0 0 0,0 0 0,1 1 0,-1-1 0,0 0 0,0 0 0,0 0 0,1 0 0,-1 1 0,0-1 0,0 0 0,1 0 0,-1 0 0,0 0 0,0 0 0,1 0 0,-1 0 0,0 0 0,0 0 0,1 0 0,-1 0 0,0 0 0,0 0 0,1 0 0,-1 0 0,0 0 0,1 0 0,-1 0 0,0 0 0,0 0 0,1 0 0,-1 0 0,0 0 0,0-1 0,1 1 0,-1 0 0,0 0 0,0 0 0,0 0 0,1-1 0,-1 1 0,0 0 0,0 0 0,0 0 0,0-1 0,1 1 0,-1 0 0,0 0 0,0-1 0,0 1 0,0 0 0,0-1 0,13 30 0,-11-24 0,18 55 0,-17-47 0,0-1 0,2 1 0,-1-1 0,2 0 0,-1-1 0,15 22 0,-14-25 0,3 3 0,0 0 0,0 0 0,16 14 0,-20-22 0,0 0 0,-1 0 0,1 0 0,1 0 0,-1-1 0,0 0 0,1 0 0,-1 0 0,1-1 0,-1 1 0,12 0 0,66 2 0,-74-4 0,0-1 0,1 1 0,-1-2 0,0 1 0,0-1 0,17-7 0,-21 6 0,-1 0 0,1-1 0,-1 1 0,0-1 0,0 0 0,0 0 0,0 0 0,-1-1 0,1 0 0,-1 1 0,0-1 0,4-10 0,-2 2 0,1 1 0,-2-2 0,1 1 0,1-16 0,-5 28 0,5-51 0,-6 49 0,0 1 0,0-1 0,0 0 0,0 0 0,0 0 0,-1 0 0,1 1 0,-1-1 0,1 0 0,-1 0 0,0 1 0,0-1 0,-1 0 0,1 1 0,-3-4 0,4 6 0,0 0 0,0 0 0,-1 0 0,1 0 0,0 0 0,-1 0 0,1 0 0,0 0 0,-1 0 0,1 0 0,0 0 0,-1 0 0,1 0 0,0 0 0,-1 0 0,1 0 0,0 1 0,-1-1 0,1 0 0,0 0 0,0 0 0,-1 0 0,1 1 0,0-1 0,0 0 0,-1 0 0,1 1 0,0-1 0,0 0 0,0 0 0,-1 1 0,1-1 0,0 0 0,0 0 0,0 1 0,0-1 0,0 0 0,0 1 0,0-1 0,0 1 0,-8 16 0,7-15 0,-4 12 0,0 0 0,1 0 0,1 1 0,0-1 0,-2 29 0,5-38 0,-1 0 0,2 1 0,-1-1 0,1 1 0,-1-1 0,1 0 0,1 0 0,-1 1 0,1-1 0,0 0 0,0 0 0,1 0 0,-1-1 0,1 1 0,0 0 0,0-1 0,1 0 0,-1 0 0,5 4 0,-1-3 0,1 0 0,-1 0 0,1-1 0,0 0 0,0 0 0,0-1 0,1 0 0,-1-1 0,1 0 0,0 0 0,-1-1 0,1 0 0,0 0 0,10-1 0,-13 0 0,0 0 0,0-1 0,1 0 0,-1 0 0,0 0 0,0-1 0,0 0 0,-1 0 0,1 0 0,0-1 0,-1 0 0,0 0 0,1 0 0,-1-1 0,-1 1 0,1-1 0,0-1 0,-1 1 0,0-1 0,7-9 0,-6 4 0,0 0 0,0-1 0,-1 0 0,-1 1 0,0-1 0,0 0 0,-1-1 0,-1 1 0,1-15 0,-1 9 0,6-19 0,-6 34 0,-1 1 0,0-1 0,1 1 0,-1 0 0,1-1 0,0 1 0,-1 0 0,1-1 0,0 1 0,0 0 0,0 0 0,0-1 0,0 1 0,0 0 0,0 0 0,0 0 0,1 0 0,-1 1 0,0-1 0,3-1 0,-4 2 0,1 0 0,0 0 0,0 1 0,0-1 0,-1 0 0,1 1 0,0-1 0,-1 0 0,1 1 0,0-1 0,-1 1 0,1-1 0,0 1 0,-1-1 0,1 1 0,-1-1 0,1 1 0,-1-1 0,1 1 0,-1 0 0,1 0 0,-1-1 0,0 1 0,1 0 0,-1-1 0,0 1 0,0 0 0,0 0 0,1 0 0,-1-1 0,0 1 0,0 1 0,4 31 0,-4-31 0,2 20 0,0-1 0,1 0 0,2 0 0,0 0 0,1-1 0,11 26 0,-17-46 0,0 0 0,0 0 0,0 1 0,0-1 0,0 0 0,0 0 0,0 0 0,0 0 0,0 0 0,0 0 0,0 1 0,0-1 0,1 0 0,-1 0 0,0 0 0,0 0 0,0 0 0,0 0 0,0 0 0,0 0 0,0 1 0,0-1 0,0 0 0,0 0 0,1 0 0,-1 0 0,0 0 0,0 0 0,0 0 0,0 0 0,0 0 0,0 0 0,0 0 0,1 0 0,-1 0 0,0 0 0,0 0 0,0 0 0,0 0 0,0 0 0,0 0 0,1 0 0,-1 0 0,0 0 0,0 0 0,0 0 0,0 0 0,0 0 0,0 0 0,0 0 0,1 0 0,-1 0 0,0 0 0,0 0 0,0 0 0,0 0 0,0-1 0,3-9 0,0-16 0,-3-7 0,-1 16 0,2 0 0,0 0 0,6-32 0,-6 43 0,1 1 0,0-1 0,0 1 0,1 0 0,-1 0 0,1 0 0,0 0 0,1 0 0,-1 1 0,1-1 0,0 1 0,0 0 0,0 0 0,0 0 0,10-5 0,15-14 0,-25 18 0,1 1 0,1 0 0,-1 0 0,0 0 0,1 1 0,0-1 0,0 1 0,9-3 0,-13 6 0,0 0 0,0 0 0,-1 0 0,1 0 0,0 0 0,-1 1 0,1-1 0,0 1 0,-1-1 0,1 1 0,0-1 0,-1 1 0,1 0 0,-1 0 0,1 0 0,-1 0 0,1 0 0,-1 0 0,0 0 0,0 1 0,0-1 0,1 0 0,-1 1 0,0-1 0,-1 1 0,1-1 0,0 1 0,0-1 0,-1 1 0,2 3 0,3 7 0,-1 0 0,-1 0 0,3 14 0,-5-20 0,6 49 0,-6-43 0,0 0 0,1 0 0,0 0 0,1-1 0,0 1 0,1 0 0,8 17 0,-12-28 0,1 1 0,-1-1 0,1 0 0,0 1 0,0-1 0,0 0 0,0 1 0,0-1 0,0 0 0,0 0 0,0 0 0,0 0 0,0 0 0,1 0 0,-1 0 0,0-1 0,0 1 0,1 0 0,-1-1 0,1 1 0,-1-1 0,1 1 0,-1-1 0,1 0 0,-1 0 0,1 1 0,-1-1 0,1 0 0,-1 0 0,1-1 0,-1 1 0,1 0 0,-1 0 0,1-1 0,-1 1 0,1-1 0,-1 1 0,1-1 0,-1 0 0,0 0 0,1 1 0,-1-1 0,0 0 0,0 0 0,0 0 0,0 0 0,0 0 0,0-1 0,2 0 0,3-6 0,1 0 0,-1-1 0,0 1 0,-1-1 0,8-19 0,-10 20 0,0-1 0,-1 0 0,0 0 0,1-15 0,5-22 0,-8 46 0,0-1 0,0 1 0,0-1 0,1 1 0,-1-1 0,0 1 0,0-1 0,0 1 0,0-1 0,0 1 0,1 0 0,-1-1 0,0 1 0,0-1 0,1 1 0,-1 0 0,0-1 0,1 1 0,-1 0 0,0-1 0,1 1 0,-1 0 0,1 0 0,-1-1 0,0 1 0,1 0 0,-1 0 0,1 0 0,-1 0 0,1-1 0,-1 1 0,1 0 0,0 0 0,11 12 0,8 27 0,-20-37 0,9 21 0,-2 1 0,7 41 0,7 26 0,-14-67 0,-1 1 0,-1 1 0,-1-1 0,0 27 0,-4 105 0,-2-68 0,3-83 0,-2 1 0,1-1 0,-1 0 0,0 1 0,0-1 0,0 0 0,-4 9 0,3-12 0,1 0 0,-1-1 0,1 1 0,-1 0 0,0-1 0,0 1 0,0-1 0,-1 0 0,1 0 0,-1 0 0,1 0 0,-1 0 0,0 0 0,1-1 0,-1 1 0,-4 1 0,-12 4 0,1-1 0,-1-1 0,-1-1 0,-23 3 0,33-6 0,0 0 0,-1-1 0,1 0 0,0-1 0,-1 0 0,1 0 0,0-1 0,0 0 0,-17-7 0,24 7 0,0 0 0,0 0 0,0-1 0,1 1 0,-1-1 0,0 1 0,1-1 0,0 0 0,0 0 0,0 0 0,0-1 0,0 1 0,0 0 0,1-1 0,0 1 0,0-1 0,0 1 0,0-1 0,0 0 0,1 1 0,-1-1 0,1 0 0,1-6 0,-1-4 0,1 0 0,0 0 0,1 0 0,1 0 0,4-14 0,-3 18 0,0-1 0,0 2 0,1-1 0,1 0 0,-1 1 0,1 0 0,12-12 0,5-4 0,29-22 0,-5 3 0,4 6 0,-3 3 0,-31 20 17,0 2 0,28-16 0,-7 5-1433,-25 14-5410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2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24575,'0'4'0,"0"6"0,4 1 0,2 3 0,-1 3 0,-1 3 0,-1 3 0,-1 1 0,4-4 0,0 0 0,-1 0 0,-1 2 0,-1 0 0,-1 1 0,-2-7 0,1-7-8191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3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24575,'0'-5'0,"0"4"0,5 1 0,0 6 0,1 0-8191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4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 24575,'2'0'0,"0"1"0,-1 0 0,1-1 0,-1 1 0,1 0 0,-1 0 0,1 0 0,-1 1 0,0-1 0,0 0 0,1 0 0,-1 1 0,0-1 0,0 1 0,0-1 0,-1 1 0,2 2 0,14 29 0,-8-11 0,-1 0 0,-1 0 0,-1 0 0,-1 1 0,2 34 0,-5-1 0,-4 162 0,3-213 0,-1 0 0,1-1 0,-1 1 0,0 0 0,-1-1 0,1 0 0,-1 1 0,0-1 0,0 0 0,0 0 0,-1 0 0,0 0 0,1 0 0,-1 0 0,-1-1 0,1 1 0,0-1 0,-1 0 0,1 0 0,-1 0 0,0-1 0,0 1 0,0-1 0,-1 0 0,1 0 0,0-1 0,-1 1 0,1-1 0,-1 0 0,0 0 0,1 0 0,-1-1 0,0 0 0,1 1 0,-1-2 0,0 1 0,1-1 0,-1 1 0,0-1 0,-5-2 0,8 1 0,-1 1 0,0-1 0,1 0 0,-1 0 0,1-1 0,0 1 0,0 0 0,0-1 0,0 1 0,0-1 0,1 1 0,-1-1 0,1 0 0,-1 0 0,1 0 0,0 0 0,0 0 0,0 0 0,1 0 0,-1 0 0,1 0 0,0-6 0,-1-6 0,0 0 0,2-1 0,2-18 0,-2 31 0,-1 0 0,1 1 0,0-1 0,0 0 0,0 0 0,0 1 0,0-1 0,1 1 0,-1-1 0,1 1 0,0 0 0,0-1 0,-1 1 0,2 0 0,-1 0 0,0 0 0,0 0 0,0 1 0,1-1 0,-1 1 0,1-1 0,0 1 0,-1 0 0,1 0 0,0 0 0,-1 0 0,1 1 0,0-1 0,5 0 0,10-1 0,-1 1 0,1 1 0,33 4 0,-16-1 0,5-2 0,145-2 0,-183 1 0,1-1 0,-1 1 0,1-1 0,-1 0 0,1 0 0,-1 0 0,0 0 0,1 0 0,-1 0 0,0-1 0,0 1 0,0-1 0,0 1 0,0-1 0,-1 0 0,1 0 0,0 0 0,-1 0 0,1 0 0,-1 0 0,0 0 0,0-1 0,2-3 0,-2 4 0,-1 1 0,1-1 0,-1 0 0,0 1 0,1-1 0,-1 0 0,0 1 0,0-1 0,0 0 0,0 1 0,-1-1 0,1 0 0,0 1 0,-1-1 0,1 1 0,-1-1 0,1 1 0,-1-1 0,0 1 0,0-1 0,1 1 0,-1-1 0,0 1 0,0 0 0,-1-1 0,1 1 0,0 0 0,0 0 0,-1 0 0,1 0 0,0 0 0,-1 0 0,1 0 0,-1 1 0,-2-2 0,3 1 0,0 1 0,-1 0 0,1-1 0,0 1 0,0 0 0,0-1 0,0 1 0,-1 0 0,1 0 0,0 0 0,0 0 0,0 0 0,-1 0 0,1 0 0,0 1 0,0-1 0,0 0 0,0 1 0,0-1 0,-1 1 0,1-1 0,0 1 0,0-1 0,0 1 0,-1 1 0,0 0 0,1 0 0,-1 0 0,0 0 0,1 1 0,0-1 0,-1 1 0,1-1 0,0 1 0,0-1 0,-1 6 0,0 6 0,0 0 0,1 0 0,0 18 0,1-29 0,0 6 0,0 1 0,0-1 0,1 1 0,1 0 0,-1-1 0,6 16 0,-5-20 0,1-1 0,-1 1 0,1-1 0,0 1 0,0-1 0,1 0 0,-1 0 0,1 0 0,0-1 0,0 1 0,0-1 0,0 0 0,9 5 0,-4-3 0,1 0 0,-1-1 0,1 0 0,-1 0 0,1-1 0,1 0 0,-1-1 0,12 1 0,-19-2 0,0-1 0,0 0 0,1 0 0,-1 0 0,0-1 0,0 1 0,0-1 0,0 1 0,0-1 0,0 0 0,0 0 0,0-1 0,0 1 0,0-1 0,-1 1 0,1-1 0,-1 0 0,1 0 0,-1 0 0,1 0 0,-1 0 0,0-1 0,0 1 0,0-1 0,-1 1 0,1-1 0,0 0 0,-1 0 0,0 0 0,2-5 0,0-1 0,-1 0 0,-1 0 0,1 1 0,-1-15 0,-1 24 0,0 17 0,6-12 0,11-15 0,-8 2 0,1 0 0,1 1 0,-1 0 0,1 0 0,0 1 0,0 1 0,1 0 0,20-5 0,-25 8 0,1 0 0,-1 0 0,0 0 0,0 1 0,1 0 0,-1 0 0,0 1 0,0 0 0,0 0 0,0 1 0,0 0 0,0 0 0,0 0 0,0 1 0,-1 0 0,8 5 0,0 3 0,0-1 0,-14-10 0,1-1 0,0 1 0,-1-1 0,1 1 0,0 0 0,-1-1 0,1 1 0,-1-1 0,1 0 0,-1 1 0,1-1 0,-1 1 0,1-1 0,-1 0 0,0 1 0,1-1 0,-1 0 0,0 1 0,1-1 0,-1 0 0,0 0 0,0 1 0,0-1 0,0 0 0,0-1 0,5-13 0,-2 2 0,1-1 0,0 2 0,1-1 0,12-23 0,-15 33 0,1-1 0,-1 1 0,1 0 0,0-1 0,0 1 0,0 0 0,1 1 0,-1-1 0,1 1 0,0-1 0,-1 1 0,1 0 0,0 1 0,0-1 0,0 0 0,0 1 0,1 0 0,-1 0 0,8 0 0,-6 0 0,-1 0 0,1 0 0,-1 1 0,1 0 0,-1 0 0,1 1 0,-1 0 0,0 0 0,1 0 0,-1 0 0,0 1 0,1 0 0,-1 0 0,0 0 0,0 1 0,-1-1 0,1 1 0,0 1 0,-1-1 0,0 0 0,0 1 0,0 0 0,0 0 0,0 0 0,-1 1 0,0-1 0,4 7 0,5 6 0,26 26 0,-24-29 0,-2 0 0,14 20 0,-20-27 0,1 0 0,-1 0 0,1-1 0,1-1 0,-1 1 0,1-1 0,0 0 0,0-1 0,10 4 0,2 3 0,-11-7-136,1 0-1,-1-1 1,0-1-1,1 1 1,-1-2-1,1 1 1,-1-1-1,1-1 0,10 0 1,1 0-6690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5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24575,'2'24'0,"0"1"0,2-1 0,1 1 0,1-1 0,17 45 0,0-1 0,-15-33 0,5 18 0,-12-50 0,0 0 0,0 0 0,0 0 0,1 0 0,-1-1 0,1 1 0,0 0 0,0-1 0,0 1 0,0-1 0,0 0 0,0 0 0,3 3 0,-3-5 0,0 1 0,-1 0 0,1 0 0,0-1 0,0 1 0,-1-1 0,1 0 0,0 1 0,0-1 0,0 0 0,-1 0 0,1 0 0,0 0 0,0 0 0,0-1 0,0 1 0,-1 0 0,1-1 0,0 1 0,0-1 0,-1 0 0,1 0 0,-1 0 0,1 0 0,0 0 0,-1 0 0,0 0 0,1 0 0,-1 0 0,0-1 0,1 1 0,-1 0 0,0-1 0,1-1 0,5-7 0,0-1 0,0 0 0,8-19 0,-11 22 0,61-139 0,-63 142 0,0-1 0,1 1 0,-1 0 0,1 0 0,0 0 0,1 0 0,-1 1 0,1-1 0,8-7 0,-11 13 0,-1-1 0,1 0 0,-1 0 0,1 0 0,-1 0 0,1 1 0,-1-1 0,1 0 0,-1 0 0,1 1 0,-1-1 0,1 0 0,-1 1 0,1-1 0,-1 1 0,0-1 0,1 0 0,-1 1 0,0-1 0,1 1 0,-1-1 0,0 1 0,0-1 0,1 1 0,-1-1 0,0 1 0,0-1 0,0 1 0,0 0 0,0-1 0,0 1 0,0-1 0,0 1 0,0-1 0,0 1 0,0 0 0,0-1 0,0 1 0,2 28 0,-2-27 0,0 15 0,0 36 0,0-50 0,-1 0 0,1 0 0,-1 1 0,1-1 0,-1 0 0,0 0 0,-1 0 0,1 0 0,0 0 0,-1 0 0,1 0 0,-4 3 0,5-5 0,-1-1 0,1 1 0,0-1 0,0 1 0,0-1 0,-1 1 0,1-1 0,0 0 0,-1 1 0,1-1 0,0 1 0,-1-1 0,1 0 0,-1 1 0,1-1 0,-1 0 0,1 0 0,-1 1 0,1-1 0,0 0 0,-1 0 0,1 0 0,-1 1 0,1-1 0,-1 0 0,0 0 0,1 0 0,-1 0 0,1 0 0,-1 0 0,1 0 0,-1 0 0,1 0 0,-1-1 0,1 1 0,-1 0 0,1 0 0,-1 0 0,1-1 0,-1 1 0,1 0 0,0 0 0,-1-1 0,1 1 0,-1 0 0,1-1 0,0 1 0,-1 0 0,1-1 0,0 1 0,-1-1 0,1 1 0,0-1 0,0 1 0,-1-1 0,1 1 0,0-1 0,0 1 0,0-1 0,0 1 0,0-1 0,-1 1 0,1-1 0,0 0 0,0-2 0,-1 0 0,1 0 0,0 0 0,0 0 0,0-1 0,0 1 0,0 0 0,1 0 0,1-6 0,1 2 0,1 0 0,0 0 0,0 0 0,0 1 0,1 0 0,0-1 0,0 2 0,1-1 0,0 1 0,0-1 0,0 2 0,0-1 0,1 1 0,0 0 0,0 0 0,0 0 0,0 1 0,1 1 0,14-5 0,7 2 0,-1 1 0,1 2 0,0 0 0,32 3 0,-31 0 0,-23-1 0,0 0 0,-1 1 0,1 0 0,0 0 0,-1 1 0,1 0 0,-1 0 0,0 0 0,0 1 0,0 0 0,0 0 0,0 1 0,0-1 0,9 10 0,0 1 0,-2 1 0,0 0 0,18 29 0,-23-31 0,-6-10-170,1-1-1,-1 1 0,0 0 1,1-1-1,-1 0 0,1 1 1,6 2-1,5 3-6655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5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19 24575,'0'-1'0,"-1"0"0,1 0 0,0 0 0,0 0 0,-1 0 0,1 0 0,0 1 0,-1-1 0,1 0 0,-1 0 0,1 0 0,-1 1 0,0-1 0,1 0 0,-1 1 0,0-1 0,1 1 0,-1-1 0,0 0 0,0 1 0,1 0 0,-1-1 0,0 1 0,0-1 0,0 1 0,0 0 0,0 0 0,1-1 0,-1 1 0,0 0 0,0 0 0,0 0 0,0 0 0,0 0 0,0 0 0,-1 1 0,-1-1 0,-1 0 0,1 0 0,0 1 0,0-1 0,0 1 0,0 0 0,0 0 0,0 0 0,-5 2 0,5 0 0,-1 1 0,1-1 0,-1 1 0,1-1 0,0 1 0,1 0 0,-1 0 0,1 1 0,0-1 0,0 0 0,0 1 0,0-1 0,1 1 0,-1 0 0,1-1 0,1 1 0,-1 5 0,-1 14 0,1 0 0,3 30 0,-1-22 0,-1 41 0,3 50 0,9-56 0,-8-49 0,0 0 0,1 27 0,-5-17 0,2 1 0,10 49 0,-7-55 0,-2-1 0,0 1 0,-2 0 0,-1 0 0,-2 26 0,2-47 0,0 1 0,0-1 0,-1 0 0,1 0 0,-1 0 0,1 0 0,-1 0 0,0 0 0,1 0 0,-1 0 0,0 0 0,-1 0 0,1 0 0,0 0 0,0-1 0,-1 1 0,1 0 0,-1-1 0,0 0 0,1 1 0,-1-1 0,0 0 0,0 1 0,1-1 0,-1 0 0,0-1 0,0 1 0,-1 0 0,1 0 0,0-1 0,0 1 0,0-1 0,0 0 0,0 0 0,-4 0 0,2 0 0,1 0 0,0-1 0,0 0 0,0 0 0,0 1 0,-1-2 0,1 1 0,1 0 0,-1-1 0,0 1 0,0-1 0,0 0 0,1 0 0,-1 0 0,1 0 0,0 0 0,0-1 0,-1 1 0,1-1 0,1 1 0,-1-1 0,0 0 0,-2-5 0,1-4 0,-1 0 0,2 0 0,-1-1 0,2 1 0,0-1 0,0 1 0,2-16 0,1 0 0,2 0 0,7-32 0,-10 56 0,0-1 0,1 0 0,0 0 0,0 0 0,0 1 0,0-1 0,1 1 0,0-1 0,0 1 0,0 0 0,0 0 0,0 1 0,1-1 0,0 1 0,0-1 0,0 1 0,0 0 0,6-3 0,15-13 0,1 2 0,0 0 0,2 1 0,-1 2 0,45-16 0,80-28 0,-138 52 0,0-1 0,0-1 0,0 0 0,-1 0 0,-1-2 0,1 1 0,-1-2 0,12-13 0,-23 23 0,-1 0 0,1 0 0,0 0 0,0 0 0,0 0 0,-1 0 0,1 0 0,-1-1 0,1 1 0,-1 0 0,1-1 0,-1 1 0,0 0 0,1-1 0,-1 1 0,0 0 0,0-1 0,0 1 0,0 0 0,0-1 0,-1 1 0,1 0 0,0-1 0,0 1 0,-1-2 0,-1 2 0,1-1 0,0 1 0,0-1 0,-1 1 0,1 0 0,-1-1 0,1 1 0,-1 0 0,0 0 0,1 0 0,-1 0 0,0 1 0,0-1 0,0 0 0,-2 0 0,-2 0 0,-1-1 0,1 1 0,0 0 0,-1 1 0,1 0 0,0 0 0,-1 0 0,1 1 0,0 0 0,-8 2 0,8 0 0,-1 1 0,1 0 0,1 0 0,-1 0 0,1 0 0,-1 1 0,1 0 0,1 0 0,-1 1 0,1-1 0,0 1 0,0 0 0,0 0 0,-4 11 0,3-6 0,0 0 0,1 1 0,0-1 0,1 1 0,1 0 0,0-1 0,-2 24 0,4-33 0,0 0 0,1 0 0,-1 0 0,0 0 0,0 0 0,1 0 0,-1 0 0,1 0 0,0 0 0,0 0 0,0 0 0,0 0 0,0 0 0,0-1 0,0 1 0,0 0 0,1-1 0,-1 1 0,1-1 0,-1 1 0,1-1 0,-1 0 0,1 0 0,0 1 0,0-1 0,0 0 0,0-1 0,-1 1 0,1 0 0,0-1 0,0 1 0,1-1 0,-1 1 0,0-1 0,0 0 0,0 0 0,0 0 0,0 0 0,2 0 0,1-1 0,-1 1 0,0-1 0,1 1 0,-1-1 0,0-1 0,0 1 0,0 0 0,0-1 0,0 0 0,0 0 0,0 0 0,0-1 0,-1 1 0,1-1 0,-1 0 0,0 1 0,0-2 0,4-4 0,0-4 0,-1-1 0,0 0 0,-1 0 0,-1 0 0,0-1 0,-1 0 0,0 0 0,-1 0 0,1-26 0,-3 39 0,0-7-105,1 0 0,1 0 0,-1 0 0,1 0 0,0 1 0,1-1 0,0 1 0,0-1 0,1 1 0,-1 0 0,2 0 0,6-8 0,0 3-6721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6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24575,'2'1'0,"0"-1"0,1 0 0,-1 1 0,0 0 0,0-1 0,0 1 0,1 0 0,-1 0 0,0 0 0,0 0 0,-1 1 0,1-1 0,0 0 0,0 1 0,0-1 0,-1 1 0,1 0 0,-1-1 0,0 1 0,1 0 0,-1 0 0,0 0 0,0 0 0,2 5 0,2 6 0,0 0 0,-1 1 0,2 14 0,0-5 0,16 46 0,-12-41 0,10 46 0,1 17 0,-17-112 0,-3-16 0,-2-27 0,2-80 0,-1 141 0,0 1 0,1 0 0,-1 0 0,1-1 0,-1 1 0,1 0 0,0 0 0,0 0 0,0 0 0,0-1 0,0 1 0,1 1 0,-1-1 0,0 0 0,1 0 0,0 0 0,-1 1 0,1-1 0,0 1 0,2-2 0,0 1 0,0 0 0,0 0 0,0 1 0,0 0 0,0-1 0,0 1 0,1 1 0,-1-1 0,0 1 0,6-1 0,3 2 0,-1 0 0,1 0 0,0 1 0,-1 1 0,1 0 0,18 8 0,-28-10 0,1 1 0,-1 0 0,0 0 0,0 1 0,0-1 0,0 1 0,-1-1 0,1 1 0,-1 0 0,1 0 0,2 4 0,21 42 0,-16-27 0,7 17 0,-12-27 0,1 0 0,-1-1 0,11 16 0,1-1 0,-6-9 0,24 29 0,-33-43 0,1 1 0,1-1 0,-1 0 0,0 0 0,1 0 0,0-1 0,-1 1 0,1-1 0,0 0 0,0 0 0,1 0 0,-1-1 0,8 2 0,-10-2 0,-1-1 0,1 0 0,0 0 0,0 0 0,-1-1 0,1 1 0,0 0 0,-1-1 0,1 1 0,0-1 0,-1 1 0,1-1 0,-1 0 0,1 0 0,-1 0 0,1 0 0,-1 0 0,1 0 0,-1 0 0,0 0 0,0 0 0,0-1 0,0 1 0,0 0 0,0-1 0,0 1 0,0-1 0,0 1 0,0-1 0,-1 0 0,1 1 0,-1-1 0,1 0 0,-1 1 0,0-4 0,2-7 0,0-1 0,-1 1 0,-1-23 0,0 27 0,-3-58 0,1 22 0,4-50 0,2 74-1365,1 4-5461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7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77 129 24575,'-2'0'0,"-1"0"0,1 1 0,-1-1 0,1 0 0,-1 1 0,1-1 0,-1 1 0,1 0 0,0 0 0,-1 0 0,1 0 0,0 0 0,0 1 0,0-1 0,0 1 0,0-1 0,0 1 0,-2 2 0,1 0 0,0 0 0,1 0 0,-1 0 0,1 0 0,0 1 0,0-1 0,0 1 0,-2 8 0,1 5 0,0 1 0,1 0 0,1 32 0,2-27 0,-2-4 0,2 0 0,5 39 0,-4-52 0,-1-1 0,1-1 0,0 1 0,0 0 0,1 0 0,0-1 0,0 1 0,0-1 0,0 0 0,1 0 0,0 0 0,0 0 0,9 7 0,-3-6 0,-1 0 0,1 0 0,-1-1 0,2 0 0,-1-1 0,0 0 0,1-1 0,0 0 0,-1-1 0,1 0 0,0-1 0,0 0 0,13 0 0,-13-1 0,0-1 0,0 0 0,1 0 0,-1-1 0,0 0 0,-1-1 0,1 0 0,0-1 0,-1 0 0,0-1 0,0 0 0,0 0 0,9-8 0,-8 5 0,-2-1 0,1 0 0,-2-1 0,1 0 0,-1 0 0,0 0 0,-1-1 0,-1-1 0,1 1 0,-2-1 0,0 0 0,7-22 0,-4 2 0,-2 0 0,-1-1 0,1-58 0,-6 91 0,0 0 0,0 0 0,0 0 0,0 0 0,0 0 0,0 0 0,0 0 0,0 0 0,0 0 0,0 0 0,0 0 0,1 0 0,-1 0 0,0 0 0,0 0 0,0 0 0,0 0 0,0 0 0,0 0 0,0 0 0,0 0 0,0 0 0,0 0 0,0 0 0,0 0 0,1 0 0,-1 0 0,0 0 0,0 0 0,0 0 0,0 0 0,0 0 0,0 0 0,0 0 0,0 0 0,0 0 0,0-1 0,0 1 0,0 0 0,0 0 0,0 0 0,0 0 0,0 0 0,0 0 0,0 0 0,0 0 0,0 0 0,0 0 0,0 0 0,0 0 0,0-1 0,0 1 0,0 0 0,6 11 0,4 17 0,-4 35 0,-6-53 0,0 1 0,1-1 0,0 0 0,1 1 0,0-1 0,0 0 0,1 0 0,1 0 0,0 0 0,0-1 0,1 1 0,11 16 0,9 12 0,-25-38 0,1 0 0,-1 0 0,0 1 0,0-1 0,0 0 0,0 0 0,1 0 0,-1 0 0,0 0 0,0 0 0,0 0 0,1 0 0,-1 0 0,0 0 0,0 0 0,0 0 0,1 0 0,-1 0 0,0 0 0,0 0 0,0-1 0,0 1 0,1 0 0,-1 0 0,0 0 0,0 0 0,0 0 0,0 0 0,1 0 0,-1-1 0,0 1 0,0 0 0,0 0 0,0 0 0,0 0 0,0 0 0,0-1 0,0 1 0,1 0 0,-1 0 0,0 0 0,0-1 0,0 1 0,0 0 0,0 0 0,0 0 0,0-1 0,0 1 0,0 0 0,0 0 0,0 0 0,0 0 0,0-1 0,0 1 0,0 0 0,0 0 0,-1 0 0,1-1 0,0 1 0,1-15 0,-3-126 0,3-67 0,-1 204 0,1 1 0,-1-1 0,1 1 0,0 0 0,0 0 0,0 0 0,1-1 0,-1 1 0,1 0 0,-1 0 0,1 1 0,0-1 0,0 0 0,1 1 0,-1-1 0,0 1 0,1 0 0,0-1 0,-1 1 0,1 0 0,0 1 0,0-1 0,0 1 0,0-1 0,0 1 0,0 0 0,1 0 0,5-1 0,8-1 0,0 1 0,0 0 0,0 2 0,25 1 0,-20 0 0,-16-1 11,0 0 0,0 1 0,0-1 0,0 1 0,0 1 0,0-1-1,-1 1 1,1 0 0,-1 0 0,6 3 0,-8-3-85,-1 0-1,1 0 1,-1 0 0,1 0 0,-1 1-1,0-1 1,0 1 0,0-1 0,0 1-1,-1 0 1,1 0 0,-1 0 0,0 0-1,0 0 1,0 0 0,0 0 0,0 0-1,0 0 1,0 6 0,0 11-6752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7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24575,'0'2'0,"0"0"0,0 0 0,1 0 0,-1-1 0,1 1 0,0 0 0,-1 0 0,1-1 0,0 1 0,0-1 0,0 1 0,0-1 0,0 1 0,1-1 0,-1 1 0,0-1 0,1 0 0,-1 0 0,1 0 0,-1 0 0,1 0 0,-1 0 0,1 0 0,0 0 0,-1-1 0,4 2 0,6 1 0,-1 0 0,1-1 0,13 2 0,-15-3 0,92 17 0,-40-6 0,1-3 0,91 2 0,-87-13 0,92 4 0,-99 12-1365,-42-9-5461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7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24575,'0'1'0,"1"0"0,-1 0 0,1 0 0,-1 0 0,1 0 0,0 0 0,-1 0 0,1 0 0,0 0 0,0 0 0,-1 0 0,1 0 0,0-1 0,0 1 0,0 0 0,0-1 0,0 1 0,0 0 0,0-1 0,0 1 0,1-1 0,-1 0 0,0 1 0,0-1 0,0 0 0,0 0 0,2 0 0,38 5 0,-36-5 0,172 22 0,-151-18 0,30 7 0,-37-6 0,1-2 0,35 3 0,-28-5 0,5-1 0,0 1 0,62 12 0,-71-9-455,0-1 0,44 0 0,-46-2-6371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8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24575,'72'-1'0,"80"2"0,-84 11 0,-49-7 0,-1-2 0,28 2 0,-23-4-1365,-1-1-5461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38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24575,'0'21'0,"1"0"0,1 0 0,1 0 0,1-1 0,0 1 0,12 28 0,-2-10-120,-2-9-87,-2 0-1,0 0 1,-2 1-1,-2-1 0,6 54 1,-12-62-6619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1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255 231 24575,'1'-1'0,"1"1"0,0-1 0,0 0 0,-1 1 0,1-1 0,-1 0 0,1 0 0,-1 0 0,1 0 0,-1 0 0,0-1 0,1 1 0,-1 0 0,0-1 0,0 1 0,0-1 0,0 1 0,0-1 0,0 1 0,0-1 0,-1 0 0,2-1 0,11-40 0,-10 34 0,-2 0 0,1 0 0,-1-1 0,-1 1 0,0 0 0,0 0 0,0-1 0,-4-14 0,3 20 0,0 1 0,0 0 0,0 0 0,-1 0 0,1 1 0,-1-1 0,0 0 0,1 0 0,-1 1 0,0-1 0,-1 1 0,1 0 0,0-1 0,-1 1 0,1 0 0,-1 1 0,0-1 0,0 0 0,1 1 0,-1-1 0,0 1 0,0 0 0,0 0 0,-1 0 0,1 0 0,0 1 0,-6-1 0,-6-1 0,0 1 0,0 1 0,0 0 0,-24 4 0,34-4 0,0 2 0,0-1 0,0 0 0,0 1 0,1 0 0,-1 0 0,0 1 0,1-1 0,0 1 0,-1 0 0,1 0 0,0 0 0,1 1 0,-1-1 0,0 1 0,-5 8 0,2-1 0,0 1 0,0 0 0,1 1 0,1-1 0,0 1 0,-4 17 0,7-22 0,1-1 0,0 1 0,0-1 0,1 1 0,0 0 0,0-1 0,1 1 0,0-1 0,0 1 0,0-1 0,1 1 0,1-1 0,2 7 0,-3-10 0,1 0 0,0 0 0,-1 0 0,1 0 0,1-1 0,-1 1 0,0-1 0,1 0 0,0 0 0,0-1 0,0 1 0,0-1 0,0 1 0,0-1 0,1-1 0,6 3 0,11 2 0,-1-1 0,30 4 0,-22-5 0,7 1 0,1-2 0,57-3 0,-61-2 0,1 2 0,-1 2 0,50 8 0,-40-2 0,0-3 0,0-1 0,0-2 0,83-6 0,-123 3 0,0 1 0,0-1 0,-1 0 0,1 1 0,0-1 0,-1 0 0,1-1 0,-1 1 0,1 0 0,-1-1 0,1 1 0,-1-1 0,0 0 0,0 0 0,0 0 0,3-4 0,-1 1 0,-1 0 0,0 0 0,0-1 0,0 1 0,-1-1 0,0 1 0,3-11 0,-3 5 0,0 0 0,0-1 0,-2 1 0,1 0 0,-1-1 0,-1 1 0,0 0 0,-3-14 0,3 20 0,-1 1 0,0 0 0,0-1 0,-1 1 0,1 1 0,-1-1 0,0 0 0,0 0 0,0 1 0,-1 0 0,1 0 0,-1 0 0,1 0 0,-1 0 0,0 1 0,0-1 0,0 1 0,-1 0 0,1 0 0,0 1 0,-1 0 0,0-1 0,-8 0 0,-11-2 0,0 1 0,0 1 0,-30 2 0,49 0 0,0 0 0,0 0 0,0 0 0,0 1 0,0 0 0,0 0 0,0 0 0,1 1 0,-1-1 0,0 1 0,1 0 0,-1 1 0,1-1 0,0 1 0,0 0 0,0 0 0,0 0 0,0 0 0,1 1 0,-7 7 0,6-4 0,0-1 0,0 1 0,0 1 0,1-1 0,0 0 0,1 1 0,0 0 0,0 0 0,0-1 0,1 1 0,0 15 0,0-15 0,1-1 0,0 0 0,1 0 0,0 0 0,0 0 0,0 0 0,1 0 0,0 0 0,5 9 0,-6-12 0,1-1 0,0 0 0,1 0 0,-1 0 0,1-1 0,-1 1 0,1-1 0,0 1 0,0-1 0,0 0 0,0 0 0,0 0 0,0 0 0,0-1 0,1 1 0,-1-1 0,1 0 0,-1 0 0,1 0 0,4 0 0,17 2 0,-1-1 0,1-1 0,-1-2 0,25-2 0,-45 2 0,-1 1 0,0-1 0,0 1 0,1-1 0,-1 0 0,0 0 0,0-1 0,0 1 0,0-1 0,0 1 0,-1-1 0,1 0 0,0 0 0,-1 0 0,1 0 0,-1-1 0,0 1 0,1 0 0,-1-1 0,-1 0 0,1 0 0,0 1 0,-1-1 0,1 0 0,-1 0 0,2-7 0,0-4 0,0 0 0,-2 0 0,1 0 0,-2 0 0,-1-15 0,2-13 0,-1 40 0,0 0 0,0 0 0,0 0 0,0 0 0,0 0 0,1 0 0,-1 0 0,1 0 0,0 0 0,-1 0 0,1 0 0,0 0 0,0 1 0,0-1 0,0 0 0,1 0 0,-1 1 0,0-1 0,1 1 0,-1 0 0,1-1 0,-1 1 0,1 0 0,0 0 0,-1 0 0,1 0 0,0 0 0,0 0 0,0 0 0,0 1 0,0-1 0,0 1 0,0-1 0,0 1 0,0 0 0,2 0 0,8 0 0,-1 1 0,0 1 0,0 0 0,0 0 0,15 6 0,-7-3 0,-4 0 0,0 1 0,-1 0 0,1 1 0,-1 1 0,0 0 0,-1 1 0,0 0 0,-1 1 0,0 0 0,0 1 0,19 23 0,3 36 0,-27-58 0,-1 0 0,-1 0 0,6 19 0,-8-23 0,0-65 0,-4 22 0,-1 16 0,1 1 0,1-1 0,1 1 0,5-25 0,-6 39 0,1 0 0,0 0 0,0 0 0,1 0 0,-1 1 0,1-1 0,0 0 0,0 1 0,0-1 0,1 1 0,-1-1 0,1 1 0,0 0 0,0 0 0,0 1 0,0-1 0,0 0 0,0 1 0,1 0 0,-1 0 0,1 0 0,0 0 0,0 1 0,6-3 0,0 2 0,-1 0 0,0 1 0,1 0 0,-1 0 0,0 1 0,1 0 0,-1 1 0,14 2 0,-19-2 0,1 0 0,-1 0 0,0 1 0,1-1 0,-1 1 0,0 0 0,0 0 0,0 0 0,0 1 0,0 0 0,-1-1 0,1 1 0,-1 0 0,0 1 0,0-1 0,0 0 0,0 1 0,0 0 0,1 4 0,52 110 0,-50-104 0,0-2 0,2 1 0,-1-1 0,12 15 0,-19-27-2,0 0 0,0 1 0,1-1 0,-1 0 0,0 1 0,0-1 0,1 1 0,-1-1 0,0 0 0,1 0 0,-1 1 0,0-1 0,1 0 0,-1 0 0,0 1 0,1-1 0,-1 0 0,0 0 0,1 0 0,-1 0 0,1 1 0,-1-1 0,1 0 0,-1 0 0,0 0 0,1 0 0,-1 0 0,1 0 0,-1 0 0,0 0 0,1 0 0,-1 0 0,1-1 0,-1 1 0,1 0 0,-1 0 0,0 0 0,1 0 0,-1-1 0,0 1 0,1 0 0,7-21 200,-4-30-1493,-4 50 1111,0-21-6642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2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24575,'0'15'0,"0"38"0,1 0 0,13 76 0,-5-79 0,-5-22 0,2-1 0,0 0 0,12 31 0,-12-41 32,-1 0-1,-1 0 0,3 32 1,4 18-1523,-7-50-5335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2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0 168 24575,'58'0'0,"108"-3"0,-143 1 0,-1-2 0,1 0 0,-1-1 0,0-1 0,27-11 0,-47 16 0,0 0 0,1-1 0,-1 1 0,0 0 0,0-1 0,0 1 0,0-1 0,0 0 0,0 1 0,0-1 0,0 0 0,-1 0 0,1 0 0,-1-1 0,1 1 0,-1 0 0,0 0 0,0-1 0,0 1 0,0-1 0,-1 1 0,1-1 0,-1 1 0,1-1 0,-1 0 0,0 1 0,0-1 0,0 1 0,0-1 0,0 1 0,-1-1 0,1 0 0,-1 1 0,0-1 0,0 1 0,0 0 0,0-1 0,0 1 0,0 0 0,0-1 0,-1 1 0,1 0 0,-3-2 0,3 2 0,-1-1 0,0 1 0,1 0 0,-1 0 0,0 0 0,0 1 0,0-1 0,0 0 0,0 1 0,-1-1 0,1 1 0,0 0 0,-1 0 0,1 0 0,-1 0 0,1 0 0,-1 0 0,1 1 0,-1-1 0,0 1 0,1 0 0,-1-1 0,0 1 0,1 1 0,-1-1 0,0 0 0,1 1 0,-1-1 0,1 1 0,-1 0 0,0 0 0,1 0 0,0 0 0,-1 0 0,1 0 0,0 1 0,-1-1 0,1 1 0,0 0 0,0-1 0,0 1 0,-3 4 0,1 1 0,-1 1 0,1-1 0,0 1 0,0 0 0,1 0 0,0 0 0,0 0 0,1 1 0,0-1 0,1 1 0,0-1 0,0 1 0,1 9 0,0-3 0,0 0 0,2 0 0,0 0 0,0 0 0,1 0 0,10 25 0,-11-35 0,1-1 0,-1 1 0,1-1 0,1 0 0,-1 0 0,0 0 0,1 0 0,0-1 0,0 1 0,0-1 0,0 0 0,1-1 0,-1 1 0,1-1 0,-1 1 0,1-1 0,0-1 0,0 1 0,0-1 0,9 2 0,-10-2 0,0 0 0,1-1 0,-1 0 0,0 1 0,0-2 0,1 1 0,-1 0 0,0-1 0,0 1 0,0-1 0,0-1 0,0 1 0,0 0 0,0-1 0,0 0 0,0 0 0,-1 0 0,1 0 0,-1-1 0,1 1 0,-1-1 0,0 0 0,0 0 0,0 0 0,4-6 0,0-4 0,-1 0 0,0 0 0,-1-1 0,0 0 0,4-22 0,-9 39 0,0-1 0,0 0 0,0 0 0,1 0 0,-1 0 0,0 0 0,1 0 0,0 0 0,-1 0 0,1 0 0,0 0 0,0 0 0,0-1 0,0 1 0,0 0 0,0 0 0,1-1 0,1 3 0,-2-3 0,0-1 0,0 1 0,0 0 0,0-1 0,0 1 0,0 0 0,0-1 0,1 1 0,-1-1 0,0 0 0,0 1 0,0-1 0,1 0 0,-1 0 0,0 0 0,0 0 0,1 0 0,-1 0 0,0 0 0,0 0 0,1 0 0,-1 0 0,0-1 0,0 1 0,0-1 0,0 1 0,1-1 0,-1 1 0,0-1 0,0 0 0,0 1 0,0-1 0,0 0 0,0 0 0,0 0 0,-1 1 0,1-1 0,0 0 0,0 0 0,0-2 0,21-22 0,-10 10 0,1 0 0,0 1 0,1 0 0,24-16 0,-25 21 0,0 1 0,0 0 0,29-11 0,-36 16 0,1 2 0,-1-1 0,0 1 0,1 0 0,0 0 0,-1 1 0,1-1 0,-1 2 0,1-1 0,0 1 0,12 3 0,-12-3 0,0 1 0,0 0 0,0 1 0,0 0 0,-1 0 0,1 0 0,-1 1 0,0 0 0,0 0 0,0 0 0,-1 1 0,1 0 0,-1 0 0,0 0 0,-1 1 0,1 0 0,-1 0 0,0 0 0,-1 0 0,1 0 0,2 10 0,8 14 0,-3-3 0,30 49 0,-41-75 0,1 0 0,-1 0 0,1 0 0,0 0 0,-1 0 0,1 0 0,0 0 0,0 0 0,-1 0 0,1 0 0,0 0 0,0-1 0,0 1 0,0 0 0,0-1 0,0 1 0,0-1 0,0 1 0,0-1 0,1 1 0,-1-1 0,0 0 0,1 1 0,-1-2 0,0 1 0,0-1 0,0 1 0,-1-1 0,1 0 0,0 1 0,0-1 0,-1 0 0,1 1 0,-1-1 0,1 0 0,0 0 0,-1 0 0,1 1 0,-1-1 0,0 0 0,1 0 0,-1 0 0,0 0 0,1-2 0,1-8 0,0 1 0,0-1 0,-1-17 0,-2-51-1365,1 56-5461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3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24575,'2'22'0,"1"0"0,1 0 0,1-1 0,1 0 0,1 0 0,11 24 0,-3-4 0,8 14 0,-16-42 0,-1 0 0,0 1 0,-1-1 0,-1 1 0,0 0 0,-1 0 0,2 21 0,-5-33 5,0 0 0,0 0 0,0 0 0,-1 0 0,1-1 0,0 1 0,-1 0 0,1 0 0,-1-1 0,0 1 0,0 0 0,0-1 0,0 1 0,0 0 0,0-1 0,0 1 0,0-1 0,0 0 0,-1 1 0,1-1 0,0 0 0,-1 0 0,-2 2 0,-1-1-191,1 0 1,-1 0-1,1-1 0,-1 0 1,0 0-1,0 0 1,-9 1-1,-7-1-6640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3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1 127 24575,'1'0'0,"1"-1"0,-1 0 0,1 1 0,0-1 0,-1 0 0,0 0 0,1 0 0,-1 0 0,0-1 0,1 1 0,-1 0 0,0 0 0,0-1 0,1-2 0,14-12 0,12 1 0,0 2 0,1 0 0,0 2 0,1 1 0,0 2 0,1 1 0,0 1 0,0 2 0,0 1 0,0 1 0,52 4 0,-73 0-170,1 0-1,0 0 0,-1 2 1,0-1-1,0 1 0,0 1 1,10 5-1,-6-2-6655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3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24575,'4'0'0,"6"0"0,5 0 0,5 0 0,2 0 0,3 0 0,0 0 0,1 0 0,0 0 0,0 0 0,0 0 0,-1 0 0,0 0 0,0 0 0,0 0 0,-4 0-8191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3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24575,'1'10'0,"0"1"0,1-1 0,0 0 0,1 0 0,0 0 0,1-1 0,0 1 0,7 13 0,11 25 0,-16-29 0,9 20 0,10 51 0,-20-78 0,-1 0 0,2 0 0,0-1 0,0 1 0,1-1 0,0 0 0,1-1 0,0 0 0,0 0 0,1-1 0,1 0 0,0-1 0,13 10 0,-18-15-151,0 0-1,0-1 0,1 1 0,-1-1 1,1 0-1,0-1 0,-1 0 1,11 2-1,4-1-6674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4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29 24575,'-28'-9'0,"3"-1"0,-11 5 0,-1 2 0,0 1 0,0 2 0,-38 5 0,71-5 0,0 1 0,0 0 0,0 0 0,-1 1 0,1-1 0,0 1 0,1 0 0,-1 0 0,0 0 0,0 0 0,1 1 0,0-1 0,-1 1 0,1 0 0,0 0 0,0 0 0,1 1 0,-1-1 0,1 1 0,-1-1 0,1 1 0,0 0 0,-2 6 0,0 2 0,0 0 0,1-1 0,0 1 0,1 1 0,0-1 0,0 24 0,2-18 0,-1-8 0,1-1 0,0 1 0,1-1 0,0 1 0,3 10 0,-4-18 0,1 1 0,0-1 0,0 0 0,0 0 0,0 1 0,1-1 0,-1 0 0,0 0 0,1 0 0,0-1 0,-1 1 0,1 0 0,0-1 0,0 1 0,0-1 0,0 1 0,0-1 0,0 0 0,0 0 0,0 0 0,1 0 0,-1 0 0,0 0 0,1-1 0,2 1 0,-1 0 0,1 0 0,0-1 0,-1 1 0,1-1 0,0 0 0,-1-1 0,1 1 0,-1-1 0,1 0 0,0 0 0,-1 0 0,0-1 0,1 1 0,-1-1 0,0 0 0,0 0 0,0-1 0,0 1 0,5-5 0,-4 2 0,0-1 0,0 1 0,0-1 0,-1 0 0,0-1 0,0 1 0,0-1 0,-1 0 0,0 0 0,-1 0 0,4-11 0,-3 7 0,-1 1 0,0 0 0,1 0 0,0 0 0,1 0 0,0 0 0,0 1 0,1 0 0,0 0 0,12-14 0,-17 22 0,1 1 0,0-1 0,0 0 0,-1 1 0,1-1 0,0 0 0,0 1 0,0 0 0,0-1 0,0 1 0,0-1 0,0 1 0,0 0 0,0 0 0,0-1 0,0 1 0,0 0 0,0 0 0,0 0 0,0 0 0,0 0 0,0 0 0,1 1 0,-1-1 0,0 0 0,1 1 0,1 1 0,-1-1 0,0 1 0,0-1 0,0 1 0,0 0 0,0 0 0,0 0 0,-1 0 0,1 0 0,2 4 0,0 2 0,1 0 0,-2 1 0,1-1 0,-1 1 0,3 13 0,-1-1 0,1 1 0,1-1 0,1 0 0,14 27 0,-12-27 0,-4-7 0,-1 1 0,6 26 0,-8-27 0,1 1 0,0-1 0,8 17 0,11 25 0,-19-43 0,1 0 0,0-1 0,1 1 0,14 21 0,-12-21 0,0 1 0,-1 1 0,0-1 0,-1 1 0,5 24 0,12 26 0,-8-16 0,-13-45-1365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5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5 105 24575,'-2'64'0,"0"-39"0,1 0 0,2 1 0,0-1 0,6 31 0,6-27 0,-12-28 0,-1-1 0,0 0 0,0 1 0,1-1 0,-1 0 0,1 1 0,-1-1 0,0 0 0,1 1 0,-1-1 0,0 0 0,1 0 0,-1 1 0,1-1 0,-1 0 0,1 0 0,-1 0 0,1 0 0,-1 0 0,1 1 0,-1-1 0,1 0 0,0 0 0,0-1 0,-1 1 0,1-1 0,0 1 0,0-1 0,-1 1 0,1-1 0,0 1 0,-1-1 0,1 0 0,-1 1 0,1-1 0,0 0 0,-1 0 0,0 1 0,1-1 0,-1 0 0,1 0 0,-1-1 0,51-125 0,-48 113 0,0 1 0,-1-1 0,1-25 0,-1 37 0,4 9 0,7 17 0,-11-20 0,13 27 0,-8-14 0,1-1 0,1 0 0,0-1 0,19 23 0,-24-35 0,0 0 0,0 0 0,1 0 0,-1-1 0,1 1 0,0-1 0,0 0 0,-1 0 0,2-1 0,-1 1 0,0-1 0,0 0 0,0-1 0,11 1 0,7-1 0,44-5 0,-59 3 0,0 0 0,0 0 0,0-1 0,0 0 0,-1 0 0,0-1 0,0 0 0,0-1 0,0 1 0,0-1 0,-1-1 0,0 1 0,0-1 0,0 0 0,-1 0 0,0-1 0,0 0 0,-1 1 0,0-2 0,0 1 0,0 0 0,-1-1 0,0 0 0,-1 0 0,0 1 0,0-1 0,-1-1 0,1-10 0,0 1 0,-1 5 0,-1 0 0,0 1 0,0-1 0,-4-18 0,4 28 0,-1 1 0,1-1 0,-1 1 0,0-1 0,0 1 0,0-1 0,0 1 0,-1 0 0,1-1 0,0 1 0,-1 0 0,0 0 0,1 0 0,-1 0 0,0 0 0,0 1 0,0-1 0,0 0 0,-1 1 0,1 0 0,0-1 0,-1 1 0,1 0 0,-1 0 0,1 0 0,-6 0 0,2-1 0,-1 1 0,0 1 0,0-1 0,0 1 0,1 0 0,-1 1 0,0-1 0,0 1 0,0 1 0,1-1 0,-1 1 0,1 1 0,-1-1 0,1 1 0,0 0 0,-6 4 0,7-3 0,0 0 0,1 0 0,-1 0 0,1 0 0,0 1 0,1 0 0,-1 0 0,1 0 0,0 0 0,0 0 0,0 1 0,1-1 0,0 1 0,0 0 0,0 0 0,1 0 0,0-1 0,-1 11 0,1-5 0,0 0 0,1 0 0,0 0 0,1 0 0,0 0 0,3 11 0,-2-17 0,-1 0 0,1 0 0,0 0 0,0 0 0,1-1 0,0 1 0,0-1 0,0 1 0,0-1 0,0 0 0,1 0 0,0-1 0,0 1 0,6 4 0,0-2 0,-1-1 0,1 0 0,0 0 0,0 0 0,0-2 0,1 1 0,-1-1 0,1-1 0,17 3 0,-3-4 0,0 0 0,0-1 0,29-5 0,-51 5 0,1-1 0,0 0 0,-1 0 0,1 0 0,-1 0 0,0 0 0,1-1 0,-1 1 0,0-1 0,0 0 0,0 0 0,0-1 0,0 1 0,0 0 0,-1-1 0,5-5 0,0-1 0,-1-1 0,0 0 0,8-20 0,-1 2 0,-13 28 0,0-1 0,0 1 0,1-1 0,-1 1 0,0-1 0,0 1 0,1 0 0,-1-1 0,0 1 0,1-1 0,-1 1 0,0 0 0,1-1 0,-1 1 0,1 0 0,-1-1 0,0 1 0,1 0 0,-1-1 0,1 1 0,-1 0 0,1 0 0,-1 0 0,1 0 0,-1 0 0,1-1 0,-1 1 0,1 0 0,0 0 0,12 11 0,6 28 0,-18-36 0,9 36 0,-9-33 0,0 0 0,1 0 0,-1 0 0,1 0 0,0 0 0,0-1 0,1 1 0,-1-1 0,7 9 0,-8-13 0,-1-1 0,0 0 0,0 0 0,0 0 0,0 0 0,0 0 0,0 0 0,0 1 0,1-1 0,-1 0 0,0 0 0,0 0 0,0 0 0,0 0 0,1 0 0,-1 0 0,0 0 0,0 0 0,0 0 0,0 0 0,1 0 0,-1 0 0,0 0 0,0 0 0,0 0 0,0 0 0,1 0 0,-1 0 0,0 0 0,0 0 0,0 0 0,0 0 0,0 0 0,1 0 0,-1 0 0,0 0 0,0-1 0,0 1 0,0 0 0,0 0 0,1 0 0,-1 0 0,0 0 0,0 0 0,0-1 0,0 1 0,0 0 0,0 0 0,0 0 0,4-14 0,-4-13 0,-22-42 0,18 60 0,0 0 0,0 0 0,1-1 0,1 1 0,-1-1 0,2 1 0,-1-1 0,1 0 0,1 0 0,0 0 0,0 0 0,3-14 0,-2 19 0,0 0 0,1-1 0,0 1 0,0 0 0,1 0 0,-1 0 0,1 0 0,0 1 0,1-1 0,-1 1 0,1 0 0,5-5 0,-7 7 0,1 0 0,-1 0 0,1 1 0,0-1 0,-1 1 0,1 0 0,0-1 0,0 1 0,0 1 0,0-1 0,0 0 0,0 1 0,0-1 0,0 1 0,0 0 0,1 0 0,-1 1 0,0-1 0,0 0 0,0 1 0,0 0 0,0 0 0,5 2 0,-5-1 0,1 0 0,-1 0 0,0 0 0,0 1 0,0-1 0,0 1 0,0 0 0,0 0 0,-1 0 0,0 0 0,1 1 0,-1-1 0,2 5 0,22 54 0,-19-44 0,-1-1 0,-3-7 0,1 0 0,0-1 0,0 1 0,1-1 0,0 0 0,0-1 0,13 15 0,-18-23 0,0 1 0,0-1 0,1 1 0,-1-1 0,1 0 0,-1 1 0,0-1 0,1 0 0,-1 1 0,1-1 0,-1 0 0,1 0 0,-1 0 0,0 1 0,1-1 0,-1 0 0,1 0 0,-1 0 0,1 0 0,-1 0 0,1 0 0,-1 0 0,1 0 0,0 0 0,-1 0 0,1 0 0,-1 0 0,1 0 0,-1 0 0,0 0 0,1-1 0,-1 1 0,1 0 0,-1 0 0,1-1 0,-1 1 0,1-1 0,8-21 0,-4-31 0,-5 52 0,0 1 0,4-43 0,4 23 0,-8 20 0,1-1 0,-1 1 0,0 0 0,1 0 0,-1-1 0,0 1 0,1 0 0,-1 0 0,1 0 0,-1 0 0,1-1 0,-1 1 0,0 0 0,1 0 0,-1 0 0,1 0 0,-1 0 0,1 0 0,-1 0 0,1 0 0,-1 0 0,1 0 0,-1 1 0,0-1 0,1 0 0,-1 0 0,1 0 0,-1 0 0,0 1 0,1-1 0,-1 0 0,1 0 0,-1 1 0,0-1 0,1 0 0,-1 1 0,4 4 0,0 0 0,-1-1 0,0 1 0,0 1 0,-1-1 0,1 0 0,-1 1 0,0-1 0,1 11 0,10 18 0,47 116 0,-20-45 0,-3-9 0,-29-73 0,0 0 0,5 28 0,9 25 0,-14-56 0,-1-1 0,-1 2 0,0-1 0,-2 1 0,0 0 0,-1 0 0,-2 0 0,0 22 0,-1-40 0,0-1 0,-1 1 0,0-1 0,1 1 0,-1-1 0,0 0 0,0 1 0,0-1 0,-1 0 0,1 0 0,0 0 0,-1 1 0,1-2 0,-1 1 0,0 0 0,-3 3 0,0-2 0,0 1 0,0-2 0,0 1 0,0 0 0,-1-1 0,1 0 0,-7 2 0,-8 0 0,1-1 0,-1 0 0,-26-1 0,32-1 0,-147-3 0,155 1 0,0 0 0,1-1 0,-1 1 0,0-1 0,0-1 0,1 1 0,0-1 0,-1 0 0,1 0 0,0 0 0,0-1 0,1 0 0,-1 0 0,1 0 0,0 0 0,0-1 0,0 0 0,0 0 0,1 0 0,0 0 0,0 0 0,0-1 0,-2-7 0,3 7 0,-1-1 0,1 1 0,1 0 0,-1-1 0,1 0 0,0 1 0,1-1 0,-1 0 0,2 1 0,-1-1 0,0 0 0,1 1 0,1-1 0,-1 0 0,1 1 0,0 0 0,0-1 0,1 1 0,0 0 0,5-9 0,-1 7 0,0 1 0,1 0 0,-1 0 0,1 1 0,0 0 0,1 1 0,-1-1 0,1 2 0,0-1 0,18-5 0,-10 3 0,33-19 0,-38 19 0,1 1 0,1 0 0,-1 1 0,1 0 0,0 1 0,16-2 0,-10 2 0,-1-2 0,26-9 0,9-5-1365,-40 13-5461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7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190 201 24575,'-28'10'0,"3"0"0,23-10 0,-1 1 0,1-1 0,-1 1 0,1-1 0,-1 0 0,0 0 0,1 0 0,-1-1 0,1 1 0,-1-1 0,1 1 0,-1-1 0,1 0 0,-1 0 0,1 0 0,0 0 0,-1 0 0,1 0 0,0-1 0,0 1 0,0-1 0,0 0 0,0 1 0,-2-3 0,3 1 0,-1 0 0,0 0 0,1-1 0,-1 1 0,1 0 0,0 0 0,0-1 0,0 1 0,1 0 0,-1-1 0,1 1 0,0-1 0,0 1 0,0-1 0,0 1 0,1-1 0,1-6 0,-1 5 0,1 0 0,-1 0 0,1 0 0,1 0 0,-1 0 0,1 0 0,-1 1 0,1-1 0,1 1 0,-1 0 0,1 0 0,6-6 0,-3 4 0,1 0 0,1 1 0,-1-1 0,1 2 0,-1-1 0,15-4 0,-2 2 0,0 2 0,1 0 0,-1 1 0,1 1 0,33 0 0,-47 2 0,1 1 0,-1 1 0,1 0 0,-1 0 0,1 0 0,-1 1 0,0 1 0,0-1 0,16 8 0,-19-7 0,0 1 0,0 0 0,0-1 0,-1 2 0,1-1 0,-1 0 0,0 1 0,0 0 0,0 0 0,-1 0 0,0 0 0,0 1 0,0-1 0,3 11 0,-2-4 0,0 1 0,-1-1 0,-1 1 0,0 0 0,0 0 0,-1 1 0,-2 20 0,1-27 0,-1 0 0,0 0 0,0 0 0,-1 0 0,1-1 0,-2 1 0,1 0 0,-1-1 0,0 0 0,0 1 0,0-1 0,-1 0 0,0 0 0,0-1 0,-9 9 0,0-3 0,0 0 0,0-1 0,-1 0 0,0-2 0,0 1 0,-27 9 0,12-6 0,18-7 0,-1 0 0,0-1 0,1 0 0,-1-1 0,-13 2 0,-48 7 0,49-7 0,1-1 0,-30 1 0,-11-5 0,128-20 0,-1 7 0,-40 7 0,0 1 0,44-2 0,-14 5 0,193 5 0,-120 22 0,-113-22 22,1 0 0,-1 2 0,0 0 0,0 0 0,17 10 0,-16-7-396,0-1-1,0-1 1,26 7 0,-23-9-6452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7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670 0 24575,'1'1'0,"0"-1"0,0 1 0,1 0 0,-1-1 0,0 1 0,0 0 0,0 0 0,0-1 0,0 1 0,0 0 0,0 0 0,0 0 0,-1 0 0,1 0 0,0 1 0,0-1 0,-1 0 0,1 0 0,-1 0 0,1 1 0,-1-1 0,0 0 0,1 1 0,-1-1 0,0 0 0,0 1 0,0 1 0,3 38 0,-3-35 0,-1 1 0,0-1 0,0 0 0,-1 0 0,0 0 0,0 0 0,-1 0 0,1-1 0,-1 1 0,0-1 0,-1 1 0,1-1 0,-1 0 0,0-1 0,0 1 0,-1 0 0,1-1 0,-1 0 0,0 0 0,-9 4 0,-11 7 0,-1-1 0,-1-2 0,-34 12 0,4-1 0,1 8 0,41-22 0,-1 0 0,-26 10 0,-86 40 0,-18 2-1365,125-55-5461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49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24575,'0'474'0,"-1"-453"0,-2 1 0,0-1 0,-1 0 0,-14 40 0,2-29-1365,6-20-5461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0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36 24575,'0'-1'0,"0"-1"0,1 1 0,-1-1 0,0 1 0,0-1 0,1 1 0,-1 0 0,1-1 0,-1 1 0,1-1 0,0 1 0,-1 0 0,1-1 0,0 1 0,0 0 0,0 0 0,0 0 0,0 0 0,0 0 0,0 0 0,0 0 0,1 0 0,-1 0 0,0 0 0,1 1 0,-1-1 0,0 0 0,1 1 0,-1-1 0,1 1 0,-1 0 0,1-1 0,-1 1 0,1 0 0,-1 0 0,2 0 0,1 0 0,0 0 0,0 0 0,0 0 0,0 1 0,0 0 0,0-1 0,0 1 0,0 1 0,0-1 0,-1 1 0,1-1 0,4 4 0,20 17 0,27 28 0,-52-47 0,0 0 0,-1 0 0,1 0 0,-1 0 0,0 0 0,0 1 0,0-1 0,0 1 0,-1-1 0,1 1 0,-1 0 0,0 0 0,0 0 0,0-1 0,-1 1 0,0 0 0,1 0 0,-1 0 0,0 0 0,-1 0 0,1 0 0,-1 0 0,0 0 0,0 0 0,0-1 0,0 1 0,-1 0 0,-3 6 0,1-3 0,0 0 0,0 0 0,-1-1 0,0 0 0,0 1 0,-1-2 0,0 1 0,0-1 0,0 0 0,0 0 0,-1-1 0,0 1 0,-8 3 0,-7 2 0,0-1 0,0-1 0,-1-1 0,0-1 0,0-1 0,0-1 0,-1-1 0,-23 0 0,12-4 0,27 1 0,24-1 0,26 1 0,73 1 0,-101 0 0,0 1 0,0 1 0,0 0 0,-1 1 0,1 0 0,14 7 0,169 66 0,-139-54 0,-35-14 0,41 21 0,8 23-432,-59-44-501,-1 1-5893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0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1 24575,'-16'0'0,"-1"0"0,0 0 0,-1 1 0,-20 4 0,35-4 0,-1-1 0,1 1 0,-1 0 0,1 0 0,0 0 0,0 1 0,-1-1 0,1 1 0,0 0 0,0 0 0,1 0 0,-1 0 0,0 0 0,1 0 0,-1 1 0,1 0 0,0-1 0,-1 1 0,1 0 0,1 0 0,-1 0 0,-1 4 0,-6 26 0,1 0 0,3 1 0,0 0 0,2 0 0,2 0 0,2 41 0,0-32 0,-1-37 0,0 1 0,0-1 0,1 0 0,0 0 0,1 0 0,-1 0 0,1 0 0,0 0 0,0 0 0,1 0 0,0-1 0,4 8 0,-4-10 0,0 0 0,0 1 0,0-1 0,0 0 0,0-1 0,1 1 0,0-1 0,-1 1 0,1-1 0,0 0 0,0 0 0,0-1 0,0 1 0,1-1 0,-1 0 0,0 0 0,1 0 0,4 0 0,74 3 0,-73-5 0,-1 1 0,1-1 0,-1-1 0,0 1 0,0-2 0,17-5 0,-18 2 0,1-1 0,-1 0 0,0 0 0,0-1 0,0 0 0,-1 0 0,-1-1 0,9-13 0,-9 13 0,1-1 0,-1 0 0,-1 0 0,0-1 0,0 0 0,-1 0 0,0 0 0,-1 0 0,-1 0 0,1-1 0,-2 1 0,0-1 0,0 0 0,-1-14 0,-1 22-151,0 1-1,0 0 0,0-1 0,-1 1 1,1 0-1,-1-1 0,1 1 1,-4-3-1,-5-6-6674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1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24575,'0'3'0,"1"0"0,-1 0 0,1-1 0,-1 1 0,1 0 0,0-1 0,0 1 0,0-1 0,1 1 0,-1-1 0,0 1 0,1-1 0,0 0 0,3 4 0,34 28 0,-17-16 0,-9-8 0,0 0 0,1-1 0,0 0 0,0-1 0,1-1 0,0-1 0,1 0 0,-1 0 0,26 4 0,40 10-86,-41-9 187,49 7-1,-77-16-265,1-1 1,-1 0 0,1-1-1,-1-1 1,1 0-1,-1 0 1,1-2-1,15-4 1,-12 2-6662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1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24575,'29'-2'0,"55"-9"0,-54 5 0,52-1 0,342 8-1365,-403-1-5461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1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24575,'5'0'0,"1"0"0,0 1 0,0 0 0,0 0 0,-1 0 0,1 0 0,-1 1 0,1 0 0,-1 0 0,1 0 0,-1 1 0,0 0 0,0 0 0,6 5 0,-4-1 0,-1-1 0,1 1 0,-1 1 0,-1-1 0,1 1 0,-1 0 0,-1 0 0,5 11 0,-3-10 0,-1 1 0,2-1 0,-1-1 0,15 15 0,9 13 0,-9-4 0,-9-12 0,26 31 0,-35-47 0,0-1 0,1 1 0,-1-1 0,1 0 0,-1 0 0,1 0 0,0-1 0,0 1 0,0-1 0,1 0 0,-1 0 0,0 0 0,1-1 0,6 2 0,-8-2 0,0-1 0,-1 0 0,1 0 0,0 0 0,0 0 0,0-1 0,-1 1 0,1-1 0,0 0 0,-1 1 0,1-1 0,0 0 0,-1-1 0,1 1 0,-1 0 0,0-1 0,4-2 0,-3 1 0,1-1 0,-1 1 0,0-1 0,0 0 0,-1 0 0,1 0 0,-1 0 0,0 0 0,3-8 0,-1-1 0,0-1 0,-1-1 0,-1 1 0,0 0 0,0-27 0,-3 17 0,2 0 0,0 0 0,9-40 0,-5 32-31,-5 27-80,0 0 0,1-1-1,-1 1 1,1 0 0,1 0 0,-1 0 0,1 0 0,-1 1-1,2-1 1,-1 0 0,5-7 0,4 2-6715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2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54 24575,'1'80'0,"-3"89"0,-12-92 0,4-29 0,10-46 0,0-1 0,0 1 0,-1-1 0,1 1 0,0-1 0,-1 0 0,1 1 0,-1-1 0,1 0 0,-1 1 0,0-1 0,1 0 0,-1 0 0,0 1 0,0-1 0,0 0 0,0 0 0,-1 1 0,-5-6 0,3-15 0,3 4 0,1 0 0,0 1 0,1-1 0,0 0 0,2 0 0,5-21 0,0 9 0,1 1 0,21-41 0,-22 52 0,1 2 0,0-1 0,1 1 0,16-15 0,-24 26 0,0 0 0,0 0 0,0 0 0,0 0 0,0 0 0,1 1 0,-1-1 0,1 1 0,-1-1 0,1 1 0,-1 0 0,1 0 0,0 0 0,-1 1 0,1-1 0,0 1 0,0-1 0,-1 1 0,1 0 0,0 0 0,0 0 0,0 0 0,-1 1 0,1-1 0,0 1 0,0-1 0,-1 1 0,1 0 0,0 0 0,-1 1 0,1-1 0,-1 0 0,0 1 0,1-1 0,-1 1 0,0 0 0,0 0 0,2 2 0,8 8 0,-1 1 0,0 1 0,-1-1 0,15 30 0,-20-35 0,12 18 0,29 34 0,-28-39 0,-2 1 0,24 40 0,-39-60 0,0-1 0,0 0 0,-1 0 0,1 1 0,0-1 0,-1 0 0,1 1 0,-1-1 0,1 1 0,-1-1 0,0 1 0,1-1 0,-1 1 0,0-1 0,0 1 0,0-1 0,0 1 0,-1-1 0,1 1 0,0-1 0,-1 1 0,1-1 0,0 0 0,-1 1 0,0-1 0,1 0 0,-1 1 0,0-1 0,0 0 0,0 0 0,0 1 0,0-1 0,0 0 0,0 0 0,0 0 0,0 0 0,0 0 0,-1-1 0,1 1 0,0 0 0,-1 0 0,1-1 0,0 1 0,-1-1 0,1 1 0,-1-1 0,1 0 0,-1 0 0,-1 1 0,-12 1 0,0-1 0,1 0 0,-1 0 0,-17-3 0,17 1 0,10 1 0,-7 1 0,1-1 0,0 0 0,-1-1 0,1-1 0,0 1 0,0-2 0,0 0 0,0 0 0,0-1 0,1 0 0,-1-1 0,-10-6 0,14 6 0,0 0 0,0 0 0,0-1 0,1 0 0,0-1 0,-8-9 0,13 14 0,0 1 0,0 0 0,0-1 0,0 1 0,0-1 0,1 1 0,-1-1 0,0 1 0,1-1 0,-1 1 0,1-1 0,0 0 0,0 1 0,-1-1 0,1 0 0,0 1 0,0-1 0,0 0 0,1 1 0,-1-1 0,0 0 0,1 1 0,-1-1 0,1 1 0,-1-1 0,1 1 0,0-1 0,0 1 0,0-1 0,0 1 0,0-1 0,0 1 0,0 0 0,0 0 0,0 0 0,0 0 0,1-1 0,-1 2 0,0-1 0,3-1 0,9-7 0,1 1 0,0 0 0,1 1 0,-1 1 0,1 0 0,26-5 0,-19 3 0,-1 0 0,0-1 0,0-1 0,-1 0 0,0-2 0,20-16 0,-27 18 0,-1-1 0,0 0 0,-1-1 0,0 0 0,17-27 0,23-25 0,-51 64 0,1-1 0,-1 0 0,1 1 0,0-1 0,-1 0 0,1 1 0,0-1 0,-1 1 0,1-1 0,0 1 0,0-1 0,-1 1 0,1 0 0,0-1 0,0 1 0,0 0 0,0 0 0,-1 0 0,1 0 0,0-1 0,0 1 0,0 0 0,0 0 0,0 1 0,0-1 0,0 0 0,1 0 0,-1 1 0,1 0 0,-1 1 0,1-1 0,-1 0 0,1 0 0,-1 0 0,0 1 0,0-1 0,0 1 0,0-1 0,0 1 0,2 2 0,1 8 0,1-1 0,-1 1 0,2 13 0,-5-22 0,4 27 0,-2 0 0,0 1 0,-2-1 0,-4 34 0,2-4 0,1-55 0,0-1 0,-1 1 0,1 0 0,-1-1 0,0 1 0,0-1 0,-1 1 0,0-1 0,1 1 0,-5 6 0,5-10 0,0 1 0,0-1 0,0 0 0,-1 1 0,1-1 0,0 0 0,0 0 0,-1 0 0,1 0 0,-1 0 0,1 0 0,-1 0 0,0 0 0,1-1 0,-1 1 0,0 0 0,1-1 0,-1 0 0,0 1 0,0-1 0,1 0 0,-1 0 0,0 0 0,0 0 0,0 0 0,1 0 0,-1-1 0,0 1 0,0-1 0,1 1 0,-3-2 0,2 1 0,-1 0 0,1-1 0,0 1 0,0-1 0,-1 0 0,1 1 0,0-1 0,1 0 0,-1 0 0,0-1 0,1 1 0,-1 0 0,1-1 0,0 1 0,-1 0 0,1-1 0,0 1 0,1-1 0,-1 0 0,0 1 0,1-1 0,-1 0 0,1-2 0,-2-12 0,1 1 0,2-28 0,0 29 0,-1 6 0,0 0 0,1 0 0,0 0 0,1 1 0,-1-1 0,2 1 0,-1-1 0,1 1 0,1 0 0,-1 0 0,1 0 0,1 0 0,-1 1 0,1-1 0,1 1 0,-1 0 0,1 1 0,0 0 0,1 0 0,0 0 0,0 0 0,0 1 0,0 0 0,1 1 0,0 0 0,0 0 0,0 1 0,0 0 0,9-3 0,56-12 0,-41 8 0,65-9 0,-93 19 12,0 0 0,0 0 0,1 0 0,-1 0 0,0 1 0,0-1 0,0 1 0,0 0 0,5 2 0,-8-3-63,0 1 0,1 0-1,-1-1 1,0 1 0,1 0 0,-1 0 0,0 0-1,0 0 1,0 0 0,0 0 0,0 0-1,0 0 1,0 0 0,0 1 0,0-1 0,-1 0-1,1 1 1,0-1 0,-1 0 0,1 1 0,-1-1-1,0 1 1,1-1 0,-1 1 0,0-1 0,0 1-1,0-1 1,0 3 0,-2 10-6775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3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24575,'29'0'0,"0"1"0,0 2 0,43 8 0,104 15 0,-156-22-455,0-1 0,29 0 0,-28-3-6371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3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24575,'0'4'0,"0"6"0,4 1 0,6-1 0,1 2 0,3-2 0,3-1 0,3-4 0,3-1 0,1-2 0,-3 2 0,-2 2 0,2-1 0,-4 3 0,-5 4 0,-4 1-8191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4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196 204 24575,'-13'-1'0,"-1"0"0,1-2 0,0 1 0,-1-2 0,1 0 0,1 0 0,-1-1 0,1-1 0,-1 0 0,2-1 0,-14-9 0,23 15 0,0 0 0,0-1 0,0 1 0,0-1 0,0 0 0,0 0 0,0 0 0,1 0 0,-1 0 0,1 0 0,0 0 0,-1 0 0,1-1 0,0 1 0,0 0 0,0-1 0,1 1 0,-1-1 0,1 1 0,-1-1 0,1 1 0,0-1 0,0 0 0,0 1 0,0-1 0,1-2 0,-1 2 0,1 0 0,0 0 0,1 0 0,-1 0 0,1 0 0,-1 0 0,1 0 0,0 1 0,0-1 0,0 1 0,0-1 0,0 1 0,1 0 0,-1 0 0,1 0 0,-1 0 0,1 0 0,0 1 0,0-1 0,3 0 0,10-5 0,1 1 0,1 1 0,-1 1 0,1 0 0,0 1 0,0 1 0,0 1 0,0 0 0,0 1 0,0 1 0,33 7 0,-41-5 0,-1 1 0,0-1 0,15 10 0,9 5 0,-28-16 0,0 0 0,-1 1 0,1 0 0,-1 0 0,0 0 0,0 1 0,0-1 0,-1 1 0,1 0 0,-1 0 0,0 0 0,0 1 0,0-1 0,-1 1 0,0-1 0,1 1 0,-2 0 0,3 8 0,-2-9 0,-1 0 0,0 0 0,-1 1 0,1-1 0,-1 0 0,0 1 0,0-1 0,0 1 0,-1-1 0,1 0 0,-1 1 0,0-1 0,0 0 0,-1 0 0,1 0 0,-1 0 0,0 0 0,0 0 0,0 0 0,-1-1 0,1 1 0,-5 3 0,-210 202 0,168-173 0,49-36 0,0 0 0,0 0 0,0 0 0,-1 0 0,1 0 0,0 1 0,0-1 0,0 0 0,0 0 0,0 0 0,0 0 0,0 0 0,0 0 0,-1 0 0,1 0 0,0 0 0,0 0 0,0 0 0,0 1 0,0-1 0,0 0 0,0 0 0,0 0 0,0 0 0,0 0 0,0 0 0,0 0 0,0 1 0,0-1 0,0 0 0,0 0 0,0 0 0,0 0 0,0 0 0,0 0 0,0 0 0,0 1 0,0-1 0,0 0 0,0 0 0,0 0 0,0 0 0,0 0 0,0 0 0,0 0 0,0 1 0,0-1 0,0 0 0,1 0 0,-1 0 0,0 0 0,0 0 0,0 0 0,0 0 0,0 0 0,0 0 0,0 0 0,12 3 0,13-3 0,42-2 0,-14-1 0,57 6 0,-105-3 0,0 1 0,0 0 0,-1 0 0,1 0 0,0 1 0,-1-1 0,0 1 0,1 0 0,-1 1 0,0-1 0,0 1 0,0-1 0,0 1 0,-1 0 0,1 1 0,-1-1 0,1 1 0,-1-1 0,4 8 0,-5-8 0,-1 0 0,1 1 0,-1-1 0,0 0 0,0 1 0,0 0 0,0-1 0,-1 1 0,1-1 0,-1 1 0,0 0 0,0-1 0,0 1 0,-1 0 0,1-1 0,-1 1 0,0-1 0,0 1 0,0-1 0,0 1 0,-1-1 0,1 0 0,-1 0 0,0 1 0,0-1 0,-3 3 0,-2 0 0,0 0 0,-1 0 0,0-1 0,0 1 0,0-2 0,-1 1 0,1-2 0,-1 1 0,-18 4 0,-11 7 0,6 1-1365,18-9-5461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4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0 24575,'9'28'0,"1"-3"0,-9-21 0,-1 0 0,1 0 0,-1 0 0,0 0 0,0 0 0,0 0 0,-1 0 0,1 0 0,-1 0 0,0 0 0,0 0 0,-1 0 0,1 0 0,-1 0 0,0-1 0,0 1 0,0-1 0,0 1 0,0-1 0,-6 5 0,-2 2 0,-1 0 0,-1-2 0,0 1 0,-20 10 0,17-11 0,0 2 0,-18 14 0,-31 41 98,-12 9-1561,61-62-5363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07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275 1 24575,'-17'0'0,"5"-1"0,0 1 0,0 1 0,0 0 0,-16 4 0,24-4 0,0 0 0,1 0 0,-1 1 0,1 0 0,-1 0 0,1 0 0,-1 0 0,1 0 0,0 1 0,0-1 0,0 1 0,1 0 0,-1 0 0,0 0 0,1 0 0,0 0 0,-3 6 0,-7 11 0,2 0 0,0 1 0,1 1 0,2-1 0,0 2 0,1-1 0,1 1 0,-2 27 0,-8 80 0,5-60 0,1-2 0,1-16 0,-1 63 0,10-80 0,1 0 0,11 59 0,-10-78 0,0-3 0,-1 0 0,1 0 0,1-1 0,7 17 0,-9-26 0,-1 1 0,1-1 0,0 0 0,1 0 0,-1 0 0,1 0 0,-1 0 0,1 0 0,0-1 0,0 0 0,0 1 0,0-1 0,0 0 0,1 0 0,-1-1 0,0 1 0,1-1 0,0 1 0,6 0 0,11 1-1365,-2-1-5461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07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27 24575,'-28'-10'0,"3"0"0,12 8 0,0 0 0,0 0 0,0 1 0,-23 1 0,34 0 0,-1 1 0,0-1 0,1 0 0,-1 1 0,0 0 0,1-1 0,-1 1 0,1 0 0,-1 0 0,1 1 0,-1-1 0,1 0 0,0 1 0,0-1 0,0 1 0,0 0 0,0 0 0,0 0 0,0 0 0,0 0 0,1 0 0,-1 0 0,1 1 0,0-1 0,0 1 0,-1-1 0,2 1 0,-1-1 0,-1 5 0,0 8 0,0 0 0,1 1 0,1-1 0,0 0 0,1 1 0,1-1 0,0 0 0,1 0 0,1 0 0,6 18 0,-7-28 0,0 0 0,0-1 0,0 1 0,1-1 0,-1 0 0,1 0 0,0 0 0,0-1 0,1 1 0,-1-1 0,1 0 0,-1 0 0,1-1 0,9 4 0,2 1 0,-1-2 0,1 0 0,27 5 0,-39-9-44,-1 0 0,1-1 0,0 1 0,0-1 0,0 0 0,0 0 0,-1 0 0,1 0 0,0-1 0,0 1 0,0-1 0,-1 0 0,1-1 0,0 1 0,-1 0 0,1-1 0,-1 0 0,1 0-1,-1 0 1,0 0 0,0-1 0,0 1 0,0-1 0,-1 0 0,1 1 0,-1-1 0,1 0 0,-1-1 0,0 1 0,2-4 0,5-11-6782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08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24575,'-2'0'0,"1"1"0,0-1 0,0 0 0,0 1 0,0 0 0,0-1 0,0 1 0,0 0 0,0-1 0,0 1 0,1 0 0,-1 0 0,0 0 0,0 0 0,1 0 0,-1 0 0,0 0 0,1 0 0,-1 0 0,1 0 0,-1 0 0,1 0 0,0 0 0,0 1 0,-1-1 0,1 0 0,0 2 0,-5 38 0,5-36 0,-3 53 0,6 86 0,22-19 0,-15-73 0,-5-32 0,-1 1 0,2 35 0,-7-1 0,-1-41 0,1-1 0,1 0 0,0 1 0,1-1 0,0 0 0,1 1 0,1-1 0,4 15 0,2-13-1365,1-4-5461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08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76 24575,'0'-4'0,"-1"1"0,1 0 0,0 0 0,-1 0 0,0 0 0,0-1 0,0 1 0,0 0 0,0 0 0,0 1 0,-1-1 0,0 0 0,1 0 0,-1 1 0,0-1 0,0 1 0,-1-1 0,1 1 0,0 0 0,-1 0 0,1 0 0,-1 0 0,0 1 0,0-1 0,1 1 0,-1-1 0,0 1 0,0 0 0,0 0 0,-1 0 0,1 1 0,0-1 0,0 1 0,-4-1 0,3 1 0,0 0 0,0 0 0,0 0 0,1 0 0,-1 1 0,0-1 0,0 1 0,0 0 0,0 0 0,1 0 0,-1 1 0,0-1 0,1 1 0,-1 0 0,1 0 0,0 0 0,0 1 0,0-1 0,0 1 0,0-1 0,0 1 0,1 0 0,-1 0 0,1 1 0,0-1 0,0 0 0,-3 8 0,1 1 0,1 1 0,1 0 0,0 0 0,1 0 0,0 19 0,7 65 0,-5-93 0,0 0 0,0-1 0,0 1 0,0 0 0,1-1 0,0 1 0,-1-1 0,1 0 0,0 0 0,1 1 0,-1-1 0,1-1 0,-1 1 0,1 0 0,0-1 0,0 1 0,0-1 0,0 0 0,0 0 0,1 0 0,-1 0 0,7 2 0,-8-3 0,0-1 0,0 1 0,0 0 0,0-1 0,0 0 0,0 1 0,0-1 0,0 0 0,0 0 0,0 0 0,0-1 0,0 1 0,0 0 0,0-1 0,0 1 0,0-1 0,0 0 0,0 0 0,0 0 0,0 0 0,-1 0 0,1 0 0,0 0 0,-1 0 0,1-1 0,-1 1 0,1 0 0,-1-1 0,1 0 0,-1 1 0,0-1 0,0 0 0,0 0 0,0 1 0,0-1 0,0 0 0,-1 0 0,1 0 0,-1 0 0,1 0 0,-1 0 0,0-3 0,4-22 0,-2-1 0,-1 1 0,-1-1 0,-6-39 0,-4 17-1365,4 28-5461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09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356 569 24575,'-1'-2'0,"1"0"0,0 1 0,-1-1 0,1 0 0,-1 0 0,1 1 0,-1-1 0,0 0 0,0 1 0,0-1 0,0 1 0,0-1 0,0 1 0,0 0 0,0-1 0,-1 1 0,1 0 0,-1 0 0,1 0 0,-1 0 0,1 0 0,-1 0 0,1 0 0,-4-1 0,-48-13 0,37 11 0,-2-1 0,0 1 0,0 0 0,-1 1 0,1 1 0,-1 1 0,-26 2 0,40-1 0,1 0 0,0 1 0,-1 0 0,1 0 0,0 0 0,0 0 0,-1 1 0,1-1 0,0 1 0,0 0 0,1 1 0,-1-1 0,0 1 0,1-1 0,-1 1 0,1 0 0,0 0 0,0 1 0,0-1 0,1 1 0,-1-1 0,1 1 0,0 0 0,0 0 0,0 0 0,0 0 0,1 0 0,-1 0 0,1 1 0,0-1 0,1 0 0,-1 7 0,-2 12 0,2-1 0,0 0 0,2 1 0,0-1 0,9 42 0,-9-59 0,0-1 0,1 0 0,0 0 0,0 0 0,0-1 0,0 1 0,1 0 0,-1-1 0,1 1 0,0-1 0,0 0 0,0 0 0,0 0 0,1 0 0,-1-1 0,1 1 0,0-1 0,0 0 0,-1 0 0,6 1 0,-3-1 0,1 0 0,-1-1 0,0 0 0,1 0 0,0 0 0,-1-1 0,1 0 0,-1 0 0,1-1 0,-1 0 0,1 0 0,11-4 0,4-3 0,0-1 0,0 0 0,-1-2 0,0-1 0,-1-1 0,33-26 0,-31 22 0,-3 3 0,-1-1 0,0-1 0,-1 0 0,19-24 0,-25 25 0,14-17 0,-2-1 0,28-52 0,-41 68 0,-1-1 0,0-1 0,-2 1 0,0-1 0,-1 0 0,-1-1 0,-1 0 0,3-38 0,-5 18 0,-1 25 0,0-1 0,-1 1 0,0-1 0,-2 0 0,1 1 0,-2-1 0,-7-25 0,8 37 0,0 1 0,0-1 0,-1 1 0,1-1 0,-1 1 0,0 0 0,0 0 0,0 0 0,0 0 0,0 1 0,0-1 0,-1 1 0,0 0 0,1 0 0,-1 0 0,0 1 0,0-1 0,0 1 0,0 0 0,0 0 0,-6-1 0,7 2 0,0-1 0,0 1 0,0 0 0,0 0 0,0 1 0,0-1 0,0 0 0,-1 1 0,1 0 0,1 0 0,-1 0 0,0 0 0,0 0 0,0 1 0,0-1 0,1 1 0,-1-1 0,1 1 0,-1 0 0,1 0 0,0 1 0,0-1 0,0 0 0,0 1 0,0-1 0,0 1 0,1-1 0,-3 6 0,0 2 0,1 1 0,0-1 0,1 1 0,0 0 0,1 0 0,-1 14 0,6 73 0,-1-32 0,-3-38 0,-1-7 0,1 0 0,1 0 0,1 0 0,1 0 0,0-1 0,2 1 0,9 27 0,-9-35 0,0 1 0,-1-1 0,-1 1 0,0 1 0,-1-1 0,0 17 0,1-28 0,3-11 0,6-16 0,-10 20 0,1-1 0,-1-1 0,2 1 0,-1 0 0,0 0 0,1 0 0,0 0 0,0 0 0,0 1 0,1 0 0,0 0 0,-1 0 0,1 0 0,1 1 0,-1 0 0,0 0 0,1 0 0,0 1 0,-1 0 0,1 0 0,0 0 0,0 1 0,0 0 0,0 0 0,0 0 0,1 1 0,-1 0 0,11 1 0,-11 0 0,1-1 0,0 1 0,-1 1 0,0-1 0,1 1 0,-1 0 0,0 1 0,0-1 0,0 1 0,0 1 0,-1-1 0,10 7 0,-2 2 0,-1 1 0,0 0 0,14 21 0,-23-29 0,6 4 0,0 1 0,0-2 0,0 1 0,18 11 0,12 11 0,-34-27 0,1 0 0,-1 0 0,1-1 0,0 1 0,0-1 0,0 0 0,0-1 0,13 4 0,-17-5 0,-1-1 0,1 1 0,-1-1 0,1 0 0,0 1 0,0-1 0,-1 0 0,1 0 0,0 0 0,-1 0 0,1 0 0,0-1 0,-1 1 0,1-1 0,0 1 0,-1-1 0,1 1 0,-1-1 0,1 0 0,-1 0 0,1 1 0,-1-1 0,1 0 0,-1-1 0,0 1 0,0 0 0,0 0 0,1 0 0,-1-1 0,0 1 0,0-1 0,-1 1 0,1 0 0,0-1 0,0 0 0,-1 1 0,1-1 0,0-2 0,2-17 0,-1 0 0,-1 0 0,-1 0 0,-4-26 0,2 14 0,4 46 0,0 0 0,1 0 0,0 0 0,1 0 0,10 21 0,-11-26 0,1 1 0,0-1 0,1-1 0,0 1 0,0-1 0,0 0 0,1 0 0,0 0 0,0-1 0,1 0 0,8 5 0,-15-10-27,0-1 0,1 1-1,-1-1 1,1 0 0,-1 1-1,1-1 1,0 0 0,-1 1-1,1-1 1,-1 0 0,1 0 0,-1 1-1,1-1 1,0 0 0,-1 0-1,1 0 1,0 0 0,-1 0-1,1 0 1,-1 0 0,1 0 0,0 0-1,-1 0 1,1-1 0,-1 1-1,1 0 1,0 0 0,-1 0-1,1-1 1,-1 1 0,1 0-1,-1-1 1,1 1 0,-1 0 0,1-1-1,-1 1 1,1-1 0,-1 1-1,0-1 1,1 1 0,-1-1-1,0 1 1,1-1 0,-1 1-1,0-1 1,0 0 0,1 1 0,-1-1-1,0-1 1,3-10-6799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0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122 129 24575,'-8'0'0,"0"-1"0,1 0 0,-1 0 0,0-1 0,1 0 0,-1-1 0,1 1 0,0-1 0,-9-5 0,14 6 0,-1 1 0,1 0 0,-1-1 0,1 1 0,0-1 0,0 1 0,0-1 0,0 0 0,0 0 0,0 0 0,1 0 0,-1-1 0,1 1 0,-1 0 0,1-1 0,0 1 0,0 0 0,0-1 0,0 0 0,0 1 0,1-1 0,-1 1 0,1-1 0,0 0 0,-1 0 0,1 1 0,0-1 0,1 0 0,0-4 0,0 5 0,0-1 0,0 1 0,1 0 0,-1 0 0,1 0 0,-1 1 0,1-1 0,0 0 0,0 1 0,-1-1 0,1 1 0,0-1 0,0 1 0,1 0 0,-1 0 0,0 0 0,0 0 0,1 0 0,-1 0 0,0 1 0,1-1 0,-1 1 0,0 0 0,4-1 0,5 0 0,1 0 0,0 1 0,18 2 0,-28-2 0,1 1 0,0-1 0,0 1 0,0 0 0,-1 0 0,1 0 0,0 0 0,-1 1 0,1-1 0,-1 1 0,0-1 0,1 1 0,-1 0 0,0 0 0,0 0 0,0 0 0,0 0 0,0 1 0,-1-1 0,1 1 0,-1-1 0,0 1 0,1-1 0,-1 1 0,0 0 0,0-1 0,-1 1 0,1 0 0,-1 0 0,1 3 0,1 12 0,-1 0 0,-1 0 0,-3 34 0,0-18 0,2-19 27,-1-1-1,-8 28 1,2-7-1472,5-17-5381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0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27 24575,'-28'-9'0,"4"-1"0,11 7 0,1 1 0,0 1 0,-1 0 0,0 1 0,1 0 0,-22 3 0,31-2 0,0-1 0,0 1 0,-1 0 0,1 0 0,0 1 0,0-1 0,0 0 0,0 1 0,0 0 0,1 0 0,-1 0 0,0 0 0,1 0 0,-1 1 0,1-1 0,0 1 0,0-1 0,0 1 0,0 0 0,0 0 0,1 0 0,-1 0 0,1 0 0,0 0 0,0 0 0,0 0 0,0 0 0,1 1 0,-1 4 0,-2 18 0,3 49 0,0-66 0,1 0 0,0-1 0,0 1 0,1-1 0,0 1 0,1-1 0,0 0 0,0 0 0,6 12 0,-6-17 3,0 0 0,0 0 0,0-1 0,0 1 0,0 0 0,1-1-1,-1 0 1,1 0 0,0 0 0,-1 0 0,1 0 0,0-1 0,0 0 0,0 0 0,0 0 0,0 0-1,1-1 1,4 1 0,13 0-112,0-1 0,28-4-1,-14 1-982,-14 3-5734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1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72 24575,'-3'0'0,"0"0"0,-1 0 0,1 0 0,0 0 0,0 1 0,-1-1 0,1 1 0,0 0 0,0 0 0,0 0 0,0 1 0,0-1 0,0 0 0,0 1 0,-5 4 0,6-3 0,0 0 0,0 0 0,0 0 0,0 0 0,0 1 0,0-1 0,1 1 0,0-1 0,0 1 0,0-1 0,0 1 0,0 0 0,1-1 0,0 5 0,-2 3 0,1 0 0,1 0 0,0 0 0,0 1 0,1-1 0,5 20 0,-5-27 0,0-1 0,0 0 0,1 0 0,-1 0 0,1 0 0,-1 0 0,1-1 0,0 1 0,0 0 0,1-1 0,-1 1 0,0-1 0,1 0 0,-1 0 0,1 0 0,0 0 0,0 0 0,0-1 0,0 1 0,0-1 0,0 0 0,0 0 0,0 0 0,0 0 0,0 0 0,1-1 0,2 1 0,9 1 0,-1-1 0,0-1 0,0 0 0,1-1 0,24-4 0,-35 4 0,-1 1 0,1-1 0,-1 0 0,0-1 0,0 1 0,1-1 0,-1 1 0,0-1 0,0 0 0,0 0 0,-1 0 0,1-1 0,-1 1 0,1-1 0,-1 1 0,0-1 0,1 0 0,-1 0 0,-1 0 0,1 0 0,0 0 0,-1 0 0,0-1 0,1 1 0,-1 0 0,-1-1 0,1 1 0,0-6 0,0 1 0,0-1 0,0 1 0,-1-1 0,0 1 0,-1-1 0,0 1 0,0 0 0,-1-1 0,0 1 0,-1 0 0,0 0 0,0 0 0,0 0 0,-1 1 0,0-1 0,-1 1 0,1 0 0,-1 0 0,-1 1 0,0-1 0,1 1 0,-10-7 0,14 12-48,-4-4-171,-1 0-1,1 1 1,-1 0-1,0 0 1,-7-4-1,-2 1-6606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1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1 334 24575,'8'-9'0,"0"-1"0,0 0 0,9-16 0,-13 17 0,1 1 0,1 0 0,-1 1 0,1 0 0,1-1 0,-1 2 0,13-11 0,8-3 0,-13 9 0,0 1 0,1 1 0,19-10 0,-26 15 0,0 0 0,0-1 0,12-11 0,15-9 0,5 2-682,37-30-1,-65 44-6143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2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24575,'0'-1'0,"1"-1"0,0 0 0,0 1 0,0-1 0,0 1 0,0-1 0,0 1 0,0 0 0,0-1 0,0 1 0,1 0 0,-1 0 0,0 0 0,1 0 0,-1 0 0,1 0 0,2-1 0,29-13 0,-16 10 0,-1 2 0,0 0 0,1 1 0,-1 0 0,1 1 0,0 1 0,-1 1 0,1 0 0,23 6 0,-37-6 0,0 0 0,0 0 0,0 0 0,0 0 0,0 0 0,0 1 0,0-1 0,-1 1 0,1 0 0,0 0 0,-1 0 0,0 0 0,1 1 0,-1-1 0,0 0 0,0 1 0,0 0 0,-1-1 0,1 1 0,-1 0 0,1 0 0,-1 0 0,0 0 0,0 0 0,0 0 0,-1 0 0,1 0 0,-1 0 0,0 1 0,1-1 0,-1 0 0,-1 0 0,1 0 0,-2 6 0,1-2 0,0 0 0,-1 0 0,0 0 0,-1-1 0,1 1 0,-1-1 0,-1 1 0,1-1 0,-1 0 0,0 0 0,0-1 0,-1 1 0,0-1 0,-10 9 0,1-5 0,1-1 0,-27 10 0,28-13 0,0 1 0,0 0 0,1 1 0,-21 14 0,31-20 0,0 0 0,0 0 0,0 0 0,0 0 0,0 0 0,0 0 0,1 0 0,-1 1 0,0-1 0,1 0 0,-1 0 0,0 1 0,1-1 0,-1 0 0,1 1 0,0-1 0,-1 0 0,1 1 0,0-1 0,0 1 0,0-1 0,0 0 0,0 1 0,1 2 0,0-1 0,0-1 0,0 1 0,1 0 0,-1 0 0,1-1 0,0 1 0,0-1 0,0 1 0,0-1 0,4 4 0,7 4 0,0 0 0,0-1 0,21 10 0,-31-18 0,46 25 0,72 28 0,-119-54 0,0 1 0,1 0 0,-1-1 0,0 1 0,0 0 0,-1 0 0,1 1 0,0-1 0,0 0 0,0 1 0,-1-1 0,1 1 0,-1-1 0,1 1 0,-1 0 0,0-1 0,1 1 0,-1 0 0,0 0 0,0 0 0,0 0 0,-1 0 0,1 0 0,1 5 0,-3-6 0,1 1 0,0 0 0,-1-1 0,1 1 0,-1 0 0,1-1 0,-1 1 0,0-1 0,0 1 0,0-1 0,1 1 0,-2-1 0,1 1 0,0-1 0,0 0 0,0 0 0,0 0 0,-1 1 0,1-1 0,-1-1 0,1 1 0,-1 0 0,1 0 0,-1 0 0,1-1 0,-1 1 0,0-1 0,1 1 0,-1-1 0,0 0 0,-3 1 0,-22 2-4,0-1 1,0-1-1,-39-3 0,9 0-1346,36 1-5476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2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388 1 24575,'-64'-1'0,"-71"3"0,133-2 0,1 0 0,0-1 0,-1 2 0,1-1 0,0 0 0,-1 0 0,1 0 0,-1 1 0,1-1 0,0 0 0,-1 1 0,1-1 0,0 1 0,0 0 0,0-1 0,-1 1 0,1 0 0,0 0 0,0 0 0,0 0 0,0 0 0,0 0 0,0 0 0,0 0 0,1 0 0,-1 0 0,0 1 0,1-1 0,-2 3 0,2-2 0,0 1 0,1-1 0,-1 1 0,0 0 0,1-1 0,0 1 0,-1-1 0,1 0 0,0 1 0,1-1 0,-1 0 0,0 1 0,0-1 0,1 0 0,2 3 0,22 29 0,-1 0 0,2-1 0,1-1 0,45 41 0,-57-60 0,0 0 0,-2 1 0,0 1 0,17 22 0,-30-36 0,0-1 0,-1 1 0,1 0 0,-1 0 0,1 0 0,-1-1 0,1 1 0,-1 0 0,0 0 0,1 0 0,-1 0 0,0 0 0,0 0 0,0 0 0,1 0 0,-1 0 0,0 0 0,0 0 0,-1 0 0,1-1 0,0 1 0,0 0 0,0 0 0,-1 0 0,1 0 0,-1 2 0,0-2 0,0 0 0,-1 0 0,1 0 0,0 0 0,-1 0 0,1 0 0,-1 0 0,1-1 0,-1 1 0,1 0 0,-1-1 0,0 1 0,1-1 0,-3 1 0,-9 0 0,0 0 0,-1 0 0,-14-2 0,19 1 0,-106 0 0,-75-4 0,188 4 8,0 0-1,0-1 1,0 1-1,0-1 1,0 1-1,0-1 1,0 1-1,0-1 1,0 0-1,0 0 1,0 0-1,0 0 1,0 0-1,1-1 1,-3-1-1,3 2-53,1 0-1,-1 0 1,1 0-1,-1 0 1,1 0 0,0 0-1,-1 0 1,1 0-1,0 0 1,0 0 0,0 0-1,0 0 1,0 0-1,0 0 1,0 0-1,0 0 1,0 0 0,1 0-1,-1 0 1,0 0-1,1 0 1,-1 0 0,0 0-1,1 0 1,0 0-1,-1 0 1,1 0 0,-1 1-1,1-1 1,0 0-1,1-1 1,7-9-6780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2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24575,'1'0'0,"0"0"0,0 1 0,0-1 0,0 0 0,-1 1 0,1-1 0,0 1 0,0 0 0,0-1 0,-1 1 0,1 0 0,0-1 0,-1 1 0,1 0 0,0 0 0,-1-1 0,1 1 0,-1 0 0,1 0 0,0 2 0,11 26 0,-5-12 0,0-6 0,-1 1 0,-1 0 0,1 0 0,-2 1 0,0-1 0,0 1 0,1 15 0,-2-14 0,1 0 0,11 26 0,-6-16 0,-9-23 0,1 0 0,-1 0 0,1 0 0,-1 0 0,0-1 0,0 1 0,0 0 0,0 0 0,1 0 0,-1 0 0,0 0 0,0 0 0,-1 0 0,1 0 0,0 0 0,0 0 0,0-1 0,-1 1 0,1 0 0,0 0 0,-1 0 0,1 0 0,-1-1 0,1 1 0,-1 0 0,1 0 0,-1-1 0,0 2 0,-1-1 0,0 0 0,1 0 0,-1 0 0,0 0 0,0-1 0,0 1 0,0 0 0,0-1 0,0 0 0,0 1 0,0-1 0,-3 0 0,-2 0 0,0 0 0,0 0 0,0-1 0,1 0 0,-1-1 0,-12-3 0,-15-15-1365,21 10-5461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3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 24575,'1'-2'0,"-1"0"0,1 0 0,-1 0 0,1 0 0,0 0 0,0 0 0,-1 0 0,1 1 0,1-1 0,-1 0 0,0 1 0,0-1 0,0 1 0,1-1 0,-1 1 0,1-1 0,0 1 0,-1 0 0,1 0 0,0 0 0,-1 0 0,1 0 0,0 0 0,0 0 0,0 1 0,4-2 0,4-1 0,0 1 0,0 0 0,19-1 0,20 0 0,80 6 0,-126-2-44,1-1 0,-1 1 0,0-1 0,1 1 0,-1 0 0,0 0 0,1 0 0,-1 1 0,0-1 0,0 1 0,0 0 0,0 0 0,-1 0 0,1 0 0,0 0 0,-1 0 0,1 1 0,-1-1-1,0 1 1,0 0 0,0 0 0,0 0 0,-1 0 0,1 0 0,-1 0 0,1 0 0,-1 0 0,0 1 0,0-1 0,0 6 0,2 12-6782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3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24575,'113'2'0,"123"-5"0,-207-1 0,53-16 0,-67 16 0,5-3-243,1-1-1,-2-1 0,31-18 1,-45 24-148,10-5-6435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3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24575,'1'1'0,"0"-1"0,0 0 0,0 1 0,0-1 0,0 1 0,0-1 0,0 1 0,-1-1 0,1 1 0,0-1 0,0 1 0,0 0 0,-1 0 0,1-1 0,0 1 0,-1 0 0,1 0 0,-1 0 0,1 0 0,-1 0 0,1 0 0,-1-1 0,0 1 0,1 0 0,-1 0 0,0 0 0,0 2 0,6 35 0,-5-26 0,22 85 0,-16-70 0,0 1 0,-2 1 0,4 43 0,0-10 0,-7-52 0,1-1 0,-2 2 0,0-1 0,0 0 0,0 0 0,-2 12 0,1-21 0,0-1 0,0 1 0,0 0 0,0 0 0,-1-1 0,1 1 0,0 0 0,0 0 0,-1-1 0,1 1 0,0 0 0,-1-1 0,1 1 0,0 0 0,-1-1 0,1 1 0,-1 0 0,1-1 0,-1 1 0,0-1 0,0 1 0,1-1 0,-1 0 0,1 0 0,-1 0 0,0 0 0,1 0 0,-1 0 0,1 0 0,-1 0 0,1 0 0,-1 0 0,1-1 0,-1 1 0,1 0 0,0 0 0,-1-1 0,1 1 0,-1 0 0,1 0 0,-1-1 0,1 1 0,0-1 0,-1 0 0,-1-1 0,-1-1 0,1 1 0,0-1 0,1 0 0,-1 0 0,0 0 0,-1-6 0,-2-20 0,1 0 0,1-1 0,2 1 0,4-55 0,0 7 0,-3 66 0,0-1 0,1 1 0,0 0 0,1 0 0,0 0 0,4-12 0,-5 20 0,1-1 0,-1 1 0,1 0 0,0 0 0,0-1 0,0 1 0,0 0 0,1 1 0,-1-1 0,1 0 0,0 1 0,-1-1 0,1 1 0,0 0 0,1 0 0,-1 0 0,0 0 0,0 1 0,1-1 0,-1 1 0,1 0 0,5-1 0,0 0 0,1 0 0,0 1 0,0 0 0,0 0 0,0 1 0,0 1 0,0 0 0,0 0 0,0 1 0,-1 0 0,1 0 0,0 1 0,-1 1 0,0 0 0,0 0 0,0 0 0,0 1 0,-1 1 0,0-1 0,0 1 0,0 1 0,-1-1 0,0 2 0,0-1 0,0 0 0,6 12 0,-2-5 0,-1 2 0,0-1 0,-2 1 0,1 0 0,-2 1 0,0 0 0,6 23 0,-6-8 0,-2-18 0,-2 0 0,0 1 0,0-1 0,0 27 0,-3-38 0,0 0 0,0-1 0,-1 1 0,1 0 0,-1 0 0,1 0 0,-1-1 0,0 1 0,0 0 0,0-1 0,0 1 0,-1-1 0,1 1 0,-1-1 0,1 0 0,-1 1 0,0-1 0,0 0 0,0 0 0,0 0 0,0 0 0,-1-1 0,1 1 0,-1-1 0,1 1 0,-1-1 0,1 0 0,-1 0 0,0 0 0,-3 1 0,-152 40 0,155-41-170,-1 0-1,0 0 0,0 0 1,0-1-1,0 0 0,0 0 1,-6-1-1,-4-2-6655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4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1322 0 24575,'3'1'0,"1"0"0,-1 0 0,1 0 0,-1 0 0,0 0 0,1 1 0,-1 0 0,0 0 0,0 0 0,0 0 0,-1 0 0,1 0 0,0 1 0,-1-1 0,1 1 0,-1 0 0,0 0 0,0 0 0,0 0 0,3 6 0,4 8 0,-1 0 0,9 28 0,-10-28 0,1 0 0,15 24 0,-14-26 0,-1 1 0,12 29 0,2 10 0,-14-37 0,-1 1 0,9 34 0,-7-8 0,-2 0 0,3 90 0,-10-115 0,0-9 0,0 1 0,0 0 0,-1-1 0,-4 18 0,4-25 0,0-1 0,-1 1 0,1-1 0,-1 1 0,0-1 0,0 0 0,0 0 0,0 0 0,-1 0 0,1 0 0,-1 0 0,1-1 0,-1 1 0,0-1 0,0 1 0,0-1 0,-1 0 0,-3 1 0,-11 7 0,-1-1 0,0-2 0,0 1 0,-30 5 0,-2 0 0,-87 32 0,117-39-137,-1-1 0,0 0 0,0-2-1,-37 1 1,-8 1-72,-78 13-592,-246 26-2798,312-36 3599,-210 11 0,242-19-482,7 0-1932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5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0 24575,'-1'1'0,"-1"-1"0,1 0 0,-1 1 0,1-1 0,-1 0 0,1 1 0,-1 0 0,1-1 0,0 1 0,-1 0 0,1 0 0,0 0 0,-1 0 0,1 0 0,0 0 0,0 0 0,0 0 0,0 0 0,-2 3 0,-16 32 0,2-6 0,-15 8 0,-53 85 0,83-119 0,0-1 0,0 1 0,0 0 0,1-1 0,-1 1 0,1 0 0,0 0 0,0 0 0,0 0 0,1 0 0,0 1 0,-1-1 0,1 0 0,1 5 0,-1-7 0,1 0 0,0 0 0,-1 0 0,1 0 0,0 0 0,0 0 0,0 0 0,1 0 0,-1 0 0,0-1 0,1 1 0,-1 0 0,1-1 0,-1 1 0,1-1 0,0 1 0,-1-1 0,1 0 0,0 0 0,0 0 0,0 0 0,0 0 0,0 0 0,0-1 0,1 1 0,-1-1 0,3 1 0,27 3 0,0-2 0,1-1 0,-1-2 0,41-5 0,-67 4-114,1 0 1,-1 0-1,0-1 0,0 1 0,0-1 1,0-1-1,0 1 0,-1-1 0,1 0 1,-1 0-1,8-9 0,-2 2-6712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5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24575,'2'105'0,"-5"115"0,-21-95 0,22-116-227,1 1-1,-2-1 1,1 0-1,-1-1 1,-7 15-1,1-7-6598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5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995 1 24575,'4'0'0,"0"0"0,1 1 0,-1-1 0,0 1 0,0 1 0,1-1 0,-1 0 0,0 1 0,0 0 0,0 0 0,-1 0 0,1 0 0,0 1 0,-1 0 0,0-1 0,1 1 0,-1 0 0,0 1 0,-1-1 0,1 0 0,0 1 0,-1 0 0,0-1 0,0 1 0,0 0 0,0 0 0,-1 0 0,1 0 0,-1 1 0,0-1 0,-1 0 0,1 5 0,0-3 0,0 0 0,0-1 0,-1 1 0,0-1 0,0 1 0,-1 0 0,1-1 0,-1 1 0,-1-1 0,1 1 0,-1-1 0,0 1 0,0-1 0,0 0 0,-1 0 0,0 0 0,0 0 0,0-1 0,0 1 0,-1-1 0,0 0 0,0 0 0,0 0 0,-7 5 0,-24 9 0,-2-1 0,-63 19 0,-25 12 0,82-31 0,-2-2 0,-49 11 0,11-4 0,-5 2-198,-93 32-404,75-25 891,26-9-1810,58-15-4638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6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0 610 24575,'0'-14'0,"1"0"0,1 1 0,0-1 0,0 0 0,2 1 0,-1 0 0,2-1 0,9-18 0,-9 16 0,0 0 0,-1 0 0,0 0 0,2-28 0,3-16 0,14-34 0,14-75 0,-37 167 0,0 0 0,0 0 0,1 0 0,-1 0 0,0 0 0,1 1 0,0-1 0,-1 0 0,1 0 0,0 1 0,0-1 0,0 0 0,0 1 0,0-1 0,0 1 0,1 0 0,-1-1 0,0 1 0,1 0 0,-1 0 0,4-2 0,-4 3 0,0-1 0,1 1 0,-1 0 0,0 0 0,1 1 0,-1-1 0,0 0 0,1 0 0,-1 1 0,0-1 0,1 1 0,-1-1 0,0 1 0,0-1 0,0 1 0,1 0 0,-1 0 0,0-1 0,0 1 0,0 0 0,0 0 0,0 0 0,-1 0 0,1 0 0,0 0 0,0 1 0,-1-1 0,1 0 0,0 0 0,0 2 0,9 16 0,-1-1 0,-1 1 0,0 1 0,-2 0 0,0 0 0,4 29 0,-4-6 0,-2-1 0,-3 49 0,0-77 16,0 1-1,1-1 1,7 23-1,-6-28-158,-1 1 1,0 0-1,0 0 0,-1 0 1,0 0-1,-1 0 0,0 0 0,0 0 1,-3 14-1,-3-8-6683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6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24575,'28'10'0,"-3"-1"0,31 4 0,-34-8 0,1 0 0,0-1 0,25 1 0,321-5 98,-165-1-1561,-183 1-5363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7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156 194 24575,'10'-28'0,"0"3"0,-10 21 0,1-1 0,-1 0 0,1 1 0,-1-1 0,-1 1 0,1-1 0,-1 1 0,1-1 0,-1 1 0,-1-1 0,1 1 0,-1 0 0,1-1 0,-1 1 0,0 0 0,-1 0 0,1 0 0,-1 0 0,0 1 0,-3-4 0,1 2 0,0 0 0,0 1 0,-1 0 0,1 0 0,-1 0 0,0 1 0,0 0 0,0 0 0,-1 1 0,1-1 0,-1 1 0,-12-2 0,17 4 0,0-1 0,0 1 0,1 0 0,-1 0 0,0 0 0,0 0 0,0 0 0,1 1 0,-1-1 0,0 0 0,0 1 0,1-1 0,-1 1 0,0 0 0,1-1 0,-1 1 0,1 0 0,-1 0 0,1 0 0,-1 0 0,-1 2 0,1 0 0,0-1 0,0 1 0,1 0 0,-1 0 0,1-1 0,-1 1 0,1 0 0,0 0 0,0 1 0,1-1 0,-2 3 0,1 9 0,0-1 0,1 0 0,0 1 0,3 17 0,-1-21 0,0 0 0,0-1 0,1 1 0,1-1 0,0 1 0,0-1 0,1-1 0,0 1 0,0-1 0,1 0 0,1 0 0,0 0 0,0-1 0,0 0 0,1 0 0,0-1 0,1 0 0,-1-1 0,2 1 0,14 7 0,-12-8 0,-1-1 0,1 0 0,0 0 0,1-2 0,-1 1 0,0-1 0,1-1 0,0 0 0,18-1 0,-23-1 0,-1 0 0,0 0 0,0-1 0,1 0 0,-1-1 0,0 0 0,0 0 0,0 0 0,-1-1 0,1 0 0,0 0 0,-1-1 0,0 0 0,0 0 0,0 0 0,0-1 0,9-10 0,-8 8 0,0-1 0,-1 0 0,1 0 0,-2-1 0,1 1 0,-1-1 0,0-1 0,-1 1 0,0 0 0,-1-1 0,0 0 0,-1 0 0,1 0 0,-2 0 0,1-17 0,-2 27 0,1 0 0,-1 0 0,0 0 0,0 0 0,0 0 0,0 0 0,0 0 0,0-1 0,0 1 0,0 0 0,0 0 0,0 0 0,0 0 0,0 0 0,1 0 0,-1 0 0,0 0 0,0 0 0,0 0 0,0 0 0,0 0 0,0 0 0,0 0 0,1 0 0,-1 0 0,0 0 0,0 0 0,0 0 0,0 0 0,0 0 0,0 0 0,0 0 0,1 0 0,-1 0 0,0 0 0,0 0 0,0 0 0,0 0 0,0 0 0,0 0 0,0 0 0,0 0 0,0 0 0,1 0 0,-1 1 0,0-1 0,0 0 0,0 0 0,0 0 0,0 0 0,0 0 0,0 0 0,0 0 0,0 0 0,0 0 0,0 1 0,0-1 0,0 0 0,0 0 0,0 0 0,0 0 0,0 0 0,0 0 0,11 13 0,9 18 0,-14-13 0,2-1 0,0 0 0,20 30 0,-24-42 0,-1 1 0,1-1 0,0-1 0,1 1 0,-1 0 0,1-1 0,0 0 0,0 0 0,0-1 0,1 1 0,-1-1 0,1 0 0,0-1 0,0 1 0,8 1 0,-11-4-45,-1 0-1,1 0 1,0 0-1,0-1 1,0 1-1,0-1 1,-1 1-1,1-1 1,0 0-1,-1 0 1,1-1-1,0 1 1,-1 0-1,0-1 1,1 0-1,-1 1 1,0-1-1,0 0 1,0 0-1,0 0 1,0 0-1,0-1 1,0 1-1,-1 0 0,0-1 1,1 1-1,-1-1 1,0 0-1,1-3 1,4-11-6781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8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24575,'4'2'0,"1"1"0,-1-1 0,1 1 0,-1 0 0,0 0 0,0 1 0,0 0 0,-1-1 0,1 1 0,2 4 0,37 62 0,-35-61 0,-2-1 0,1 0 0,1-1 0,-1 0 0,16 11 0,-20-16 0,0-1 0,-1 1 0,1-1 0,0 0 0,0 0 0,0 0 0,0 0 0,1 0 0,-1-1 0,0 0 0,0 1 0,0-1 0,0 0 0,0 0 0,1-1 0,-1 1 0,0-1 0,0 0 0,0 1 0,4-3 0,-5 2 0,0 0 0,0 0 0,0 0 0,-1 0 0,1 0 0,0 0 0,-1 0 0,1-1 0,-1 1 0,1 0 0,-1-1 0,0 1 0,1-1 0,-1 0 0,0 0 0,0 1 0,0-1 0,1-4 0,4-37 0,-6 39 0,0 0 0,0 0 0,0-1 0,1 1 0,0 0 0,0 0 0,0 0 0,0 0 0,1 0 0,-1 0 0,1 0 0,2-4 0,-3 8 0,-1-1 0,1 1 0,0-1 0,-1 1 0,1-1 0,0 1 0,-1-1 0,1 1 0,0 0 0,-1-1 0,1 1 0,0 0 0,0 0 0,-1-1 0,1 1 0,0 0 0,0 0 0,0 0 0,-1 0 0,1 0 0,0 0 0,0 0 0,-1 0 0,1 1 0,0-1 0,0 0 0,0 0 0,-1 1 0,1-1 0,0 0 0,-1 1 0,1-1 0,0 1 0,-1-1 0,1 1 0,0-1 0,-1 1 0,1-1 0,-1 1 0,1-1 0,-1 1 0,0 0 0,1-1 0,-1 1 0,1 1 0,22 37 0,-19-32 0,17 41 0,-12-104 0,-6 42 0,0 0 0,1 1 0,1 0 0,0-1 0,1 1 0,10-17 0,-13 26 0,0 0 0,0 0 0,0 0 0,1 1 0,-1-1 0,1 1 0,0 0 0,0 0 0,0 1 0,1-1 0,-1 1 0,0 0 0,1 0 0,0 0 0,-1 1 0,1-1 0,0 1 0,0 0 0,0 1 0,0-1 0,0 1 0,5 0 0,-5 0 0,-1 1 0,1-1 0,-1 1 0,1-1 0,-1 1 0,0 1 0,1-1 0,-1 1 0,0-1 0,0 1 0,0 0 0,0 1 0,0-1 0,-1 1 0,1 0 0,-1 0 0,1 0 0,-1 0 0,4 6 0,1 3 0,0 0 0,-2 0 0,1 1 0,7 23 0,1 1 0,-12-41 0,0-1 0,-1 0 0,0 0 0,0 0 0,0 0 0,0-1 0,1-8 0,2-3 0,-4 13 0,1 0 0,-1 0 0,1 0 0,0 0 0,0 0 0,1 0 0,-1 1 0,1-1 0,-1 1 0,1 0 0,0-1 0,0 1 0,1 1 0,-1-1 0,1 0 0,6-3 0,-3 3 0,1 1 0,-1-1 0,1 1 0,0 1 0,-1 0 0,1 0 0,0 0 0,12 1 0,-14 0 0,0 1 0,1-1 0,-1 1 0,0 0 0,0 0 0,0 1 0,0 0 0,0 0 0,0 0 0,0 1 0,0 0 0,7 5 0,-9-5 0,-1 0 0,0 0 0,1 1 0,-1-1 0,0 1 0,-1-1 0,1 1 0,-1 0 0,1 0 0,-1 0 0,0 0 0,-1 1 0,1-1 0,-1 0 0,0 1 0,0-1 0,1 9 0,0 8 0,0 0 0,-2 0 0,0 0 0,-1 0 0,-2 0 0,0 0 0,-1 0 0,-7 20 0,10-38-23,-1 0 1,0 0-1,1 0 0,-1 0 0,0-1 0,-1 1 0,1-1 1,0 1-1,-1-1 0,0 0 0,1 0 0,-1 0 0,0-1 1,0 1-1,0-1 0,-3 2 0,-5 2-954,-2 3-5849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8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24575,'4'0'0,"6"0"0,5 0 0,0 0-8191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8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24575,'0'-4'0,"4"-2"0,6 1 0,1-4 0,3 1 0,3 0 0,3 3 0,3 1 0,1 2 0,1 2 0,0-5 0,1 0 0,-1 0 0,1 1 0,-5 1-8191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8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24575,'0'2'0,"1"-1"0,-1 0 0,1 0 0,-1 0 0,1 0 0,-1 0 0,1 0 0,0 0 0,0 0 0,-1 0 0,1-1 0,0 1 0,0 0 0,0 0 0,0-1 0,0 1 0,0 0 0,0-1 0,0 1 0,0-1 0,0 1 0,1-1 0,-1 0 0,0 0 0,0 1 0,0-1 0,2 0 0,38 5 0,-36-5 0,216 2 0,-114-4 0,-88 1 0,-1-1 0,1-1 0,-1-1 0,33-11 0,-28 8 0,-1 1 0,32-4 0,-9 3-1365,-29 1-5461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9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24575,'10'-1'0,"-1"0"0,1 0 0,-1-2 0,15-4 0,13-3 0,9 0 0,1 3 0,86-4 0,-111 10 0,-1-1 0,40-9 0,-16 1 0,-25 6-1365,-5-2-5461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9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0 24575,'-3'2'0,"-1"-1"0,0 1 0,1 0 0,-1 0 0,1 0 0,-1 0 0,1 1 0,0-1 0,0 1 0,0 0 0,0 0 0,-3 4 0,-2 1 0,3-2 0,0-1 0,0 1 0,1 0 0,0 1 0,0-1 0,0 1 0,1-1 0,0 1 0,0 0 0,0 0 0,1 0 0,0 1 0,1-1 0,0 0 0,0 1 0,0-1 0,1 1 0,0-1 0,1 1 0,-1-1 0,4 14 0,-1-11 0,-1-1 0,1 1 0,1-1 0,0 0 0,0 0 0,1 0 0,0-1 0,0 0 0,1 0 0,0 0 0,1 0 0,0-1 0,0 0 0,0-1 0,1 1 0,9 5 0,188 112 0,-202-122 0,29 20 0,-30-20 0,0-1 0,-1 0 0,1 1 0,0 0 0,-1-1 0,0 1 0,1 0 0,-1 0 0,0 0 0,0 0 0,0 0 0,0 0 0,1 4 0,-2-5 0,0-1 0,0 1 0,0 0 0,0-1 0,0 1 0,-1 0 0,1 0 0,0-1 0,0 1 0,-1 0 0,1-1 0,0 1 0,-1-1 0,1 1 0,-1 0 0,1-1 0,-1 1 0,1-1 0,-1 1 0,1-1 0,-1 1 0,0-1 0,1 0 0,-1 1 0,0-1 0,1 0 0,-1 1 0,0-1 0,-26 8 0,16-5 0,-11 3 0,-1-1 0,1-1 0,-1-1 0,0-1 0,-1 0 0,1-2 0,-27-4 0,30 0 120,20 4-159,-1 0 0,1 0 0,-1 0 0,1 0 0,-1 0 0,1 0-1,0 0 1,-1 0 0,1 0 0,-1 0 0,1-1 0,-1 1 0,1 0 0,0 0 0,-1 0 0,1-1 0,0 1 0,-1 0-1,1-1 1,0 1 0,-1 0 0,1-1 0,0 1 0,-1 0 0,1-1 0,0 1 0,0-1 0,0 1 0,-1 0 0,1-1 0,0 1-1,0-1 1,0 1 0,0-1 0,0 1 0,0 0 0,0-2 0,4-2-6787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8:59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42 24575,'0'-1'0,"0"0"0,-1 0 0,1 0 0,-1 0 0,1 0 0,-1 0 0,0 0 0,1 0 0,-1 0 0,0 0 0,0 0 0,0 0 0,1 1 0,-1-1 0,0 0 0,0 1 0,0-1 0,0 0 0,0 1 0,0-1 0,-1 1 0,1 0 0,0-1 0,0 1 0,0 0 0,0 0 0,0 0 0,-1-1 0,-1 2 0,-36-2 0,34 3 0,0 0 0,0 0 0,0 0 0,0 1 0,0 0 0,1 0 0,-1 0 0,1 0 0,0 1 0,0-1 0,0 1 0,0 0 0,1 0 0,-1 1 0,1-1 0,0 1 0,1 0 0,-1-1 0,1 1 0,0 0 0,-3 9 0,0 3 0,0 0 0,1 0 0,1 1 0,0-1 0,0 27 0,3-18 0,-1-9 0,1 1 0,0 0 0,1-1 0,2 1 0,4 22 0,-6-36 0,1 0 0,-1 0 0,1 0 0,0 0 0,0-1 0,0 1 0,1 0 0,-1-1 0,1 0 0,0 0 0,-1 1 0,2-1 0,-1-1 0,0 1 0,0-1 0,1 1 0,0-1 0,-1 0 0,1 0 0,0 0 0,0-1 0,0 1 0,0-1 0,0 0 0,0 0 0,1-1 0,5 1 0,-1 0 0,1 0 0,0-1 0,-1 0 0,1 0 0,0-1 0,16-4 0,-22 4 0,0-1 0,0 0 0,-1 1 0,1-1 0,0-1 0,-1 1 0,1 0 0,-1-1 0,0 0 0,0 0 0,0 0 0,0 0 0,0 0 0,0-1 0,-1 1 0,0-1 0,3-5 0,2-9 0,0-1 0,-2 1 0,0-1 0,-1 0 0,-1 0 0,-1 0 0,0 0 0,-2 0 0,0-1 0,-5-34 0,1 28 0,-1 1 0,-15-46 0,3 38-1365,8 22-5461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00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24575,'0'62'0,"2"80"0,-1-123 0,2 1 0,1 0 0,0-1 0,1 0 0,9 21 0,-2-10-1365,-8-22-5461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00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24575,'0'5'0,"4"0"0,2 5 0,-1 0-8191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00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24575,'2'0'0,"0"1"0,0-1 0,0 0 0,0 1 0,0-1 0,0 1 0,0-1 0,0 1 0,-1 0 0,1 0 0,0 0 0,0 0 0,-1 0 0,1 0 0,-1 1 0,1-1 0,-1 0 0,1 1 0,-1-1 0,0 1 0,0-1 0,0 1 0,0 0 0,0 0 0,0-1 0,1 5 0,2 4 0,-1 1 0,0 0 0,2 20 0,-1-5 0,-3-21 0,11 46 0,-2 1 0,-3 0 0,2 66 0,-9-99 0,1-9 0,-1-1 0,-1 1 0,0 0 0,-4 18 0,4-25 0,0 0 0,0 0 0,-1 0 0,1 0 0,-1 0 0,1 0 0,-1 0 0,0-1 0,-1 1 0,1-1 0,0 0 0,-1 1 0,1-1 0,-1 0 0,1 0 0,-1-1 0,0 1 0,-6 2 0,-37 8-1365,24-9-5461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01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1 224 24575,'4'-1'0,"1"-1"0,-1 1 0,0-1 0,1 1 0,-1-1 0,0-1 0,0 1 0,6-5 0,10-5 0,7 2 0,1 0 0,0 2 0,39-7 0,-40 10 0,-1-1 0,0-1 0,0-2 0,30-13 0,-49 18 0,1-1 0,-1 0 0,0 0 0,0-1 0,11-12 0,-17 17 0,1-1 0,-1 1 0,0-1 0,0 1 0,0-1 0,0 0 0,0 0 0,-1 1 0,1-1 0,0 0 0,-1 0 0,1 0 0,-1 0 0,0-2 0,0 3 0,0 0 0,0 0 0,-1-1 0,1 1 0,-1 0 0,1 0 0,-1 0 0,1 0 0,-1 0 0,0 0 0,1 0 0,-1 0 0,0 0 0,0 0 0,0 1 0,1-1 0,-1 0 0,0 0 0,0 1 0,0-1 0,0 1 0,-1-1 0,1 1 0,0-1 0,-2 0 0,1 1 0,0-1 0,-1 0 0,1 0 0,0 1 0,-1-1 0,1 1 0,0 0 0,-1 0 0,1 0 0,-1 0 0,1 0 0,-1 1 0,1-1 0,0 0 0,-1 1 0,1 0 0,0 0 0,0 0 0,-3 1 0,1 0 0,0 1 0,0 0 0,1 0 0,-1 0 0,1 0 0,0 1 0,0 0 0,0-1 0,-3 7 0,0 0 0,1 0 0,0 0 0,1 1 0,0 0 0,1-1 0,0 1 0,-2 21 0,4-25 0,1 0 0,0 0 0,0 0 0,1 0 0,0 1 0,1-1 0,-1 0 0,1 0 0,1-1 0,-1 1 0,7 12 0,-6-15 0,-1 0 0,1-1 0,0 1 0,-1-1 0,2 1 0,-1-1 0,0 0 0,1 0 0,-1 0 0,1-1 0,0 1 0,0-1 0,0 0 0,0 0 0,0-1 0,0 1 0,0-1 0,1 0 0,7 2 0,11-1 0,0 0 0,0-2 0,-1 0 0,1-2 0,34-6 0,-51 6 0,0 0 0,-1-1 0,1 1 0,-1-1 0,0-1 0,0 1 0,0-1 0,5-4 0,-6 4 0,0 1 0,0-1 0,0 1 0,1 0 0,-1 0 0,1 1 0,0 0 0,0-1 0,7-1 0,-10 4 0,0-1 0,0 0 0,0-1 0,0 1 0,0 0 0,-1 0 0,1-1 0,0 1 0,-1-1 0,1 1 0,-1-1 0,1 0 0,-1 0 0,0 0 0,1 0 0,-1 1 0,1-4 0,18-44 0,-13 29 0,-4 14 0,0 0 0,0 0 0,1 1 0,-1-1 0,1 1 0,1 0 0,-1 0 0,1 0 0,-1 1 0,1 0 0,1 0 0,-1 0 0,1 0 0,-1 1 0,1 0 0,0 0 0,0 1 0,0-1 0,0 1 0,1 1 0,-1-1 0,1 1 0,-1 0 0,1 1 0,-1-1 0,1 1 0,-1 1 0,1-1 0,-1 1 0,1 0 0,11 4 0,-8-2 0,-1 1 0,0 0 0,-1 0 0,1 1 0,-1 0 0,0 1 0,0 0 0,-1 0 0,0 0 0,0 1 0,12 15 0,4 8 0,31 53 0,-53-81 0,16 44 0,-15-106 0,-3 54 0,2-1 0,-1 1 0,1-1 0,-1 1 0,2-1 0,-1 1 0,1-1 0,0 1 0,0 0 0,1 0 0,0 0 0,0 0 0,0 1 0,1-1 0,8-9 0,-6 8 0,1 1 0,0 0 0,1 1 0,0-1 0,0 1 0,0 1 0,0 0 0,1 0 0,-1 0 0,11-2 0,8 0 0,1 0 0,-1 2 0,1 2 0,-1 0 0,1 2 0,46 4 0,-68-3 0,0 1 0,0-1 0,1 1 0,-1 0 0,0 0 0,-1 1 0,1-1 0,0 1 0,-1 1 0,0-1 0,1 1 0,-2 0 0,1 0 0,0 0 0,4 6 0,5 7 0,-1 1 0,21 37 0,-32-52 0,3 9 0,1 1 0,-2-1 0,0 1 0,4 18 0,8 24 0,-2-21-54,-5-12-601,13 46-1,-19-49-6170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7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876 51 24575,'-8'-1'0,"0"0"0,0 0 0,0-1 0,-14-5 0,-23-4 0,-29-2 0,51 8 0,0 1 0,-33-2 0,-268 7 0,314-1 0,0 1 0,1 1 0,-1-1 0,1 2 0,-1-1 0,1 1 0,0 1 0,0-1 0,0 2 0,0-1 0,-12 10 0,8-5 0,1 1 0,-1 0 0,2 1 0,0 0 0,0 1 0,-12 19 0,15-19 0,1 1 0,0 0 0,1 0 0,0 1 0,1-1 0,1 1 0,0 1 0,1-1 0,-2 16 0,3 2 0,0 0 0,2 0 0,5 34 0,-4-60 0,0 0 0,0 0 0,1 0 0,-1-1 0,2 1 0,-1-1 0,0 1 0,1-1 0,0 0 0,1 0 0,-1 0 0,1 0 0,0-1 0,0 1 0,0-1 0,0 0 0,1 0 0,0-1 0,0 1 0,0-1 0,0 0 0,0-1 0,1 1 0,-1-1 0,11 3 0,-3-1 0,-1-1 0,1-1 0,0 0 0,0 0 0,0-1 0,0-1 0,0 0 0,0-1 0,1-1 0,23-5 0,-27 3 0,-1-1 0,-1 1 0,1-1 0,-1-1 0,0 0 0,0 0 0,0 0 0,-1-1 0,0 0 0,12-16 0,3-1 0,-15 14 0,0 0 0,-1-1 0,0 1 0,-1-1 0,0 0 0,0 0 0,-1-1 0,3-19 0,6-11 0,-9 31 30,-1 0 0,0 0 0,2-17 0,-5 24-123,1 1 0,-1 0 1,0-1-1,0 1 0,-1 0 0,1-1 0,-1 1 0,1-1 1,-1 1-1,0 0 0,0 0 0,0 0 0,-1-1 1,1 1-1,-4-5 0,-6-3-6733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8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24575,'28'10'0,"-3"-1"0,75 18 0,-66-17 0,54 10 0,-50-13 0,0 2 0,40 15 0,2 1 0,-61-21 0,0-1 0,1-1 0,36 0 0,-33-2 0,-1 1 0,33 5 0,-30-1-1365,-4 0-5461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19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0 152 24575,'1'6'0,"-1"-1"0,1 1 0,0-1 0,0 1 0,1-1 0,0 0 0,0 1 0,0-1 0,1 0 0,-1 0 0,7 8 0,4 4 0,27 28 0,-10-12 0,-22-24 0,1-1 0,-1 0 0,1 0 0,1-1 0,-1 0 0,1 0 0,0-1 0,12 5 0,-16-9 0,0 1 0,0-1 0,0 0 0,0 0 0,1 0 0,-1-1 0,0 0 0,1-1 0,-1 1 0,1-1 0,-1 0 0,0-1 0,1 1 0,-1-2 0,1 1 0,7-3 0,-11 2 0,0 0 0,0 0 0,0 0 0,-1-1 0,1 1 0,-1-1 0,1 0 0,-1 0 0,0 0 0,0 0 0,0 0 0,-1 0 0,1-1 0,-1 1 0,1 0 0,1-8 0,1-5 0,0-1 0,1-20 0,-2 2 0,-2-41 0,-1 76 0,0 0 0,0 0 0,0 0 0,0 0 0,0 0 0,0 0 0,0 0 0,0 0 0,0 0 0,1 0 0,-1 0 0,0 0 0,0 0 0,0 0 0,0 0 0,0 0 0,0 0 0,0 0 0,0 0 0,0 0 0,0 0 0,0 0 0,1 0 0,-1 0 0,0 0 0,0 0 0,0 0 0,0 0 0,0-1 0,0 1 0,0 0 0,0 0 0,0 0 0,0 0 0,0 0 0,0 0 0,0 0 0,0 0 0,0 0 0,0 0 0,0 0 0,0 0 0,0-1 0,0 1 0,0 0 0,0 0 0,0 0 0,0 0 0,0 0 0,0 0 0,0 0 0,6 11 0,5 17 0,-3-9 0,1 0 0,1 0 0,1-1 0,0 0 0,1 0 0,23 23 0,-31-35 0,0-2 0,0 1 0,0-1 0,0-1 0,0 1 0,1 0 0,0-1 0,-1 0 0,11 5 0,-14-8 0,1 1 0,-1-1 0,0 1 0,1-1 0,-1 1 0,1-1 0,-1 0 0,1 0 0,-1 0 0,1 0 0,-1 0 0,1 0 0,-1 0 0,1 0 0,-1 0 0,1-1 0,-1 1 0,0-1 0,1 1 0,-1-1 0,0 1 0,1-1 0,-1 0 0,0 0 0,0 0 0,1 0 0,-1 0 0,0 0 0,0 0 0,0 0 0,0 0 0,0 0 0,-1 0 0,1-1 0,0 1 0,0 0 0,-1-1 0,1-1 0,43-130 0,-26 73 0,-17 57 0,0 0 0,0 0 0,0 0 0,0 0 0,0 1 0,1-1 0,-1 0 0,1 1 0,0-1 0,0 1 0,0 0 0,0 0 0,0-1 0,1 1 0,-1 0 0,0 1 0,1-1 0,0 0 0,-1 1 0,1 0 0,4-2 0,2 1 0,-1 0 0,1 1 0,-1 1 0,1-1 0,-1 1 0,10 1 0,-9 0 0,0 0 0,0-1 0,-1-1 0,1 1 0,0-1 0,12-4 0,-19 4 0,0 0 0,0 0 0,0 0 0,0 0 0,0-1 0,0 1 0,0-1 0,0 1 0,-1-1 0,1 0 0,-1 0 0,1 1 0,-1-1 0,0 0 0,1-1 0,-1 1 0,0 0 0,0 0 0,-1 0 0,1-1 0,0 1 0,-1 0 0,1-1 0,-1 1 0,0 0 0,0-5 0,0 5 0,0-1 0,0 0 0,0 1 0,-1-1 0,1 1 0,-1-1 0,1 0 0,-1 1 0,0-1 0,0 1 0,0 0 0,0-1 0,-1 1 0,1 0 0,-1 0 0,1 0 0,-1 0 0,0 0 0,0 0 0,0 0 0,0 0 0,0 1 0,-4-3 0,2 2 0,0 0 0,0 1 0,-1 0 0,1 0 0,0 0 0,-1 0 0,1 1 0,0-1 0,-1 1 0,1 0 0,-1 1 0,1-1 0,-1 1 0,-5 2 0,7-3 0,0 1 0,0 1 0,0-1 0,1 0 0,-1 1 0,0-1 0,1 1 0,-1 0 0,1 0 0,0 0 0,-1 0 0,1 0 0,0 1 0,0-1 0,0 1 0,1-1 0,-1 1 0,1 0 0,-1-1 0,1 1 0,-1 5 0,0-2 0,-5 18 0,1 0 0,1 0 0,-3 35 0,8-53 0,0 1 0,0 0 0,0 0 0,1 0 0,0-1 0,0 1 0,1 0 0,0-1 0,0 1 0,1-1 0,0 0 0,0 0 0,0 0 0,0 0 0,1 0 0,0-1 0,6 6 0,-3-4 0,0 0 0,0-1 0,1-1 0,0 1 0,0-1 0,0 0 0,1-1 0,-1 0 0,1 0 0,0-1 0,0 0 0,0-1 0,1 0 0,-1 0 0,0-1 0,14 0 0,-16-1 0,0-1 0,0 1 0,0-1 0,0-1 0,0 1 0,0-1 0,0-1 0,-1 1 0,1-1 0,-1 0 0,0 0 0,0-1 0,0 0 0,0 0 0,0-1 0,-1 1 0,0-1 0,0 0 0,0 0 0,-1-1 0,0 0 0,5-7 0,-3 2 0,0 0 0,-1 0 0,-1-1 0,1 1 0,2-18 0,-3 26 0,1 10 0,2 10 0,5 17 0,-9-27 0,0 0 0,-1 0 0,0 0 0,0 1 0,-1-1 0,1 0 0,-2 1 0,1-1 0,-1 10 0,0-17 0,0 0 0,0 1 0,0-1 0,0 0 0,0 0 0,0 1 0,0-1 0,0 0 0,0 1 0,0-1 0,0 0 0,0 0 0,0 1 0,0-1 0,0 0 0,0 0 0,0 1 0,0-1 0,0 0 0,0 0 0,0 1 0,0-1 0,-1 0 0,1 0 0,0 0 0,0 1 0,0-1 0,0 0 0,-1 0 0,1 0 0,0 1 0,0-1 0,0 0 0,-1 0 0,1 0 0,0 0 0,0 0 0,-1 0 0,1 0 0,0 1 0,0-1 0,-1 0 0,-5-13 0,-1-22 0,6 23 0,0-1 0,1 1 0,0-1 0,1 1 0,1-1 0,4-18 0,-5 27 0,1 0 0,-1 0 0,1 0 0,0 0 0,0 0 0,1 1 0,-1-1 0,1 1 0,0-1 0,0 1 0,0 0 0,0 0 0,1 0 0,-1 1 0,1-1 0,-1 1 0,1 0 0,0 0 0,0 0 0,0 0 0,0 1 0,6-2 0,0 0 0,0 0 0,1 1 0,-1 1 0,0-1 0,1 2 0,-1-1 0,1 1 0,-1 1 0,1 0 0,-1 1 0,0 0 0,1 0 0,-1 1 0,0 0 0,0 1 0,-1 0 0,1 1 0,-1 0 0,0 0 0,0 1 0,-1 0 0,0 1 0,0-1 0,0 2 0,-1-1 0,0 1 0,11 16 0,-16-22-43,3 7-177,1-1-1,-1 1 1,0 0 0,-1 1-1,7 18 1,-7-9-6606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4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1649 1 24575,'0'11'0,"0"0"0,-1 0 0,-1-1 0,0 1 0,0 0 0,-1-1 0,-1 1 0,0-1 0,0 0 0,0 0 0,-2-1 0,-10 17 0,-6 9 0,-115 163 0,100-146 0,24-32 0,-27 32 0,-131 144 0,77-81 0,31-36 0,19-38 0,31-30 0,0 1 0,-14 16 0,-111 122-676,137-149 666,-60 51-493,46-41 512,1 1-1,0 0 1,1 1-1,-17 21 1,10-10 61,-2 0 0,-1-1 0,-1-1 1,-44 30-1,-11 12 157,-22 11-267,3-1 648,37-27-608,37-29 0,-25 22 0,39-32-341,0 0 0,-1 0-1,-16 8 1,13-9-6485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4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1 24575,'-1'24'0,"0"0"0,-1 0 0,-9 36 0,-1 13 0,10-53 0,-1-1 0,-1 0 0,0 1 0,-9 20 0,-12 33-1365,18-59-5461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5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24575,'4'0'0,"6"0"0,5 0 0,5 0 0,2 0 0,3 0 0,0 0 0,1 0 0,0 0 0,0 0 0,0 0 0,-1 0 0,-4 4 0,-6 6 0,-5 1-8191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5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24575,'1'1'0,"-1"0"0,1 0 0,-1 1 0,1-1 0,-1 0 0,1 0 0,0 0 0,-1-1 0,1 1 0,0 0 0,0 0 0,0 0 0,0 0 0,-1-1 0,1 1 0,0 0 0,0-1 0,1 1 0,-1-1 0,0 1 0,0-1 0,0 1 0,0-1 0,0 0 0,0 0 0,1 0 0,1 1 0,38 3 0,-37-3 0,250 1 0,-130-4 0,-104 1 0,-1-1 0,38-9 0,-3 0 0,1 1 0,-25 4 0,59-4 0,-73 10-455,0-2 0,26-5 0,-21 1-6371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6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148 103 24575,'0'-4'0,"0"0"0,0 0 0,0 0 0,1 0 0,-1 0 0,1 0 0,0 0 0,0 0 0,1 1 0,-1-1 0,1 0 0,0 1 0,0-1 0,0 1 0,0 0 0,0-1 0,1 1 0,0 0 0,-1 1 0,1-1 0,0 0 0,0 1 0,1 0 0,-1-1 0,0 1 0,1 0 0,0 1 0,-1-1 0,1 1 0,0 0 0,0 0 0,4-1 0,0 0 0,0 1 0,0-1 0,0 2 0,0-1 0,1 1 0,-1 1 0,0-1 0,0 1 0,14 4 0,-19-4 0,1 0 0,-1 0 0,0 1 0,0-1 0,-1 1 0,1 0 0,0 0 0,0 0 0,-1 0 0,1 1 0,-1-1 0,0 0 0,0 1 0,0 0 0,0 0 0,0-1 0,0 1 0,-1 0 0,0 0 0,1 0 0,-1 1 0,0-1 0,-1 0 0,1 0 0,0 1 0,-1 3 0,1 0 0,0 0 0,0 0 0,-1 0 0,0 0 0,-1 0 0,1 0 0,-2 0 0,1-1 0,-1 1 0,0 0 0,0 0 0,0-1 0,-1 1 0,0-1 0,-1 0 0,1 0 0,-1 0 0,0 0 0,-1-1 0,1 0 0,-1 0 0,-7 6 0,-8 3 0,-1 0 0,-38 16 0,-13 10 0,59-33 0,-1-1 0,0 0 0,-18 6 0,17-7 0,0 0 0,-21 12 0,36-17 0,0 0 0,-1 0 0,1 0 0,0 1 0,-1-1 0,1 0 0,0 0 0,0 0 0,-1 0 0,1 0 0,0 0 0,-1 0 0,1 1 0,0-1 0,0 0 0,-1 0 0,1 0 0,0 1 0,0-1 0,0 0 0,-1 0 0,1 1 0,0-1 0,0 0 0,0 1 0,0-1 0,-1 0 0,1 0 0,0 1 0,0-1 0,0 0 0,0 1 0,0-1 0,0 0 0,0 1 0,0-1 0,0 0 0,0 1 0,0-1 0,0 0 0,0 0 0,0 1 0,0-1 0,1 1 0,16 4 0,30-3 0,-45-2 0,479-2 0,-437-2-1365,-28-1-5461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6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1 24575,'-20'0'0,"11"-1"0,0 1 0,0 0 0,1 1 0,-1 0 0,-11 3 0,17-4 0,1 1 0,0 0 0,-1 0 0,1 0 0,0 0 0,0 1 0,0-1 0,0 1 0,0-1 0,0 1 0,1 0 0,-1-1 0,0 1 0,1 0 0,-1 0 0,1 0 0,0 0 0,0 1 0,0-1 0,0 0 0,0 0 0,0 1 0,0 4 0,-1-1 0,2 1 0,-1 0 0,1-1 0,0 1 0,0 0 0,1 0 0,0-1 0,0 1 0,1-1 0,0 1 0,0-1 0,0 1 0,1-1 0,0 0 0,0 0 0,0 0 0,1-1 0,0 1 0,0-1 0,0 0 0,1 0 0,0 0 0,0-1 0,0 0 0,0 1 0,1-2 0,10 7 0,-5-3 0,-1 1 0,0 0 0,-1 1 0,0 0 0,0 1 0,8 11 0,-5-7 0,0 0 0,16 13 0,-11-12 0,47 42 0,-57-51 0,-1 1 0,-1 0 0,1 0 0,-1 0 0,0 0 0,-1 1 0,5 9 0,-9-15 0,1-1 0,0 0 0,-1 1 0,0-1 0,1 1 0,-1 0 0,0-1 0,0 1 0,0-1 0,0 1 0,0-1 0,0 1 0,0-1 0,0 1 0,-1 0 0,1-1 0,-1 1 0,1-1 0,-1 0 0,1 1 0,-3 2 0,1-2 0,0 0 0,0 0 0,0 0 0,0 0 0,0-1 0,0 1 0,-1-1 0,1 1 0,-1-1 0,1 0 0,-4 1 0,-5 2 0,-1-1 0,1-1 0,0 0 0,-21 0 0,12-1 0,-47 0 0,64-1 0,-1 0 0,0-1 0,1 1 0,-1-1 0,1 0 0,-1 0 0,1 0 0,-1 0 0,1-1 0,-1 1 0,1-1 0,0 0 0,-5-4 0,7 6-39,1-1 0,0 1 0,-1-1 0,1 1 0,-1 0 0,1-1 0,0 0 0,-1 1 0,1-1 0,0 1 0,0-1 0,-1 1 0,1-1 0,0 0 0,0 1 0,0-1 0,0 1 0,0-1 0,0 0 0,0 1 0,0-1 0,0 0 0,0 1 0,0-1 0,0 1 0,0-1 0,0 0 0,1 1 0,-1-1 0,0 1 0,0-1 0,1 1 0,-1-1 0,1 0 0,7-7-6787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7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0 24575,'0'5'0,"0"5"0,0 5 0,0 4 0,-4 0 0,-1 0 0,-1 1 0,2 2 0,1 0 0,1 2 0,-3-3 0,-1-2 0,-4-4 0,0 1 0,-2-4 0,-4-3 0,-3-3 0,1-3-8191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7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 24575,'34'-12'0,"-16"4"0,3 1 0,1 0 0,0 2 0,0 1 0,0 0 0,41 0 0,-35 3-111,-18 0-3,0 1 0,0-1 0,0 2 0,0-1 0,-1 1 0,1 1 0,0 0 0,-1 0 0,1 1 0,10 4 0,-4 4-6712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7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24575,'0'3'0,"0"0"0,0 0 0,0 0 0,1 0 0,-1-1 0,1 1 0,0 0 0,0 0 0,0-1 0,0 1 0,0-1 0,0 1 0,1-1 0,-1 1 0,1-1 0,0 0 0,0 1 0,0-1 0,0 0 0,0-1 0,0 1 0,0 0 0,1 0 0,-1-1 0,0 0 0,1 1 0,3 0 0,6 2 0,1 0 0,-1-1 0,1-1 0,24 2 0,6 1 0,19 3-31,1-2 0,115-6 0,-81-1-1241,-75 1-5554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28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696 29 24575,'0'29'0,"2"0"0,0 0 0,10 42 0,-9-58 0,0-1 0,-1 1 0,-1-1 0,0 1 0,0 0 0,-1 0 0,-1-1 0,-3 22 0,4-33 0,0-1 0,0 1 0,0-1 0,0 1 0,0-1 0,0 1 0,0-1 0,-1 0 0,1 1 0,0-1 0,0 1 0,0-1 0,0 1 0,-1-1 0,1 0 0,0 1 0,-1-1 0,1 1 0,0-1 0,-1 0 0,1 1 0,0-1 0,-1 0 0,1 0 0,0 1 0,-1-1 0,1 0 0,-1 0 0,1 0 0,-1 1 0,-6-14 0,1-23 0,4 12 0,1-1 0,1 1 0,4-29 0,-3 45 0,1 1 0,0-1 0,0 0 0,1 0 0,0 1 0,0 0 0,1-1 0,0 1 0,0 1 0,0-1 0,1 0 0,0 1 0,10-9 0,-9 10 0,0 0 0,0 0 0,1 0 0,0 1 0,0 0 0,0 1 0,0-1 0,1 1 0,-1 1 0,1-1 0,0 1 0,0 1 0,-1 0 0,16-1 0,-18 2 0,0 0 0,1 0 0,-1 1 0,1 0 0,-1 0 0,0 0 0,0 1 0,1-1 0,-1 1 0,0 1 0,-1-1 0,1 1 0,0 0 0,-1 0 0,1 0 0,-1 0 0,0 1 0,0 0 0,0 0 0,-1 0 0,0 0 0,5 8 0,16 25 0,-17-27 0,1 0 0,-2 1 0,1 0 0,-2 1 0,1-1 0,-2 1 0,1 0 0,-2 1 0,4 16 0,4 20 0,-9-42 0,1 1 0,-1-1 0,-1 0 0,0 1 0,0-1 0,0 1 0,-1-1 0,0 1 0,0-1 0,-2 14 0,0-18 0,0 0 0,1-1 0,-1 1 0,0 0 0,-1 0 0,1-1 0,0 0 0,-1 1 0,1-1 0,-1 0 0,0 0 0,0 0 0,0-1 0,0 1 0,0-1 0,0 1 0,0-1 0,-4 1 0,-5 1 0,1 0 0,-1 0 0,-21 1 0,17-3 0,-118 13 0,-1 11 0,105-20 0,0-1 0,0-2 0,0-1 0,-37-3 0,-53 2 0,46 12 0,54-8 0,0 0 0,-27 0 0,-8-4-56,30 0-271,-1 0 0,1 1-1,-39 8 1,43-4-6499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3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875 77 24575,'-6'-1'0,"-1"0"0,0-1 0,0 0 0,1 0 0,-1 0 0,-6-4 0,-5-2 0,-12-3 0,0 1 0,-1 1 0,0 2 0,0 1 0,-1 2 0,-41-1 0,-296 6 0,362-1 0,0 1 0,0 0 0,1 0 0,-1 0 0,1 0 0,-1 1 0,1 0 0,-1 1 0,1-1 0,0 1 0,0 1 0,0-1 0,1 1 0,-1 0 0,1 0 0,0 0 0,0 1 0,0 0 0,1 0 0,-1 0 0,-4 8 0,3-3 0,0 1 0,1 0 0,0 0 0,1 0 0,0 1 0,1-1 0,0 1 0,0 0 0,2 0 0,-1 0 0,1 15 0,1-19 0,0 0 0,0 0 0,1 0 0,0 0 0,0 0 0,1 0 0,0 0 0,0 0 0,1 0 0,0-1 0,0 1 0,1-1 0,0 0 0,0 0 0,1-1 0,0 1 0,0-1 0,0 0 0,11 9 0,-5-6 0,1 0 0,-1-1 0,1-1 0,1 0 0,-1-1 0,1 0 0,26 8 0,-11-7 0,0 0 0,55 4 0,-68-9 0,0-2 0,0 0 0,0-1 0,0 0 0,1-1 0,15-5 0,-22 5 0,-1-1 0,0 0 0,0-1 0,0 1 0,0-2 0,-1 1 0,1-1 0,-1 0 0,0-1 0,-1 1 0,12-14 0,-11 11 20,0-1 0,-1 0 0,-1 0 0,1 0 0,5-15 0,-9 19-126,0 0 0,-1 0 0,0 0 0,0 0 0,0 0 0,0 0-1,-1 0 1,0-1 0,0 1 0,0 0 0,-1 0 0,0 0 0,-1-6 0,-4-5-6720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3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24575,'1'3'0,"0"0"0,0 0 0,1 0 0,0 0 0,-1-1 0,1 1 0,0 0 0,0-1 0,0 1 0,1-1 0,-1 0 0,0 1 0,1-1 0,0 0 0,-1-1 0,5 3 0,14 14 0,-11-10 0,-1 0 0,1 0 0,0-1 0,1-1 0,21 11 0,-4-2 0,104 47 0,-118-56 5,0 0-1,1-1 1,-1 0-1,1-2 0,0 1 1,0-2-1,21 2 1,112-6-171,-62 0-1069,-65 2-5591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3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53 128 24575,'0'-5'0,"0"0"0,0 1 0,1-1 0,-1 0 0,1 1 0,0-1 0,1 0 0,-1 1 0,1-1 0,0 1 0,0 0 0,0 0 0,0-1 0,1 2 0,0-1 0,0 0 0,0 0 0,0 1 0,0 0 0,1-1 0,0 1 0,-1 1 0,1-1 0,0 0 0,0 1 0,1 0 0,-1 0 0,8-2 0,5-1 0,0 1 0,1 1 0,-1 0 0,1 1 0,0 1 0,23 2 0,24-1 0,45 3 0,-108-3 0,1 0 0,-1 1 0,0-1 0,0 0 0,0 1 0,1 0 0,-1-1 0,0 1 0,0 0 0,0 0 0,0 0 0,0 0 0,-1 0 0,1 1 0,0-1 0,0 1 0,-1-1 0,1 1 0,-1-1 0,1 1 0,0 2 0,0-1 0,-1 0 0,0-1 0,-1 1 0,1 0 0,0 0 0,-1 0 0,1 0 0,-1 0 0,0 0 0,0 0 0,0 0 0,-1 0 0,1 0 0,-1 3 0,-1 0 0,1 1 0,-2-1 0,1 0 0,0 0 0,-1 0 0,0 0 0,-1 0 0,1-1 0,-1 1 0,0-1 0,-1 0 0,1 0 0,-9 7 0,-7-1 0,0 0 0,-1-1 0,0-2 0,-27 9 0,15-8 0,15-4 0,0 0 0,-34 16 0,22-8 0,0-1 0,-55 14 0,53-17 0,31-8 0,-1-1 0,1 0 0,0 0 0,0 0 0,0 1 0,0-1 0,1 1 0,-1-1 0,0 0 0,0 1 0,0 0 0,0-1 0,0 1 0,0 0 0,1-1 0,-1 1 0,0 0 0,0 1 0,1-2 0,0 1 0,0-1 0,0 1 0,0-1 0,0 1 0,0-1 0,1 1 0,-1-1 0,0 1 0,0-1 0,1 0 0,-1 1 0,0-1 0,1 0 0,-1 1 0,0-1 0,1 0 0,-1 1 0,0-1 0,1 0 0,-1 1 0,1-1 0,-1 0 0,1 0 0,-1 0 0,1 1 0,38 10 0,226-8 0,-140-5 0,89 2-1365,-193 0-5461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4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1 24575,'-14'0'0,"2"0"0,1 0 0,-1 0 0,1 1 0,-1 1 0,-18 4 0,27-5 0,0 0 0,0 1 0,1-1 0,-1 1 0,0-1 0,1 1 0,-1 0 0,1 0 0,-1 0 0,1 0 0,0 1 0,0-1 0,0 0 0,0 1 0,1 0 0,-1-1 0,0 1 0,1 0 0,0 0 0,0 0 0,0 0 0,0 0 0,0 0 0,1 0 0,-1 5 0,0 0 0,1 0 0,0-1 0,0 1 0,1 0 0,0 0 0,0-1 0,1 1 0,0-1 0,0 1 0,1-1 0,-1 0 0,2 0 0,5 10 0,6 5 0,0-1 0,32 33 0,1 1 0,-46-52 0,0-1 0,0 1 0,-1 0 0,1-1 0,-1 1 0,1 0 0,-1 0 0,0 0 0,0 0 0,0 0 0,-1 0 0,1 0 0,-1 0 0,1 1 0,-1 3 0,-1-5 0,1-1 0,-1 1 0,1 0 0,-1-1 0,1 1 0,-1-1 0,0 0 0,0 1 0,1-1 0,-1 0 0,0 1 0,0-1 0,-1 0 0,1 0 0,0 0 0,0 0 0,0 0 0,-1 0 0,1 0 0,-1 0 0,1-1 0,0 1 0,-1 0 0,1-1 0,-1 1 0,0-1 0,1 0 0,-1 1 0,1-1 0,-1 0 0,-2 0 0,2 0-52,0 0-1,0 0 1,0 0-1,0 0 1,0 0-1,1-1 1,-1 1-1,0-1 1,0 1-1,0-1 1,0 0-1,0 0 1,1 0-1,-1 0 1,0 0-1,1 0 1,-1 0-1,1 0 1,-1-1-1,1 1 1,0-1-1,-1 1 1,1-1-1,0 1 0,-2-4 1,-4-11-6774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4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24575,'0'4'0,"4"2"0,2 3 0,-1 6 0,0 3 0,-2 3 0,-1 3 0,-1 1 0,-1 1 0,0-1 0,0 1 0,0 0 0,0-1 0,-1 0 0,-3-4 0,-6-6 0,-5-5 0,-1-5-8191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4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24575,'12'-1'0,"0"0"0,0-1 0,20-5 0,22-4 0,-27 7 0,1 2 0,-1 1 0,1 1 0,0 1 0,33 6 0,-58-6-54,0 0-1,-1-1 0,1 1 1,0 0-1,-1 1 1,1-1-1,-1 0 0,1 1 1,-1-1-1,0 1 1,1 0-1,-1-1 0,0 1 1,0 0-1,0 1 0,-1-1 1,1 0-1,0 0 1,-1 1-1,0-1 0,1 1 1,-1-1-1,0 1 1,1 3-1,2 12-6771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4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24575,'0'2'0,"1"-1"0,0 1 0,0-1 0,-1 1 0,1-1 0,0 1 0,1-1 0,-1 0 0,0 1 0,0-1 0,1 0 0,-1 0 0,0 0 0,1 0 0,-1 0 0,1 0 0,2 1 0,29 13 0,-9-9 0,0-2 0,0-1 0,0 0 0,0-2 0,0-1 0,31-4 0,15 2 0,29 2-1365,-78 0-5461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5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350 0 24575,'3'114'0,"-6"122"0,2-230 0,0 0 0,0 0 0,-1 0 0,0 0 0,0 0 0,0 0 0,-1-1 0,0 1 0,0-1 0,0 0 0,-1 1 0,0-2 0,0 1 0,0 0 0,0-1 0,-1 0 0,0 0 0,1 0 0,-2 0 0,1-1 0,-10 5 0,14-7 0,-1-1 0,1 0 0,0 1 0,0-1 0,0 0 0,0 0 0,0 0 0,0 0 0,0 0 0,0 0 0,0 0 0,0 0 0,0-1 0,0 1 0,0 0 0,0 0 0,0-1 0,0 1 0,0-1 0,0 1 0,0-1 0,0 1 0,0-1 0,-1-1 0,0 0 0,1 0 0,-1 0 0,1 0 0,0 0 0,0 0 0,0-1 0,0 1 0,0 0 0,0-1 0,0-3 0,-1-7 0,0-1 0,2 1 0,0-17 0,0 22 0,0-44 0,4-75 0,-4 122 0,1 1 0,0-1 0,0 1 0,0-1 0,0 1 0,1 0 0,-1 0 0,1 0 0,0 0 0,1 0 0,-1 0 0,1 0 0,-1 1 0,1-1 0,0 1 0,0 0 0,5-4 0,-2 4 0,-1-1 0,2 0 0,-1 1 0,0 0 0,0 1 0,1-1 0,0 1 0,-1 0 0,1 1 0,10-2 0,-5 2 0,-1 1 0,1 0 0,0 0 0,0 1 0,0 0 0,0 1 0,0 1 0,-1 0 0,1 0 0,-1 1 0,0 1 0,19 10 0,-18-5 0,-1 1 0,0 1 0,-1-1 0,0 2 0,0 0 0,-2 0 0,8 14 0,-14-23 0,2 2 0,-1 0 0,0 0 0,-1 1 0,1-1 0,-2 0 0,1 1 0,0 0 0,-1-1 0,0 1 0,-1 0 0,0-1 0,0 1 0,0 0 0,-1 0 0,0-1 0,0 1 0,-4 11 0,4-14 0,-1 1 0,0-1 0,0 0 0,0 1 0,-1-1 0,1 0 0,-1 0 0,0 0 0,0-1 0,0 1 0,-1-1 0,1 0 0,-1 0 0,0 0 0,0 0 0,0-1 0,0 1 0,-1-1 0,1 0 0,0 0 0,-1-1 0,0 0 0,1 1 0,-1-1 0,-5 0 0,-61 3 0,-70-7 0,28 1 0,78 2-112,11 1-202,-1-1 1,0-2 0,-45-7 0,49 3-6513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5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 24575,'7'-1'0,"0"0"0,1-1 0,-1 0 0,13-5 0,2 0 0,4-1 0,-6 2 0,1 1 0,-1 1 0,1 0 0,25 0 0,128 5-1365,-153-1-5461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9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24575,'1'0'0,"0"1"0,0-1 0,0 0 0,0 1 0,0-1 0,0 1 0,0-1 0,-1 1 0,1-1 0,0 1 0,0 0 0,0 0 0,-1-1 0,1 1 0,0 0 0,-1 0 0,1 0 0,-1-1 0,1 1 0,-1 0 0,1 0 0,-1 0 0,0 0 0,1 0 0,-1 0 0,0 0 0,0 2 0,6 35 0,-5-27 0,23 81 0,-18-71 0,0 0 0,-1 0 0,-1 0 0,2 31 0,-7 398 0,-5-406 120,-5-25-321,11-19 161,-1 0 0,1 1 0,-1-1-1,1 0 1,-1 0 0,0 0 0,1 1 0,-1-1 0,1 0 0,-1 0 0,1 0-1,-1 0 1,0 0 0,1 0 0,-1 0 0,1 0 0,-1 0 0,0 0 0,1 0-1,-1-1 1,1 1 0,-1 0 0,1 0 0,-1-1 0,1 1 0,-1 0 0,1-1-1,-1 1 1,1 0 0,-1-1 0,0 0 0,-7-7-6786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39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24575,'4'-3'0,"-1"0"0,1 1 0,0-1 0,0 1 0,0 0 0,0 1 0,0-1 0,0 1 0,0-1 0,1 1 0,-1 0 0,7 0 0,59-1 0,-51 2 0,755 1-1365,-752-1-5461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0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29 24575,'-28'-10'0,"4"0"0,3 7 0,0 0 0,-39 1 0,52 2 0,1 0 0,-1 1 0,1 0 0,0 0 0,-1 1 0,1 0 0,0 0 0,0 1 0,0 0 0,0 0 0,-10 6 0,14-5 0,0-1 0,-1 1 0,1 0 0,1 0 0,-1 1 0,1-1 0,-1 1 0,1-1 0,0 1 0,1-1 0,-3 10 0,-9 56 0,11-56 0,1 1 0,0-1 0,0 1 0,2 0 0,0-1 0,0 1 0,2-1 0,0 1 0,0-1 0,1 0 0,1 0 0,0-1 0,13 24 0,-2-10 0,1 0 0,32 38 0,-13-26 0,-13-16 0,30 42 0,-48-59 0,-1 1 0,0-1 0,0 1 0,0 0 0,-1 1 0,0-1 0,-1 0 0,1 1 0,-2 0 0,1-1 0,0 15 0,-2-20 0,0 0 0,0 1 0,0-1 0,-1 0 0,1 0 0,-1 0 0,0 0 0,1 0 0,-1 0 0,0 0 0,0 0 0,0 0 0,-1 0 0,1 0 0,0-1 0,-1 1 0,1-1 0,-1 1 0,0-1 0,1 1 0,-1-1 0,0 0 0,0 0 0,0 0 0,0 0 0,0 0 0,0 0 0,0 0 0,0-1 0,0 1 0,0-1 0,-3 1 0,-9 1 0,0-1 0,0 0 0,0-1 0,-14-1 0,12 0 0,-15 1 0,-29 0 0,57 0 0,0-1 0,-1 1 0,1-1 0,0 1 0,0-1 0,-1 0 0,1 0 0,0-1 0,0 1 0,0-1 0,0 1 0,0-1 0,-2-3 0,4 5 0,1-1 0,-1 1 0,1-1 0,-1 1 0,1-1 0,0 1 0,0-1 0,-1 0 0,1 1 0,0-1 0,0 0 0,0 1 0,-1-1 0,1 0 0,0 1 0,0-1 0,0 0 0,0 1 0,0-1 0,1 0 0,-1 1 0,0-1 0,0 0 0,0 1 0,0-1 0,1 0 0,-1 1 0,0-1 0,1 1 0,-1-1 0,0 1 0,1-1 0,-1 1 0,1-1 0,-1 1 0,1-1 0,-1 1 0,1-1 0,0 0 0,29-19 0,-20 15 0,10-7-1365,-2 1-5461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0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25 24575,'-8'0'0,"0"-1"0,1-1 0,-1 1 0,-15-6 0,-22-4 0,38 10 0,-1 0 0,1 1 0,0-1 0,-1 2 0,1-1 0,-12 3 0,17-2 0,0 0 0,0-1 0,-1 1 0,1 0 0,0 1 0,0-1 0,1 0 0,-1 0 0,0 1 0,0-1 0,1 1 0,-1 0 0,1-1 0,-1 1 0,1 0 0,0 0 0,-1 0 0,1 0 0,0 0 0,0 0 0,1 0 0,-1 1 0,0-1 0,1 0 0,-1 3 0,-2 21 0,1 0 0,1 0 0,5 49 0,-1-1 0,-3-41 0,4 73 0,-3-95 0,1 0 0,1 0 0,0 1 0,0-2 0,1 1 0,0 0 0,7 12 0,-6-17 0,0 0 0,0 0 0,1-1 0,0 1 0,0-1 0,0 0 0,0-1 0,9 5 0,21 17 0,-31-22 0,0 0 0,0-1 0,1 0 0,-1 0 0,1 0 0,0 0 0,0-1 0,-1 0 0,2 0 0,-1-1 0,0 0 0,0 0 0,0 0 0,1-1 0,-1 1 0,0-2 0,1 1 0,5-2 0,-7 1 0,0 1 0,0-2 0,0 1 0,-1-1 0,1 1 0,-1-1 0,1-1 0,-1 1 0,0 0 0,0-1 0,0 0 0,0 0 0,0 0 0,-1-1 0,1 1 0,-1-1 0,0 0 0,0 0 0,0 0 0,-1 0 0,1-1 0,-1 1 0,2-7 0,0-9 0,0 0 0,-1 0 0,-2 0 0,0-1 0,-1 1 0,-3-22 0,2 14 0,1 31-56,0 6 93,0 0 0,0 0-1,0 0 1,-4 16-1,3-22-98,0 0 0,1 0 0,-1-1-1,0 1 1,-1 0 0,1-1 0,0 1 0,-1-1 0,1 0-1,-1 1 1,0-1 0,0 0 0,0 0 0,0 0 0,0 0-1,0-1 1,-1 1 0,1 0 0,0-1 0,-1 0-1,1 1 1,-1-1 0,-3 1 0,-13 2-6764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1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1 307 24575,'3'-1'0,"0"0"0,-1 0 0,1 0 0,0-1 0,-1 1 0,1-1 0,-1 0 0,1 1 0,-1-1 0,3-3 0,16-10 0,32-5 0,65-14 0,-106 31 0,-11 3 0,33-10 0,0 2 0,0 1 0,52-2 0,-77 8 0,-1 0 0,1 0 0,0 0 0,0-1 0,-1 0 0,1-1 0,14-6 0,-18 6 0,0 1 0,0-1 0,-1 0 0,1 0 0,-1-1 0,0 0 0,0 1 0,0-1 0,0 0 0,0-1 0,-1 1 0,0-1 0,4-7 0,7-7 0,-14 19 0,0 0 0,1 0 0,-1 0 0,0 0 0,1 0 0,-1 0 0,0 0 0,1-1 0,-1 1 0,0 0 0,1 0 0,-1 1 0,1-1 0,-1 0 0,0 0 0,1 0 0,-1 0 0,0 0 0,1 0 0,-1 0 0,0 0 0,1 1 0,-1-1 0,0 0 0,0 0 0,1 1 0,-1-1 0,0 0 0,0 0 0,1 1 0,-1-1 0,0 1 0,3 3 0,0 1 0,-1 0 0,0 0 0,0 0 0,1 10 0,2 5 0,-2 1 0,0 0 0,-1 28 0,-2-28 0,1 0 0,2 0 0,5 27 0,3 12 0,-9-46 0,0 1 0,1-1 0,1 0 0,9 22 0,-8-76 0,-6 21 0,-1 0 0,-8-36 0,5 34 0,2 0 0,-2-25 0,4 28 0,3-188 0,-2 204 0,1 0 0,-1-1 0,0 1 0,1 0 0,0 0 0,0 0 0,-1 0 0,1-1 0,0 1 0,1 0 0,-1 1 0,0-1 0,1 0 0,-1 0 0,1 0 0,-1 1 0,1-1 0,2-1 0,0 0 0,0 1 0,0 0 0,0 1 0,0-1 0,0 0 0,0 1 0,1 0 0,-1 0 0,5 0 0,3 0 0,0 1 0,0 0 0,0 0 0,0 2 0,0-1 0,16 6 0,-24-6 0,-1 0 0,1 0 0,-1 1 0,0-1 0,0 1 0,0 0 0,0 0 0,0 0 0,0 1 0,-1-1 0,1 1 0,-1-1 0,0 1 0,1 0 0,-1 0 0,-1 0 0,1 0 0,0 0 0,-1 1 0,1-1 0,-1 0 0,0 1 0,0-1 0,0 1 0,0 6 0,-1-6 0,1 1 0,-1-1 0,0 0 0,-1 1 0,1-1 0,-1 0 0,0 1 0,0-1 0,0 0 0,0 0 0,-1 0 0,0 0 0,0 0 0,0 0 0,0 0 0,-1-1 0,1 1 0,-1-1 0,0 1 0,0-1 0,-4 3 0,-31 20 0,25-18 0,1 1 0,-1 0 0,1 1 0,1 0 0,-12 14 0,20-21 0,1 0 0,0 1 0,0-1 0,0 1 0,0-1 0,0 1 0,1 0 0,0-1 0,-1 1 0,2 0 0,-1 0 0,0 0 0,1 0 0,-1 0 0,1 0 0,0 0 0,1 0 0,-1 0 0,1 0 0,0 0 0,0 0 0,0 0 0,0-1 0,3 7 0,-1-4 0,0-1 0,0 1 0,1-1 0,-1 0 0,1 0 0,0-1 0,1 1 0,-1-1 0,8 6 0,49 28 0,-8-5 0,-27-17 0,1 0 0,1-2 0,51 19 0,-41-18 0,-29-11-273,0-1 0,1 0 0,0-1 0,14 2 0,-5-3-6553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4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1 310 24575,'5'-1'0,"1"0"0,0 0 0,-1 0 0,1 0 0,-1-1 0,0 0 0,1 0 0,-1 0 0,0-1 0,0 0 0,0 0 0,-1 0 0,1-1 0,-1 1 0,0-1 0,0 0 0,0 0 0,0-1 0,-1 1 0,1-1 0,2-6 0,6-9 0,-1 0 0,-2-1 0,14-40 0,-14 20 0,-9 35 0,1 0 0,0 0 0,1 0 0,-1 0 0,1 0 0,0 1 0,0-1 0,1 0 0,0 1 0,5-8 0,-8 12 0,0 1 0,1-1 0,-1 1 0,0-1 0,1 1 0,-1 0 0,0-1 0,1 1 0,-1 0 0,1-1 0,-1 1 0,1 0 0,-1 0 0,0-1 0,1 1 0,-1 0 0,1 0 0,-1 0 0,1-1 0,-1 1 0,1 0 0,-1 0 0,1 0 0,-1 0 0,1 0 0,0 0 0,-1 0 0,1 0 0,-1 0 0,1 1 0,0-1 0,8 14 0,-3 25 0,-5 262 0,-3-146 0,2-56-1365,0-78-5461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4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1 24575,'8'0'0,"0"0"0,-1 1 0,1 0 0,-1 0 0,1 1 0,-1 0 0,0 0 0,0 1 0,0 0 0,0 0 0,7 5 0,-12-7 0,1 1 0,-1 0 0,0 0 0,0 0 0,0 0 0,0 0 0,0 0 0,-1 0 0,1 0 0,0 1 0,-1-1 0,0 1 0,0-1 0,0 1 0,0-1 0,0 1 0,0 0 0,0 0 0,-1-1 0,0 1 0,1 0 0,-1 0 0,0 0 0,-1-1 0,1 1 0,0 0 0,-1 0 0,1 0 0,-1-1 0,0 1 0,0 0 0,-2 4 0,-3 3 0,0-1 0,-1 1 0,0-1 0,0 0 0,-1-1 0,0 1 0,-1-2 0,-10 9 0,-15 15 0,-72 63 0,92-83-1365,0-2-5461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6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224 573 24575,'0'-6'0,"0"-9"0,0 0 0,-1-1 0,0 1 0,-7-25 0,7 36 0,0 1 0,0-1 0,-1 1 0,1-1 0,-1 1 0,0-1 0,0 1 0,0 0 0,-1 0 0,1 0 0,-1 0 0,0 0 0,1 1 0,-1-1 0,0 1 0,-1 0 0,1 0 0,0 0 0,-1 0 0,1 0 0,-1 1 0,1-1 0,-8-1 0,6 2 0,0 0 0,1 1 0,-1-1 0,0 1 0,0-1 0,0 1 0,0 1 0,1-1 0,-1 1 0,-8 2 0,11-2 0,-1 0 0,1 0 0,0 0 0,0 0 0,0 1 0,0-1 0,0 1 0,0-1 0,1 1 0,-1 0 0,0 0 0,1 0 0,-1 0 0,1 0 0,0 0 0,0 0 0,0 0 0,0 0 0,0 1 0,0-1 0,0 0 0,0 6 0,-25 168 0,15-111 0,8-53 0,0 1 0,1 0 0,0 0 0,1-1 0,1 1 0,0 0 0,0 0 0,2 0 0,4 22 0,-4-30 0,1 0 0,-1 0 0,1 0 0,1 0 0,-1 0 0,1 0 0,0-1 0,0 0 0,0 0 0,0 0 0,1 0 0,0-1 0,0 0 0,0 1 0,0-2 0,0 1 0,0-1 0,1 0 0,-1 0 0,1 0 0,11 1 0,-9-1 0,0 0 0,0-1 0,1 0 0,-1 0 0,0-1 0,1 0 0,-1-1 0,0 0 0,1 0 0,-1-1 0,0 0 0,0 0 0,0-1 0,0 0 0,9-5 0,40-24 0,-42 25 0,-1-1 0,-1 0 0,1-1 0,22-18 0,-10 2 0,1-1 0,34-40 0,-36 34 0,-3-1 0,0-1 0,19-45 0,-25 40 0,-2 0 0,15-67 0,-25 87 0,5-15 0,-1-1 0,-2 0 0,-2 0 0,-1 0 0,-2-55 0,-1 88 0,0 0 0,0 0 0,0 0 0,-1 0 0,1 0 0,-1 0 0,1 0 0,-1 0 0,0 0 0,1 0 0,-1 0 0,0 0 0,0 0 0,-1 1 0,1-1 0,0 0 0,-1 1 0,1-1 0,0 1 0,-1 0 0,0-1 0,1 1 0,-1 0 0,0 0 0,0 0 0,1 0 0,-1 0 0,0 0 0,0 1 0,0-1 0,0 1 0,0-1 0,0 1 0,0 0 0,0 0 0,-4 0 0,3 0 0,0 1 0,-1-1 0,1 1 0,0 0 0,0 0 0,0 1 0,-1-1 0,2 1 0,-1-1 0,0 1 0,0 0 0,0 0 0,1 0 0,-1 0 0,1 1 0,0-1 0,-1 1 0,1-1 0,0 1 0,1 0 0,-1 0 0,-1 3 0,-5 12 0,2 1 0,0 0 0,1 0 0,1 0 0,-2 29 0,4 99 0,2-107 0,2-15 0,2-1 0,0 1 0,1-1 0,16 42 0,21 41 0,-35-93 0,1-1 0,0 1 0,1-1 0,0-1 0,1 1 0,1-2 0,13 13 0,-21-21 0,2 1 0,-1-1 0,0 0 0,1-1 0,-1 1 0,1-1 0,0 0 0,0 0 0,0 0 0,0-1 0,0 0 0,0 0 0,0 0 0,0 0 0,6-1 0,-8 0 0,1-1 0,-1 1 0,1-1 0,-1 0 0,0 0 0,1 0 0,-1 0 0,0 0 0,0-1 0,0 0 0,0 1 0,0-1 0,0 0 0,-1-1 0,1 1 0,-1 0 0,1-1 0,-1 1 0,0-1 0,0 0 0,0 0 0,0 0 0,0 0 0,1-3 0,0-4 0,0 0 0,-1 0 0,0 0 0,0 0 0,-1 0 0,0 0 0,-1 0 0,0 0 0,0-1 0,-3-9 0,2 10 0,0-1 0,0 1 0,1-1 0,0 0 0,1 1 0,0-1 0,1 1 0,6-20 0,-8 29 0,0 0 0,0 0 0,0 1 0,1-1 0,-1 0 0,0 0 0,1 0 0,-1 0 0,0 1 0,1-1 0,-1 0 0,1 0 0,-1 1 0,1-1 0,0 0 0,-1 1 0,1-1 0,0 0 0,-1 1 0,1-1 0,0 1 0,0-1 0,-1 1 0,1 0 0,0-1 0,0 1 0,0 0 0,0-1 0,0 1 0,0 0 0,-1 0 0,1 0 0,0 0 0,0 0 0,0 0 0,0 0 0,0 0 0,0 0 0,0 0 0,0 1 0,-1-1 0,1 0 0,0 1 0,0-1 0,0 0 0,0 1 0,-1-1 0,1 1 0,0-1 0,-1 1 0,1 0 0,0-1 0,-1 1 0,1 0 0,-1-1 0,2 2 0,5 7 0,0-1 0,-1 2 0,10 17 0,-8-13 0,3 5 0,16 40 0,-23-49 0,0 1 0,1-1 0,-1 0 0,2 0 0,0 0 0,0 0 0,1-1 0,0 0 0,0-1 0,1 0 0,0 0 0,12 9 0,-6-7 0,-10-7 0,1 0 0,-1 1 0,1-1 0,0-1 0,0 1 0,7 1 0,-11-3 0,0-1 0,1 0 0,-1 0 0,0 1 0,1-1 0,-1 0 0,1 0 0,-1-1 0,0 1 0,1 0 0,-1 0 0,1-1 0,-1 1 0,0-1 0,0 1 0,1-1 0,-1 0 0,0 1 0,0-1 0,0 0 0,1 0 0,-1 0 0,0 0 0,0 0 0,0 0 0,-1 0 0,1 0 0,0 0 0,0 0 0,0-2 0,5-7 0,-2 0 0,1-1 0,-2 1 0,1-1 0,-1 0 0,-1 0 0,0 0 0,-1-1 0,0 1 0,0-11 0,3-30 0,-4 51 0,0 1 0,0 0 0,0 0 0,0-1 0,0 1 0,0 0 0,0-1 0,0 1 0,0 0 0,0-1 0,0 1 0,0 0 0,0-1 0,0 1 0,0 0 0,0-1 0,0 1 0,0 0 0,1-1 0,-1 1 0,0 0 0,0 0 0,0-1 0,0 1 0,1 0 0,-1 0 0,0-1 0,0 1 0,1 0 0,-1 0 0,0-1 0,0 1 0,1 0 0,-1 0 0,0 0 0,1 0 0,-1 0 0,7 11 0,2 22 0,-7-23 0,1 1 0,1-1 0,-1 0 0,1 0 0,1 0 0,7 12 0,-9-19 0,-1 1 0,1 0 0,0-1 0,0 1 0,0-1 0,0 0 0,1 0 0,-1 0 0,1-1 0,0 1 0,0-1 0,0 0 0,0 0 0,0 0 0,0 0 0,0-1 0,7 2 0,11-1-1365,-2-1-5461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6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19 24575,'0'-1'0,"0"0"0,0 0 0,-1 1 0,1-1 0,0 0 0,-1 0 0,1 0 0,-1 0 0,1 0 0,-1 1 0,1-1 0,-1 0 0,0 0 0,1 1 0,-1-1 0,0 1 0,0-1 0,1 0 0,-1 1 0,0-1 0,0 1 0,0 0 0,0-1 0,0 1 0,0 0 0,0-1 0,0 1 0,0 0 0,1 0 0,-1 0 0,0 0 0,0 0 0,-2 0 0,-1 0 0,-1 0 0,1 0 0,0 1 0,0-1 0,0 1 0,-7 1 0,8 0 0,0 0 0,0 0 0,0 0 0,1 1 0,-1-1 0,1 0 0,-1 1 0,1 0 0,0-1 0,0 1 0,0 0 0,0 0 0,1 1 0,-1-1 0,1 0 0,0 0 0,0 1 0,0-1 0,0 0 0,0 1 0,1-1 0,-1 7 0,0 8 0,1 0 0,0 0 0,3 19 0,-2-26 0,1-1 0,1 1 0,-1 0 0,2-1 0,-1 1 0,1-1 0,1 0 0,0-1 0,0 1 0,1-1 0,0 0 0,11 12 0,-10-13 0,0 1 0,-1 0 0,0 1 0,0-1 0,5 15 0,-10-23 0,-1 1 0,1-1 0,0 1 0,-1 0 0,0-1 0,1 1 0,-1 0 0,0-1 0,0 1 0,0 0 0,0-1 0,0 1 0,0 0 0,-1-1 0,1 1 0,0 0 0,-1-1 0,0 1 0,1-1 0,-1 1 0,0 0 0,0-1 0,1 0 0,-1 1 0,0-1 0,-1 0 0,1 1 0,0-1 0,0 0 0,0 0 0,-1 0 0,1 0 0,-1 0 0,1 0 0,-1 0 0,1-1 0,-1 1 0,1 0 0,-1-1 0,1 0 0,-1 1 0,0-1 0,1 0 0,-3 1 0,3-1 5,0 0 0,-1 0-1,1 1 1,0-1 0,0 0 0,-1 0-1,1 0 1,0 0 0,0-1-1,-1 1 1,1 0 0,0 0 0,0-1-1,-1 1 1,1-1 0,0 1-1,0-1 1,0 0 0,0 1 0,0-1-1,0 0 1,0 0 0,0 1-1,-1-2 1,0-1-153,1 1-1,-1-1 1,1 1 0,-1-1 0,1 0-1,0 1 1,0-1 0,0 0-1,-1-3 1,-1-13-6678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6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24575,'-2'114'0,"5"122"0,-1-218 0,2-1 0,0 1 0,10 25 0,-8-27 0,-1-1 0,0 1 0,-2 0 0,3 24 0,-5-29-93,0 3 168,-1 1 0,-2 28 0,2-40-154,-1 0 0,0 1 1,1-1-1,-1 0 0,0 1 0,-1-1 0,1 0 1,-1 0-1,1 0 0,-1 0 0,0 0 1,0 0-1,0-1 0,0 1 0,-1-1 0,1 1 1,-1-1-1,-3 3 0,-8 2-6747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7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0 296 24575,'351'0'0,"-335"-1"0,0-1 0,-1-1 0,1-1 0,0 0 0,-1-1 0,0 0 0,25-14 0,9-2 0,-40 17 0,0 0 0,-1 0 0,1-1 0,-1-1 0,0 1 0,-1-1 0,15-14 0,-20 18 0,-1 1 0,1-1 0,0 0 0,-1 0 0,1 0 0,-1 0 0,0 0 0,1-1 0,-1 1 0,0 0 0,0 0 0,-1-1 0,1 1 0,0-1 0,-1 1 0,0-1 0,1 1 0,-1-1 0,0 1 0,0-1 0,0 1 0,-1-1 0,1 1 0,-1 0 0,1-1 0,-1 1 0,0-1 0,0 1 0,0 0 0,0-1 0,0 1 0,0 0 0,-1 0 0,1 0 0,-1 0 0,-1-2 0,-2 1 0,1 0 0,0 0 0,-1 1 0,1-1 0,-1 1 0,0 0 0,0 0 0,0 1 0,0-1 0,0 1 0,0 0 0,0 0 0,-7 1 0,4-1 0,0 1 0,0 0 0,0 0 0,0 1 0,0 0 0,0 0 0,-14 5 0,17-3 0,0-1 0,1 1 0,0 0 0,0 1 0,0-1 0,0 1 0,0 0 0,1 0 0,0 0 0,0 0 0,0 0 0,0 1 0,1-1 0,-1 1 0,1 0 0,-3 9 0,0 2 0,1 1 0,0 0 0,-2 32 0,4-34 0,1 0 0,1 0 0,0 0 0,1 1 0,3 15 0,-3-28 0,0 0 0,0 0 0,0 1 0,0-1 0,0 0 0,0 0 0,1 0 0,0-1 0,-1 1 0,1 0 0,0-1 0,1 1 0,-1-1 0,0 1 0,1-1 0,-1 0 0,1 0 0,0 0 0,-1 0 0,1-1 0,0 1 0,0-1 0,0 0 0,0 1 0,1-1 0,-1-1 0,0 1 0,0 0 0,6-1 0,-6 1 0,0-1 0,0 0 0,0 0 0,0-1 0,0 1 0,0-1 0,0 1 0,0-1 0,0 0 0,0 0 0,-1 0 0,1-1 0,0 1 0,-1-1 0,1 1 0,-1-1 0,1 0 0,-1 0 0,0 0 0,3-3 0,2-3 0,-1-1 0,0 0 0,-1-1 0,6-13 0,14-22 0,-7 13 0,-13 21 0,1 0 0,0 1 0,1 0 0,0 0 0,9-9 0,-15 18 0,0-1 0,1 1 0,-1 0 0,1 0 0,-1 0 0,1 0 0,-1 0 0,1 0 0,0 0 0,-1 0 0,1 1 0,0-1 0,0 1 0,0-1 0,-1 1 0,1 0 0,0-1 0,0 1 0,0 0 0,0 0 0,0 0 0,-1 1 0,1-1 0,0 0 0,0 1 0,0-1 0,0 1 0,-1 0 0,1-1 0,0 1 0,-1 0 0,1 0 0,-1 0 0,1 0 0,-1 1 0,1-1 0,1 3 0,3 2 0,-1 1 0,0-1 0,-1 1 0,1 1 0,-1-1 0,-1 0 0,1 1 0,-1 0 0,-1 0 0,0 0 0,0 0 0,0 0 0,-1 0 0,0 10 0,-1-36 0,1 0 0,1 0 0,0 0 0,1 0 0,1 1 0,1-1 0,0 1 0,1 0 0,1 1 0,15-26 0,-17 34-91,1 1 0,0 0 0,0 0 0,1 0 0,-1 1 0,2 0 0,-1 0 0,1 1 0,-1 0 0,1 0 0,1 1 0,-1 0 0,1 0 0,16-4 0,-9 3-6735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8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1 479 24575,'0'-2'0,"0"0"0,1 1 0,-1-1 0,1 1 0,-1-1 0,1 0 0,0 1 0,0-1 0,-1 1 0,1-1 0,0 1 0,0 0 0,0-1 0,1 1 0,-1 0 0,0 0 0,2-2 0,29-18 0,-17 11 0,7-4 0,40-20 0,-41 24 0,-1-1 0,34-24 0,-45 28 0,1 0 0,-1-1 0,0 0 0,-1 0 0,0-1 0,0 0 0,-1-1 0,0 0 0,-1 0 0,0 0 0,-1-1 0,7-17 0,-5 9 0,-2 5 0,-1 1 0,0-1 0,-1 0 0,3-26 0,-6 38 0,0-1 0,0 1 0,0-1 0,0 1 0,0 0 0,-1-1 0,1 1 0,-1-1 0,0 1 0,1 0 0,-1-1 0,0 1 0,-1 0 0,1 0 0,0 0 0,0 0 0,-1 0 0,1 0 0,-1 0 0,0 0 0,0 1 0,1-1 0,-1 1 0,0-1 0,0 1 0,0-1 0,-1 1 0,1 0 0,0 0 0,0 0 0,-1 1 0,1-1 0,0 0 0,-4 1 0,-5-2 0,0 0 0,0 1 0,0 1 0,-1 0 0,1 1 0,0 0 0,0 0 0,0 1 0,0 1 0,-20 7 0,24-7 0,0 0 0,1 0 0,-1 1 0,0 0 0,1 1 0,0-1 0,0 1 0,0 0 0,1 0 0,0 1 0,0 0 0,0 0 0,1 0 0,-1 1 0,2-1 0,-7 14 0,7-9 0,-1 0 0,2 1 0,0 0 0,0-1 0,1 1 0,1 12 0,6 71 0,-6-89 0,1-1 0,0 1 0,0-1 0,0 1 0,1-1 0,0 0 0,0 0 0,0 0 0,1 0 0,-1 0 0,1-1 0,0 1 0,1-1 0,-1 1 0,1-1 0,0 0 0,6 5 0,-3-5 0,1 0 0,-1 0 0,1 0 0,-1-1 0,1 0 0,0-1 0,0 1 0,0-2 0,1 1 0,15 0 0,9 0 0,48-2 0,-70-1 0,-1 0 0,1-1 0,0 0 0,-1-1 0,0 0 0,1-1 0,-1 0 0,12-7 0,-20 10 0,27-16 0,39-30 0,-59 40 0,-1 0 0,0-1 0,0 0 0,-1 0 0,0-1 0,-1 0 0,0 0 0,7-15 0,-10 18 0,0 1 0,0 0 0,0 0 0,0 0 0,1 0 0,7-7 0,-11 11 0,0 1 0,1 0 0,-1-1 0,1 1 0,-1 0 0,1-1 0,-1 1 0,1 0 0,-1 0 0,0-1 0,1 1 0,0 0 0,-1 0 0,1 0 0,-1 0 0,1 0 0,-1-1 0,1 1 0,-1 0 0,1 0 0,-1 0 0,1 1 0,-1-1 0,1 0 0,-1 0 0,1 0 0,-1 0 0,1 0 0,0 1 0,0 0 0,0 1 0,0-1 0,0 0 0,0 1 0,0-1 0,0 1 0,0 0 0,-1-1 0,1 1 0,-1 0 0,1-1 0,-1 1 0,0 0 0,0 3 0,3 25 0,-3 54 0,0-83 0,2-12 0,2-1 0,-1 0 0,2 1 0,8-18 0,33-59 0,-44 84 0,0 1 0,1-1 0,-1 1 0,0 0 0,1 0 0,0 0 0,0 0 0,0 0 0,0 1 0,0-1 0,0 1 0,1 0 0,-1 0 0,1 0 0,0 0 0,-1 1 0,1-1 0,0 1 0,0 0 0,0 0 0,0 1 0,0-1 0,0 1 0,0 0 0,0 0 0,0 0 0,0 0 0,0 1 0,0 0 0,0-1 0,0 2 0,4 0 0,-2 1 0,1-1 0,-1 1 0,0 1 0,0-1 0,0 1 0,0 0 0,0 0 0,-1 1 0,0 0 0,0 0 0,0 0 0,-1 0 0,0 1 0,0 0 0,0 0 0,0 0 0,-1 0 0,2 7 0,35 83 0,-35-87 0,-5-8 0,-7-28 0,6 19 0,0 0 0,1 0 0,0 0 0,0 1 0,1-1 0,1-8 0,-1 14 0,0-1 0,-1 1 0,1 0 0,0 0 0,0 0 0,1 0 0,-1 0 0,0 0 0,1 0 0,-1 0 0,1 0 0,-1 1 0,1-1 0,0 1 0,0-1 0,0 1 0,0 0 0,0 0 0,0-1 0,0 1 0,0 1 0,0-1 0,0 0 0,5 0 0,-3-1 0,0 2 0,1-1 0,-1 0 0,0 1 0,0 0 0,1 0 0,-1 0 0,0 0 0,1 1 0,-1 0 0,0-1 0,0 2 0,0-1 0,0 0 0,0 1 0,0 0 0,0 0 0,7 5 0,-6-2 0,1 0 0,-1 0 0,0 1 0,-1 0 0,1 0 0,-1 0 0,0 0 0,-1 1 0,1 0 0,2 8 0,9 20-1365,-7-22-5461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49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24575,'2'1'0,"0"-1"0,0 1 0,0-1 0,0 1 0,-1 0 0,1 0 0,0 0 0,0 0 0,-1 0 0,1 0 0,0 0 0,-1 0 0,1 1 0,-1-1 0,0 1 0,1-1 0,-1 1 0,0-1 0,0 1 0,0 0 0,1 2 0,19 46 0,-17-40 0,8 20 0,-6-19 0,-2 1 0,1 0 0,-2-1 0,1 2 0,1 12 0,7 47 0,-7-48 0,-1 0 0,1 29 0,-6 170 0,1-222 0,0 0 0,0 0 0,-1 0 0,1 0 0,0 0 0,0 0 0,0 0 0,0 0 0,0-1 0,1 1 0,-1 0 0,0 0 0,0 0 0,1 0 0,-1 0 0,0 0 0,1 0 0,-1 0 0,1-1 0,-1 1 0,1 0 0,-1 0 0,1-1 0,0 1 0,-1 0 0,1-1 0,0 1 0,0 0 0,-1-1 0,1 1 0,0-1 0,0 1 0,0-1 0,0 0 0,0 1 0,1-1 0,2 0 0,0-1 0,0 1 0,0-1 0,0 0 0,-1 0 0,1-1 0,6-2 0,13-5 0,14-1 0,-11 3 0,0 1 0,0 1 0,28-2 0,-45 7 0,-1 0 0,0 0 0,1 1 0,-1 0 0,0 1 0,1 0 0,-1 0 0,0 0 0,0 1 0,-1 0 0,1 1 0,0 0 0,-1 0 0,7 6 0,-12-9 0,7 5 0,1 2 0,-1-1 0,-1 1 0,1 0 0,10 15 0,-17-21 0,-1 0 0,1 0 0,-1 1 0,0-1 0,0 0 0,0 1 0,0-1 0,-1 0 0,1 1 0,0-1 0,-1 1 0,0 0 0,0-1 0,0 1 0,0-1 0,0 1 0,0-1 0,0 1 0,-1-1 0,1 1 0,-1-1 0,0 1 0,0-1 0,0 1 0,0-1 0,0 0 0,-1 0 0,1 0 0,-1 1 0,1-1 0,-1-1 0,-2 4 0,0-2 0,1 0 0,-1-1 0,0 1 0,0-1 0,0 0 0,0 0 0,0 0 0,0 0 0,0-1 0,-1 0 0,1 0 0,-1 0 0,1 0 0,-7-1 0,-12 1 0,-37-3 0,28 0 0,-37 2 0,-38-3 0,103 3-151,-1-1-1,1 0 0,-1 0 0,1 0 1,-1 0-1,1-1 0,0 0 1,-5-2-1,-7-7-6674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0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24575,'2'3'0,"1"1"0,-1 0 0,1-1 0,-1 1 0,0 0 0,0 0 0,-1 0 0,1 1 0,-1-1 0,0 0 0,0 1 0,0 6 0,2 58 0,-4-49 0,0 506 0,-3-482-1365,-1-28-5461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1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24575,'1'-2'0,"-1"0"0,1 0 0,0-1 0,-1 1 0,1 0 0,0 0 0,1 0 0,-1 1 0,0-1 0,0 0 0,1 0 0,-1 1 0,1-1 0,0 1 0,-1-1 0,1 1 0,3-2 0,34-21 0,-30 20 0,0 1 0,0 0 0,1 0 0,-1 1 0,1 0 0,0 0 0,12 0 0,74 4 0,-44 0 0,-45-2 0,6 0 0,1 0 0,-1 1 0,0 0 0,0 1 0,19 5 0,-28-5 0,0-1 0,0 1 0,-1 0 0,1 0 0,-1 1 0,1-1 0,-1 1 0,0 0 0,0 0 0,0 0 0,0 0 0,0 0 0,-1 0 0,1 1 0,-1 0 0,0-1 0,0 1 0,0 0 0,-1 0 0,1 0 0,0 6 0,9 32 0,-7-22 0,2-1 0,0 1 0,1-1 0,15 29 0,-7-20 0,-12-20 0,1 0 0,0-1 0,0 1 0,1-1 0,0 0 0,0 0 0,0-1 0,1 0 0,7 6 0,-13-12 0,1 1 0,-1-1 0,1 1 0,-1-1 0,1 0 0,0 1 0,-1-1 0,1 0 0,0 0 0,-1 0 0,1 0 0,0 1 0,-1-1 0,1 0 0,0 0 0,-1 0 0,1 0 0,0-1 0,-1 1 0,1 0 0,0 0 0,-1 0 0,1 0 0,0-1 0,-1 1 0,1 0 0,0-1 0,-1 1 0,1 0 0,-1-1 0,1 0 0,1-1 0,0 0 0,0 0 0,0 0 0,0-1 0,-1 1 0,1-1 0,-1 1 0,1-4 0,2-5 0,0 0 0,-1 0 0,2-13 0,-2-39 0,-4 50 0,1 1 0,1-1 0,0 0 0,4-16 0,-5 28 0,0 1 0,0-1 0,0 0 0,0 0 0,0 1 0,1-1 0,-1 0 0,0 1 0,0-1 0,1 0 0,-1 1 0,0-1 0,1 1 0,-1-1 0,1 1 0,-1-1 0,1 1 0,-1-1 0,1 1 0,-1-1 0,1 1 0,-1-1 0,1 1 0,-1 0 0,1-1 0,0 1 0,-1 0 0,1-1 0,0 1 0,0 0 0,0 0 0,0 1 0,1-1 0,-1 1 0,0-1 0,0 1 0,0 0 0,0-1 0,0 1 0,0 0 0,0 0 0,-1-1 0,1 1 0,0 0 0,0 0 0,0 2 0,22 39 0,25 94 0,-41-115 0,7 20 0,-14-39 0,1-1 0,-1 0 0,1 0 0,0 1 0,-1-1 0,1 0 0,0 0 0,0 0 0,0 0 0,0 0 0,0 0 0,0 0 0,0 0 0,0 0 0,0 0 0,0-1 0,1 1 0,-1 0 0,0-1 0,1 1 0,-1-1 0,3 1 0,-4-1 0,1 0 0,0 0 0,0-1 0,-1 1 0,1 0 0,0 0 0,-1-1 0,1 1 0,0 0 0,-1-1 0,1 1 0,-1-1 0,1 1 0,-1-1 0,1 1 0,-1-1 0,1 1 0,-1-1 0,1 0 0,-1 1 0,0-1 0,1 0 0,-1 1 0,0-1 0,0 0 0,1 1 0,-1-1 0,0 0 0,0 0 0,0 1 0,0-1 0,0 0 0,0 1 0,0-1 0,0 0 0,0 0 0,0 1 0,0-1 0,-1 0 0,1 1 0,0-1 0,-1 0 0,1 0 0,-11-34 0,-9-1-1365,8 18-5461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1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24575,'23'0'0,"0"2"0,-1 0 0,1 1 0,-1 1 0,1 1 0,-1 1 0,-1 1 0,1 1 0,-1 1 0,33 19 0,-14-9 0,-31-16 0,0 1 0,0 0 0,0 0 0,0 1 0,12 9 0,-19-12 0,0 0 0,-1-1 0,1 1 0,-1 0 0,1 0 0,-1 0 0,0 0 0,0 0 0,1 0 0,-2 0 0,1 1 0,0-1 0,0 0 0,-1 1 0,1-1 0,-1 0 0,0 1 0,1-1 0,-1 0 0,0 1 0,-1-1 0,1 1 0,0-1 0,-1 0 0,1 1 0,-1-1 0,0 0 0,-1 3 0,0 0 0,0-1 0,-1 1 0,0-1 0,0 0 0,0 1 0,-1-1 0,1-1 0,-1 1 0,0 0 0,0-1 0,0 0 0,-1 0 0,1 0 0,-1-1 0,0 1 0,1-1 0,-1 0 0,0 0 0,-7 1 0,-5 1 0,0 0 0,-1-1 0,1-1 0,-27 0 0,20-2-1365,3 0-5461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1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24575,'27'-10'0,"-2"0"0,13 6 0,0 1 0,70 3 0,-44 2 0,-45-1 0,0 2 0,0 0 0,0 1 0,-1 1 0,1 1 0,-1 1 0,21 10 0,19 7 0,-41-16-1365,-2-1-5461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2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306 55 24575,'-6'-6'0,"-1"1"0,0 0 0,0 0 0,-1 1 0,0-1 0,1 2 0,-1-1 0,0 1 0,-1 0 0,1 1 0,0 0 0,-1 0 0,-9 0 0,-6 0 0,-1 1 0,1 1 0,-34 4 0,55-4 0,1 1 0,-1-1 0,1 1 0,-1 0 0,1 0 0,-1 0 0,1 0 0,0 0 0,-1 0 0,1 1 0,0-1 0,0 1 0,0-1 0,0 1 0,0 0 0,0 0 0,1 0 0,-1 0 0,1 0 0,-1 0 0,1 0 0,0 1 0,0-1 0,0 0 0,0 1 0,0-1 0,0 1 0,1-1 0,-1 6 0,-1 6 0,1 1 0,0 0 0,1 0 0,3 18 0,-1-6 0,-1-16 0,1 0 0,0 0 0,1 0 0,0 0 0,1 0 0,0-1 0,9 17 0,0 2 0,-10-24 0,-1 1 0,2-1 0,-1 1 0,1-1 0,-1 0 0,1 0 0,1-1 0,-1 1 0,1-1 0,-1 0 0,1 0 0,0-1 0,1 1 0,-1-1 0,1 0 0,-1 0 0,9 2 0,0-1 0,0 0 0,1-1 0,0-1 0,-1 0 0,1-1 0,17-1 0,80 1 0,101-5 0,-208 4-85,1-1 0,0 1-1,-1-1 1,1-1 0,-1 1-1,1-1 1,-1 0 0,0 0-1,1 0 1,-1-1 0,0 1-1,-1-1 1,1-1 0,0 1-1,4-5 1,-1-5-6741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2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50 24575,'-3'-1'0,"1"0"0,-1 0 0,0 0 0,0 0 0,1-1 0,-1 1 0,0-1 0,1 1 0,-1-1 0,1 0 0,-4-4 0,-17-11 0,18 15 0,0 0 0,0 1 0,0-1 0,0 1 0,0 0 0,0 0 0,0 0 0,0 1 0,0 0 0,-1 0 0,-9 1 0,12 0 0,0 0 0,0 0 0,0 0 0,1 1 0,-1-1 0,0 1 0,0-1 0,1 1 0,-1 0 0,1 0 0,0 0 0,-1 1 0,1-1 0,0 0 0,0 1 0,1-1 0,-1 1 0,0 0 0,1 0 0,-2 4 0,-3 13 0,0 0 0,2 1 0,0 0 0,1 0 0,2 0 0,0 0 0,1 0 0,5 40 0,-5-59 0,1 1 0,-1-1 0,1 1 0,-1-1 0,1 1 0,0-1 0,0 1 0,0-1 0,0 0 0,1 0 0,-1 1 0,0-1 0,1 0 0,0 0 0,-1 0 0,1-1 0,0 1 0,0 0 0,0-1 0,0 1 0,1-1 0,-1 0 0,0 1 0,0-1 0,1 0 0,-1-1 0,1 1 0,-1 0 0,1-1 0,-1 1 0,1-1 0,-1 0 0,1 0 0,0 0 0,-1 0 0,1 0 0,-1 0 0,1-1 0,4-1 0,-2 1 0,0 0 0,0 0 0,0-1 0,0 1 0,0-1 0,0-1 0,0 1 0,-1-1 0,1 1 0,-1-1 0,1-1 0,-1 1 0,0-1 0,0 1 0,-1-1 0,1 0 0,-1 0 0,5-9 0,1-11 0,-7 18 0,0-1 0,1 0 0,0 1 0,0 0 0,0-1 0,1 1 0,0 1 0,0-1 0,0 0 0,7-6 0,-9 11 0,-1 1 0,0-1 0,1 0 0,-1 1 0,0-1 0,1 1 0,-1 0 0,0-1 0,1 1 0,-1 0 0,1 0 0,-1 0 0,1 0 0,-1 0 0,0 0 0,1 0 0,-1 0 0,1 1 0,-1-1 0,0 1 0,1-1 0,-1 1 0,0-1 0,1 1 0,-1 0 0,0-1 0,0 1 0,1 0 0,-1 0 0,0 0 0,0 0 0,0 0 0,0 0 0,1 2 0,3 3 0,-1 0 0,0 0 0,0 0 0,0 0 0,4 9 0,-2-1 0,1-1 0,0 0 0,1 0 0,0-1 0,16 18 0,-22-27 0,1 0 0,0-1 0,-1 1 0,1-1 0,0 0 0,0 0 0,1 0 0,-1-1 0,0 1 0,0-1 0,1 1 0,4 0 0,-6-2 0,1 0 0,-1 0 0,0 0 0,1 0 0,-1 0 0,1-1 0,-1 1 0,0-1 0,1 1 0,-1-1 0,0 0 0,0 0 0,0 0 0,0 0 0,0-1 0,0 1 0,0 0 0,0-1 0,0 1 0,3-4 0,0-3 0,0 0 0,-1-1 0,1 1 0,-1-1 0,-1 0 0,0 0 0,0 0 0,-1 0 0,0 0 0,1-14 0,2-3 0,23-74-1365,-25 76-5461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3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24575,'0'22'0,"1"0"0,2 0 0,0 0 0,1 0 0,1-1 0,13 38 0,-12-38 0,-1-1 0,0 1 0,-2-1 0,1 29 0,5 29 0,4-12 0,-6-42 0,-2 0 0,-1 0 0,-1 1 0,-1 0 0,-2 35 0,0-58-45,0 1-1,-1-1 1,1 0-1,-1 1 1,0-1-1,1 0 1,-1 1-1,0-1 1,0 0-1,-1 0 1,1 0-1,0 0 1,-1 0-1,1 0 1,-1 0-1,0-1 1,1 1-1,-1 0 1,0-1-1,0 0 1,0 1-1,0-1 1,0 0-1,-1 0 1,1 0-1,0 0 0,-1 0 1,1-1-1,-5 2 1,-11 0-6781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4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24575,'0'-1'0,"1"0"0,-1 0 0,1 0 0,-1 0 0,1 0 0,0 0 0,-1 0 0,1 0 0,0 0 0,0 0 0,-1 0 0,1 1 0,0-1 0,0 0 0,0 1 0,0-1 0,0 0 0,0 1 0,0-1 0,0 1 0,1-1 0,-1 1 0,0 0 0,0-1 0,0 1 0,0 0 0,2 0 0,38-5 0,-36 5 0,16-1 0,1 0 0,25 3 0,-38 0 0,0-1 0,0 1 0,0 1 0,0 0 0,0 0 0,0 0 0,12 9 0,32 19 0,-2 3 0,-1 3 0,79 75 0,-58-31 0,-69-79 0,1 1 0,-1-1 0,1 0 0,0 0 0,0 0 0,0 0 0,0 0 0,0-1 0,1 1 0,-1-1 0,0 0 0,1 0 0,-1 0 0,1 0 0,-1-1 0,1 1 0,-1-1 0,1 0 0,6-1 0,-7 1 0,0-1 0,-1 1 0,1-1 0,-1 0 0,0 1 0,1-1 0,-1-1 0,1 1 0,-1 0 0,0 0 0,0-1 0,0 0 0,0 1 0,0-1 0,0 0 0,0 0 0,-1 0 0,1 0 0,-1 0 0,1 0 0,-1 0 0,0-1 0,0 1 0,0-1 0,0 1 0,0 0 0,0-4 0,1-1 0,-2 1 0,1-1 0,-1 1 0,0-1 0,0 1 0,-1-1 0,0 1 0,0 0 0,0-1 0,-1 1 0,0 0 0,-5-12 0,6 16 0,0 0 0,-1 0 0,1 0 0,0 0 0,-1 0 0,1 0 0,-1 1 0,0-1 0,0 0 0,1 1 0,-1 0 0,0-1 0,0 1 0,0 0 0,-1 0 0,1 0 0,0 0 0,0 0 0,-1 1 0,1-1 0,0 1 0,-1-1 0,1 1 0,0 0 0,-1 0 0,1 0 0,0 0 0,-1 0 0,1 1 0,-1-1 0,1 1 0,0-1 0,0 1 0,-1 0 0,1 0 0,0 0 0,-4 2 0,2 0 0,-1 0 0,1 0 0,0 1 0,0 0 0,0-1 0,0 1 0,0 0 0,1 1 0,0-1 0,0 1 0,0-1 0,0 1 0,1 0 0,0 0 0,0 0 0,0 0 0,1 1 0,-1-1 0,1 0 0,1 1 0,-1 7 0,-1 13 0,2 0 0,1-1 0,5 31 0,-6-56 0,0 4 0,0-1 0,0 0 0,1 1 0,0-1 0,0 0 0,0 0 0,0 0 0,0 0 0,0 0 0,1 0 0,0 0 0,-1 0 0,1 0 0,0 0 0,0-1 0,1 1 0,-1-1 0,1 0 0,-1 0 0,1 0 0,-1 0 0,6 3 0,-1-3 0,1 1 0,0-1 0,-1 0 0,1-1 0,0 0 0,0 0 0,0-1 0,11-1 0,21 1 0,-8 1 0,52-7 0,-75 5 0,0-1 0,0 0 0,-1 0 0,1-1 0,0-1 0,-1 1 0,0-1 0,0 0 0,0-1 0,10-7 0,37-26 0,-39 28 0,0-1 0,14-12 0,-24 17 0,-2 0 0,1-1 0,-1 0 0,0 0 0,0 0 0,-1 0 0,0-1 0,0 1 0,0-1 0,-1 0 0,-1 0 0,1 0 0,-1 0 0,-1 0 0,1 0 0,-1 0 0,-1-8 0,0 14 0,0 0 0,0-1 0,0 1 0,0 0 0,0 1 0,-1-1 0,1 0 0,0 0 0,-1 0 0,1 1 0,-1-1 0,0 1 0,1-1 0,-1 1 0,0 0 0,0-1 0,0 1 0,0 0 0,0 0 0,0 1 0,0-1 0,-1 0 0,1 1 0,0-1 0,0 1 0,-1 0 0,1 0 0,0 0 0,0 0 0,-1 0 0,1 0 0,0 0 0,-3 1 0,-2 1 0,0-1 0,1 0 0,-1 1 0,1 1 0,-1-1 0,1 1 0,0 0 0,0 0 0,-11 8 0,11-5 0,0 0 0,0 1 0,0-1 0,1 1 0,0 0 0,0 1 0,1-1 0,-5 12 0,7-16 0,1 0 0,0 0 0,0 0 0,0 0 0,0 0 0,0 0 0,1 0 0,-1 0 0,1 0 0,0 1 0,0-1 0,0 0 0,0 0 0,1 0 0,-1 0 0,1 0 0,0 0 0,0 0 0,0 0 0,0 0 0,0 0 0,1 0 0,-1 0 0,1-1 0,0 1 0,2 2 0,-2-3 0,1 0 0,-1 0 0,0 0 0,1-1 0,-1 1 0,1-1 0,0 0 0,-1 0 0,1 0 0,0 0 0,0 0 0,-1-1 0,1 1 0,0-1 0,0 1 0,0-1 0,0 0 0,0-1 0,0 1 0,0 0 0,0-1 0,-1 1 0,1-1 0,0 0 0,0 0 0,0 0 0,4-3 0,1 0 0,-1-1 0,0 0 0,0 0 0,0 0 0,0-1 0,-1 0 0,0 0 0,6-9 0,-10 13 0,-1 0 0,1 0 0,0-1 0,-1 1 0,1 0 0,0 1 0,0-1 0,1 0 0,-1 1 0,0-1 0,1 1 0,-1-1 0,0 1 0,1 0 0,0 0 0,-1 0 0,1 1 0,-1-1 0,5 0 0,-5 1 0,1 1 0,-1-1 0,1 1 0,-1-1 0,1 1 0,-1 0 0,0 0 0,1 0 0,-1 0 0,0 0 0,1 1 0,-1-1 0,0 1 0,0 0 0,0-1 0,2 4 0,4 5 0,-1-1 0,0 1 0,-1 1 0,0-1 0,-1 1 0,0 0 0,5 16 0,1 6 0,41 118 0,-49-143 0,6 12 0,-2 1 0,6 21 0,-8-17 0,1-3 0,-1-1 0,-1 1 0,-1 1 0,-1-1 0,-2 40 0,-1-57 0,0 1 0,0-1 0,-1 0 0,0 1 0,0-1 0,-1 0 0,1 0 0,-1 0 0,0-1 0,0 1 0,-1-1 0,1 1 0,-1-1 0,0 0 0,0-1 0,-9 7 0,6-5 0,0 0 0,0-1 0,-1 0 0,1 0 0,-1-1 0,0 1 0,0-2 0,-1 1 0,1-1 0,-11 1 0,13-2 0,0-1 0,0 0 0,0 0 0,-1 0 0,1-1 0,0 0 0,0 0 0,0 0 0,0-1 0,0 0 0,-6-3 0,9 3 0,0 0 0,0 0 0,0 0 0,0-1 0,0 1 0,1-1 0,-1 0 0,1 1 0,0-1 0,-1 0 0,1-1 0,1 1 0,-1 0 0,0 0 0,1-1 0,0 1 0,0-1 0,0 0 0,-1-6 0,0-1 0,0 0 0,1 0 0,0 0 0,1 0 0,0 0 0,1 0 0,0 0 0,1 0 0,0 0 0,1 0 0,0 1 0,0-1 0,1 1 0,1 0 0,0 0 0,0 0 0,10-13 0,27-31 0,-20 25 0,45-46 0,17 6 0,-55 47 0,-1-5 0,-24 22 0,0 1 0,0-1 0,0 1 0,0 1 0,1-1 0,0 0 0,5-2 0,51-31-1365,-48 29-5461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5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225 100 24575,'0'-1'0,"-1"-1"0,1 1 0,-1 0 0,0 0 0,1 0 0,-1 0 0,0 0 0,0 0 0,0 0 0,0 0 0,0 0 0,0 0 0,0 0 0,0 0 0,0 1 0,0-1 0,0 0 0,-1 1 0,1-1 0,0 1 0,0-1 0,-1 1 0,1 0 0,0 0 0,-1-1 0,1 1 0,-2 0 0,-39-3 0,37 4 0,-1 0 0,0 0 0,1 0 0,-1 1 0,0-1 0,1 1 0,0 1 0,0-1 0,-1 1 0,2 0 0,-1 0 0,0 0 0,0 1 0,1 0 0,0 0 0,0 0 0,0 0 0,0 1 0,1-1 0,0 1 0,0 0 0,0 0 0,-3 7 0,-1 4 0,0 0 0,2 0 0,-1 1 0,2 0 0,0 0 0,-2 28 0,6-42 0,-1-1 0,1 1 0,0 0 0,0 0 0,0 0 0,0 0 0,1 0 0,-1 0 0,1 0 0,0 0 0,0-1 0,0 1 0,0 0 0,0 0 0,1-1 0,-1 1 0,1-1 0,2 3 0,-1-2 0,-1-1 0,1 0 0,0 0 0,1-1 0,-1 1 0,0 0 0,0-1 0,1 0 0,-1 0 0,1 0 0,-1 0 0,1 0 0,-1-1 0,7 0 0,-1 1 0,0-1 0,0 0 0,0 0 0,0-1 0,-1-1 0,1 1 0,12-5 0,-16 4 0,0 0 0,0 0 0,-1-1 0,1 1 0,-1-1 0,0 0 0,0-1 0,0 1 0,0-1 0,0 1 0,-1-1 0,1 0 0,-1 0 0,3-5 0,4-8 0,-4 8 0,0 0 0,-1 0 0,0-1 0,0 0 0,-1 0 0,0 0 0,-1 0 0,0 0 0,-1-1 0,2-16 0,4-34 0,-8 58 0,1-1 0,0 1 0,0-1 0,0 1 0,0 0 0,1 0 0,-1 0 0,1-1 0,0 1 0,0 1 0,0-1 0,0 0 0,1 0 0,4-4 0,-6 7 0,0-1 0,0 1 0,0 0 0,-1-1 0,1 1 0,0 0 0,0-1 0,0 1 0,0 0 0,0 0 0,0 0 0,0 0 0,0 0 0,0 0 0,0 0 0,0 0 0,0 1 0,0-1 0,0 0 0,0 1 0,-1-1 0,1 0 0,1 1 0,21 19 0,-16-10 0,0-1 0,-1 1 0,6 11 0,-8-12 0,9 17 0,0 0 0,2 0 0,20 26 0,-35-52 0,0 0 0,0 0 0,1 0 0,-1 0 0,0 0 0,0 0 0,0 0 0,1 0 0,-1 0 0,0 0 0,0 0 0,0 0 0,0 0 0,1 0 0,-1 0 0,0 0 0,0 0 0,0 0 0,0 0 0,1 0 0,-1 0 0,0 0 0,0 0 0,0 0 0,0 0 0,1 0 0,-1-1 0,0 1 0,0 0 0,0 0 0,0 0 0,0 0 0,1 0 0,-1 0 0,0-1 0,0 1 0,0 0 0,0 0 0,0 0 0,0 0 0,0-1 0,0 1 0,0 0 0,0 0 0,0 0 0,0-1 0,0 1 0,0 0 0,0 0 0,0 0 0,0 0 0,0-1 0,0 1 0,0 0 0,0 0 0,0 0 0,0 0 0,0-1 0,0 1 0,0 0 0,-1 0 0,3-15 0,-5-40 0,2 41 0,0 1 0,0 0 0,1-1 0,1 1 0,0 0 0,1-1 0,0 1 0,6-16 0,-7 27 0,1-1 0,-1 1 0,1-1 0,0 1 0,0-1 0,0 1 0,1 0 0,-1 0 0,0 0 0,1 0 0,0 0 0,-1 1 0,1-1 0,0 1 0,0 0 0,5-2 0,53-11 0,-44 11 0,-9 1 0,-1 0 0,1 1 0,0 0 0,0 1 0,0 0 0,0 0 0,9 2 0,-14-1 0,0-1 0,-1 1 0,1 1 0,0-1 0,0 0 0,-1 1 0,1-1 0,-1 1 0,1 0 0,-1 0 0,0 0 0,1 0 0,-1 0 0,0 1 0,0-1 0,-1 0 0,1 1 0,-1 0 0,1-1 0,-1 1 0,2 4 0,9 22 0,-1 0 0,10 40 0,-16-53 0,1-1 0,0-1 0,1 1 0,0-1 0,1 0 0,1-1 0,0 0 0,1 0 0,0-1 0,18 16 0,-27-27 0,-1-1 0,1 1 0,0-1 0,-1 1 0,1-1 0,0 1 0,-1-1 0,1 0 0,0 1 0,0-1 0,-1 0 0,1 0 0,0 0 0,0 1 0,0-1 0,-1 0 0,1 0 0,0 0 0,0 0 0,0-1 0,-1 1 0,1 0 0,0 0 0,0 0 0,0-1 0,-1 1 0,1 0 0,0-1 0,-1 1 0,1 0 0,0-1 0,-1 1 0,1-1 0,0 1 0,-1-1 0,1 1 0,-1-1 0,1 0 0,-1 1 0,1-1 0,-1 0 0,0 1 0,1-1 0,-1 0 0,1-1 0,19-40 0,-17 36 0,0-5 0,0 0 0,0-1 0,-1 1 0,0 0 0,-1-1 0,-1-19 0,3-23 0,-3 54 0,0 0 0,0-1 0,0 1 0,0 0 0,0-1 0,0 1 0,0 0 0,0 0 0,0-1 0,0 1 0,0 0 0,0-1 0,0 1 0,0 0 0,0 0 0,0-1 0,1 1 0,-1 0 0,0-1 0,0 1 0,0 0 0,0 0 0,0 0 0,1-1 0,-1 1 0,0 0 0,0 0 0,0-1 0,1 1 0,-1 0 0,0 0 0,0 0 0,1 0 0,-1 0 0,0-1 0,0 1 0,1 0 0,-1 0 0,0 0 0,1 0 0,-1 0 0,1 0 0,8 11 0,6 22 0,-4-2 0,-4-14 0,-1 0 0,-1 0 0,0 1 0,-2-1 0,3 23 0,-2-2 0,17 74 0,-13-78 0,-2 0 0,-1 0 0,1 37 0,-5 1 0,-4 104 0,3-168 0,-1-1 0,0 0 0,-1-1 0,0 1 0,0 0 0,0 0 0,-1-1 0,0 1 0,0-1 0,0 0 0,-1 0 0,0 0 0,0 0 0,-1-1 0,1 1 0,-1-1 0,-1 0 0,1-1 0,-1 1 0,1-1 0,-1 0 0,0-1 0,-10 5 0,-16 7 0,-87 35 0,106-45 0,0-1 0,0-1 0,-1-1 0,1 0 0,-1 0 0,0-1 0,-16-2 0,27 1 0,-1 0 0,1-1 0,-1 0 0,1 0 0,0 0 0,-1 0 0,1-1 0,0 1 0,0-1 0,0 0 0,0 0 0,0 0 0,0 0 0,0 0 0,1-1 0,-1 1 0,1-1 0,0 0 0,0 0 0,0 0 0,0 0 0,0 0 0,1 0 0,-1 0 0,1 0 0,0-1 0,0 1 0,0-1 0,-1-6 0,-1-10 0,1 0 0,1 0 0,1 0 0,3-23 0,-2 14 0,-1 14 0,1 1 0,1-1 0,0 1 0,1-1 0,7-20 0,-8 29 0,1-1 0,0 1 0,1 0 0,-1 0 0,1 0 0,0 1 0,0-1 0,1 1 0,0 0 0,0 0 0,0 0 0,0 1 0,11-7 0,67-43 0,44-24 0,-24 24 0,-22 12 0,-71 38-20,0-1-1,0-1 1,0 0-1,-1-1 1,9-7-1,1-1-1221,-5 5-5584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9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79 24575,'0'-2'0,"0"0"0,1-1 0,-1 1 0,1 0 0,0 0 0,-1 0 0,1 0 0,0 0 0,0 0 0,0 0 0,1 0 0,-1 0 0,0 0 0,1 0 0,-1 1 0,1-1 0,0 1 0,0-1 0,-1 1 0,1 0 0,0-1 0,0 1 0,0 0 0,3-1 0,7-3 0,0 1 0,1 0 0,14-3 0,-19 5 0,15-2 0,0 1 0,0 0 0,0 2 0,0 1 0,30 3 0,-46-1 0,0 0 0,0 1 0,0-1 0,0 1 0,0 1 0,-1-1 0,1 1 0,-1 1 0,0-1 0,0 1 0,-1 0 0,1 0 0,-1 0 0,0 1 0,-1 0 0,1 0 0,-1 0 0,-1 1 0,1-1 0,3 10 0,-4-2 0,0 0 0,-1 0 0,-1 1 0,-1-1 0,0 0 0,-3 28 0,2-35 0,0 0 0,-1-1 0,1 1 0,-2 0 0,1-1 0,-1 0 0,1 1 0,-2-1 0,1 0 0,-1 0 0,0-1 0,0 1 0,-1-1 0,1 0 0,-1 0 0,-6 5 0,-25 20 0,27-22 0,0-1 0,0 0 0,0 0 0,-1-1 0,-11 6 0,-11 3 0,11-5 0,-1 0 0,-42 12 0,-15 1 0,-17 4 0,58-19 0,13-2 0,0-1 0,-51 2 0,739-8-1365,-642 1-5461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39:59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1 24575,'6'0'0,"1"1"0,0 0 0,0 0 0,-1 1 0,1 0 0,-1 0 0,1 0 0,-1 1 0,0 0 0,0 1 0,0-1 0,0 1 0,-1 0 0,0 0 0,1 1 0,-2-1 0,1 1 0,0 1 0,-1-1 0,0 0 0,0 1 0,-1 0 0,4 8 0,-4-9 0,-1 0 0,1 0 0,-1 1 0,-1-1 0,1 0 0,-1 1 0,0-1 0,0 1 0,-1 0 0,1-1 0,-1 1 0,-1 0 0,1-1 0,-1 1 0,0-1 0,0 1 0,0-1 0,-1 1 0,0-1 0,0 0 0,0 0 0,-1 0 0,0 0 0,0 0 0,0 0 0,0-1 0,-1 1 0,-6 4 0,3-3 0,-1 0 0,0-1 0,0 0 0,-14 5 0,-18 12 0,32-16-114,1-1 1,-1 0-1,0 0 0,-1-1 0,1 0 1,-1 0-1,1-1 0,-1 0 0,0-1 1,0 0-1,-16 2 0,4-3-6712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0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3 204 24575,'9'28'0,"1"-3"0,-4 21 0,-3 0 0,-4 91 0,-1-44 0,3-45 0,1-32 0,-1 0 0,-1 1 0,-1-1 0,0 0 0,-6 24 0,7-40 0,0 1 0,0-1 0,0 0 0,0 1 0,0-1 0,0 1 0,0-1 0,0 1 0,0-1 0,0 0 0,-1 1 0,1-1 0,0 1 0,0-1 0,0 0 0,-1 1 0,1-1 0,0 0 0,0 1 0,-1-1 0,1 0 0,0 1 0,-1-1 0,1 0 0,0 0 0,-1 1 0,1-1 0,-1 0 0,1 0 0,0 0 0,-1 0 0,0 1 0,-5-14 0,0-23 0,4-322 0,4 184 0,-2 162 0,0 1 0,1-1 0,0 1 0,5-22 0,-4 28 0,0 1 0,-1-1 0,2 1 0,-1 0 0,0 0 0,1 0 0,0 0 0,0 0 0,0 0 0,0 1 0,1-1 0,-1 1 0,1 0 0,6-4 0,-1 2 0,0 0 0,1 1 0,0-1 0,-1 2 0,2 0 0,-1 0 0,0 1 0,0 0 0,12-1 0,15 2 0,47 3 0,-21 0 0,-56-2 0,-1 0 0,1 0 0,0 0 0,0 1 0,0 0 0,-1 1 0,1 0 0,0 0 0,-1 0 0,0 0 0,1 1 0,-1 0 0,0 1 0,0-1 0,9 9 0,-4 0 0,0-1 0,0 1 0,-1 1 0,17 26 0,-24-34 0,-1 0 0,1 0 0,-2 1 0,1-1 0,0 0 0,-1 1 0,0-1 0,0 1 0,-1-1 0,0 1 0,0 0 0,0-1 0,0 1 0,-1-1 0,-2 9 0,2-9 0,-1 0 0,0 0 0,0 0 0,-1 0 0,1-1 0,-1 1 0,0-1 0,0 0 0,-1 0 0,1 0 0,-1 0 0,0 0 0,0-1 0,0 0 0,0 1 0,-8 3 0,-7 3 0,-1-1 0,-38 13 0,3-2 0,31-10 0,0-1 0,-1-1 0,0-2 0,-36 6 0,59-12 0,0 0 0,0 0 0,1 1 0,-1-1 0,0 0 0,0 1 0,1-1 0,-1 1 0,0 0 0,1 0 0,-1 0 0,1-1 0,-4 4 0,5-4 0,0 0 0,0 1 0,0-1 0,0 1 0,0-1 0,-1 1 0,1-1 0,0 1 0,0-1 0,0 1 0,0-1 0,0 1 0,1-1 0,-1 1 0,0-1 0,0 1 0,0-1 0,0 0 0,0 1 0,1-1 0,-1 1 0,0-1 0,0 1 0,1-1 0,-1 0 0,0 1 0,0-1 0,1 0 0,-1 1 0,1-1 0,0 1 0,7 5 0,0 0 0,1 0 0,16 7 0,-1 0 0,2 5 0,1-1 0,0-1 0,2-2 0,0 0 0,31 8 0,-36-13 0,0 2 0,32 17 0,-29-13 0,32 12 0,-32-17 0,-5-1 0,39 10 0,-50-16 21,-1 1-1,1 0 0,-1 1 1,0 0-1,15 10 0,-15-9-267,-1 0-1,1-1 0,0 0 0,0-1 0,16 5 0,-8-5-6578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1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26 24575,'0'-1'0,"-1"0"0,1 0 0,-1 0 0,1 0 0,-1 0 0,0 0 0,1 0 0,-1 0 0,0 0 0,0 0 0,1 0 0,-1 0 0,0 1 0,0-1 0,0 0 0,0 1 0,0-1 0,0 1 0,0-1 0,0 1 0,-1-1 0,1 1 0,0 0 0,0-1 0,0 1 0,0 0 0,-2 0 0,-38-5 0,36 5 0,-3-1 0,1 1 0,-1 0 0,1 0 0,-1 0 0,0 1 0,-9 2 0,14-1 0,0-1 0,0 0 0,0 1 0,0 0 0,0 0 0,0 0 0,0 0 0,1 0 0,-1 0 0,1 1 0,-1-1 0,1 1 0,0 0 0,0 0 0,0-1 0,-1 5 0,-20 31 0,17-30 0,0 0 0,1 0 0,0 1 0,0 0 0,1 0 0,1 0 0,-1 0 0,2 1 0,-1 0 0,-2 18 0,-7 65 0,7-75 0,2 1 0,0-1 0,2 1 0,0-1 0,1 1 0,0-1 0,6 30 0,-5-43 0,1 1 0,0-1 0,0 0 0,1 0 0,0 0 0,-1 0 0,2 0 0,-1 0 0,1-1 0,-1 0 0,1 0 0,0 0 0,1 0 0,-1 0 0,1-1 0,-1 0 0,1 0 0,0 0 0,0 0 0,0-1 0,1 0 0,-1 0 0,1 0 0,7 0 0,13 3 0,-1-2 0,1-1 0,0-1 0,29-2 0,-22 0 0,-27 1 0,0 0 0,0-1 0,0 0 0,1 0 0,-1 0 0,0-1 0,0 0 0,0 0 0,-1 0 0,1-1 0,-1 0 0,1 0 0,-1 0 0,0-1 0,0 0 0,8-7 0,-8 5 0,-1 0 0,1 0 0,-1 0 0,0-1 0,-1 1 0,0-1 0,0 0 0,0 0 0,-1-1 0,1 1 0,-2 0 0,1-1 0,0-10 0,-1 2 0,0 0 0,-1 0 0,0-1 0,-2 1 0,-5-29 0,4 36 0,0-1 0,0 1 0,-1 0 0,0 0 0,-1 0 0,0 0 0,0 1 0,-1 0 0,0 0 0,-12-12 0,14 16-114,0 0 1,0 1-1,0-1 0,0 1 0,-1-1 1,0 1-1,0 1 0,0-1 0,0 1 1,0 0-1,-5-2 0,-8 0-6712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1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24575,'0'7'0,"1"-1"0,-1 1 0,2-1 0,-1 0 0,1 1 0,0-1 0,0 0 0,1 0 0,-1 0 0,1-1 0,1 1 0,-1-1 0,1 1 0,0-1 0,0 0 0,1-1 0,-1 1 0,9 6 0,7 4 0,0-1 0,2-1 0,31 14 0,-52-26 0,100 62 0,-82-54 0,-2 0 0,1 0 0,0-1 0,35 9 0,18 1 0,-41-9 0,0-2 0,0-1 0,56 4 0,-70-9-117,-5-1-91,1 1 0,-1-2 0,0 1 0,1-2 0,10-2 0,-6-1-6618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1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24575,'0'-1'0,"0"0"0,1-1 0,-1 1 0,1 0 0,-1 0 0,1 0 0,0 0 0,-1 0 0,1 1 0,0-1 0,0 0 0,0 0 0,0 0 0,0 1 0,0-1 0,0 0 0,0 1 0,0-1 0,0 1 0,0-1 0,0 1 0,0-1 0,0 1 0,0 0 0,1 0 0,-1-1 0,2 1 0,38-4 0,-37 3 0,351-1 0,-182 4 0,-159-2-117,0-1-91,0 1 0,-1 1 0,1 0 0,0 1 0,17 5 0,-15-2-6618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4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24575,'2'13'0,"0"0"0,0 0 0,2 0 0,0-1 0,0 1 0,8 14 0,-1 2 0,-2-3 0,-1 1 0,-2 0 0,0 0 0,1 31 0,4 6 0,-7-43 0,0 0 0,0 24 0,-4 69 0,1-125 0,1 1 0,1 0 0,0-1 0,0 1 0,0 0 0,2 0 0,-1 0 0,1 1 0,1 0 0,-1 0 0,2 0 0,13-15 0,1 1 0,0 1 0,2 0 0,41-28 0,-4 0 0,-67 66 0,1 2 0,1-1 0,0 0 0,2 1 0,0 0 0,-1 21 0,3-29 0,1 0 0,0 1 0,1-1 0,1 0 0,-1 0 0,6 17 0,-5-23 0,-1 0 0,1 0 0,0-1 0,0 1 0,0-1 0,1 0 0,-1 1 0,1-1 0,0 0 0,-1-1 0,1 1 0,1 0 0,-1-1 0,0 0 0,1 1 0,-1-1 0,1-1 0,0 1 0,6 2 0,19 4 0,0 0 0,40 4 0,-57-10 0,1-1 0,0-1 0,0 0 0,-1-1 0,1 0 0,0-1 0,-1 0 0,13-4 0,-19 4 0,-1-1 0,0 0 0,0 0 0,-1 0 0,1 0 0,-1 0 0,1-1 0,-1 0 0,0 0 0,0 0 0,-1-1 0,1 1 0,-1-1 0,0 0 0,-1 0 0,1 0 0,3-10 0,1-4 0,-2 0 0,0 0 0,4-34 0,-9 51 0,0 1 0,0-1 0,1 0 0,-1 0 0,0 1 0,1-1 0,-1 0 0,1 1 0,0-1 0,0 0 0,-1 1 0,1-1 0,2-2 0,-3 4 0,1 0 0,-1 0 0,1 0 0,-1 0 0,0 0 0,1 0 0,-1-1 0,1 1 0,-1 0 0,0 0 0,1 0 0,-1 0 0,1 0 0,-1 1 0,0-1 0,1 0 0,-1 0 0,1 0 0,-1 0 0,0 0 0,1 0 0,-1 1 0,0-1 0,1 0 0,-1 0 0,0 1 0,1-1 0,-1 0 0,0 0 0,1 1 0,-1-1 0,0 0 0,0 1 0,1 0 0,2 4 0,1 0 0,-1 0 0,0 0 0,-1 1 0,1 0 0,1 5 0,-2-5 0,-1 1 0,1-1 0,0-1 0,1 1 0,-1 0 0,6 8 0,-8-14 0,0 0 0,0 0 0,1 0 0,-1 0 0,0 0 0,0 0 0,0 0 0,0 0 0,0 0 0,0 0 0,0 1 0,0-1 0,0 0 0,0 0 0,1 0 0,-1 0 0,0 0 0,0 0 0,0 0 0,0 0 0,0 0 0,0 0 0,0 0 0,1 0 0,-1 0 0,0 0 0,0 0 0,0 0 0,0 0 0,0 0 0,0 0 0,0 0 0,0 0 0,0 0 0,1-1 0,-1 1 0,0 0 0,0 0 0,0 0 0,0 0 0,0 0 0,0 0 0,0 0 0,0 0 0,0 0 0,0 0 0,0 0 0,0-1 0,1 1 0,-1 0 0,0 0 0,0 0 0,0 0 0,0 0 0,0 0 0,0 0 0,0 0 0,0-1 0,0 1 0,0 0 0,3-13 0,-1-13 0,-2 12 0,0 7 0,0-1 0,0 0 0,1 1 0,0-1 0,3-11 0,-3 17 0,0 0 0,0 0 0,0 0 0,0 0 0,0 0 0,1 0 0,-1 0 0,1 0 0,-1 0 0,1 1 0,0-1 0,-1 1 0,1-1 0,0 1 0,0 0 0,0 0 0,0 0 0,0 0 0,0 0 0,1 0 0,-1 0 0,4 0 0,-1-1 0,1 1 0,-1 0 0,0 1 0,0-1 0,0 1 0,1 0 0,-1 1 0,0-1 0,0 1 0,1 0 0,-1 0 0,0 1 0,0-1 0,0 1 0,-1 0 0,1 0 0,0 1 0,-1 0 0,1 0 0,-1 0 0,6 5 0,2 5 0,-1 0 0,0 0 0,-1 2 0,0-1 0,7 17 0,6 8 0,-23-39 0,0 1 0,1-1 0,-1 0 0,0 1 0,0-1 0,0 0 0,0 1 0,1-1 0,-1 0 0,0 1 0,0-1 0,0 0 0,1 0 0,-1 1 0,0-1 0,1 0 0,-1 0 0,0 0 0,0 1 0,1-1 0,-1 0 0,0 0 0,1 0 0,-1 0 0,0 0 0,1 1 0,-1-1 0,1 0 0,-1 0 0,0 0 0,1 0 0,-1 0 0,1 0 0,4-13 0,-2-30 0,-3 33 0,1 4 0,0-1 0,0 1 0,1 0 0,0 0 0,0 0 0,1 0 0,-1 0 0,1 0 0,0 1 0,1-1 0,0 1 0,-1 0 0,9-7 0,-10 10 0,0 0 0,0 0 0,0 0 0,0 0 0,0 1 0,1-1 0,-1 1 0,1 0 0,-1-1 0,1 1 0,0 0 0,-1 1 0,1-1 0,0 0 0,0 1 0,-1 0 0,1-1 0,0 1 0,0 0 0,0 0 0,-1 1 0,1-1 0,0 1 0,0-1 0,0 1 0,-1 0 0,1 0 0,-1 0 0,1 0 0,-1 1 0,1-1 0,3 4 0,7 4 0,-1 2 0,14 16 0,-10-11 0,-12-13 0,0 0 0,0 0 0,0 0 0,0 0 0,1-1 0,-1 0 0,1 0 0,0 0 0,-1 0 0,1-1 0,0 0 0,0 0 0,0 0 0,0 0 0,0-1 0,0 0 0,0 0 0,0 0 0,0-1 0,0 0 0,7-1 0,-7 0 0,0 1 0,0 0 0,-1-1 0,1 0 0,-1 0 0,0 0 0,1-1 0,-1 1 0,0-1 0,0 0 0,-1 0 0,1 0 0,-1-1 0,1 0 0,-1 1 0,0-1 0,0 0 0,-1 0 0,1 0 0,-1-1 0,0 1 0,2-6 0,-2 3 0,-1-1 0,0-1 0,0 1 0,0 0 0,-1 0 0,-1 0 0,1 0 0,-4-16 0,4 22 0,-1 0 0,1 1 0,0-1 0,-1 0 0,0 0 0,1 0 0,-1 0 0,0 0 0,0 1 0,0-1 0,0 0 0,-1 1 0,1-1 0,0 1 0,-1-1 0,1 1 0,-1 0 0,1 0 0,-1-1 0,1 1 0,-1 0 0,0 0 0,0 1 0,1-1 0,-1 0 0,0 0 0,0 1 0,0 0 0,0-1 0,0 1 0,0 0 0,0 0 0,0 0 0,0 0 0,0 0 0,0 0 0,0 0 0,0 1 0,0-1 0,0 1 0,-2 1 0,0-1 0,1 1 0,-1 0 0,1 0 0,-1 0 0,1 0 0,0 1 0,0-1 0,0 1 0,0 0 0,0 0 0,1 0 0,0 0 0,-1 1 0,1-1 0,0 0 0,0 1 0,1 0 0,-1-1 0,1 1 0,0 0 0,0 0 0,-1 6 0,0 3 0,0 0 0,1 1 0,0-1 0,1 1 0,3 17 0,-2-27 0,0 0 0,0 0 0,1 0 0,-1 0 0,1 0 0,0 0 0,0 0 0,1 0 0,-1-1 0,1 1 0,-1-1 0,1 0 0,0 0 0,1 0 0,-1 0 0,0 0 0,1-1 0,0 1 0,-1-1 0,1 0 0,0 0 0,8 2 0,3 2 0,1-2 0,0 1 0,-1-2 0,32 3 0,4-5 0,0-1 0,1-4 0,67-12 0,-105 14 0,-2 1 0,0 0 0,0-1 0,0 0 0,-1-1 0,1-1 0,-1 1 0,0-2 0,0 0 0,-1 0 0,18-12 0,-3-1 0,-17 14 0,0-2 0,0 1 0,-1-1 0,0 0 0,9-11 0,-15 15 0,1 1 0,-1-1 0,0 0 0,0 0 0,0 0 0,0 0 0,-1 0 0,1 0 0,0 0 0,-1 0 0,1 0 0,-1 0 0,0 0 0,0 0 0,0 0 0,0 0 0,0 0 0,0 0 0,-1 0 0,1 0 0,0 0 0,-1 0 0,0 0 0,0 0 0,1 0 0,-1 0 0,0 0 0,0 0 0,-3-2 0,0-2 0,0 1 0,-1 1 0,0-1 0,0 1 0,0 0 0,0 0 0,-1 0 0,1 0 0,-1 1 0,0 0 0,0 1 0,0-1 0,-1 1 0,1 0 0,-1 1 0,1-1 0,-1 1 0,-6 0 0,0 0 0,1 1 0,-1 0 0,0 1 0,1 0 0,-1 1 0,1 0 0,0 1 0,-20 8 0,25-8 0,1 0 0,0 1 0,0 0 0,1 0 0,-1 1 0,1-1 0,0 1 0,0 0 0,0 1 0,1-1 0,0 1 0,0 0 0,0 0 0,1 0 0,0 1 0,0-1 0,0 1 0,-2 12 0,4-16 0,0-1 0,1 0 0,0 1 0,0-1 0,0 1 0,0-1 0,0 1 0,0-1 0,0 1 0,1-1 0,-1 0 0,1 1 0,0-1 0,0 0 0,0 1 0,0-1 0,0 0 0,0 0 0,1 0 0,-1 0 0,1 0 0,-1 0 0,1 0 0,0 0 0,-1-1 0,5 4 0,0-3 0,0 1 0,0-1 0,0 0 0,0-1 0,0 1 0,0-1 0,0 0 0,0-1 0,12 0 0,-4 1 0,0-1 0,0 0 0,0-1 0,0 0 0,0-1 0,0-1 0,0-1 0,-1 1 0,0-2 0,14-6 0,-17 6 0,1-1 0,0 0 0,0 1 0,20-6 0,-29 10 0,0 1 0,0-1 0,0 1 0,0-1 0,0 1 0,0 0 0,1 0 0,-1 0 0,0 0 0,0 0 0,0 1 0,0-1 0,1 0 0,-1 1 0,0 0 0,0-1 0,0 1 0,0 0 0,0 0 0,-1 0 0,1 1 0,0-1 0,0 0 0,-1 1 0,1-1 0,2 4 0,-1 0 0,1-1 0,-1 1 0,1-1 0,0 1 0,1-1 0,-1 0 0,0-1 0,10 7 0,-14-10 0,1 0 0,-1 0 0,1 0 0,-1-1 0,1 1 0,-1 0 0,1 0 0,-1 0 0,1 0 0,-1 0 0,0-1 0,1 1 0,-1 0 0,1 0 0,-1-1 0,0 1 0,1 0 0,-1-1 0,0 1 0,1 0 0,-1-1 0,0 1 0,1 0 0,-1-1 0,0 1 0,0-1 0,1 1 0,-1-1 0,0 1 0,0 0 0,0-1 0,0 1 0,0-1 0,0 0 0,6-23 0,-3 13 0,-2 8 0,0 0 0,1 0 0,-1 0 0,1 0 0,0 1 0,-1-1 0,1 1 0,0-1 0,1 1 0,-1 0 0,0 0 0,1 0 0,-1 0 0,1 0 0,0 0 0,-1 1 0,1-1 0,0 1 0,0 0 0,0 0 0,0 0 0,5-1 0,-6 2 0,1 0 0,-1 0 0,0 0 0,0 0 0,0 0 0,1 0 0,-1 1 0,0-1 0,0 1 0,0 0 0,0 0 0,0-1 0,0 1 0,0 1 0,0-1 0,0 0 0,0 0 0,-1 1 0,1-1 0,0 1 0,-1-1 0,1 1 0,-1 0 0,0-1 0,0 1 0,1 0 0,-1 0 0,0 0 0,-1 0 0,1 0 0,0 0 0,0 5 0,6 33 0,-7-38 0,0 1 0,0-1 0,0 0 0,0 1 0,0-1 0,0 0 0,-1 0 0,0 1 0,1-1 0,-1 0 0,0 0 0,0 0 0,0 0 0,0 0 0,-2 2 0,3-3 0,0-1 0,0 0 0,-1 0 0,1 0 0,0 0 0,0 0 0,-1 1 0,1-1 0,0 0 0,0 0 0,-1 0 0,1 0 0,0 0 0,-1 0 0,1 0 0,0 0 0,0 0 0,-1 0 0,1 0 0,0 0 0,-1 0 0,1-1 0,0 1 0,0 0 0,-1 0 0,1 0 0,0 0 0,0 0 0,-1 0 0,1-1 0,0 1 0,0 0 0,0 0 0,-1 0 0,1-1 0,0 1 0,0 0 0,0 0 0,0-1 0,-1 1 0,1 0 0,0 0 0,0-1 0,0 1 0,0 0 0,0-1 0,0 1 0,0 0 0,0 0 0,0-1 0,0 1 0,0-1 0,-4-16 0,2 10 0,1 0 0,1 0 0,0-1 0,0 1 0,0 0 0,1 0 0,0 0 0,0 0 0,1 0 0,0 0 0,0 0 0,4-9 0,-3 12 0,-1 0 0,0 0 0,1 1 0,-1 0 0,1-1 0,0 1 0,0 0 0,1 0 0,-1 0 0,1 1 0,-1-1 0,1 1 0,0 0 0,0 0 0,0 0 0,0 1 0,0-1 0,0 1 0,0 0 0,1 0 0,7 0 0,-4 0 0,1 0 0,-1 1 0,1 1 0,0-1 0,-1 1 0,1 1 0,-1-1 0,0 1 0,1 1 0,-1 0 0,0 0 0,0 1 0,-1-1 0,11 8 0,-12-7 0,-1 1 0,0-1 0,0 1 0,0 0 0,-1 1 0,0-1 0,0 1 0,0 0 0,0 0 0,-1 0 0,0 0 0,-1 1 0,1-1 0,-1 1 0,0-1 0,-1 1 0,1 0 0,-1 9 0,0-5 0,0 0 0,-1 0 0,0-1 0,-1 1 0,0 0 0,-1 0 0,-4 14 0,3-18 0,0 0 0,0 0 0,-1-1 0,0 1 0,0-1 0,0 0 0,-1 0 0,0 0 0,0-1 0,0 0 0,-10 8 0,-19 11-341,0-2 0,-1-1-1,-69 29 1,84-41-6485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5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24575,'0'-4'0,"1"0"0,-1-1 0,1 1 0,0 0 0,0 0 0,1 0 0,-1 0 0,1 0 0,0 0 0,0 0 0,0 1 0,0-1 0,1 0 0,-1 1 0,1 0 0,0 0 0,5-5 0,6-3 0,1 0 0,0 1 0,16-8 0,4-3 0,-26 16 0,0 0 0,0 1 0,1 0 0,-1 0 0,1 1 0,19-4 0,-23 6 0,1 0 0,1 0 0,-1 0 0,0 1 0,0 0 0,0 1 0,0 0 0,0 0 0,0 0 0,11 4 0,-16-4 0,-1 0 0,1-1 0,0 1 0,-1 0 0,1 0 0,-1 0 0,1 0 0,-1 0 0,0 0 0,1 1 0,-1-1 0,0 0 0,0 1 0,0-1 0,0 1 0,0-1 0,0 1 0,0 0 0,0-1 0,-1 1 0,1 0 0,0 3 0,-1-2 0,0 1 0,0-1 0,0 1 0,0-1 0,-1 0 0,0 1 0,1-1 0,-1 1 0,0-1 0,-1 0 0,-1 4 0,-3 5 0,-1-1 0,-1 0 0,1 0 0,-2-1 0,-11 12 0,13-13 0,0 0 0,0 1 0,1 0 0,0 0 0,-7 18 0,-5 8 0,17-34 0,-1 0 0,1 1 0,0-1 0,0 1 0,0-1 0,0 1 0,0 0 0,0-1 0,1 1 0,-1 0 0,1 0 0,0-1 0,0 1 0,0 0 0,0 0 0,1 5 0,0-6 0,0 0 0,1 0 0,-1 0 0,0 0 0,1 0 0,-1-1 0,1 1 0,-1 0 0,1-1 0,0 1 0,0-1 0,0 0 0,0 1 0,0-1 0,0 0 0,0 0 0,0 0 0,0-1 0,5 2 0,34 12 0,-7-3 0,69 15 0,-86-22 0,0 1 0,-1 1 0,1 0 0,-1 1 0,0 1 0,-1 1 0,0 0 0,0 1 0,-1 0 0,21 21 0,-33-30 0,-1 0 0,1 1 0,-1-1 0,1 0 0,-1 1 0,1-1 0,-1 1 0,0-1 0,0 1 0,0 0 0,0 0 0,0 0 0,0-1 0,0 1 0,-1 0 0,1 0 0,0 0 0,-1 0 0,0 0 0,0 0 0,1 0 0,-1 0 0,0 0 0,-1 0 0,1 0 0,0 0 0,0 0 0,-1 0 0,1 0 0,-1 0 0,-1 3 0,0-2 0,0-1 0,0 1 0,-1-1 0,1 1 0,-1-1 0,1 0 0,-1 0 0,0 0 0,0 0 0,0-1 0,0 1 0,0-1 0,0 0 0,0 0 0,0 0 0,-1 0 0,1 0 0,-5 0 0,-44 4 0,-34 6 0,47-6-32,1-1 0,-1-2 1,-49-3-1,28 0-1206,38 0-5588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5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596 1 24575,'1'10'0,"-2"1"0,1-1 0,-1 1 0,-5 19 0,5-27 0,-1 1 0,1 0 0,-1-1 0,0 1 0,0-1 0,0 0 0,0 0 0,-1 0 0,1 0 0,-1 0 0,0 0 0,0-1 0,0 1 0,0-1 0,0 0 0,-5 3 0,-21 9 0,0-1 0,-31 8 0,29-10 0,-53 25 0,57-24 0,-37 13 0,-1 1 0,35-14 0,16-7 0,0 1 0,1 1 0,0-1 0,-22 17 0,17-7-1365,0-2-5461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8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77 24575,'0'-2'0,"0"0"0,0-1 0,0 1 0,-1 0 0,1 0 0,-1 0 0,0 0 0,1 0 0,-1 0 0,0 0 0,0 0 0,0 1 0,-1-1 0,1 0 0,0 0 0,-1 1 0,-2-3 0,0 1 0,0 0 0,0 0 0,0 0 0,-1 1 0,1-1 0,-1 1 0,-5-2 0,-4 0 0,0 1 0,-1 0 0,1 0 0,-21 0 0,30 3 0,0 0 0,1 0 0,-1 0 0,0 0 0,0 1 0,0 0 0,1 0 0,-1 0 0,0 1 0,1 0 0,-1 0 0,-4 2 0,3 0 0,1 1 0,0-1 0,0 1 0,0 0 0,0 0 0,1 1 0,-7 10 0,2-5 0,2 1 0,0 0 0,0 0 0,1 0 0,1 1 0,0 0 0,1 0 0,0 0 0,1 0 0,0 1 0,1 0 0,0 20 0,1 12 0,4 133 0,-2-172 0,1 0 0,-1-1 0,1 1 0,0-1 0,1 1 0,0-1 0,0 0 0,0 0 0,0 0 0,1 0 0,0 0 0,0-1 0,1 0 0,0 0 0,0 0 0,6 4 0,-4-3 0,0-1 0,0 0 0,0-1 0,1 0 0,0 0 0,0-1 0,0 0 0,0 0 0,0-1 0,0 0 0,1 0 0,11 0 0,-10-1 0,0-1 0,0 0 0,0-1 0,0 0 0,0 0 0,0-1 0,-1-1 0,1 0 0,-1 0 0,1-1 0,-1 0 0,0 0 0,0-1 0,-1 0 0,1-1 0,-1 0 0,0 0 0,-1-1 0,0 0 0,0 0 0,0-1 0,-1 0 0,8-13 0,-8 13 0,0 0 0,1 0 0,-1 1 0,13-11 0,20-24 0,-28 25 0,-1-1 0,-1-1 0,-1 1 0,-1-1 0,7-26 0,13-31 0,-22 67 0,-2 9 0,2 18 0,-3 30 0,-2-48 0,0 24 0,1 1 0,4 24 0,-3-40 0,0 0 0,0 0 0,1 0 0,0 0 0,0-1 0,1 0 0,0 1 0,9 12 0,-7-13 0,0 0 0,0 0 0,1-1 0,0 0 0,12 10 0,-16-15 0,1 0 0,-1 0 0,1 0 0,-1-1 0,1 0 0,-1 0 0,1 0 0,0 0 0,-1 0 0,1-1 0,0 0 0,0 1 0,-1-1 0,1-1 0,0 1 0,0 0 0,-1-1 0,6-1 0,-4 0 0,0 1 0,0-1 0,-1 0 0,1 0 0,0-1 0,-1 1 0,0-1 0,1 0 0,-1 0 0,0 0 0,0-1 0,-1 0 0,1 1 0,-1-1 0,0-1 0,0 1 0,0 0 0,4-10 0,-1 0 0,-1 0 0,-1 0 0,0 0 0,0-1 0,1-19 0,-6 33 0,1 0 0,0 0 0,0 0 0,1-1 0,-1 1 0,0 0 0,0 0 0,0 0 0,1 0 0,-1 0 0,1 0 0,-1-1 0,1 1 0,-1 0 0,1 0 0,0 0 0,-1 0 0,1 1 0,0-1 0,0 0 0,-1 0 0,1 0 0,0 1 0,0-1 0,0 0 0,0 1 0,2-2 0,-1 3 0,-1-1 0,0 0 0,1 1 0,-1-1 0,0 1 0,0-1 0,0 1 0,0 0 0,1-1 0,-1 1 0,0 0 0,0 0 0,0 0 0,0 0 0,-1 0 0,1 0 0,0 0 0,0 0 0,-1 0 0,1 0 0,0 1 0,-1-1 0,1 0 0,-1 2 0,7 12 0,33 65 0,-35-71 0,0-1 0,0 0 0,1-1 0,0 1 0,1-1 0,14 12 0,-19-17 0,1 1 0,0-1 0,0-1 0,-1 1 0,1 0 0,1-1 0,-1 1 0,0-1 0,0 0 0,0 0 0,1 0 0,-1-1 0,0 1 0,1-1 0,-1 0 0,1 0 0,-1 0 0,0 0 0,1 0 0,-1-1 0,1 0 0,-1 1 0,0-1 0,0-1 0,0 1 0,1 0 0,-1-1 0,0 1 0,0-1 0,-1 0 0,1 0 0,3-3 0,-1 0 0,-1 0 0,1 0 0,-1-1 0,0 0 0,0 0 0,0 0 0,-1 0 0,0-1 0,0 1 0,-1-1 0,0 0 0,0 1 0,0-1 0,0-11 0,-1 5 0,-1 2 0,1 1 0,0-1 0,4-17 0,-5 27 0,0 0 0,0 0 0,0 0 0,1 0 0,-1 1 0,0-1 0,0 0 0,1 0 0,-1 0 0,1 0 0,-1 0 0,1 1 0,-1-1 0,1 0 0,-1 0 0,1 1 0,0-1 0,-1 0 0,1 1 0,0-1 0,0 0 0,-1 1 0,1-1 0,0 1 0,0 0 0,0-1 0,0 1 0,0 0 0,-1-1 0,1 1 0,0 0 0,0 0 0,0 0 0,0 0 0,0 0 0,0 0 0,0 0 0,0 0 0,0 0 0,0 0 0,0 1 0,0-1 0,0 0 0,-1 0 0,1 1 0,0-1 0,0 1 0,0-1 0,0 1 0,0 0 0,3 2 0,-1 0 0,1 1 0,-1-1 0,0 1 0,0 0 0,-1-1 0,1 1 0,-1 1 0,0-1 0,0 0 0,2 6 0,1 3 0,-1 0 0,4 24 0,-3 25 0,-5-93 0,1 0 0,11-55 0,-11 79 0,1 1 0,0-1 0,1 0 0,0 1 0,0 0 0,0 0 0,1-1 0,0 2 0,0-1 0,0 1 0,1-1 0,-1 1 0,8-5 0,-8 7 0,0 0 0,0 0 0,0 0 0,1 1 0,-1 0 0,1 0 0,0 0 0,0 0 0,0 1 0,0 0 0,-1 0 0,2 0 0,-1 0 0,0 1 0,0 0 0,0 0 0,0 0 0,0 1 0,5 1 0,-2 0 0,-1 0 0,0 1 0,0 0 0,0 1 0,0-1 0,0 1 0,-1 0 0,0 1 0,11 9 0,-7-4 0,0 1 0,0 0 0,-2 0 0,12 18 0,-12-12 0,0 1 0,-1 0 0,-1 0 0,7 33 0,-15-59 0,2-1 0,-1 0 0,1 1 0,0-1 0,1 1 0,0-1 0,1 1 0,-1-1 0,1 1 0,1 0 0,0 0 0,0 0 0,1 0 0,0 0 0,0 1 0,8-11 0,-7 10 0,0 1 0,1 0 0,0 0 0,0 1 0,1 0 0,0 0 0,0 0 0,0 1 0,1 0 0,-1 1 0,1-1 0,0 1 0,1 1 0,-1 0 0,1 0 0,14-3 0,-6 4 0,-1 0 0,1 1 0,-1 1 0,1 1 0,20 3 0,-29-3 0,0 1 0,-1 0 0,1 1 0,-1 0 0,1 0 0,-1 0 0,0 1 0,0 0 0,0 1 0,-1-1 0,0 1 0,11 11 0,-6-4 0,-2-4 0,-1 0 0,-1 1 0,0 0 0,0 0 0,0 0 0,-1 1 0,5 11 0,-6-7 0,1-1 0,-2 0 0,0 1 0,0 0 0,2 27 0,-5-37 0,-1 0 0,0 1 0,-1-1 0,1 0 0,-1 1 0,0-1 0,0 0 0,0 0 0,-1 1 0,1-1 0,-1 0 0,0-1 0,0 1 0,-1 0 0,1 0 0,-1-1 0,1 0 0,-1 1 0,0-1 0,-1 0 0,1 0 0,0-1 0,-5 4 0,-59 26-1365,52-25-5461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9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24575,'0'4'0,"4"1"0,2 1-8191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9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24575,'47'0'0,"8"1"0,0-2 0,88-14 0,-114 11 54,37-1-1,-40 4-544,-1-1 1,27-6-1,-30 2-6335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09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24575,'0'18'0,"0"17"0,0 0 0,3-1 0,9 54 0,-8-69 0,-1 1 0,0 27 0,-3-28 0,2-1 0,0 0 0,5 20 0,23 81 0,-26-102-341,-2 1 0,0-1-1,0 20 1,-2-16-6485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1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24575,'2'0'0,"0"0"0,0 1 0,-1-1 0,1 1 0,0-1 0,0 1 0,-1 0 0,1-1 0,-1 1 0,1 0 0,0 0 0,-1 0 0,0 1 0,1-1 0,-1 0 0,0 0 0,1 1 0,-1-1 0,0 1 0,0-1 0,0 1 0,0-1 0,0 1 0,-1 0 0,1-1 0,0 4 0,3 6 0,-1-1 0,-1 1 0,2 13 0,-3-15 0,28 117 0,-10-47 0,-10-42 0,-4-17 0,-1 1 0,0-1 0,1 28 0,-3-21 0,1-1 0,1 0 0,11 35 0,-7-29 0,7 48 0,-15-77-49,1-1 1,-1 1-1,1-1 0,-1 1 0,0-1 1,0 1-1,0-1 0,0 1 0,-1 0 1,1-1-1,-1 1 0,0-1 0,1 1 1,-1-1-1,0 0 0,0 1 0,-1-1 1,1 0-1,0 0 0,-1 1 0,1-1 1,-1 0-1,0-1 0,0 1 0,0 0 0,0 0 1,-4 2-1,-9 2-6777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1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1 141 24575,'-1'-3'0,"1"-1"0,0 1 0,1 0 0,-1 0 0,0-1 0,1 1 0,0 0 0,0 0 0,0 0 0,0 0 0,0 0 0,0 0 0,1 0 0,0 0 0,0 0 0,1-2 0,0 2 0,0 1 0,0 0 0,1 0 0,-1 0 0,0 1 0,1-1 0,-1 1 0,1-1 0,-1 1 0,1 0 0,-1 1 0,1-1 0,0 1 0,4-1 0,64-10 0,-43 6 0,48-3 0,-56 6 0,0 0 0,24-7 0,-24 5 0,45-4 0,-60 8-85,7 0-171,1-1 0,-1 0 0,0-1 0,17-4 0,-14 1-6570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3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81 24575,'0'35'0,"-1"1"0,1-1 0,3 1 0,10 57 0,12 81 0,1-50 0,-18-96 0,-6-24 0,-3-19 0,-3-6 0,-1 0 0,-10-29 0,8 33 0,2 0 0,0 0 0,1-1 0,-2-24 0,2 4 0,-17-72 0,14 83 0,1 0 0,1-1 0,2 0 0,0 1 0,2-36 0,2 60 0,-1 0 0,0-1 0,1 1 0,0 0 0,0-1 0,0 1 0,0 0 0,0 0 0,1 0 0,-1-1 0,1 2 0,0-1 0,0 0 0,0 0 0,0 1 0,1-1 0,-1 1 0,1-1 0,-1 1 0,1 0 0,0 0 0,0 0 0,0 1 0,0-1 0,0 1 0,0-1 0,0 1 0,1 0 0,3 0 0,6-1 0,0 0 0,1 1 0,-1 0 0,0 2 0,1-1 0,15 4 0,-15-2 0,1 2 0,-1-1 0,0 2 0,-1 0 0,1 0 0,-1 2 0,0-1 0,0 2 0,-1 0 0,0 0 0,0 1 0,-1 0 0,20 22 0,-28-28 0,0 1 0,-1 0 0,1 0 0,-1 0 0,0 1 0,0-1 0,0 0 0,0 1 0,-1-1 0,0 1 0,0-1 0,0 1 0,0 0 0,-1 0 0,0-1 0,0 1 0,0 0 0,0 0 0,-1-1 0,0 1 0,0 0 0,0-1 0,-1 1 0,1-1 0,-1 0 0,0 1 0,0-1 0,-1 0 0,1 0 0,-1 0 0,0 0 0,0-1 0,0 1 0,-1-1 0,1 0 0,-1 0 0,0 0 0,0 0 0,0-1 0,0 1 0,0-1 0,-7 3 0,-60 17 0,58-19 0,0 0 0,1 1 0,0 1 0,-1 0 0,1 0 0,-21 14 0,32-18 0,1-1 0,-1 1 0,1-1 0,-1 0 0,1 1 0,-1-1 0,1 1 0,-1 0 0,1-1 0,0 1 0,-1-1 0,1 1 0,0-1 0,0 1 0,-1 0 0,1-1 0,0 1 0,0 0 0,0-1 0,0 1 0,0 0 0,0-1 0,0 1 0,0-1 0,0 1 0,0 0 0,0-1 0,0 1 0,1 0 0,-1-1 0,0 1 0,0-1 0,1 1 0,-1 0 0,0-1 0,1 1 0,-1-1 0,1 1 0,-1-1 0,0 1 0,1-1 0,-1 1 0,1-1 0,-1 0 0,1 1 0,0-1 0,0 1 0,34 19 0,-27-17 0,21 11 0,56 17 0,-54-20 0,44 19 0,93 50 0,-152-73-120,-4-2-129,0 1 0,0 1 0,0-1 0,20 17 0,-22-13-6577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4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351 53 24575,'-15'-1'0,"-1"-1"0,1-1 0,0-1 0,0 0 0,-18-8 0,14 6 0,0 0 0,-38-7 0,51 13 0,1-1 0,-1 1 0,0 0 0,1 0 0,-1 1 0,1-1 0,-1 1 0,1 1 0,-1-1 0,1 1 0,0 0 0,-1 0 0,1 0 0,-8 6 0,8-4 0,1-1 0,0 1 0,0 1 0,1-1 0,-1 0 0,1 1 0,0 0 0,0-1 0,0 1 0,1 0 0,0 1 0,0-1 0,0 0 0,0 1 0,0 7 0,-2 6 0,2 1 0,0 39 0,1-54 0,2 0 0,-1 0 0,1 0 0,0 0 0,0 0 0,0-1 0,0 1 0,1 0 0,0 0 0,0-1 0,0 1 0,1-1 0,-1 0 0,1 0 0,0 1 0,0-2 0,1 1 0,4 4 0,-2-3 0,0-1 0,1 0 0,0 0 0,0 0 0,0-1 0,0 0 0,0 0 0,1-1 0,-1 0 0,1 0 0,8 0 0,-4 0 0,0-1 0,0 0 0,0-1 0,0-1 0,0 0 0,0-1 0,0 0 0,0 0 0,0-2 0,-1 1 0,0-1 0,1-1 0,-1 0 0,-1-1 0,15-9 0,-20 11 0,-1-1 0,0 1 0,0-1 0,0 0 0,-1 0 0,0 0 0,0-1 0,0 1 0,0-1 0,-1 1 0,0-1 0,0 0 0,-1 0 0,2-11 0,7-24 0,-9 39 0,-1 0 0,1 0 0,0 0 0,0 0 0,0 0 0,0 0 0,0 1 0,0-1 0,0 0 0,0 0 0,1 1 0,-1-1 0,4-2 0,-4 4 0,0 0 0,0-1 0,0 1 0,0 0 0,0 0 0,0 0 0,0 0 0,0 0 0,0 0 0,0 0 0,0 1 0,0-1 0,0 0 0,0 0 0,0 1 0,0-1 0,0 1 0,-1-1 0,1 1 0,0-1 0,0 1 0,0-1 0,0 1 0,-1 0 0,1-1 0,0 1 0,-1 0 0,1 0 0,0 0 0,0 1 0,7 8 0,-1 1 0,1 0 0,8 20 0,-12-22 0,1 0 0,0 0 0,0-1 0,1 0 0,0 0 0,0 0 0,10 8 0,-16-15 0,1 0 0,-1-1 0,1 1 0,0 0 0,-1-1 0,1 1 0,0-1 0,0 1 0,0-1 0,-1 1 0,1-1 0,0 0 0,0 1 0,0-1 0,0 0 0,0 0 0,0 1 0,-1-1 0,1 0 0,0 0 0,0 0 0,0 0 0,0 0 0,0-1 0,0 1 0,0 0 0,0 0 0,0 0 0,-1-1 0,1 1 0,0-1 0,1 0 0,1-1 0,-1-1 0,0 0 0,0 0 0,0 0 0,0 0 0,-1 0 0,3-5 0,13-20 0,-17 27 0,1 0 0,0 1 0,0-1 0,0 0 0,0 0 0,0 1 0,0-1 0,0 0 0,0 1 0,0-1 0,0 1 0,0-1 0,0 1 0,0 0 0,0-1 0,0 1 0,0 0 0,1 0 0,-1 0 0,0 0 0,0 0 0,0 0 0,2 0 0,0 1 0,-1 0 0,1 0 0,-1 0 0,1 0 0,-1 0 0,0 1 0,1-1 0,-1 1 0,0 0 0,0-1 0,3 4 0,12 9 0,-16-14 0,-1 0 0,1 0 0,-1 0 0,1 0 0,-1 0 0,0 0 0,1 0 0,-1 0 0,1 0 0,-1 0 0,1 0 0,-1-1 0,0 1 0,1 0 0,-1 0 0,1 0 0,-1-1 0,0 1 0,1 0 0,-1 0 0,0-1 0,1 1 0,-1 0 0,0-1 0,0 1 0,1 0 0,-1-1 0,0 1 0,0 0 0,0-1 0,1 1 0,-1-1 0,0 1 0,0 0 0,0-1 0,0 1 0,0-1 0,0 1 0,0-1 0,0 1 0,0 0 0,0-1 0,0 1 0,0-1 0,0 0 0,1-25 0,-1 23 0,0-20 0,0 12 0,-1 0 0,2 1 0,-1-1 0,2 0 0,4-18 0,-5 26 0,0 0 0,0 0 0,1 1 0,-1-1 0,1 0 0,0 1 0,0-1 0,0 1 0,0-1 0,0 1 0,0 0 0,1 0 0,-1 0 0,1 0 0,0 0 0,-1 1 0,1-1 0,0 1 0,0 0 0,0 0 0,0 0 0,0 0 0,0 0 0,5 0 0,-2 0 0,0 1 0,0-1 0,0 1 0,1 0 0,-1 1 0,0 0 0,0 0 0,0 0 0,0 1 0,0-1 0,0 1 0,0 1 0,-1-1 0,1 1 0,-1 0 0,1 0 0,7 7 0,1 2 0,-1 1 0,0 0 0,-1 1 0,19 26 0,-23-26-27,-1-1 0,0 1 0,-1 0-1,8 27 1,-5-13-1202,-6-21-5597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4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24575,'3'1'0,"-1"-1"0,1 1 0,-1-1 0,1 1 0,-1 0 0,1 0 0,-1 0 0,0 0 0,1 0 0,-1 0 0,0 1 0,0-1 0,0 1 0,0 0 0,0 0 0,-1-1 0,1 1 0,0 0 0,-1 0 0,1 0 0,1 5 0,5 8 0,-1-1 0,8 25 0,3 4 0,-11-27 0,-1 0 0,0 1 0,-1 0 0,-1 0 0,0 0 0,1 32 0,3 7 0,-3-23-682,0 58-1,-5-69-6143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4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0 195 24575,'1'-2'0,"-1"1"0,1-1 0,0 0 0,0 1 0,0-1 0,0 1 0,0 0 0,0-1 0,0 1 0,1 0 0,-1 0 0,0 0 0,1 0 0,-1 0 0,1 0 0,-1 0 0,4-1 0,28-14 0,30-11 0,-46 19 0,-1 0 0,32-8 0,-21 8 0,40-18 0,-49 18 0,0 0 0,1 2 0,-1 0 0,40-6 0,-51 11 0,0 1 0,0-1 0,-1 0 0,1 0 0,-1-1 0,1 1 0,8-5 0,-11 1 0,-12 2 0,-16 2 0,15 4 0,1 0 0,-1 1 0,1-1 0,0 2 0,0-1 0,1 1 0,-1 0 0,1 1 0,-8 8 0,-1 0 0,2 2 0,-25 32 0,34-42 0,1 1 0,0 1 0,1-1 0,-1 1 0,1-1 0,1 1 0,-1 0 0,1 0 0,1 0 0,0 0 0,-1 14 0,2-17 0,0 0 0,0 0 0,1 1 0,0-1 0,0 0 0,0 0 0,1 0 0,-1 0 0,1 0 0,1 0 0,-1 0 0,0 0 0,1-1 0,0 1 0,0-1 0,1 0 0,-1 0 0,7 6 0,3-2 0,0 0 0,0 0 0,0-1 0,1-1 0,0 0 0,1-1 0,19 4 0,14 7 0,-35-13-273,0 1 0,0-2 0,0 1 0,19-1 0,-11-1-6553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5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24575,'3'1'0,"0"-1"0,-1 1 0,1 0 0,-1 0 0,1 0 0,-1 1 0,1-1 0,-1 0 0,0 1 0,0 0 0,0-1 0,0 1 0,0 0 0,2 3 0,1-1 0,-1 1 0,0 1 0,0-1 0,5 11 0,35 88 0,-29-70 0,-2 1 0,0-1 0,10 54 0,-15-21 0,3 21 0,-5-58 0,-2 1 0,-2 0 0,0 0 0,-7 60 0,1-71-1365,-1-4-5461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5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0 532 24575,'1'-1'0,"-1"0"0,0 0 0,1 0 0,-1 0 0,0 1 0,1-1 0,-1 0 0,1 0 0,-1 0 0,1 1 0,0-1 0,-1 0 0,1 1 0,0-1 0,0 0 0,-1 1 0,1-1 0,0 1 0,0-1 0,0 1 0,0-1 0,-1 1 0,1 0 0,0 0 0,1-1 0,32-7 0,-18 4 0,53-27 0,-33 13 0,95-55 0,-97 56 0,58-36 0,-82 46 0,-1 0 0,1-1 0,-1 0 0,0 0 0,-1-1 0,12-17 0,-16 19 0,-1 1 0,0-1 0,0 0 0,-1-1 0,1 1 0,-2 0 0,1-1 0,-1 1 0,0-1 0,-1-7 0,0-11 0,-4-40 0,4 64 0,-1 0 0,1-1 0,-1 1 0,0-1 0,1 1 0,-1 0 0,0 0 0,0 0 0,-1-1 0,1 1 0,0 0 0,-1 0 0,1 0 0,-1 1 0,0-1 0,1 0 0,-1 1 0,0-1 0,-2-1 0,-1 1 0,1-1 0,-1 1 0,0 0 0,0 1 0,1-1 0,-1 1 0,0 0 0,-10-1 0,4 2 0,1-1 0,-1 2 0,1-1 0,-1 2 0,1-1 0,0 1 0,0 1 0,-18 6 0,25-7 0,1 0 0,-1 0 0,0 0 0,0 0 0,1 1 0,0-1 0,-1 1 0,1-1 0,0 1 0,0 0 0,0 0 0,1 0 0,-1 0 0,1 0 0,-1 1 0,1-1 0,0 0 0,0 1 0,1-1 0,-1 0 0,0 6 0,0 10 0,1 0 0,3 35 0,-1-23 0,-3 91 0,4 56 0,-2-169 0,0 0 0,1 1 0,0-1 0,1 0 0,7 15 0,16-68 0,-21 41 0,-1-1 0,0 1 0,1 0 0,0 1 0,-1-1 0,1 1 0,0-1 0,0 2 0,1-1 0,-1 0 0,0 1 0,1 0 0,-1 0 0,9 1 0,-2-1 0,0 1 0,1 0 0,-1 1 0,0 0 0,18 5 0,-17-1 0,1 1 0,-1 0 0,-1 1 0,1 1 0,-1 0 0,16 14 0,21 13 0,-35-26 0,-7-4 0,1 0 0,0 0 0,0-1 0,0 0 0,0 0 0,0-1 0,1 0 0,0-1 0,-1 1 0,1-2 0,12 2 0,-9-2 0,1-1 0,-1 0 0,1 0 0,-1-1 0,22-5 0,-31 5 0,0 0 0,0 0 0,0-1 0,0 1 0,0-1 0,0 1 0,0-1 0,-1 0 0,1 0 0,-1 0 0,0 0 0,1-1 0,-1 1 0,0-1 0,0 1 0,0-1 0,-1 0 0,1 0 0,-1 0 0,0 1 0,1-1 0,-1-1 0,0 1 0,-1 0 0,1 0 0,-1 0 0,1-4 0,1-14 0,-1 1 0,-3-31 0,2 44 0,-1-1 0,0 1 0,-1 0 0,1 0 0,-2 0 0,1 0 0,-1 0 0,0 0 0,0 0 0,-6-7 0,7 11 0,0 1 0,0 0 0,0 0 0,-1-1 0,1 2 0,-1-1 0,1 0 0,-1 0 0,0 1 0,1 0 0,-1-1 0,0 1 0,0 0 0,0 0 0,0 1 0,0-1 0,0 1 0,0-1 0,0 1 0,-1 0 0,1 0 0,0 0 0,0 1 0,0-1 0,0 1 0,0 0 0,0-1 0,0 2 0,0-1 0,0 0 0,1 0 0,-1 1 0,0-1 0,1 1 0,-1 0 0,1 0 0,-1 0 0,1 0 0,0 1 0,0-1 0,0 0 0,0 1 0,0-1 0,1 1 0,-1 0 0,1 0 0,0-1 0,-2 6 0,2 0 0,0-1 0,1 1 0,0 0 0,0-1 0,0 1 0,1 0 0,0-1 0,1 1 0,0-1 0,0 0 0,0 1 0,1-1 0,0 0 0,1 0 0,-1-1 0,1 1 0,1-1 0,-1 0 0,11 11 0,-11-14 0,0 0 0,0 0 0,0 0 0,0-1 0,1 0 0,-1 1 0,1-2 0,-1 1 0,1 0 0,0-1 0,0 0 0,-1 0 0,1-1 0,6 1 0,14 0 0,39-4 0,-25 1 0,-7 1-96,-17 2-116,0-1 1,1-1-1,-1 0 1,0-2-1,17-3 1,-16 0-6615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6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22 24575,'-7'0'0,"0"0"0,0 0 0,0 0 0,-1 1 0,1 0 0,0 0 0,-7 2 0,12-2 0,0 0 0,-1 0 0,1 1 0,0-1 0,0 0 0,0 1 0,1-1 0,-1 1 0,0-1 0,1 1 0,-1 0 0,1 0 0,-1 0 0,1 0 0,0 0 0,0 0 0,0 0 0,0 0 0,0 1 0,0-1 0,1 0 0,-1 4 0,-1 2 0,1 0 0,0 1 0,0-1 0,1 0 0,0 1 0,1-1 0,0 0 0,3 13 0,-4-19 0,0 0 0,1 0 0,-1 0 0,1 0 0,0-1 0,0 1 0,-1 0 0,1 0 0,0 0 0,0-1 0,1 1 0,-1-1 0,0 1 0,1-1 0,-1 1 0,1-1 0,-1 0 0,1 1 0,-1-1 0,1 0 0,0 0 0,0 0 0,-1 0 0,1-1 0,0 1 0,0 0 0,0-1 0,0 0 0,0 1 0,0-1 0,0 0 0,0 0 0,0 0 0,0 0 0,0 0 0,0 0 0,0-1 0,0 1 0,0-1 0,3 0 0,-1-1 0,0-1 0,0 1 0,0 0 0,-1-1 0,1 0 0,-1 0 0,1 0 0,-1 0 0,0-1 0,0 1 0,0-1 0,-1 1 0,1-1 0,-1 0 0,0 0 0,0 0 0,2-7 0,2-5 0,-1 0 0,-1 0 0,4-25 0,-6 19-1365,0 3-5461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6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1 24575,'-7'0'0,"-13"-1"0,1 1 0,0 2 0,0 0 0,-23 5 0,36-5 0,0 0 0,0 0 0,0 1 0,0 0 0,1 0 0,-1 0 0,1 1 0,-1-1 0,1 2 0,1-1 0,-1 0 0,1 1 0,-1 0 0,1 0 0,0 0 0,-4 8 0,0 1 0,0 0 0,1 0 0,0 1 0,1 0 0,1 0 0,0 1 0,1-1 0,1 1 0,0 0 0,0 27 0,3-33 0,-1 2 0,1 0 0,1 0 0,-1 0 0,2 0 0,4 19 0,-5-28 0,0 0 0,1 0 0,-1 0 0,1-1 0,-1 1 0,1 0 0,0-1 0,0 1 0,0-1 0,0 0 0,0 1 0,1-1 0,-1 0 0,1-1 0,-1 1 0,1 0 0,0-1 0,0 1 0,-1-1 0,1 0 0,0 0 0,0 0 0,0 0 0,1-1 0,-1 1 0,5-1 0,-2 1 0,0 0 0,0 0 0,1-1 0,-1 0 0,0-1 0,0 0 0,0 0 0,1 0 0,-1 0 0,0-1 0,0 0 0,0 0 0,-1-1 0,1 0 0,-1 0 0,1 0 0,-1 0 0,0-1 0,0 0 0,0 0 0,-1-1 0,1 1 0,-1-1 0,0 0 0,-1 0 0,1 0 0,3-7 0,4-6 0,-6 11 0,-1 0 0,0 0 0,0-1 0,0 0 0,-1 0 0,0 0 0,0 0 0,2-15 0,-3 7 0,0 0 0,2 0 0,9-29 0,-8 84 0,-5 20 0,-1-24 0,1 0 0,2 0 0,11 68 0,3-8 0,-6-27 0,-2 21 47,-7-71-282,0 0 0,1 0-1,0 0 1,2 0-1,7 24 1,-8-35-6591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18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24575,'0'22'0,"1"0"0,1 0 0,1 0 0,1 0 0,1 0 0,14 37 0,-11-37 0,-5-11 0,1 0 0,1 0 0,7 13 0,-10-21 0,1 1 0,0-1 0,-1 0 0,1 0 0,0 0 0,0 0 0,1 0 0,-1 0 0,1-1 0,-1 0 0,1 1 0,7 1 0,-10-3 0,1-1 0,-1 1 0,1-1 0,-1 0 0,1 0 0,-1 0 0,1 1 0,-1-2 0,1 1 0,-1 0 0,1 0 0,-1 0 0,1-1 0,-1 1 0,0-1 0,1 1 0,-1-1 0,1 1 0,-1-1 0,0 0 0,0 0 0,1 0 0,-1 0 0,0 0 0,0 0 0,0 0 0,0 0 0,0 0 0,0 0 0,0-1 0,0 1 0,-1 0 0,1-1 0,0 1 0,-1 0 0,1-3 0,2-4 0,0 0 0,0 1 0,-1-1 0,-1 0 0,2-12 0,1-4 0,0-1 0,2 1 0,1 1 0,1-1 0,1 1 0,13-25 0,-22 48 0,0 1 0,0-1 0,0 0 0,0 1 0,1-1 0,-1 0 0,0 0 0,0 1 0,0-1 0,0 0 0,1 0 0,-1 0 0,0 1 0,0-1 0,0 0 0,1 0 0,-1 0 0,0 0 0,0 1 0,1-1 0,-1 0 0,0 0 0,0 0 0,1 0 0,-1 0 0,0 0 0,1 0 0,-1 0 0,0 0 0,0 0 0,1 0 0,-1 0 0,0 0 0,1 0 0,-1 0 0,0 0 0,0 0 0,1 0 0,-1 0 0,0 0 0,0 0 0,1-1 0,-1 1 0,0 0 0,0 0 0,1 0 0,-1 0 0,0-1 0,0 1 0,1 0 0,-1 0 0,0 0 0,0-1 0,0 1 0,0 0 0,0 0 0,1-1 0,-1 1 0,0-1 0,5 38 0,-2-20 0,1 2 0,2 1 0,0-1 0,1 1 0,1-2 0,1 1 0,15 22 0,-22-36 0,1-1 0,0 0 0,0-1 0,0 1 0,0 0 0,1-1 0,-1 0 0,1 0 0,0 0 0,0 0 0,0 0 0,0-1 0,1 0 0,-1 0 0,1 0 0,-1-1 0,1 1 0,0-1 0,-1 0 0,1 0 0,0-1 0,0 1 0,0-1 0,0 0 0,-1 0 0,1-1 0,0 0 0,0 0 0,0 0 0,-1 0 0,1-1 0,4-1 0,1-1 0,0 0 0,-1-1 0,1 0 0,-1 0 0,0-1 0,-1 0 0,1-1 0,-1 0 0,-1 0 0,1-1 0,-1 0 0,-1 0 0,1 0 0,-1-1 0,-1 0 0,0 0 0,0-1 0,0 0 0,-1 1 0,-1-1 0,0-1 0,0 1 0,-1 0 0,0-1 0,0-10 0,-2 13 0,0 1 0,-1 0 0,1-1 0,-1 1 0,-1 0 0,0-1 0,0 1 0,0 0 0,0 0 0,-7-10 0,8 15 0,-1-1 0,1 1 0,-1-1 0,0 1 0,0 0 0,0 0 0,0 0 0,0 0 0,-1 0 0,1 1 0,0-1 0,-1 1 0,0-1 0,1 1 0,-1 0 0,0 0 0,1 0 0,-1 0 0,0 1 0,0-1 0,0 1 0,0-1 0,0 1 0,0 0 0,0 0 0,1 1 0,-1-1 0,0 0 0,-6 3 0,5-2 0,0 0 0,0 1 0,-1 0 0,1 0 0,0 0 0,0 1 0,1-1 0,-1 1 0,1 0 0,-1 0 0,1 0 0,0 0 0,0 0 0,0 1 0,0 0 0,-2 4 0,-3 6 0,1 2 0,0-1 0,-5 18 0,-1 3 0,10-28 0,0 0 0,1 1 0,0-1 0,0 0 0,1 1 0,0-1 0,0 1 0,1 14 0,1-20 0,-1 0 0,0 0 0,1 0 0,-1 0 0,1 0 0,0-1 0,0 1 0,0 0 0,0 0 0,1-1 0,-1 1 0,1 0 0,0-1 0,-1 0 0,1 1 0,0-1 0,1 0 0,-1 0 0,0 0 0,0 0 0,1 0 0,-1-1 0,1 1 0,0-1 0,-1 0 0,1 1 0,5 0 0,1 1 0,0-1 0,0 0 0,1-1 0,-1 0 0,1 0 0,-1-1 0,0 0 0,1 0 0,-1-1 0,1-1 0,-1 0 0,0 0 0,0-1 0,0 0 0,0 0 0,0-1 0,-1 0 0,0 0 0,0-1 0,0-1 0,0 1 0,-1-1 0,1 0 0,11-14 0,-2-1 0,-10 12 0,1 1 0,-1-2 0,-1 1 0,10-19 0,-13 19 0,-2 6 0,0 0 0,0 0 0,0 0 0,1-1 0,-1 1 0,1 1 0,0-1 0,0 0 0,0 0 0,0 1 0,0-1 0,0 1 0,1-1 0,-1 1 0,6-3 0,-8 5 0,1 0 0,0 0 0,-1 0 0,1 1 0,0-1 0,-1 0 0,1 1 0,0-1 0,-1 0 0,1 1 0,-1-1 0,1 1 0,0-1 0,-1 0 0,1 1 0,-1 0 0,1-1 0,-1 1 0,0-1 0,1 1 0,-1 0 0,0-1 0,1 1 0,-1-1 0,0 1 0,0 0 0,1 0 0,-1-1 0,0 2 0,7 28 0,-5-22 0,4 18 0,-5-18 0,1 0 0,0 1 0,0-1 0,1 0 0,0 0 0,0-1 0,1 1 0,5 7 0,-9-14 0,0-1 0,0 0 0,0 0 0,0 0 0,0 0 0,0 0 0,0 0 0,0 0 0,1 0 0,-1 0 0,0 0 0,0 1 0,0-1 0,0 0 0,0 0 0,0 0 0,0 0 0,1 0 0,-1 0 0,0 0 0,0 0 0,0 0 0,0 0 0,0 0 0,0 0 0,0 0 0,1 0 0,-1 0 0,0 0 0,0 0 0,0 0 0,0 0 0,0 0 0,0-1 0,1 1 0,-1 0 0,0 0 0,0 0 0,0 0 0,0 0 0,0 0 0,0 0 0,0 0 0,0 0 0,0 0 0,0-1 0,1 1 0,-1 0 0,0 0 0,0 0 0,0 0 0,0 0 0,0 0 0,0 0 0,0-1 0,0 1 0,0 0 0,3-13 0,0-15 0,-3 14 0,0 0 0,2 0 0,5-26 0,-5 33 0,0 1 0,1-1 0,0 1 0,0 0 0,0 0 0,1 1 0,0-1 0,0 1 0,0-1 0,8-5 0,-7 5 0,1 1 0,0-1 0,1 1 0,-1 1 0,1-1 0,0 1 0,0 0 0,14-5 0,-18 9 0,0-1 0,0 0 0,0 1 0,0-1 0,1 1 0,-1 0 0,0 0 0,0 0 0,0 1 0,1-1 0,-1 1 0,0 0 0,0 0 0,0 0 0,0 0 0,0 0 0,0 0 0,0 1 0,-1 0 0,1-1 0,-1 1 0,1 0 0,-1 1 0,4 2 0,2 4 0,-1 0 0,-1 1 0,1-1 0,-2 1 0,1 1 0,4 11 0,-4-8 0,0-1 0,1 0 0,12 16 0,-9-16 0,1 0 0,0-1 0,0 0 0,21 15 0,-30-26 0,0 1 0,0-1 0,0 1 0,1-1 0,-1 0 0,0 0 0,1 0 0,-1 0 0,1-1 0,0 1 0,-1 0 0,1-1 0,-1 0 0,1 0 0,4 0 0,-5-1 0,0 1 0,0-1 0,0 0 0,0 0 0,0 0 0,0-1 0,0 1 0,-1 0 0,1-1 0,-1 1 0,1-1 0,-1 0 0,1 1 0,-1-1 0,0 0 0,0 0 0,0 0 0,0 0 0,0 0 0,0 0 0,0 0 0,0-3 0,2-8 0,0 1 0,-1-1 0,-1 1 0,0-1 0,-1 0 0,0 0 0,-3-15 0,2 10 0,0 0 0,3-24 0,-2 42 0,0 0 0,0 0 0,-1-1 0,1 1 0,0 0 0,0-1 0,0 1 0,0 0 0,0 0 0,0-1 0,0 1 0,0 0 0,0-1 0,0 1 0,0 0 0,0-1 0,1 1 0,-1 0 0,0 0 0,0-1 0,0 1 0,0 0 0,0 0 0,0-1 0,1 1 0,-1 0 0,0 0 0,0-1 0,0 1 0,1 0 0,-1 0 0,0 0 0,0 0 0,1-1 0,-1 1 0,0 0 0,1 0 0,-1 0 0,0 0 0,1 0 0,6 12 0,2 21 0,-3-5 0,2 6 0,-2 2 0,2 47 0,-5-52 0,1-1 0,1 0 0,1-1 0,14 36 0,-11-36 0,-1 1 0,-1-1 0,-2 1 0,3 41 0,-7-35 0,-4 127 0,3-159 0,-1 0 0,1 0 0,-1-1 0,0 1 0,0 0 0,-1 0 0,1-1 0,-1 1 0,0 0 0,0-1 0,0 0 0,0 1 0,-1-1 0,1 0 0,-6 4 0,4-3 0,-1 0 0,-1-1 0,1 1 0,-1-1 0,1-1 0,-1 1 0,0-1 0,0 0 0,-7 1 0,-12 2 0,-1-2 0,0-1 0,-50-3 0,47 0 0,25 1 0,0 0 0,1 0 0,-1 0 0,0-1 0,0 0 0,0 0 0,0 0 0,0 0 0,1 0 0,-1-1 0,0 0 0,1 0 0,0 0 0,-1 0 0,-2-3 0,2 2 0,1-1 0,0 0 0,0 0 0,0 0 0,1 0 0,-1-1 0,1 1 0,0-1 0,0 1 0,1-1 0,0 0 0,-2-5 0,2 5 0,-1 0 0,1-1 0,0 1 0,1-1 0,-1 1 0,1-1 0,0 0 0,0 1 0,1-1 0,0 1 0,0-1 0,0 1 0,0 0 0,1-1 0,0 1 0,0 0 0,0 0 0,1 0 0,0 0 0,0 0 0,0 1 0,1 0 0,-1-1 0,1 1 0,0 0 0,0 1 0,0-1 0,1 1 0,-1-1 0,1 2 0,0-1 0,5-2 0,26-16 0,-18 10 0,0 1 0,1 1 0,-1 0 0,2 1 0,36-9 0,15 3 0,-12 1 0,1 3 0,113-4 0,-149 14-1365,-2 1-5461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0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608 0 24575,'-22'0'0,"0"1"0,-1 1 0,1 1 0,0 1 0,0 1 0,0 0 0,-22 10 0,37-11 0,0-1 0,1 1 0,0 1 0,0-1 0,-7 7 0,-25 17 0,4-8 0,23-13 0,0-1 0,0 0 0,-19 7 0,14-7 0,1 1 0,0 1 0,-14 9 0,14-8 0,0 0 0,-29 11 0,37-18 0,1 2 0,-1-1 0,1 0 0,0 1 0,0 0 0,0 1 0,0-1 0,1 1 0,0 0 0,0 1 0,-8 10 0,13-15 0,-1 0 0,1 0 0,0 0 0,0 0 0,-1 0 0,1-1 0,0 1 0,0 0 0,0 0 0,0 0 0,0 0 0,0 0 0,1 0 0,-1 0 0,0 0 0,0 0 0,1 0 0,-1 0 0,0-1 0,1 1 0,-1 0 0,1 0 0,-1 0 0,1-1 0,0 1 0,0 1 0,2 0 0,-1-1 0,0 1 0,1-1 0,-1 0 0,1 0 0,-1 0 0,1 0 0,-1 0 0,5 1 0,7 0 0,-1 0 0,27-1 0,-37-1 0,47 1 0,154-5 0,-198 4 0,-1 0 0,1-1 0,-1 0 0,0 0 0,0-1 0,1 1 0,-1-1 0,0 0 0,0-1 0,-1 1 0,1-1 0,7-5 0,-9 5 0,0 0 0,-1 0 0,1-1 0,-1 1 0,0-1 0,0 1 0,0-1 0,0 0 0,-1 0 0,1 0 0,-1 0 0,0 0 0,0 0 0,-1 0 0,1 0 0,-1-8 0,1-1 0,-1 1 0,0 1 0,1-1 0,1 1 0,4-21 0,-5 30 0,-1 1 0,1-1 0,-1 1 0,1-1 0,-1 1 0,1-1 0,0 1 0,0 0 0,0-1 0,0 1 0,0 0 0,0 0 0,0 0 0,0 0 0,0 0 0,0 0 0,1 0 0,-1 0 0,0 0 0,1 0 0,-1 1 0,1-1 0,-1 1 0,1-1 0,-1 1 0,1-1 0,-1 1 0,1 0 0,-1 0 0,1 0 0,-1 0 0,1 0 0,0 0 0,-1 0 0,1 0 0,-1 1 0,1-1 0,-1 0 0,1 1 0,-1 0 0,1-1 0,-1 1 0,2 1 0,1 0 0,0 0 0,0 1 0,0-1 0,-1 1 0,0 0 0,1 0 0,-1 0 0,0 1 0,0-1 0,0 1 0,2 4 0,23 49 0,-11-22 0,-12-23 0,0 0 0,-1 0 0,4 18 0,-5-16 0,0-2 0,1 1 0,7 13 0,-6-13-151,0 0-1,-1 0 0,-1 0 0,0 1 1,0-1-1,-1 1 0,-1 0 1,-1 27-1,0-20-6674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0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1 24575,'5'-1'0,"0"1"0,0 0 0,0 1 0,0-1 0,0 1 0,0 0 0,0 0 0,0 1 0,0-1 0,0 1 0,-1 0 0,1 0 0,-1 1 0,1-1 0,-1 1 0,0 0 0,0 0 0,0 1 0,-1-1 0,1 1 0,-1 0 0,1 0 0,-1 0 0,-1 0 0,1 1 0,0-1 0,-1 1 0,0-1 0,0 1 0,-1 0 0,1 0 0,-1 0 0,0 0 0,0 0 0,-1 0 0,1 0 0,-1 7 0,0-6 0,0-1 0,0 1 0,-1 0 0,0-1 0,0 1 0,0-1 0,0 1 0,-1-1 0,0 1 0,0-1 0,0 0 0,-1 0 0,0 0 0,0 0 0,-5 5 0,-1 0 0,0-1 0,-1 0 0,0-1 0,0 0 0,-18 10 0,2-2 0,-15 8 0,1 3 0,-56 47 0,84-65 0,0-1 0,0 0 0,-1-1 0,1-1 0,-28 10 0,19-8 0,-24 11-1365,24-10-5461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2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24575,'1'4'0,"1"1"0,-1-1 0,1 0 0,-1 1 0,1-1 0,1 0 0,-1 0 0,5 6 0,5 10 0,-8-9 0,-1 0 0,1 0 0,-2 0 0,0 1 0,0 0 0,0 21 0,-1-16 0,0-1 0,6 25 0,23 129 0,-26-153 0,-1 0 0,0 1 0,-1 0 0,-1 0 0,-1 0 0,0-1 0,-2 1 0,-4 24 0,1-30-1365,-1-7-5461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3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24575,'64'-1'0,"71"3"0,-133-2 0,0 0 0,1 1 0,-1-1 0,0 0 0,0 1 0,1 0 0,-1-1 0,0 1 0,0 0 0,0 0 0,0 0 0,0 0 0,0 1 0,0-1 0,-1 0 0,1 1 0,0-1 0,-1 1 0,1 0 0,-1 0 0,2 3 0,-1-2 0,-1 0 0,0 1 0,0-1 0,0 1 0,0-1 0,-1 1 0,1-1 0,-1 1 0,0 0 0,0-1 0,0 1 0,-2 5 0,0 1 0,0 1 0,-1 0 0,-1-1 0,0 0 0,0 0 0,-1 0 0,0 0 0,-8 10 0,-15 8 0,-3 6 0,31-33 0,0-1 0,-1 1 0,1 0 0,0-1 0,0 1 0,-1 0 0,1-1 0,0 1 0,0 0 0,0 0 0,0-1 0,0 1 0,0 0 0,0 0 0,0-1 0,0 1 0,0 0 0,0 0 0,1-1 0,-1 1 0,0 0 0,0-1 0,1 1 0,-1 0 0,0-1 0,1 1 0,-1 0 0,1-1 0,-1 1 0,1-1 0,-1 1 0,1-1 0,-1 1 0,1-1 0,0 1 0,-1-1 0,1 0 0,0 1 0,-1-1 0,1 0 0,0 1 0,-1-1 0,1 0 0,0 0 0,0 0 0,-1 0 0,1 0 0,1 0 0,44 8 0,-37-8 0,23 7 0,0 2 0,0 1 0,50 22 0,-80-31 0,84 43 0,-51-24 0,-28-17 0,0 1 0,-1 1 0,1-1 0,-1 1 0,0 0 0,-1 1 0,1-1 0,-1 1 0,7 9 0,-10-11 0,0-1 0,0 0 0,-1 1 0,1-1 0,-1 1 0,0 0 0,0 0 0,0-1 0,0 1 0,0 0 0,-1 0 0,0 0 0,0 0 0,0 0 0,0 0 0,-1 0 0,1-1 0,-1 1 0,0 0 0,-2 6 0,2-8 0,-1 0 0,1 0 0,0 0 0,-1 0 0,1 0 0,-1 0 0,0 0 0,1 0 0,-1-1 0,0 1 0,0-1 0,0 1 0,0-1 0,-1 0 0,1 0 0,0 0 0,0 0 0,-1 0 0,-2 0 0,-54 8 0,22-5 0,-8 3 0,-1-2 0,0-2 0,-71-4 0,34-1 0,79 2-91,1 1 0,-1-1 0,0 0 0,0-1 0,0 1 0,1-1 0,-1 0 0,0 1 0,0-2 0,1 1 0,-1 0 0,1-1 0,-1 0 0,-3-2 0,-4-7-6735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4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1 257 24575,'22'0'0,"0"-1"0,-1-1 0,1-1 0,-1-1 0,1-1 0,-1-1 0,37-15 0,-55 19 0,0 0 0,1 0 0,-1 0 0,0-1 0,-1 0 0,1 1 0,0-1 0,-1 0 0,0 0 0,1-1 0,-1 1 0,0 0 0,-1-1 0,1 1 0,-1-1 0,1 1 0,-1-1 0,0 0 0,0 0 0,-1 0 0,1 1 0,-1-6 0,1 0 0,-1 1 0,0-1 0,0 1 0,-1-1 0,0 1 0,-1 0 0,0-1 0,0 1 0,-5-11 0,5 16 0,0 0 0,0 0 0,0 1 0,0-1 0,-1 0 0,1 1 0,-1-1 0,1 1 0,-1 0 0,0 0 0,0 0 0,0 0 0,0 1 0,-1-1 0,1 1 0,0 0 0,-1 0 0,1 0 0,-1 0 0,1 0 0,-1 1 0,1 0 0,-1 0 0,1 0 0,-1 0 0,1 0 0,-1 1 0,-6 1 0,5-1 0,0 0 0,0 0 0,0 0 0,0 1 0,0 0 0,0 0 0,1 1 0,-1-1 0,1 1 0,-1 0 0,1 0 0,0 0 0,0 1 0,0-1 0,1 1 0,-1 0 0,1 0 0,0 0 0,-4 7 0,4 3 0,-1 1 0,1-1 0,1 1 0,1-1 0,0 1 0,1 0 0,4 29 0,-2 1 0,-2-39 0,0-1 0,0 1 0,1-1 0,0 0 0,0 1 0,0-1 0,1 0 0,-1 0 0,1 0 0,0 0 0,1 0 0,-1 0 0,1-1 0,0 1 0,1-1 0,3 5 0,-2-5 0,-1 0 0,1-1 0,1 1 0,-1-1 0,0 0 0,1-1 0,0 1 0,-1-1 0,1 0 0,0-1 0,0 1 0,0-1 0,0 0 0,7-1 0,151 1 0,-75-3 0,-72 0 0,0 0 0,0-2 0,-1 0 0,1-1 0,-1 0 0,31-16 0,-25 12 0,37-25 0,-13 6 0,-42 26 0,-1 0 0,0 0 0,0 0 0,0 0 0,0 0 0,0-1 0,0 1 0,0-1 0,-1 0 0,0 0 0,1 0 0,-1 0 0,0 0 0,-1 0 0,1-1 0,0 1 0,-1-1 0,0 1 0,0-1 0,0 1 0,0-1 0,-1 0 0,1 0 0,-1 1 0,0-1 0,0 0 0,0 0 0,-2-6 0,2 6 0,-2-1 0,1 1 0,0-1 0,-1 1 0,0-1 0,0 1 0,0 0 0,-1 0 0,1 0 0,-1 0 0,0 0 0,0 1 0,0-1 0,-1 1 0,1 0 0,-1 0 0,0 0 0,0 0 0,0 1 0,0 0 0,0-1 0,-7-1 0,-3 0 0,-1 1 0,0 1 0,1 0 0,-1 1 0,0 1 0,0 0 0,0 1 0,0 0 0,0 2 0,1-1 0,-1 2 0,-22 8 0,33-10 0,-1 1 0,1 0 0,0 0 0,0 1 0,0-1 0,0 1 0,1 0 0,-1 0 0,1 0 0,0 0 0,0 0 0,1 1 0,-1-1 0,1 1 0,0 0 0,0 0 0,1 0 0,-1 0 0,1 0 0,-1 6 0,1-4 0,-1 1 0,2 0 0,-1 0 0,1 0 0,0 0 0,0 0 0,1 0 0,0 0 0,1 0 0,0-1 0,0 1 0,5 10 0,-5-13 0,1-1 0,0 0 0,0 0 0,1 0 0,-1 0 0,1-1 0,0 0 0,0 1 0,0-1 0,0-1 0,0 1 0,1 0 0,-1-1 0,1 0 0,0 0 0,0-1 0,0 1 0,0-1 0,0 0 0,7 1 0,9-1 0,-1 0 0,0-1 0,37-6 0,-51 5 0,-1 1 0,0-1 0,1-1 0,-1 1 0,0-1 0,0 0 0,0 0 0,0-1 0,0 1 0,0-1 0,-1 0 0,1 0 0,-1-1 0,0 1 0,0-1 0,4-5 0,1-3 0,-2 0 0,0 0 0,0-1 0,8-22 0,5-11 0,-8 28 0,-1 15 0,-8 5 0,-1-1 0,0 1 0,1 0 0,-1-1 0,0 1 0,0 0 0,-1 0 0,1 1 0,2 3 0,5 5 0,34 54 0,-31-47 0,25 34 0,-37-51 0,1 0 0,-1-1 0,1 1 0,0-1 0,-1 1 0,1-1 0,-1 1 0,1-1 0,0 1 0,0-1 0,-1 1 0,1-1 0,0 0 0,-1 0 0,1 1 0,0-1 0,0 0 0,0 0 0,-1 0 0,1 0 0,0 0 0,0 0 0,0 0 0,-1 0 0,1 0 0,0 0 0,0 0 0,0 0 0,-1-1 0,1 1 0,0 0 0,0-1 0,-1 1 0,1-1 0,0 1 0,-1 0 0,1-1 0,0 1 0,-1-1 0,1 0 0,-1 1 0,1-1 0,-1 1 0,1-1 0,0-1 0,22-39 0,-17 28 0,-1 5 0,1 1 0,-1 0 0,1 1 0,0-1 0,14-10 0,-11 10 0,-1 0 0,0-1 0,9-12 0,21-40 0,-28 41 0,2 1 0,22-29 0,-29 43 0,0 0 0,0 1 0,0-1 0,0 1 0,0 0 0,1 1 0,0 0 0,-1-1 0,1 2 0,0-1 0,0 1 0,0 0 0,0 0 0,0 0 0,8 1 0,14 0 0,51 6 0,-73-5 0,-1 0 0,1 1 0,-1 0 0,0-1 0,0 2 0,0-1 0,0 1 0,0-1 0,-1 1 0,1 1 0,-1-1 0,0 1 0,1 0 0,-2-1 0,1 2 0,0-1 0,-1 0 0,4 7 0,3 6 0,-1 0 0,-1 1 0,11 33 0,-18-49 0,0 1 0,0 0 0,0-1 0,0 1 0,0 0 0,0-1 0,0 1 0,1 0 0,-1-1 0,4 4 0,-4-6 0,0 0 0,0 1 0,0-1 0,0 0 0,0 0 0,0 0 0,0 0 0,0 0 0,0 0 0,0 0 0,0 0 0,0 0 0,0 0 0,0-1 0,0 1 0,0 0 0,0-1 0,0 1 0,0-1 0,-1 1 0,1-1 0,0 1 0,0-1 0,0 1 0,-1-1 0,1 0 0,0 0 0,-1 1 0,1-1 0,0 0 0,0-1 0,8-7 0,0 0 0,1 1 0,14-10 0,-18 15 0,-1 1 0,1-1 0,-1 1 0,1 0 0,0 0 0,0 1 0,0 0 0,0 0 0,8-1 0,-4 2 0,1-1 0,0 1 0,-1 1 0,1 0 0,0 0 0,17 5 0,-22-4 0,-1 1 0,1-1 0,0 1 0,-1 0 0,0 1 0,0-1 0,0 1 0,0 0 0,0 0 0,-1 1 0,1-1 0,6 10 0,83 116 0,-91-128-97,-1 1-1,0 0 1,1-1-1,-1 1 1,1-1-1,0 0 1,0 0-1,0 0 1,0 0-1,0-1 1,0 1-1,0-1 0,5 2 1,9 1-6729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4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36 24575,'-4'-4'0,"0"0"0,-1 0 0,1 1 0,-1 0 0,1 0 0,-1 0 0,0 0 0,0 1 0,-9-3 0,13 4 0,-1 1 0,1 0 0,-1-1 0,1 1 0,-1 0 0,1 0 0,-1 0 0,1 1 0,-1-1 0,1 0 0,-1 0 0,1 1 0,-1-1 0,1 1 0,0-1 0,-1 1 0,1 0 0,0-1 0,-1 1 0,1 0 0,0 0 0,0 0 0,0 0 0,0 0 0,0 0 0,0 0 0,0 1 0,0-1 0,0 0 0,0 1 0,1-1 0,-1 0 0,0 1 0,1-1 0,0 0 0,-1 1 0,1-1 0,0 1 0,-1 2 0,-2 19 0,0 1 0,1 0 0,2 0 0,4 39 0,-1 1 0,-5 38 0,5 75 0,1-143 0,3-1 0,19 61 0,-17-66 0,-1 0 0,-1 1 0,-2-1 0,4 46 0,-9-70-43,0 4 71,1 0 0,-2 0 0,1 0 0,-1 0 0,-3 13 0,3-19-90,0 0 0,0 0 0,0 1 0,0-1 0,-1-1 0,1 1 0,0 0 0,-1 0 0,1 0-1,-1-1 1,0 1 0,0-1 0,1 1 0,-1-1 0,0 0 0,0 1 0,0-1 0,0 0-1,-1 0 1,1-1 0,0 1 0,0 0 0,-5 0 0,-12 2-6764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5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0 205 24575,'7'-2'0,"0"0"0,0-1 0,0 0 0,-1 0 0,0 0 0,0-1 0,8-6 0,-10 8 0,5-5 0,0 1 0,0 1 0,1 0 0,0 0 0,0 1 0,20-6 0,-12 3-67,0 0 0,-1-1-1,0-1 1,0-1 0,-1 0-1,-1-1 1,1-1-1,16-17 1,-13 13-692,-4 4-6067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5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24575,'0'4'0,"0"6"0,0 5 0,0 5 0,4-2 0,2 1 0,-1 1 0,-1 2 0,-1 1 0,3-3 0,1-2 0,-1 2 0,-2 1 0,-1 1 0,-1 1 0,-1-3-8191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5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24575,'0'-4'0,"0"-2"-8191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5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24575,'4'0'0,"-1"1"0,0-1 0,1 1 0,-1-1 0,0 1 0,0 0 0,0 1 0,0-1 0,0 0 0,0 1 0,0-1 0,0 1 0,-1 0 0,1 0 0,0 0 0,-1 0 0,0 1 0,1-1 0,-1 1 0,0-1 0,2 5 0,4 6 0,-1 0 0,-1 1 0,8 22 0,-3-9 0,-5-9 0,-1 0 0,-1 0 0,4 24 0,0 5 0,7 3 0,-11-34 0,1-1 0,-2 0 0,4 30 0,-6 3-1365,-1-27-5461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5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24575,'2'1'0,"-1"-1"0,1 0 0,0 1 0,-1-1 0,1 0 0,0 1 0,-1 0 0,1-1 0,-1 1 0,1 0 0,-1 0 0,0 0 0,1 0 0,-1 0 0,0 0 0,0 1 0,1-1 0,-1 0 0,0 0 0,0 1 0,0-1 0,-1 1 0,1-1 0,1 3 0,14 44 0,-11-29 0,8 21 0,0-9 0,-2 2 0,-2 0 0,-1 0 0,-1 1 0,3 44 0,-9-62 0,1-1 0,1 1 0,1-1 0,0 1 0,6 14 0,-5-16 0,0-1 0,-1 1 0,-1 0 0,0 0 0,-1 0 0,0 18 0,-2-29-97,0-1-1,-1 1 1,1-1-1,0 0 1,-1 1-1,0-1 1,0 0-1,1 0 1,-1 1-1,0-1 1,-1 0-1,1 0 0,-3 3 1,-6 6-6729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6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0 251 24575,'19'0'0,"16"0"0,-1 0 0,1-3 0,52-9 0,-11 2 0,-65 10 0,-1-1 0,1 0 0,-1 0 0,1-1 0,-1 0 0,0-1 0,1 0 0,-2-1 0,1 0 0,0 0 0,-1-1 0,14-9 0,-11 4 0,-1 2 0,0-2 0,0 1 0,-1-1 0,10-13 0,-18 21 0,0-1 0,0 0 0,0 0 0,0-1 0,-1 1 0,1 0 0,-1 0 0,0-1 0,0 1 0,0-1 0,0 1 0,-1-1 0,1 1 0,-1-1 0,0 0 0,0 1 0,-1-1 0,1 1 0,-1-1 0,1 1 0,-3-7 0,3 9 0,-1 0 0,1-1 0,-1 1 0,1 0 0,-1 0 0,0 0 0,1 0 0,-1 0 0,0 0 0,0 0 0,0 0 0,0 0 0,-2-2 0,3 3 0,-1 0 0,1 0 0,-1 0 0,1-1 0,-1 1 0,1 0 0,-1 0 0,1 0 0,-1 0 0,1 0 0,-1 0 0,1 0 0,-1 0 0,1 0 0,-1 0 0,0 0 0,1 0 0,-1 1 0,1-1 0,-1 0 0,1 0 0,0 0 0,-2 1 0,1 1 0,-1-1 0,1 0 0,-1 1 0,1 0 0,-1-1 0,1 1 0,0 0 0,0 0 0,0 0 0,0 0 0,0 0 0,0 0 0,1 0 0,-2 4 0,-2 21 0,2 1 0,0-1 0,4 43 0,0-17 0,-2-47 0,0 0 0,1 1 0,0-1 0,0 0 0,0 0 0,1 0 0,0 0 0,0 0 0,0-1 0,1 1 0,0-1 0,0 1 0,0-1 0,1 0 0,-1 0 0,10 8 0,-8-8 0,1 0 0,1-1 0,-1 0 0,1 0 0,-1 0 0,1-1 0,0 0 0,1 0 0,-1-1 0,0 0 0,1 0 0,-1-1 0,12 1 0,-10-1 0,-1-1 0,1 0 0,-1 0 0,1 0 0,-1-1 0,14-4 0,-19 4 0,0 0 0,0 0 0,0-1 0,0 1 0,0-1 0,-1 1 0,1-1 0,0 0 0,-1 0 0,0-1 0,1 1 0,-1 0 0,0-1 0,0 1 0,0-1 0,0 0 0,-1 0 0,1 1 0,-1-1 0,2-4 0,9-27 0,2-2 0,10-44 0,-24 78 0,1 0 0,0-1 0,-1 1 0,1 0 0,0-1 0,0 1 0,1 0 0,-1 0 0,0 0 0,1 0 0,-1 0 0,1 0 0,0 0 0,-1 1 0,1-1 0,0 0 0,0 1 0,3-2 0,-4 2 0,1 1 0,-1 0 0,0-1 0,0 1 0,1 0 0,-1 0 0,0 0 0,1 0 0,-1 0 0,0 0 0,1 0 0,-1 0 0,0 1 0,1-1 0,-1 0 0,0 1 0,1-1 0,-1 1 0,0-1 0,0 1 0,0 0 0,0 0 0,0-1 0,0 1 0,0 0 0,0 0 0,0 0 0,0 0 0,0 0 0,0 0 0,-1 0 0,1 0 0,0 1 0,0 0 0,12 22 0,-11-18 0,1-1 0,0 1 0,1 0 0,-1-1 0,1 1 0,0-1 0,7 6 0,-11-11 0,0 0 0,0 1 0,0-1 0,1 0 0,-1 0 0,0 0 0,0 0 0,0 0 0,0 0 0,1 0 0,-1 0 0,0 0 0,0 0 0,0 0 0,0 0 0,1 0 0,-1 0 0,0 0 0,0 0 0,0 0 0,1 0 0,-1 0 0,0 0 0,0 0 0,0 0 0,0 0 0,0 0 0,1-1 0,-1 1 0,0 0 0,0 0 0,0 0 0,0 0 0,0 0 0,1 0 0,-1 0 0,0-1 0,0 1 0,0 0 0,0 0 0,0 0 0,0 0 0,0-1 0,0 1 0,0 0 0,0 0 0,4-14 0,-2-14 0,-2 28 0,-1-5 0,2-1 0,-1 0 0,0 0 0,1 0 0,0 0 0,1 1 0,-1-1 0,1 0 0,0 1 0,1-1 0,-1 1 0,1 0 0,0 0 0,0 0 0,1 0 0,-1 1 0,1-1 0,7-6 0,2-2 0,-9 8 0,1-1 0,0 1 0,0 0 0,1 0 0,-1 1 0,1-1 0,0 1 0,1 1 0,-1-1 0,0 1 0,1 0 0,0 0 0,8-1 0,9-2-110,-3 0-309,-1 1 1,39-3 0,-38 8-6408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6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24575,'29'-1'0,"55"-11"0,-54 7 0,52-3 0,-51 7 0,49-10 0,-48 6 0,49-3 0,-32 9-1365,-27-1-5461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7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 24575,'0'499'0,"-2"-475"-89,-1-1 0,0 0 0,-2 0 0,-1 0 0,-9 22 0,8-22-742,2-6-5995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7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24575,'4'0'0,"-1"0"0,1 1 0,0 0 0,0 0 0,0 0 0,-1 0 0,1 1 0,-1-1 0,1 1 0,-1 0 0,1 0 0,-1 0 0,0 0 0,0 1 0,0-1 0,0 1 0,4 5 0,4 6 0,-1 0 0,15 28 0,-3-6 0,38 58 0,-42-62 0,1-1 0,1-2 0,2 0 0,33 34 0,-54-62 0,0 0 0,0 1 0,1-1 0,-1 0 0,1 0 0,-1 0 0,1 0 0,-1 0 0,1 0 0,-1-1 0,1 1 0,0-1 0,-1 1 0,5 0 0,-6-1 0,1 0 0,0 0 0,-1 0 0,1-1 0,0 1 0,0 0 0,-1-1 0,1 1 0,0 0 0,-1-1 0,1 1 0,-1 0 0,1-1 0,-1 1 0,1-1 0,-1 1 0,1-1 0,-1 0 0,1 1 0,-1-1 0,1 1 0,-1-1 0,0 0 0,1-1 0,1-6 0,0 0 0,0 0 0,0 0 0,-1 0 0,-1-11 0,3-9 0,35-162 0,-35 149-59,1-16 220,-3 54-239,-1 1 1,1 0 0,-1-1 0,1 1 0,0 0-1,0-1 1,0 1 0,1 0 0,-1 0 0,0 0-1,1 0 1,0 0 0,-1 0 0,1 0 0,0 1 0,0-1-1,0 1 1,3-3 0,10-2-6749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8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0 180 24575,'3'0'0,"0"0"0,0 1 0,-1-1 0,1 1 0,-1 0 0,1-1 0,0 1 0,-1 1 0,0-1 0,1 0 0,-1 0 0,0 1 0,1 0 0,-1-1 0,0 1 0,0 0 0,0 0 0,-1 0 0,1 0 0,1 3 0,4 6 0,0 0 0,-1 0 0,5 14 0,4 7 0,-6-14 0,-1 0 0,-1 1 0,6 23 0,13 34 0,-22-60 0,1 0 0,-2 0 0,0 0 0,-1 1 0,0-1 0,-2 1 0,-2 30 0,2-37 0,-11-68 0,6 36 0,-5-37 0,10 57 0,-1-31 0,-3 0 0,-7-35 0,6 34 0,0 0 0,3-1 0,0 1 0,7-67 0,-3 95 0,-1 1 0,1-1 0,0 1 0,0 0 0,1 0 0,0 0 0,0 0 0,0 0 0,0 1 0,1 0 0,-1-1 0,1 1 0,0 0 0,6-4 0,-3 2 0,0 1 0,0-1 0,1 1 0,0 1 0,0 0 0,0 0 0,0 0 0,12-3 0,-9 5 0,1-1 0,0 2 0,0 0 0,0 0 0,0 1 0,0 0 0,22 4 0,-30-3 0,0 0 0,0 0 0,0 0 0,-1 1 0,1-1 0,0 1 0,-1 0 0,1 0 0,-1 0 0,0 0 0,0 1 0,0-1 0,0 1 0,0 0 0,0 0 0,-1 0 0,1 0 0,-1 0 0,0 1 0,0-1 0,0 1 0,0-1 0,-1 1 0,0 0 0,1-1 0,-1 1 0,0 5 0,0-6 0,0 1 0,0 0 0,-1-1 0,1 1 0,-1 0 0,0 0 0,0-1 0,0 1 0,0 0 0,-1 0 0,0-1 0,0 1 0,0 0 0,0-1 0,0 1 0,-1-1 0,1 1 0,-1-1 0,0 0 0,0 1 0,0-1 0,-1 0 0,1 0 0,-1-1 0,0 1 0,1-1 0,-1 1 0,0-1 0,0 0 0,-1 0 0,1 0 0,0 0 0,-1-1 0,1 1 0,-6 0 0,-129 46 0,136-47 0,-1 0 0,0 0 0,1 0 0,-1 0 0,1 0 0,0 1 0,-1-1 0,1 1 0,0 0 0,0 0 0,0 0 0,0 0 0,0 0 0,0 0 0,1 0 0,-1 1 0,1-1 0,-1 0 0,1 1 0,0-1 0,0 1 0,0 0 0,0-1 0,0 1 0,1 0 0,-1 0 0,1 5 0,0-4 0,1 0 0,0 1 0,0-1 0,1 0 0,-1 0 0,1 1 0,0-1 0,0 0 0,0-1 0,0 1 0,1 0 0,-1-1 0,1 1 0,0-1 0,0 0 0,6 5 0,-1-1 0,0-1 0,0 0 0,0-1 0,1 1 0,0-2 0,0 1 0,0-1 0,1-1 0,-1 1 0,1-2 0,0 1 0,16 1 0,-9-1 33,0 1 1,30 12-1,-33-11-326,-1 0 0,1-1 0,0 0 0,25 2 0,-19-5-6533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29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24575,'2'0'0,"0"0"0,0 0 0,-1 1 0,1-1 0,0 0 0,0 1 0,0 0 0,-1-1 0,1 1 0,0 0 0,0 0 0,-1 0 0,1 0 0,-1 0 0,1 0 0,-1 0 0,1 0 0,-1 1 0,0-1 0,0 1 0,0-1 0,1 1 0,-1-1 0,-1 1 0,3 3 0,0 3 0,0 1 0,0 0 0,-1 1 0,2 10 0,2 8 0,12 36 0,22 90 0,-37-133 0,0 42 0,-6-174 0,5-143 0,-2 252 0,0 0 0,0 0 0,0 1 0,0-1 0,1 0 0,-1 0 0,1 0 0,-1 1 0,1-1 0,0 0 0,-1 0 0,1 1 0,0-1 0,0 1 0,0-1 0,0 1 0,1-1 0,-1 1 0,2-2 0,-2 2 0,1 1 0,-1-1 0,0 1 0,0 0 0,1 0 0,-1 0 0,0-1 0,0 1 0,1 1 0,-1-1 0,0 0 0,0 0 0,1 0 0,-1 0 0,0 1 0,0-1 0,0 1 0,1-1 0,-1 1 0,0-1 0,1 2 0,5 2 0,0 1 0,-1 1 0,0-1 0,0 1 0,0 0 0,-1 0 0,6 8 0,17 30 0,-20-30 0,0-1 0,1 0 0,1 0 0,0-1 0,0 0 0,2-1 0,-1 0 0,14 9 0,-6-7 0,1 0 0,0-2 0,23 9 0,-37-17 0,0-1 0,0 0 0,1 0 0,-1 0 0,1-1 0,-1 0 0,1 0 0,-1-1 0,1 0 0,0 0 0,-1 0 0,1-1 0,0 0 0,-1 0 0,9-3 0,-9 1 0,-1-1 0,0 1 0,1-1 0,-2 0 0,1 0 0,0 0 0,-1-1 0,0 1 0,0-1 0,0 0 0,3-6 0,1-2 0,0 0 0,-2-1 0,9-20 0,-12 22 0,-1 0 0,0 1 0,0-1 0,-1 0 0,-1 0 0,-1-17 0,0 16 0,1 1 0,0 0 0,1-1 0,4-23 0,-5 36 0,0-1 0,0 1 0,0 0 0,0 0 0,0-1 0,0 1 0,0 0 0,0-1 0,0 1 0,1 0 0,-1-1 0,0 1 0,0 0 0,0-1 0,0 1 0,0 0 0,0 0 0,1-1 0,-1 1 0,0 0 0,0 0 0,0-1 0,1 1 0,-1 0 0,0 0 0,0 0 0,1-1 0,-1 1 0,0 0 0,1 0 0,-1 0 0,0 0 0,0 0 0,1 0 0,-1 0 0,0-1 0,1 1 0,-1 0 0,0 0 0,1 0 0,-1 0 0,0 0 0,1 0 0,-1 1 0,11 14 0,5 25 0,-14-26 0,1 1 0,-2-1 0,0 15 0,-1-19 0,0-1 0,1 0 0,0 0 0,0 1 0,1-1 0,0 0 0,0 0 0,1-1 0,7 17 0,22 41-1365,-24-52-5461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31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0 558 24575,'9'-1'0,"-1"0"0,0-1 0,0 1 0,0-2 0,0 1 0,-1-1 0,1 0 0,-1-1 0,0 0 0,1 0 0,-2 0 0,1-1 0,7-7 0,4-4 0,-1 0 0,0-1 0,18-26 0,-28 31 0,0 0 0,-1 0 0,0 0 0,-1-1 0,-1 0 0,0 0 0,4-20 0,5-20 0,-7 33 0,-2-1 0,-1 1 0,0-1 0,-2 1 0,0-1 0,-4-40 0,2 58 0,1 1 0,-1-1 0,1 1 0,-1 0 0,0-1 0,0 1 0,0-1 0,0 1 0,-1 0 0,1 0 0,-1 0 0,1 0 0,-1 0 0,0 0 0,1 0 0,-1 0 0,0 1 0,0-1 0,0 1 0,-1-1 0,1 1 0,0 0 0,-5-2 0,6 3 0,-1-1 0,0 1 0,0-1 0,1 1 0,-1 0 0,0 0 0,0 0 0,1 0 0,-1 0 0,0 0 0,0 0 0,0 1 0,1-1 0,-1 1 0,0-1 0,1 1 0,-1 0 0,0-1 0,1 1 0,-1 0 0,1 0 0,-1 0 0,1 0 0,0 1 0,-1-1 0,1 0 0,0 0 0,0 1 0,0-1 0,0 1 0,0-1 0,0 1 0,0-1 0,0 3 0,-1 1 0,0 1 0,1-1 0,-1 0 0,1 1 0,1-1 0,-1 1 0,1 0 0,0-1 0,0 1 0,0-1 0,1 1 0,0-1 0,0 1 0,1-1 0,-1 1 0,1-1 0,0 0 0,1 0 0,-1 0 0,1 0 0,0 0 0,4 4 0,9 13 0,2 0 0,0-2 0,27 24 0,-19-20 0,-21-19 0,1-1 0,-1 0 0,1 0 0,1 0 0,-1 0 0,0-1 0,1 0 0,0-1 0,0 0 0,-1 0 0,1 0 0,1 0 0,9 0 0,12-1 0,0 0 0,31-4 0,-4 0 0,-46 3 0,0 0 0,1 0 0,-1-1 0,0 0 0,17-4 0,-24 4 0,-1 1 0,1-1 0,-1 0 0,1-1 0,-1 1 0,0 0 0,0-1 0,1 1 0,-1-1 0,0 0 0,0 1 0,-1-1 0,1 0 0,0 0 0,0-1 0,-1 1 0,0 0 0,1 0 0,-1-1 0,0 1 0,0-1 0,0 1 0,0-4 0,3-21 0,-1 0 0,-2 0 0,0 0 0,-2-1 0,-6-33 0,7 59 0,0 0 0,0 1 0,0-1 0,0 0 0,0 0 0,-1 0 0,1 0 0,-1 0 0,1 0 0,-1 0 0,0 0 0,0 1 0,0-1 0,0 0 0,0 0 0,0 1 0,-1-1 0,1 1 0,0-1 0,-1 1 0,1 0 0,-1 0 0,1-1 0,-1 1 0,0 0 0,1 0 0,-1 1 0,0-1 0,0 0 0,0 0 0,0 1 0,0-1 0,0 1 0,0 0 0,0 0 0,1-1 0,-1 1 0,0 0 0,0 1 0,-3-1 0,2 1 0,-1 0 0,1 0 0,-1 1 0,1-1 0,-1 1 0,1-1 0,0 1 0,0 0 0,0 0 0,0 1 0,0-1 0,0 1 0,0-1 0,1 1 0,0 0 0,-1 0 0,1 0 0,0 0 0,0 1 0,-2 6 0,2-4 0,0 0 0,0 0 0,1 0 0,0 0 0,0 0 0,0 1 0,1-1 0,0 0 0,0 1 0,1-1 0,0 0 0,0 1 0,0-1 0,1 0 0,5 12 0,-5-14 0,0 0 0,0 0 0,1-1 0,0 1 0,0 0 0,0-1 0,0 0 0,0 1 0,1-1 0,-1-1 0,1 1 0,0 0 0,0-1 0,0 0 0,0 0 0,0 0 0,1 0 0,-1-1 0,1 0 0,-1 0 0,1 0 0,6 1 0,29 0 0,0-1 0,54-6 0,-88 4 0,-1 1 0,0-1 0,0-1 0,0 1 0,-1-1 0,1 0 0,0 0 0,0 0 0,-1 0 0,0-1 0,1 0 0,-1 0 0,0 0 0,0 0 0,-1-1 0,1 0 0,-1 1 0,5-8 0,-2 1 0,0 0 0,-1 0 0,-1 0 0,0-1 0,0 1 0,-1-1 0,2-15 0,-2 8 0,1 1 0,1 0 0,10-27 0,-14 43 0,-1 1 0,0-1 0,0 0 0,1 1 0,-1-1 0,0 0 0,1 1 0,-1-1 0,1 0 0,-1 1 0,1-1 0,-1 1 0,1-1 0,-1 1 0,1-1 0,-1 1 0,1 0 0,0-1 0,-1 1 0,1 0 0,0-1 0,-1 1 0,1 0 0,0 0 0,-1-1 0,1 1 0,0 0 0,0 0 0,1 0 0,-1 1 0,0-1 0,1 1 0,-1 0 0,0-1 0,0 1 0,0 0 0,0 0 0,0 0 0,0 0 0,0 0 0,0 0 0,0 1 0,0-1 0,0 2 0,22 48 0,-22-48 0,12 36 0,1 1 0,19 41 0,-31-94 0,-3-9 0,-4 8 0,2 0 0,-1 0 0,2 0 0,0 0 0,-1-26 0,4 37 0,-1 0 0,0-1 0,1 1 0,0 0 0,0 0 0,0 0 0,0-1 0,0 1 0,1 0 0,-1 0 0,1 0 0,0 1 0,0-1 0,0 0 0,0 1 0,0-1 0,1 1 0,-1 0 0,1 0 0,-1 0 0,1 0 0,0 0 0,0 0 0,0 1 0,0-1 0,0 1 0,0 0 0,0 0 0,0 0 0,6 0 0,19-3 0,1 1 0,-1 1 0,1 2 0,33 4 0,16-1 0,-24-3 0,3-1 0,-41 2 0,-14-1 0,-5 1 0,-3 0 0,0 0 0,0 1 0,1-1 0,-1 1 0,0 1 0,1-1 0,-1 1 0,1 0 0,0 0 0,0 1 0,0-1 0,0 1 0,1 0 0,0 0 0,-1 1 0,1 0 0,1-1 0,-1 1 0,-3 8 0,2-5 0,1 1 0,1-1 0,-1 1 0,1 0 0,1 0 0,0 0 0,0 1 0,1-1 0,0 0 0,0 1 0,2 16 0,-1-23 0,0-1 0,1 0 0,-1 0 0,0 1 0,1-1 0,0 0 0,-1 0 0,1 0 0,0 1 0,0-1 0,0 0 0,0 0 0,1 0 0,-1-1 0,0 1 0,1 0 0,2 2 0,-2-3 0,-1 0 0,1 0 0,-1-1 0,1 1 0,0 0 0,-1-1 0,1 1 0,0-1 0,-1 0 0,1 0 0,0 1 0,0-1 0,-1 0 0,1-1 0,0 1 0,-1 0 0,1 0 0,2-1 0,1-1 0,0 0 0,0 0 0,-1 0 0,1-1 0,0 0 0,-1 1 0,0-2 0,0 1 0,0 0 0,0-1 0,0 0 0,-1 0 0,6-8 0,-7 10 0,-1-1 0,1 1 0,0-1 0,-1 1 0,1 0 0,0 0 0,1 0 0,-1 0 0,0 0 0,4-3 0,-5 5 0,1 0 0,-1-1 0,1 1 0,-1 0 0,0-1 0,1 1 0,-1 0 0,1 0 0,-1 0 0,1 0 0,-1 1 0,1-1 0,-1 0 0,0 1 0,1-1 0,-1 0 0,0 1 0,1 0 0,-1-1 0,0 1 0,0 0 0,1 0 0,0 0 0,-1 0 0,0 0 0,1 0 0,-1 0 0,0 0 0,0 0 0,1-1 0,-1 1 0,1 0 0,-1-1 0,1 0 0,-1 1 0,0-1 0,1 0 0,0 1 0,-1-1 0,1 0 0,-1 0 0,1 0 0,-1-1 0,1 1 0,-1 0 0,1-1 0,-1 1 0,1 0 0,-1-1 0,0 0 0,1 1 0,-1-1 0,0 0 0,2-1 0,1-2 0,0-1 0,0 1 0,0-1 0,-1 0 0,0 0 0,4-8 0,15-22 0,-22 35 0,1-1 0,-1 1 0,0 0 0,1-1 0,-1 1 0,1-1 0,-1 1 0,1 0 0,-1 0 0,1-1 0,-1 1 0,1 0 0,-1 0 0,1-1 0,-1 1 0,1 0 0,-1 0 0,1 0 0,-1 0 0,1 0 0,-1 0 0,1 0 0,0 0 0,-1 0 0,1 0 0,-1 0 0,1 0 0,-1 0 0,1 1 0,-1-1 0,1 0 0,-1 0 0,1 1 0,14 18 0,2 35 0,-15-48 0,-1-3 0,0 3 0,0-1 0,1 1 0,0-1 0,0 1 0,1-1 0,4 8 0,-7-13 0,0 0 0,0 0 0,1 0 0,-1 0 0,0 0 0,0 1 0,0-1 0,1 0 0,-1 0 0,0 0 0,0 0 0,0 0 0,1 0 0,-1 0 0,0 0 0,0 0 0,0 0 0,1 0 0,-1 0 0,0 0 0,0 0 0,0 0 0,0 0 0,1-1 0,-1 1 0,0 0 0,0 0 0,0 0 0,1 0 0,-1 0 0,0 0 0,0 0 0,0-1 0,0 1 0,0 0 0,1 0 0,-1 0 0,0 0 0,0-1 0,0 1 0,0 0 0,0 0 0,0 0 0,0-1 0,0 1 0,0 0 0,0 0 0,0 0 0,0-1 0,0 1 0,0 0 0,0 0 0,0 0 0,0-1 0,0 1 0,0 0 0,0 0 0,0 0 0,0 0 0,0-1 0,0 1 0,2-16 0,-2 11 0,1-11 0,0 0 0,1 0 0,0 0 0,10-29 0,-11 41 0,1 0 0,-1 1 0,1-1 0,0 1 0,0-1 0,1 1 0,-1 0 0,1-1 0,-1 1 0,1 1 0,0-1 0,0 0 0,0 1 0,1-1 0,-1 1 0,0 0 0,1 0 0,0 0 0,-1 1 0,1-1 0,0 1 0,0 0 0,0 0 0,0 0 0,4 0 0,-2 0 0,1 1 0,-1-1 0,1 1 0,-1 1 0,1-1 0,-1 1 0,0 0 0,1 0 0,-1 1 0,0 0 0,0 0 0,0 0 0,0 1 0,0 0 0,-1 0 0,1 0 0,-1 1 0,0 0 0,0 0 0,0 0 0,0 1 0,-1 0 0,0-1 0,0 2 0,0-1 0,-1 0 0,1 1 0,-1-1 0,0 1 0,-1 0 0,0 0 0,2 7 0,-4-12 0,15 40 0,-14-39 0,0 0 0,0 0 0,0 0 0,0 0 0,0 0 0,1 0 0,-1-1 0,1 1 0,0 0 0,-1-1 0,1 1 0,0-1 0,0 0 0,0 1 0,0-1 0,2 1 0,-3-2 0,0 0 0,-1 0 0,1 0 0,0 0 0,-1-1 0,1 1 0,-1 0 0,1 0 0,-1-1 0,1 1 0,-1 0 0,1-1 0,-1 1 0,1 0 0,-1-1 0,1 1 0,-1-1 0,1 1 0,-1-1 0,0 1 0,1-1 0,-1 1 0,0-1 0,1 1 0,-1-1 0,0 0 0,0 1 0,0-1 0,1 1 0,-1-1 0,0 0 0,0 1 0,0-1 0,0 0 0,0 1 0,0-2 0,2-28 0,-2 28 0,0-22-1365,0 2-5461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0:31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24575,'1'11'0,"1"-1"0,-1 0 0,2 0 0,4 15 0,2 8 0,-1-7 0,0 0 0,13 26 0,-14-37 0,-1 0 0,0 0 0,-1 0 0,0 1 0,-2 0 0,0 0 0,0 0 0,0 31 0,-3-46 0,0 0 0,0 1 0,0-1 0,0 0 0,0 0 0,0 1 0,-1-1 0,1 0 0,0 0 0,-1 1 0,1-1 0,-1 0 0,1 0 0,-1 0 0,0 0 0,1 0 0,-1 0 0,0 0 0,0 0 0,0 0 0,1 0 0,-1 0 0,0 0 0,0-1 0,0 1 0,-1 0 0,1-1 0,0 1 0,0-1 0,-2 1 0,2-1 0,0 0 0,0-1 0,0 1 0,-1 0 0,1-1 0,0 1 0,0-1 0,0 0 0,0 1 0,0-1 0,0 0 0,0 0 0,0 1 0,0-1 0,1 0 0,-1 0 0,0 0 0,0 0 0,1 0 0,-1 0 0,1 0 0,-1-1 0,1 1 0,-1 0 0,1 0 0,0 0 0,-1 0 0,1-1 0,0 1 0,0 0 0,0-2 0,0 1 0,0-1 0,1 0 0,-1 0 0,1 0 0,0 0 0,-1 1 0,1-1 0,0 0 0,1 0 0,-1 1 0,0-1 0,1 1 0,0 0 0,-1-1 0,1 1 0,0 0 0,0 0 0,0 0 0,1 0 0,-1 0 0,0 1 0,5-3 0,3-3 0,0 0 0,1 1 0,0 1 0,14-6 0,-15 7 0,-6 3 0,0-1 0,-1 1 0,1 0 0,0 0 0,-1 0 0,1 0 0,8 0 0,-11 2 0,0-1 0,0 0 0,0 1 0,0-1 0,0 1 0,0-1 0,0 1 0,0-1 0,0 1 0,-1 0 0,1 0 0,0-1 0,0 1 0,0 0 0,-1 0 0,1 0 0,0 0 0,-1 0 0,1 0 0,-1 0 0,1 0 0,-1 0 0,0 0 0,1 0 0,-1 0 0,0 0 0,0 0 0,0 0 0,0 0 0,1 0 0,-2 0 0,1 3 0,2 30 0,-3-29 0,1 1 0,0-1 0,0 0 0,0 0 0,1 0 0,-1 1 0,2-1 0,-1 0 0,0 0 0,1 0 0,0 0 0,0 0 0,0-1 0,1 1 0,0-1 0,0 1 0,0-1 0,0 0 0,4 4 0,2-1 0,0 0 0,0 0 0,1-1 0,-1 0 0,1-1 0,0 0 0,1 0 0,-1-1 0,1-1 0,0 0 0,0 0 0,0-1 0,17 1 0,76 19 0,-78-14 0,1-2 0,0-1 0,40 2 0,257-8-1365,-303 1-5461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02:46:09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8316-83AC-3396-45D6-378DABEEB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4DDAD-020E-8362-C59F-A8E899E8C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AF29B-1B12-0735-1075-BB1058BE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26FF-3162-9924-A71E-3D1B44744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C0D6F-689C-56B3-2C56-B21A6BF2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9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4CA8D-EE13-2F5F-6663-6E0697B56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8A38-F768-11CC-E107-0A373ADEE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5DC20-6590-BFB3-6C16-6E606D142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A45FB-6E7F-BAF0-164D-9D085E9B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49331-F0E1-1E2C-BD4C-C373E629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4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3324-45B1-19FB-EF05-F2403586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E024D-7019-9775-44B1-84143CFF4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2B8A5-1955-7570-457A-0974FAEAB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0E58A-855C-24FB-2C4E-4A5D29AC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9B40-8547-D296-8DB6-E341994E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54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F3E8-9F49-0F95-764C-33FB20E71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C585-A8E9-E9D9-3844-21C2B58D6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02632-4DC1-1E16-627B-CF0E6C706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49826-8C2B-8D68-9E39-4FEC649C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857E6-1F71-2980-2AC7-5D4FE6A8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A3FAE-3DB0-36BE-562B-44A48C31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4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0B12-902C-6112-947D-D4214C82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0E466-6716-185C-8759-4CCE175B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E4B9D-15EA-B3C0-C7C8-E645C4D5F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406C7-066C-BB80-D296-EAE3CC6BC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7106B-AC05-C15E-7345-5009C0E60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151FC9-6163-F90A-0F3F-E75B6578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C9792-8379-EADC-18F1-B8B83396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07BC7-BDB0-1502-11D5-FE8B9A3B9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0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BACB-EDEE-4C13-C87D-9535FF9E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1F4F9-64E9-8358-CF99-2397D7FD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FEFE6-7B19-3F9E-954A-0BB21CF2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24ADE-0631-C537-021B-ACDEBA369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0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EBEA68-EA25-0606-BA6E-42B9CD13D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792E7-B51C-1FC7-92D2-73B0FB35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570E7-3555-7D0C-A785-E28AF3E6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7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D448-B0F6-28AE-B934-2313E047E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010C-319A-7EB4-482A-311625D7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F4A2C-DEF4-D574-3E5B-024C225EC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26F97-1E84-2108-72F9-F4EBDD13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B2445-9E77-C5E7-3CD5-8D1821F1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5909A-5E25-CD03-30FF-BA7B1E86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9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2014-9056-C89C-8EA9-1F354EC7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EA2421-6172-0B29-A557-500C4E560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45F77-3AD4-3340-C0A5-C0D894180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B79AC-9BA3-A4E8-AB1A-B019C50CD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C9076-A7A3-7896-7E50-74235F06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DEECC-22BF-4A83-62AF-0F5F45F3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4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F012-67C3-0528-B42D-D1187ED0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F88CF-2D87-FD02-D009-92811AE42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D229C-7DD0-BDC1-93D9-9FF36A900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37377-162B-F7BE-436D-0188D7D4A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E5DFF-D800-4FFD-D643-EAB020C8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3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A4E14E-24BF-DE0F-CA49-DBF98149EC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B4BBC-58A0-FE87-FB9B-551A6B411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1EDFB-22F6-3AC6-E5C8-56B7ECA0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59F26-A223-544F-B7FB-558473B28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DEE58-4A36-0D7B-1B37-E865C6EF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7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26CA88-DB6E-A9C4-3787-A256033C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1954F-E8EF-2896-7E79-C9D6E1069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2017B-A324-41C3-A7C0-1D1E5694B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63F46-0133-4F89-A6DE-C43A147DEDE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94A66-2173-1599-270B-C5A022D2E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36701-6428-CB42-BAC3-E947EC48E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9FE438-BD69-4716-97F7-1D31EDE3F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2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.png"/><Relationship Id="rId21" Type="http://schemas.openxmlformats.org/officeDocument/2006/relationships/image" Target="../media/image10.png"/><Relationship Id="rId324" Type="http://schemas.openxmlformats.org/officeDocument/2006/relationships/image" Target="../media/image160.png"/><Relationship Id="rId531" Type="http://schemas.openxmlformats.org/officeDocument/2006/relationships/customXml" Target="../ink/ink268.xml"/><Relationship Id="rId170" Type="http://schemas.openxmlformats.org/officeDocument/2006/relationships/customXml" Target="../ink/ink86.xml"/><Relationship Id="rId268" Type="http://schemas.openxmlformats.org/officeDocument/2006/relationships/image" Target="../media/image132.png"/><Relationship Id="rId475" Type="http://schemas.openxmlformats.org/officeDocument/2006/relationships/image" Target="../media/image235.png"/><Relationship Id="rId32" Type="http://schemas.openxmlformats.org/officeDocument/2006/relationships/customXml" Target="../ink/ink16.xml"/><Relationship Id="rId128" Type="http://schemas.openxmlformats.org/officeDocument/2006/relationships/customXml" Target="../ink/ink65.xml"/><Relationship Id="rId335" Type="http://schemas.openxmlformats.org/officeDocument/2006/relationships/customXml" Target="../ink/ink169.xml"/><Relationship Id="rId542" Type="http://schemas.openxmlformats.org/officeDocument/2006/relationships/customXml" Target="../ink/ink274.xml"/><Relationship Id="rId181" Type="http://schemas.openxmlformats.org/officeDocument/2006/relationships/customXml" Target="../ink/ink92.xml"/><Relationship Id="rId402" Type="http://schemas.openxmlformats.org/officeDocument/2006/relationships/customXml" Target="../ink/ink203.xml"/><Relationship Id="rId279" Type="http://schemas.openxmlformats.org/officeDocument/2006/relationships/customXml" Target="../ink/ink141.xml"/><Relationship Id="rId486" Type="http://schemas.openxmlformats.org/officeDocument/2006/relationships/customXml" Target="../ink/ink245.xml"/><Relationship Id="rId43" Type="http://schemas.openxmlformats.org/officeDocument/2006/relationships/image" Target="../media/image21.png"/><Relationship Id="rId139" Type="http://schemas.openxmlformats.org/officeDocument/2006/relationships/image" Target="../media/image68.png"/><Relationship Id="rId346" Type="http://schemas.openxmlformats.org/officeDocument/2006/relationships/image" Target="../media/image171.png"/><Relationship Id="rId553" Type="http://schemas.openxmlformats.org/officeDocument/2006/relationships/customXml" Target="../ink/ink280.xml"/><Relationship Id="rId192" Type="http://schemas.openxmlformats.org/officeDocument/2006/relationships/image" Target="../media/image94.png"/><Relationship Id="rId206" Type="http://schemas.openxmlformats.org/officeDocument/2006/relationships/image" Target="../media/image101.png"/><Relationship Id="rId413" Type="http://schemas.openxmlformats.org/officeDocument/2006/relationships/image" Target="../media/image204.png"/><Relationship Id="rId497" Type="http://schemas.openxmlformats.org/officeDocument/2006/relationships/image" Target="../media/image246.png"/><Relationship Id="rId357" Type="http://schemas.openxmlformats.org/officeDocument/2006/relationships/image" Target="../media/image176.png"/><Relationship Id="rId54" Type="http://schemas.openxmlformats.org/officeDocument/2006/relationships/customXml" Target="../ink/ink27.xml"/><Relationship Id="rId217" Type="http://schemas.openxmlformats.org/officeDocument/2006/relationships/customXml" Target="../ink/ink110.xml"/><Relationship Id="rId564" Type="http://schemas.openxmlformats.org/officeDocument/2006/relationships/image" Target="../media/image278.png"/><Relationship Id="rId424" Type="http://schemas.openxmlformats.org/officeDocument/2006/relationships/customXml" Target="../ink/ink214.xml"/><Relationship Id="rId270" Type="http://schemas.openxmlformats.org/officeDocument/2006/relationships/image" Target="../media/image133.png"/><Relationship Id="rId65" Type="http://schemas.openxmlformats.org/officeDocument/2006/relationships/image" Target="../media/image32.png"/><Relationship Id="rId130" Type="http://schemas.openxmlformats.org/officeDocument/2006/relationships/customXml" Target="../ink/ink66.xml"/><Relationship Id="rId368" Type="http://schemas.openxmlformats.org/officeDocument/2006/relationships/customXml" Target="../ink/ink186.xml"/><Relationship Id="rId575" Type="http://schemas.openxmlformats.org/officeDocument/2006/relationships/customXml" Target="../ink/ink291.xml"/><Relationship Id="rId228" Type="http://schemas.openxmlformats.org/officeDocument/2006/relationships/image" Target="../media/image112.png"/><Relationship Id="rId435" Type="http://schemas.openxmlformats.org/officeDocument/2006/relationships/image" Target="../media/image215.png"/><Relationship Id="rId281" Type="http://schemas.openxmlformats.org/officeDocument/2006/relationships/customXml" Target="../ink/ink142.xml"/><Relationship Id="rId502" Type="http://schemas.openxmlformats.org/officeDocument/2006/relationships/image" Target="../media/image248.png"/><Relationship Id="rId76" Type="http://schemas.openxmlformats.org/officeDocument/2006/relationships/customXml" Target="../ink/ink38.xml"/><Relationship Id="rId141" Type="http://schemas.openxmlformats.org/officeDocument/2006/relationships/image" Target="../media/image69.png"/><Relationship Id="rId379" Type="http://schemas.openxmlformats.org/officeDocument/2006/relationships/image" Target="../media/image187.png"/><Relationship Id="rId586" Type="http://schemas.openxmlformats.org/officeDocument/2006/relationships/image" Target="../media/image289.png"/><Relationship Id="rId7" Type="http://schemas.openxmlformats.org/officeDocument/2006/relationships/image" Target="../media/image3.png"/><Relationship Id="rId239" Type="http://schemas.openxmlformats.org/officeDocument/2006/relationships/customXml" Target="../ink/ink121.xml"/><Relationship Id="rId446" Type="http://schemas.openxmlformats.org/officeDocument/2006/relationships/customXml" Target="../ink/ink225.xml"/><Relationship Id="rId250" Type="http://schemas.openxmlformats.org/officeDocument/2006/relationships/image" Target="../media/image123.png"/><Relationship Id="rId292" Type="http://schemas.openxmlformats.org/officeDocument/2006/relationships/image" Target="../media/image144.png"/><Relationship Id="rId306" Type="http://schemas.openxmlformats.org/officeDocument/2006/relationships/image" Target="../media/image151.png"/><Relationship Id="rId488" Type="http://schemas.openxmlformats.org/officeDocument/2006/relationships/customXml" Target="../ink/ink246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6.xml"/><Relationship Id="rId348" Type="http://schemas.openxmlformats.org/officeDocument/2006/relationships/image" Target="../media/image172.png"/><Relationship Id="rId513" Type="http://schemas.openxmlformats.org/officeDocument/2006/relationships/customXml" Target="../ink/ink259.xml"/><Relationship Id="rId555" Type="http://schemas.openxmlformats.org/officeDocument/2006/relationships/customXml" Target="../ink/ink281.xml"/><Relationship Id="rId152" Type="http://schemas.openxmlformats.org/officeDocument/2006/relationships/customXml" Target="../ink/ink77.xml"/><Relationship Id="rId194" Type="http://schemas.openxmlformats.org/officeDocument/2006/relationships/image" Target="../media/image95.png"/><Relationship Id="rId208" Type="http://schemas.openxmlformats.org/officeDocument/2006/relationships/image" Target="../media/image102.png"/><Relationship Id="rId415" Type="http://schemas.openxmlformats.org/officeDocument/2006/relationships/image" Target="../media/image205.png"/><Relationship Id="rId457" Type="http://schemas.openxmlformats.org/officeDocument/2006/relationships/image" Target="../media/image226.png"/><Relationship Id="rId261" Type="http://schemas.openxmlformats.org/officeDocument/2006/relationships/customXml" Target="../ink/ink132.xml"/><Relationship Id="rId499" Type="http://schemas.openxmlformats.org/officeDocument/2006/relationships/image" Target="../media/image247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60.xml"/><Relationship Id="rId359" Type="http://schemas.openxmlformats.org/officeDocument/2006/relationships/image" Target="../media/image177.png"/><Relationship Id="rId524" Type="http://schemas.openxmlformats.org/officeDocument/2006/relationships/image" Target="../media/image259.png"/><Relationship Id="rId566" Type="http://schemas.openxmlformats.org/officeDocument/2006/relationships/image" Target="../media/image279.png"/><Relationship Id="rId98" Type="http://schemas.openxmlformats.org/officeDocument/2006/relationships/customXml" Target="../ink/ink49.xml"/><Relationship Id="rId121" Type="http://schemas.openxmlformats.org/officeDocument/2006/relationships/image" Target="../media/image59.png"/><Relationship Id="rId163" Type="http://schemas.openxmlformats.org/officeDocument/2006/relationships/image" Target="../media/image80.png"/><Relationship Id="rId219" Type="http://schemas.openxmlformats.org/officeDocument/2006/relationships/customXml" Target="../ink/ink111.xml"/><Relationship Id="rId370" Type="http://schemas.openxmlformats.org/officeDocument/2006/relationships/customXml" Target="../ink/ink187.xml"/><Relationship Id="rId426" Type="http://schemas.openxmlformats.org/officeDocument/2006/relationships/customXml" Target="../ink/ink215.xml"/><Relationship Id="rId230" Type="http://schemas.openxmlformats.org/officeDocument/2006/relationships/image" Target="../media/image113.png"/><Relationship Id="rId468" Type="http://schemas.openxmlformats.org/officeDocument/2006/relationships/customXml" Target="../ink/ink236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34.png"/><Relationship Id="rId328" Type="http://schemas.openxmlformats.org/officeDocument/2006/relationships/image" Target="../media/image162.png"/><Relationship Id="rId535" Type="http://schemas.openxmlformats.org/officeDocument/2006/relationships/image" Target="../media/image264.png"/><Relationship Id="rId577" Type="http://schemas.openxmlformats.org/officeDocument/2006/relationships/customXml" Target="../ink/ink292.xml"/><Relationship Id="rId132" Type="http://schemas.openxmlformats.org/officeDocument/2006/relationships/customXml" Target="../ink/ink67.xml"/><Relationship Id="rId174" Type="http://schemas.openxmlformats.org/officeDocument/2006/relationships/customXml" Target="../ink/ink88.xml"/><Relationship Id="rId381" Type="http://schemas.openxmlformats.org/officeDocument/2006/relationships/image" Target="../media/image188.png"/><Relationship Id="rId241" Type="http://schemas.openxmlformats.org/officeDocument/2006/relationships/customXml" Target="../ink/ink122.xml"/><Relationship Id="rId437" Type="http://schemas.openxmlformats.org/officeDocument/2006/relationships/image" Target="../media/image216.png"/><Relationship Id="rId479" Type="http://schemas.openxmlformats.org/officeDocument/2006/relationships/image" Target="../media/image237.png"/><Relationship Id="rId36" Type="http://schemas.openxmlformats.org/officeDocument/2006/relationships/customXml" Target="../ink/ink18.xml"/><Relationship Id="rId283" Type="http://schemas.openxmlformats.org/officeDocument/2006/relationships/customXml" Target="../ink/ink143.xml"/><Relationship Id="rId339" Type="http://schemas.openxmlformats.org/officeDocument/2006/relationships/customXml" Target="../ink/ink171.xml"/><Relationship Id="rId490" Type="http://schemas.openxmlformats.org/officeDocument/2006/relationships/customXml" Target="../ink/ink247.xml"/><Relationship Id="rId504" Type="http://schemas.openxmlformats.org/officeDocument/2006/relationships/image" Target="../media/image249.png"/><Relationship Id="rId546" Type="http://schemas.openxmlformats.org/officeDocument/2006/relationships/image" Target="../media/image269.png"/><Relationship Id="rId78" Type="http://schemas.openxmlformats.org/officeDocument/2006/relationships/customXml" Target="../ink/ink39.xml"/><Relationship Id="rId101" Type="http://schemas.openxmlformats.org/officeDocument/2006/relationships/customXml" Target="../ink/ink51.xml"/><Relationship Id="rId143" Type="http://schemas.openxmlformats.org/officeDocument/2006/relationships/image" Target="../media/image70.png"/><Relationship Id="rId185" Type="http://schemas.openxmlformats.org/officeDocument/2006/relationships/customXml" Target="../ink/ink94.xml"/><Relationship Id="rId350" Type="http://schemas.openxmlformats.org/officeDocument/2006/relationships/image" Target="../media/image173.png"/><Relationship Id="rId406" Type="http://schemas.openxmlformats.org/officeDocument/2006/relationships/customXml" Target="../ink/ink205.xml"/><Relationship Id="rId588" Type="http://schemas.openxmlformats.org/officeDocument/2006/relationships/image" Target="../media/image290.png"/><Relationship Id="rId9" Type="http://schemas.openxmlformats.org/officeDocument/2006/relationships/image" Target="../media/image4.png"/><Relationship Id="rId210" Type="http://schemas.openxmlformats.org/officeDocument/2006/relationships/image" Target="../media/image103.png"/><Relationship Id="rId392" Type="http://schemas.openxmlformats.org/officeDocument/2006/relationships/customXml" Target="../ink/ink198.xml"/><Relationship Id="rId448" Type="http://schemas.openxmlformats.org/officeDocument/2006/relationships/customXml" Target="../ink/ink226.xml"/><Relationship Id="rId252" Type="http://schemas.openxmlformats.org/officeDocument/2006/relationships/image" Target="../media/image124.png"/><Relationship Id="rId294" Type="http://schemas.openxmlformats.org/officeDocument/2006/relationships/image" Target="../media/image145.png"/><Relationship Id="rId308" Type="http://schemas.openxmlformats.org/officeDocument/2006/relationships/image" Target="../media/image152.png"/><Relationship Id="rId515" Type="http://schemas.openxmlformats.org/officeDocument/2006/relationships/customXml" Target="../ink/ink260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7.xml"/><Relationship Id="rId154" Type="http://schemas.openxmlformats.org/officeDocument/2006/relationships/customXml" Target="../ink/ink78.xml"/><Relationship Id="rId361" Type="http://schemas.openxmlformats.org/officeDocument/2006/relationships/image" Target="../media/image178.png"/><Relationship Id="rId557" Type="http://schemas.openxmlformats.org/officeDocument/2006/relationships/customXml" Target="../ink/ink282.xml"/><Relationship Id="rId196" Type="http://schemas.openxmlformats.org/officeDocument/2006/relationships/image" Target="../media/image96.png"/><Relationship Id="rId417" Type="http://schemas.openxmlformats.org/officeDocument/2006/relationships/image" Target="../media/image206.png"/><Relationship Id="rId459" Type="http://schemas.openxmlformats.org/officeDocument/2006/relationships/image" Target="../media/image227.png"/><Relationship Id="rId16" Type="http://schemas.openxmlformats.org/officeDocument/2006/relationships/customXml" Target="../ink/ink8.xml"/><Relationship Id="rId221" Type="http://schemas.openxmlformats.org/officeDocument/2006/relationships/customXml" Target="../ink/ink112.xml"/><Relationship Id="rId263" Type="http://schemas.openxmlformats.org/officeDocument/2006/relationships/customXml" Target="../ink/ink133.xml"/><Relationship Id="rId319" Type="http://schemas.openxmlformats.org/officeDocument/2006/relationships/customXml" Target="../ink/ink161.xml"/><Relationship Id="rId470" Type="http://schemas.openxmlformats.org/officeDocument/2006/relationships/customXml" Target="../ink/ink237.xml"/><Relationship Id="rId526" Type="http://schemas.openxmlformats.org/officeDocument/2006/relationships/image" Target="../media/image260.png"/><Relationship Id="rId58" Type="http://schemas.openxmlformats.org/officeDocument/2006/relationships/customXml" Target="../ink/ink29.xml"/><Relationship Id="rId123" Type="http://schemas.openxmlformats.org/officeDocument/2006/relationships/image" Target="../media/image60.png"/><Relationship Id="rId330" Type="http://schemas.openxmlformats.org/officeDocument/2006/relationships/image" Target="../media/image163.png"/><Relationship Id="rId568" Type="http://schemas.openxmlformats.org/officeDocument/2006/relationships/image" Target="../media/image280.png"/><Relationship Id="rId165" Type="http://schemas.openxmlformats.org/officeDocument/2006/relationships/image" Target="../media/image81.png"/><Relationship Id="rId372" Type="http://schemas.openxmlformats.org/officeDocument/2006/relationships/customXml" Target="../ink/ink188.xml"/><Relationship Id="rId428" Type="http://schemas.openxmlformats.org/officeDocument/2006/relationships/customXml" Target="../ink/ink216.xml"/><Relationship Id="rId232" Type="http://schemas.openxmlformats.org/officeDocument/2006/relationships/image" Target="../media/image114.png"/><Relationship Id="rId274" Type="http://schemas.openxmlformats.org/officeDocument/2006/relationships/image" Target="../media/image135.png"/><Relationship Id="rId481" Type="http://schemas.openxmlformats.org/officeDocument/2006/relationships/image" Target="../media/image238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8.xml"/><Relationship Id="rId537" Type="http://schemas.openxmlformats.org/officeDocument/2006/relationships/image" Target="../media/image265.png"/><Relationship Id="rId579" Type="http://schemas.openxmlformats.org/officeDocument/2006/relationships/customXml" Target="../ink/ink293.xml"/><Relationship Id="rId80" Type="http://schemas.openxmlformats.org/officeDocument/2006/relationships/customXml" Target="../ink/ink40.xml"/><Relationship Id="rId176" Type="http://schemas.openxmlformats.org/officeDocument/2006/relationships/customXml" Target="../ink/ink89.xml"/><Relationship Id="rId341" Type="http://schemas.openxmlformats.org/officeDocument/2006/relationships/customXml" Target="../ink/ink172.xml"/><Relationship Id="rId383" Type="http://schemas.openxmlformats.org/officeDocument/2006/relationships/image" Target="../media/image189.png"/><Relationship Id="rId439" Type="http://schemas.openxmlformats.org/officeDocument/2006/relationships/image" Target="../media/image217.png"/><Relationship Id="rId201" Type="http://schemas.openxmlformats.org/officeDocument/2006/relationships/customXml" Target="../ink/ink102.xml"/><Relationship Id="rId243" Type="http://schemas.openxmlformats.org/officeDocument/2006/relationships/customXml" Target="../ink/ink123.xml"/><Relationship Id="rId285" Type="http://schemas.openxmlformats.org/officeDocument/2006/relationships/customXml" Target="../ink/ink144.xml"/><Relationship Id="rId450" Type="http://schemas.openxmlformats.org/officeDocument/2006/relationships/customXml" Target="../ink/ink227.xml"/><Relationship Id="rId506" Type="http://schemas.openxmlformats.org/officeDocument/2006/relationships/image" Target="../media/image250.png"/><Relationship Id="rId38" Type="http://schemas.openxmlformats.org/officeDocument/2006/relationships/customXml" Target="../ink/ink19.xml"/><Relationship Id="rId103" Type="http://schemas.openxmlformats.org/officeDocument/2006/relationships/customXml" Target="../ink/ink52.xml"/><Relationship Id="rId310" Type="http://schemas.openxmlformats.org/officeDocument/2006/relationships/image" Target="../media/image153.png"/><Relationship Id="rId492" Type="http://schemas.openxmlformats.org/officeDocument/2006/relationships/customXml" Target="../ink/ink248.xml"/><Relationship Id="rId548" Type="http://schemas.openxmlformats.org/officeDocument/2006/relationships/image" Target="../media/image270.png"/><Relationship Id="rId91" Type="http://schemas.openxmlformats.org/officeDocument/2006/relationships/image" Target="../media/image45.png"/><Relationship Id="rId145" Type="http://schemas.openxmlformats.org/officeDocument/2006/relationships/image" Target="../media/image71.png"/><Relationship Id="rId187" Type="http://schemas.openxmlformats.org/officeDocument/2006/relationships/customXml" Target="../ink/ink95.xml"/><Relationship Id="rId352" Type="http://schemas.openxmlformats.org/officeDocument/2006/relationships/customXml" Target="../ink/ink178.xml"/><Relationship Id="rId394" Type="http://schemas.openxmlformats.org/officeDocument/2006/relationships/customXml" Target="../ink/ink199.xml"/><Relationship Id="rId408" Type="http://schemas.openxmlformats.org/officeDocument/2006/relationships/customXml" Target="../ink/ink206.xml"/><Relationship Id="rId212" Type="http://schemas.openxmlformats.org/officeDocument/2006/relationships/image" Target="../media/image104.png"/><Relationship Id="rId254" Type="http://schemas.openxmlformats.org/officeDocument/2006/relationships/image" Target="../media/image125.png"/><Relationship Id="rId49" Type="http://schemas.openxmlformats.org/officeDocument/2006/relationships/image" Target="../media/image24.png"/><Relationship Id="rId114" Type="http://schemas.openxmlformats.org/officeDocument/2006/relationships/customXml" Target="../ink/ink58.xml"/><Relationship Id="rId296" Type="http://schemas.openxmlformats.org/officeDocument/2006/relationships/image" Target="../media/image146.png"/><Relationship Id="rId461" Type="http://schemas.openxmlformats.org/officeDocument/2006/relationships/image" Target="../media/image228.png"/><Relationship Id="rId517" Type="http://schemas.openxmlformats.org/officeDocument/2006/relationships/customXml" Target="../ink/ink261.xml"/><Relationship Id="rId559" Type="http://schemas.openxmlformats.org/officeDocument/2006/relationships/customXml" Target="../ink/ink283.xml"/><Relationship Id="rId60" Type="http://schemas.openxmlformats.org/officeDocument/2006/relationships/customXml" Target="../ink/ink30.xml"/><Relationship Id="rId156" Type="http://schemas.openxmlformats.org/officeDocument/2006/relationships/customXml" Target="../ink/ink79.xml"/><Relationship Id="rId198" Type="http://schemas.openxmlformats.org/officeDocument/2006/relationships/image" Target="../media/image97.png"/><Relationship Id="rId321" Type="http://schemas.openxmlformats.org/officeDocument/2006/relationships/customXml" Target="../ink/ink162.xml"/><Relationship Id="rId363" Type="http://schemas.openxmlformats.org/officeDocument/2006/relationships/image" Target="../media/image179.png"/><Relationship Id="rId419" Type="http://schemas.openxmlformats.org/officeDocument/2006/relationships/image" Target="../media/image207.png"/><Relationship Id="rId570" Type="http://schemas.openxmlformats.org/officeDocument/2006/relationships/image" Target="../media/image281.png"/><Relationship Id="rId223" Type="http://schemas.openxmlformats.org/officeDocument/2006/relationships/customXml" Target="../ink/ink113.xml"/><Relationship Id="rId430" Type="http://schemas.openxmlformats.org/officeDocument/2006/relationships/customXml" Target="../ink/ink217.xml"/><Relationship Id="rId18" Type="http://schemas.openxmlformats.org/officeDocument/2006/relationships/customXml" Target="../ink/ink9.xml"/><Relationship Id="rId265" Type="http://schemas.openxmlformats.org/officeDocument/2006/relationships/customXml" Target="../ink/ink134.xml"/><Relationship Id="rId472" Type="http://schemas.openxmlformats.org/officeDocument/2006/relationships/customXml" Target="../ink/ink238.xml"/><Relationship Id="rId528" Type="http://schemas.openxmlformats.org/officeDocument/2006/relationships/image" Target="../media/image261.png"/><Relationship Id="rId125" Type="http://schemas.openxmlformats.org/officeDocument/2006/relationships/image" Target="../media/image61.png"/><Relationship Id="rId167" Type="http://schemas.openxmlformats.org/officeDocument/2006/relationships/image" Target="../media/image82.png"/><Relationship Id="rId332" Type="http://schemas.openxmlformats.org/officeDocument/2006/relationships/image" Target="../media/image164.png"/><Relationship Id="rId374" Type="http://schemas.openxmlformats.org/officeDocument/2006/relationships/customXml" Target="../ink/ink189.xml"/><Relationship Id="rId581" Type="http://schemas.openxmlformats.org/officeDocument/2006/relationships/customXml" Target="../ink/ink294.xml"/><Relationship Id="rId71" Type="http://schemas.openxmlformats.org/officeDocument/2006/relationships/image" Target="../media/image35.png"/><Relationship Id="rId234" Type="http://schemas.openxmlformats.org/officeDocument/2006/relationships/image" Target="../media/image11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image" Target="../media/image136.png"/><Relationship Id="rId441" Type="http://schemas.openxmlformats.org/officeDocument/2006/relationships/image" Target="../media/image218.png"/><Relationship Id="rId483" Type="http://schemas.openxmlformats.org/officeDocument/2006/relationships/image" Target="../media/image239.png"/><Relationship Id="rId539" Type="http://schemas.openxmlformats.org/officeDocument/2006/relationships/image" Target="../media/image266.png"/><Relationship Id="rId40" Type="http://schemas.openxmlformats.org/officeDocument/2006/relationships/customXml" Target="../ink/ink20.xml"/><Relationship Id="rId136" Type="http://schemas.openxmlformats.org/officeDocument/2006/relationships/customXml" Target="../ink/ink69.xml"/><Relationship Id="rId178" Type="http://schemas.openxmlformats.org/officeDocument/2006/relationships/customXml" Target="../ink/ink90.xml"/><Relationship Id="rId301" Type="http://schemas.openxmlformats.org/officeDocument/2006/relationships/customXml" Target="../ink/ink152.xml"/><Relationship Id="rId343" Type="http://schemas.openxmlformats.org/officeDocument/2006/relationships/customXml" Target="../ink/ink173.xml"/><Relationship Id="rId550" Type="http://schemas.openxmlformats.org/officeDocument/2006/relationships/image" Target="../media/image271.png"/><Relationship Id="rId82" Type="http://schemas.openxmlformats.org/officeDocument/2006/relationships/customXml" Target="../ink/ink41.xml"/><Relationship Id="rId203" Type="http://schemas.openxmlformats.org/officeDocument/2006/relationships/customXml" Target="../ink/ink103.xml"/><Relationship Id="rId385" Type="http://schemas.openxmlformats.org/officeDocument/2006/relationships/image" Target="../media/image190.png"/><Relationship Id="rId245" Type="http://schemas.openxmlformats.org/officeDocument/2006/relationships/customXml" Target="../ink/ink124.xml"/><Relationship Id="rId287" Type="http://schemas.openxmlformats.org/officeDocument/2006/relationships/customXml" Target="../ink/ink145.xml"/><Relationship Id="rId410" Type="http://schemas.openxmlformats.org/officeDocument/2006/relationships/customXml" Target="../ink/ink207.xml"/><Relationship Id="rId452" Type="http://schemas.openxmlformats.org/officeDocument/2006/relationships/customXml" Target="../ink/ink228.xml"/><Relationship Id="rId494" Type="http://schemas.openxmlformats.org/officeDocument/2006/relationships/customXml" Target="../ink/ink249.xml"/><Relationship Id="rId508" Type="http://schemas.openxmlformats.org/officeDocument/2006/relationships/image" Target="../media/image251.png"/><Relationship Id="rId105" Type="http://schemas.openxmlformats.org/officeDocument/2006/relationships/customXml" Target="../ink/ink53.xml"/><Relationship Id="rId147" Type="http://schemas.openxmlformats.org/officeDocument/2006/relationships/image" Target="../media/image72.png"/><Relationship Id="rId312" Type="http://schemas.openxmlformats.org/officeDocument/2006/relationships/image" Target="../media/image154.png"/><Relationship Id="rId354" Type="http://schemas.openxmlformats.org/officeDocument/2006/relationships/customXml" Target="../ink/ink179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customXml" Target="../ink/ink96.xml"/><Relationship Id="rId396" Type="http://schemas.openxmlformats.org/officeDocument/2006/relationships/customXml" Target="../ink/ink200.xml"/><Relationship Id="rId561" Type="http://schemas.openxmlformats.org/officeDocument/2006/relationships/customXml" Target="../ink/ink284.xml"/><Relationship Id="rId214" Type="http://schemas.openxmlformats.org/officeDocument/2006/relationships/image" Target="../media/image105.png"/><Relationship Id="rId256" Type="http://schemas.openxmlformats.org/officeDocument/2006/relationships/image" Target="../media/image126.png"/><Relationship Id="rId298" Type="http://schemas.openxmlformats.org/officeDocument/2006/relationships/image" Target="../media/image147.png"/><Relationship Id="rId421" Type="http://schemas.openxmlformats.org/officeDocument/2006/relationships/image" Target="../media/image208.png"/><Relationship Id="rId463" Type="http://schemas.openxmlformats.org/officeDocument/2006/relationships/image" Target="../media/image229.png"/><Relationship Id="rId519" Type="http://schemas.openxmlformats.org/officeDocument/2006/relationships/customXml" Target="../ink/ink262.xml"/><Relationship Id="rId116" Type="http://schemas.openxmlformats.org/officeDocument/2006/relationships/customXml" Target="../ink/ink59.xml"/><Relationship Id="rId158" Type="http://schemas.openxmlformats.org/officeDocument/2006/relationships/customXml" Target="../ink/ink80.xml"/><Relationship Id="rId323" Type="http://schemas.openxmlformats.org/officeDocument/2006/relationships/customXml" Target="../ink/ink163.xml"/><Relationship Id="rId530" Type="http://schemas.openxmlformats.org/officeDocument/2006/relationships/image" Target="../media/image262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0.png"/><Relationship Id="rId572" Type="http://schemas.openxmlformats.org/officeDocument/2006/relationships/image" Target="../media/image282.png"/><Relationship Id="rId225" Type="http://schemas.openxmlformats.org/officeDocument/2006/relationships/customXml" Target="../ink/ink114.xml"/><Relationship Id="rId267" Type="http://schemas.openxmlformats.org/officeDocument/2006/relationships/customXml" Target="../ink/ink135.xml"/><Relationship Id="rId432" Type="http://schemas.openxmlformats.org/officeDocument/2006/relationships/customXml" Target="../ink/ink218.xml"/><Relationship Id="rId474" Type="http://schemas.openxmlformats.org/officeDocument/2006/relationships/customXml" Target="../ink/ink239.xml"/><Relationship Id="rId127" Type="http://schemas.openxmlformats.org/officeDocument/2006/relationships/image" Target="../media/image62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image" Target="../media/image83.png"/><Relationship Id="rId334" Type="http://schemas.openxmlformats.org/officeDocument/2006/relationships/image" Target="../media/image165.png"/><Relationship Id="rId376" Type="http://schemas.openxmlformats.org/officeDocument/2006/relationships/customXml" Target="../ink/ink190.xml"/><Relationship Id="rId541" Type="http://schemas.openxmlformats.org/officeDocument/2006/relationships/image" Target="../media/image267.png"/><Relationship Id="rId583" Type="http://schemas.openxmlformats.org/officeDocument/2006/relationships/customXml" Target="../ink/ink295.xml"/><Relationship Id="rId4" Type="http://schemas.openxmlformats.org/officeDocument/2006/relationships/customXml" Target="../ink/ink2.xml"/><Relationship Id="rId180" Type="http://schemas.openxmlformats.org/officeDocument/2006/relationships/customXml" Target="../ink/ink91.xml"/><Relationship Id="rId236" Type="http://schemas.openxmlformats.org/officeDocument/2006/relationships/image" Target="../media/image116.png"/><Relationship Id="rId278" Type="http://schemas.openxmlformats.org/officeDocument/2006/relationships/image" Target="../media/image137.png"/><Relationship Id="rId401" Type="http://schemas.openxmlformats.org/officeDocument/2006/relationships/image" Target="../media/image198.png"/><Relationship Id="rId443" Type="http://schemas.openxmlformats.org/officeDocument/2006/relationships/image" Target="../media/image219.png"/><Relationship Id="rId303" Type="http://schemas.openxmlformats.org/officeDocument/2006/relationships/customXml" Target="../ink/ink153.xml"/><Relationship Id="rId485" Type="http://schemas.openxmlformats.org/officeDocument/2006/relationships/image" Target="../media/image240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70.xml"/><Relationship Id="rId345" Type="http://schemas.openxmlformats.org/officeDocument/2006/relationships/customXml" Target="../ink/ink174.xml"/><Relationship Id="rId387" Type="http://schemas.openxmlformats.org/officeDocument/2006/relationships/image" Target="../media/image191.png"/><Relationship Id="rId510" Type="http://schemas.openxmlformats.org/officeDocument/2006/relationships/image" Target="../media/image252.png"/><Relationship Id="rId552" Type="http://schemas.openxmlformats.org/officeDocument/2006/relationships/image" Target="../media/image272.png"/><Relationship Id="rId191" Type="http://schemas.openxmlformats.org/officeDocument/2006/relationships/customXml" Target="../ink/ink97.xml"/><Relationship Id="rId205" Type="http://schemas.openxmlformats.org/officeDocument/2006/relationships/customXml" Target="../ink/ink104.xml"/><Relationship Id="rId247" Type="http://schemas.openxmlformats.org/officeDocument/2006/relationships/customXml" Target="../ink/ink125.xml"/><Relationship Id="rId412" Type="http://schemas.openxmlformats.org/officeDocument/2006/relationships/customXml" Target="../ink/ink208.xml"/><Relationship Id="rId107" Type="http://schemas.openxmlformats.org/officeDocument/2006/relationships/customXml" Target="../ink/ink54.xml"/><Relationship Id="rId289" Type="http://schemas.openxmlformats.org/officeDocument/2006/relationships/customXml" Target="../ink/ink146.xml"/><Relationship Id="rId454" Type="http://schemas.openxmlformats.org/officeDocument/2006/relationships/customXml" Target="../ink/ink229.xml"/><Relationship Id="rId496" Type="http://schemas.openxmlformats.org/officeDocument/2006/relationships/customXml" Target="../ink/ink250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3.png"/><Relationship Id="rId314" Type="http://schemas.openxmlformats.org/officeDocument/2006/relationships/image" Target="../media/image155.png"/><Relationship Id="rId356" Type="http://schemas.openxmlformats.org/officeDocument/2006/relationships/customXml" Target="../ink/ink180.xml"/><Relationship Id="rId398" Type="http://schemas.openxmlformats.org/officeDocument/2006/relationships/customXml" Target="../ink/ink201.xml"/><Relationship Id="rId521" Type="http://schemas.openxmlformats.org/officeDocument/2006/relationships/customXml" Target="../ink/ink263.xml"/><Relationship Id="rId563" Type="http://schemas.openxmlformats.org/officeDocument/2006/relationships/customXml" Target="../ink/ink285.xml"/><Relationship Id="rId95" Type="http://schemas.openxmlformats.org/officeDocument/2006/relationships/image" Target="../media/image47.png"/><Relationship Id="rId160" Type="http://schemas.openxmlformats.org/officeDocument/2006/relationships/customXml" Target="../ink/ink81.xml"/><Relationship Id="rId216" Type="http://schemas.openxmlformats.org/officeDocument/2006/relationships/image" Target="../media/image106.png"/><Relationship Id="rId423" Type="http://schemas.openxmlformats.org/officeDocument/2006/relationships/image" Target="../media/image209.png"/><Relationship Id="rId258" Type="http://schemas.openxmlformats.org/officeDocument/2006/relationships/image" Target="../media/image127.png"/><Relationship Id="rId465" Type="http://schemas.openxmlformats.org/officeDocument/2006/relationships/image" Target="../media/image230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60.xml"/><Relationship Id="rId325" Type="http://schemas.openxmlformats.org/officeDocument/2006/relationships/customXml" Target="../ink/ink164.xml"/><Relationship Id="rId367" Type="http://schemas.openxmlformats.org/officeDocument/2006/relationships/image" Target="../media/image181.png"/><Relationship Id="rId532" Type="http://schemas.openxmlformats.org/officeDocument/2006/relationships/customXml" Target="../ink/ink269.xml"/><Relationship Id="rId574" Type="http://schemas.openxmlformats.org/officeDocument/2006/relationships/image" Target="../media/image283.png"/><Relationship Id="rId171" Type="http://schemas.openxmlformats.org/officeDocument/2006/relationships/image" Target="../media/image84.png"/><Relationship Id="rId227" Type="http://schemas.openxmlformats.org/officeDocument/2006/relationships/customXml" Target="../ink/ink115.xml"/><Relationship Id="rId269" Type="http://schemas.openxmlformats.org/officeDocument/2006/relationships/customXml" Target="../ink/ink136.xml"/><Relationship Id="rId434" Type="http://schemas.openxmlformats.org/officeDocument/2006/relationships/customXml" Target="../ink/ink219.xml"/><Relationship Id="rId476" Type="http://schemas.openxmlformats.org/officeDocument/2006/relationships/customXml" Target="../ink/ink240.xml"/><Relationship Id="rId33" Type="http://schemas.openxmlformats.org/officeDocument/2006/relationships/image" Target="../media/image16.png"/><Relationship Id="rId129" Type="http://schemas.openxmlformats.org/officeDocument/2006/relationships/image" Target="../media/image63.png"/><Relationship Id="rId280" Type="http://schemas.openxmlformats.org/officeDocument/2006/relationships/image" Target="../media/image138.png"/><Relationship Id="rId336" Type="http://schemas.openxmlformats.org/officeDocument/2006/relationships/image" Target="../media/image166.png"/><Relationship Id="rId501" Type="http://schemas.openxmlformats.org/officeDocument/2006/relationships/customXml" Target="../ink/ink253.xml"/><Relationship Id="rId543" Type="http://schemas.openxmlformats.org/officeDocument/2006/relationships/customXml" Target="../ink/ink275.xml"/><Relationship Id="rId75" Type="http://schemas.openxmlformats.org/officeDocument/2006/relationships/image" Target="../media/image37.png"/><Relationship Id="rId140" Type="http://schemas.openxmlformats.org/officeDocument/2006/relationships/customXml" Target="../ink/ink71.xml"/><Relationship Id="rId182" Type="http://schemas.openxmlformats.org/officeDocument/2006/relationships/image" Target="../media/image89.png"/><Relationship Id="rId378" Type="http://schemas.openxmlformats.org/officeDocument/2006/relationships/customXml" Target="../ink/ink191.xml"/><Relationship Id="rId403" Type="http://schemas.openxmlformats.org/officeDocument/2006/relationships/image" Target="../media/image199.png"/><Relationship Id="rId585" Type="http://schemas.openxmlformats.org/officeDocument/2006/relationships/customXml" Target="../ink/ink296.xml"/><Relationship Id="rId6" Type="http://schemas.openxmlformats.org/officeDocument/2006/relationships/customXml" Target="../ink/ink3.xml"/><Relationship Id="rId238" Type="http://schemas.openxmlformats.org/officeDocument/2006/relationships/image" Target="../media/image117.png"/><Relationship Id="rId445" Type="http://schemas.openxmlformats.org/officeDocument/2006/relationships/image" Target="../media/image220.png"/><Relationship Id="rId487" Type="http://schemas.openxmlformats.org/officeDocument/2006/relationships/image" Target="../media/image241.png"/><Relationship Id="rId291" Type="http://schemas.openxmlformats.org/officeDocument/2006/relationships/customXml" Target="../ink/ink147.xml"/><Relationship Id="rId305" Type="http://schemas.openxmlformats.org/officeDocument/2006/relationships/customXml" Target="../ink/ink154.xml"/><Relationship Id="rId347" Type="http://schemas.openxmlformats.org/officeDocument/2006/relationships/customXml" Target="../ink/ink175.xml"/><Relationship Id="rId512" Type="http://schemas.openxmlformats.org/officeDocument/2006/relationships/image" Target="../media/image253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4.png"/><Relationship Id="rId389" Type="http://schemas.openxmlformats.org/officeDocument/2006/relationships/image" Target="../media/image192.png"/><Relationship Id="rId554" Type="http://schemas.openxmlformats.org/officeDocument/2006/relationships/image" Target="../media/image273.png"/><Relationship Id="rId193" Type="http://schemas.openxmlformats.org/officeDocument/2006/relationships/customXml" Target="../ink/ink98.xml"/><Relationship Id="rId207" Type="http://schemas.openxmlformats.org/officeDocument/2006/relationships/customXml" Target="../ink/ink105.xml"/><Relationship Id="rId249" Type="http://schemas.openxmlformats.org/officeDocument/2006/relationships/customXml" Target="../ink/ink126.xml"/><Relationship Id="rId414" Type="http://schemas.openxmlformats.org/officeDocument/2006/relationships/customXml" Target="../ink/ink209.xml"/><Relationship Id="rId456" Type="http://schemas.openxmlformats.org/officeDocument/2006/relationships/customXml" Target="../ink/ink230.xml"/><Relationship Id="rId498" Type="http://schemas.openxmlformats.org/officeDocument/2006/relationships/customXml" Target="../ink/ink251.xml"/><Relationship Id="rId13" Type="http://schemas.openxmlformats.org/officeDocument/2006/relationships/image" Target="../media/image6.png"/><Relationship Id="rId109" Type="http://schemas.openxmlformats.org/officeDocument/2006/relationships/customXml" Target="../ink/ink55.xml"/><Relationship Id="rId260" Type="http://schemas.openxmlformats.org/officeDocument/2006/relationships/image" Target="../media/image128.png"/><Relationship Id="rId316" Type="http://schemas.openxmlformats.org/officeDocument/2006/relationships/image" Target="../media/image156.png"/><Relationship Id="rId523" Type="http://schemas.openxmlformats.org/officeDocument/2006/relationships/customXml" Target="../ink/ink264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1.xml"/><Relationship Id="rId358" Type="http://schemas.openxmlformats.org/officeDocument/2006/relationships/customXml" Target="../ink/ink181.xml"/><Relationship Id="rId565" Type="http://schemas.openxmlformats.org/officeDocument/2006/relationships/customXml" Target="../ink/ink286.xml"/><Relationship Id="rId162" Type="http://schemas.openxmlformats.org/officeDocument/2006/relationships/customXml" Target="../ink/ink82.xml"/><Relationship Id="rId218" Type="http://schemas.openxmlformats.org/officeDocument/2006/relationships/image" Target="../media/image107.png"/><Relationship Id="rId425" Type="http://schemas.openxmlformats.org/officeDocument/2006/relationships/image" Target="../media/image210.png"/><Relationship Id="rId467" Type="http://schemas.openxmlformats.org/officeDocument/2006/relationships/image" Target="../media/image231.png"/><Relationship Id="rId271" Type="http://schemas.openxmlformats.org/officeDocument/2006/relationships/customXml" Target="../ink/ink137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4.png"/><Relationship Id="rId327" Type="http://schemas.openxmlformats.org/officeDocument/2006/relationships/customXml" Target="../ink/ink165.xml"/><Relationship Id="rId369" Type="http://schemas.openxmlformats.org/officeDocument/2006/relationships/image" Target="../media/image182.png"/><Relationship Id="rId534" Type="http://schemas.openxmlformats.org/officeDocument/2006/relationships/customXml" Target="../ink/ink270.xml"/><Relationship Id="rId576" Type="http://schemas.openxmlformats.org/officeDocument/2006/relationships/image" Target="../media/image284.png"/><Relationship Id="rId173" Type="http://schemas.openxmlformats.org/officeDocument/2006/relationships/image" Target="../media/image85.png"/><Relationship Id="rId229" Type="http://schemas.openxmlformats.org/officeDocument/2006/relationships/customXml" Target="../ink/ink116.xml"/><Relationship Id="rId380" Type="http://schemas.openxmlformats.org/officeDocument/2006/relationships/customXml" Target="../ink/ink192.xml"/><Relationship Id="rId436" Type="http://schemas.openxmlformats.org/officeDocument/2006/relationships/customXml" Target="../ink/ink220.xml"/><Relationship Id="rId240" Type="http://schemas.openxmlformats.org/officeDocument/2006/relationships/image" Target="../media/image118.png"/><Relationship Id="rId478" Type="http://schemas.openxmlformats.org/officeDocument/2006/relationships/customXml" Target="../ink/ink241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image" Target="../media/image49.png"/><Relationship Id="rId282" Type="http://schemas.openxmlformats.org/officeDocument/2006/relationships/image" Target="../media/image139.png"/><Relationship Id="rId338" Type="http://schemas.openxmlformats.org/officeDocument/2006/relationships/image" Target="../media/image167.png"/><Relationship Id="rId503" Type="http://schemas.openxmlformats.org/officeDocument/2006/relationships/customXml" Target="../ink/ink254.xml"/><Relationship Id="rId545" Type="http://schemas.openxmlformats.org/officeDocument/2006/relationships/customXml" Target="../ink/ink276.xml"/><Relationship Id="rId587" Type="http://schemas.openxmlformats.org/officeDocument/2006/relationships/customXml" Target="../ink/ink297.xml"/><Relationship Id="rId8" Type="http://schemas.openxmlformats.org/officeDocument/2006/relationships/customXml" Target="../ink/ink4.xml"/><Relationship Id="rId142" Type="http://schemas.openxmlformats.org/officeDocument/2006/relationships/customXml" Target="../ink/ink72.xml"/><Relationship Id="rId184" Type="http://schemas.openxmlformats.org/officeDocument/2006/relationships/image" Target="../media/image90.png"/><Relationship Id="rId391" Type="http://schemas.openxmlformats.org/officeDocument/2006/relationships/image" Target="../media/image193.png"/><Relationship Id="rId405" Type="http://schemas.openxmlformats.org/officeDocument/2006/relationships/image" Target="../media/image200.png"/><Relationship Id="rId447" Type="http://schemas.openxmlformats.org/officeDocument/2006/relationships/image" Target="../media/image221.png"/><Relationship Id="rId251" Type="http://schemas.openxmlformats.org/officeDocument/2006/relationships/customXml" Target="../ink/ink127.xml"/><Relationship Id="rId489" Type="http://schemas.openxmlformats.org/officeDocument/2006/relationships/image" Target="../media/image242.png"/><Relationship Id="rId46" Type="http://schemas.openxmlformats.org/officeDocument/2006/relationships/customXml" Target="../ink/ink23.xml"/><Relationship Id="rId293" Type="http://schemas.openxmlformats.org/officeDocument/2006/relationships/customXml" Target="../ink/ink148.xml"/><Relationship Id="rId307" Type="http://schemas.openxmlformats.org/officeDocument/2006/relationships/customXml" Target="../ink/ink155.xml"/><Relationship Id="rId349" Type="http://schemas.openxmlformats.org/officeDocument/2006/relationships/customXml" Target="../ink/ink176.xml"/><Relationship Id="rId514" Type="http://schemas.openxmlformats.org/officeDocument/2006/relationships/image" Target="../media/image254.png"/><Relationship Id="rId556" Type="http://schemas.openxmlformats.org/officeDocument/2006/relationships/image" Target="../media/image274.png"/><Relationship Id="rId88" Type="http://schemas.openxmlformats.org/officeDocument/2006/relationships/customXml" Target="../ink/ink44.xml"/><Relationship Id="rId111" Type="http://schemas.openxmlformats.org/officeDocument/2006/relationships/image" Target="../media/image54.png"/><Relationship Id="rId153" Type="http://schemas.openxmlformats.org/officeDocument/2006/relationships/image" Target="../media/image75.png"/><Relationship Id="rId195" Type="http://schemas.openxmlformats.org/officeDocument/2006/relationships/customXml" Target="../ink/ink99.xml"/><Relationship Id="rId209" Type="http://schemas.openxmlformats.org/officeDocument/2006/relationships/customXml" Target="../ink/ink106.xml"/><Relationship Id="rId360" Type="http://schemas.openxmlformats.org/officeDocument/2006/relationships/customXml" Target="../ink/ink182.xml"/><Relationship Id="rId416" Type="http://schemas.openxmlformats.org/officeDocument/2006/relationships/customXml" Target="../ink/ink210.xml"/><Relationship Id="rId220" Type="http://schemas.openxmlformats.org/officeDocument/2006/relationships/image" Target="../media/image108.png"/><Relationship Id="rId458" Type="http://schemas.openxmlformats.org/officeDocument/2006/relationships/customXml" Target="../ink/ink231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29.png"/><Relationship Id="rId318" Type="http://schemas.openxmlformats.org/officeDocument/2006/relationships/image" Target="../media/image157.png"/><Relationship Id="rId525" Type="http://schemas.openxmlformats.org/officeDocument/2006/relationships/customXml" Target="../ink/ink265.xml"/><Relationship Id="rId567" Type="http://schemas.openxmlformats.org/officeDocument/2006/relationships/customXml" Target="../ink/ink287.xml"/><Relationship Id="rId99" Type="http://schemas.openxmlformats.org/officeDocument/2006/relationships/customXml" Target="../ink/ink50.xml"/><Relationship Id="rId122" Type="http://schemas.openxmlformats.org/officeDocument/2006/relationships/customXml" Target="../ink/ink62.xml"/><Relationship Id="rId164" Type="http://schemas.openxmlformats.org/officeDocument/2006/relationships/customXml" Target="../ink/ink83.xml"/><Relationship Id="rId371" Type="http://schemas.openxmlformats.org/officeDocument/2006/relationships/image" Target="../media/image183.png"/><Relationship Id="rId427" Type="http://schemas.openxmlformats.org/officeDocument/2006/relationships/image" Target="../media/image211.png"/><Relationship Id="rId469" Type="http://schemas.openxmlformats.org/officeDocument/2006/relationships/image" Target="../media/image232.png"/><Relationship Id="rId26" Type="http://schemas.openxmlformats.org/officeDocument/2006/relationships/customXml" Target="../ink/ink13.xml"/><Relationship Id="rId231" Type="http://schemas.openxmlformats.org/officeDocument/2006/relationships/customXml" Target="../ink/ink117.xml"/><Relationship Id="rId273" Type="http://schemas.openxmlformats.org/officeDocument/2006/relationships/customXml" Target="../ink/ink138.xml"/><Relationship Id="rId329" Type="http://schemas.openxmlformats.org/officeDocument/2006/relationships/customXml" Target="../ink/ink166.xml"/><Relationship Id="rId480" Type="http://schemas.openxmlformats.org/officeDocument/2006/relationships/customXml" Target="../ink/ink242.xml"/><Relationship Id="rId536" Type="http://schemas.openxmlformats.org/officeDocument/2006/relationships/customXml" Target="../ink/ink271.xml"/><Relationship Id="rId68" Type="http://schemas.openxmlformats.org/officeDocument/2006/relationships/customXml" Target="../ink/ink34.xml"/><Relationship Id="rId133" Type="http://schemas.openxmlformats.org/officeDocument/2006/relationships/image" Target="../media/image65.png"/><Relationship Id="rId175" Type="http://schemas.openxmlformats.org/officeDocument/2006/relationships/image" Target="../media/image86.png"/><Relationship Id="rId340" Type="http://schemas.openxmlformats.org/officeDocument/2006/relationships/image" Target="../media/image168.png"/><Relationship Id="rId578" Type="http://schemas.openxmlformats.org/officeDocument/2006/relationships/image" Target="../media/image285.png"/><Relationship Id="rId200" Type="http://schemas.openxmlformats.org/officeDocument/2006/relationships/image" Target="../media/image98.png"/><Relationship Id="rId382" Type="http://schemas.openxmlformats.org/officeDocument/2006/relationships/customXml" Target="../ink/ink193.xml"/><Relationship Id="rId438" Type="http://schemas.openxmlformats.org/officeDocument/2006/relationships/customXml" Target="../ink/ink221.xml"/><Relationship Id="rId242" Type="http://schemas.openxmlformats.org/officeDocument/2006/relationships/image" Target="../media/image119.png"/><Relationship Id="rId284" Type="http://schemas.openxmlformats.org/officeDocument/2006/relationships/image" Target="../media/image140.png"/><Relationship Id="rId491" Type="http://schemas.openxmlformats.org/officeDocument/2006/relationships/image" Target="../media/image243.png"/><Relationship Id="rId505" Type="http://schemas.openxmlformats.org/officeDocument/2006/relationships/customXml" Target="../ink/ink255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image" Target="../media/image50.png"/><Relationship Id="rId144" Type="http://schemas.openxmlformats.org/officeDocument/2006/relationships/customXml" Target="../ink/ink73.xml"/><Relationship Id="rId547" Type="http://schemas.openxmlformats.org/officeDocument/2006/relationships/customXml" Target="../ink/ink277.xml"/><Relationship Id="rId90" Type="http://schemas.openxmlformats.org/officeDocument/2006/relationships/customXml" Target="../ink/ink45.xml"/><Relationship Id="rId186" Type="http://schemas.openxmlformats.org/officeDocument/2006/relationships/image" Target="../media/image91.png"/><Relationship Id="rId351" Type="http://schemas.openxmlformats.org/officeDocument/2006/relationships/customXml" Target="../ink/ink177.xml"/><Relationship Id="rId393" Type="http://schemas.openxmlformats.org/officeDocument/2006/relationships/image" Target="../media/image194.png"/><Relationship Id="rId407" Type="http://schemas.openxmlformats.org/officeDocument/2006/relationships/image" Target="../media/image201.png"/><Relationship Id="rId449" Type="http://schemas.openxmlformats.org/officeDocument/2006/relationships/image" Target="../media/image222.png"/><Relationship Id="rId211" Type="http://schemas.openxmlformats.org/officeDocument/2006/relationships/customXml" Target="../ink/ink107.xml"/><Relationship Id="rId253" Type="http://schemas.openxmlformats.org/officeDocument/2006/relationships/customXml" Target="../ink/ink128.xml"/><Relationship Id="rId295" Type="http://schemas.openxmlformats.org/officeDocument/2006/relationships/customXml" Target="../ink/ink149.xml"/><Relationship Id="rId309" Type="http://schemas.openxmlformats.org/officeDocument/2006/relationships/customXml" Target="../ink/ink156.xml"/><Relationship Id="rId460" Type="http://schemas.openxmlformats.org/officeDocument/2006/relationships/customXml" Target="../ink/ink232.xml"/><Relationship Id="rId516" Type="http://schemas.openxmlformats.org/officeDocument/2006/relationships/image" Target="../media/image255.png"/><Relationship Id="rId48" Type="http://schemas.openxmlformats.org/officeDocument/2006/relationships/customXml" Target="../ink/ink24.xml"/><Relationship Id="rId113" Type="http://schemas.openxmlformats.org/officeDocument/2006/relationships/image" Target="../media/image55.png"/><Relationship Id="rId320" Type="http://schemas.openxmlformats.org/officeDocument/2006/relationships/image" Target="../media/image158.png"/><Relationship Id="rId558" Type="http://schemas.openxmlformats.org/officeDocument/2006/relationships/image" Target="../media/image275.png"/><Relationship Id="rId155" Type="http://schemas.openxmlformats.org/officeDocument/2006/relationships/image" Target="../media/image76.png"/><Relationship Id="rId197" Type="http://schemas.openxmlformats.org/officeDocument/2006/relationships/customXml" Target="../ink/ink100.xml"/><Relationship Id="rId362" Type="http://schemas.openxmlformats.org/officeDocument/2006/relationships/customXml" Target="../ink/ink183.xml"/><Relationship Id="rId418" Type="http://schemas.openxmlformats.org/officeDocument/2006/relationships/customXml" Target="../ink/ink211.xml"/><Relationship Id="rId222" Type="http://schemas.openxmlformats.org/officeDocument/2006/relationships/image" Target="../media/image109.png"/><Relationship Id="rId264" Type="http://schemas.openxmlformats.org/officeDocument/2006/relationships/image" Target="../media/image130.png"/><Relationship Id="rId471" Type="http://schemas.openxmlformats.org/officeDocument/2006/relationships/image" Target="../media/image233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3.xml"/><Relationship Id="rId527" Type="http://schemas.openxmlformats.org/officeDocument/2006/relationships/customXml" Target="../ink/ink266.xml"/><Relationship Id="rId569" Type="http://schemas.openxmlformats.org/officeDocument/2006/relationships/customXml" Target="../ink/ink288.xml"/><Relationship Id="rId70" Type="http://schemas.openxmlformats.org/officeDocument/2006/relationships/customXml" Target="../ink/ink35.xml"/><Relationship Id="rId166" Type="http://schemas.openxmlformats.org/officeDocument/2006/relationships/customXml" Target="../ink/ink84.xml"/><Relationship Id="rId331" Type="http://schemas.openxmlformats.org/officeDocument/2006/relationships/customXml" Target="../ink/ink167.xml"/><Relationship Id="rId373" Type="http://schemas.openxmlformats.org/officeDocument/2006/relationships/image" Target="../media/image184.png"/><Relationship Id="rId429" Type="http://schemas.openxmlformats.org/officeDocument/2006/relationships/image" Target="../media/image212.png"/><Relationship Id="rId580" Type="http://schemas.openxmlformats.org/officeDocument/2006/relationships/image" Target="../media/image286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18.xml"/><Relationship Id="rId440" Type="http://schemas.openxmlformats.org/officeDocument/2006/relationships/customXml" Target="../ink/ink222.xml"/><Relationship Id="rId28" Type="http://schemas.openxmlformats.org/officeDocument/2006/relationships/customXml" Target="../ink/ink14.xml"/><Relationship Id="rId275" Type="http://schemas.openxmlformats.org/officeDocument/2006/relationships/customXml" Target="../ink/ink139.xml"/><Relationship Id="rId300" Type="http://schemas.openxmlformats.org/officeDocument/2006/relationships/image" Target="../media/image148.png"/><Relationship Id="rId482" Type="http://schemas.openxmlformats.org/officeDocument/2006/relationships/customXml" Target="../ink/ink243.xml"/><Relationship Id="rId538" Type="http://schemas.openxmlformats.org/officeDocument/2006/relationships/customXml" Target="../ink/ink272.xml"/><Relationship Id="rId81" Type="http://schemas.openxmlformats.org/officeDocument/2006/relationships/image" Target="../media/image40.png"/><Relationship Id="rId135" Type="http://schemas.openxmlformats.org/officeDocument/2006/relationships/image" Target="../media/image66.png"/><Relationship Id="rId177" Type="http://schemas.openxmlformats.org/officeDocument/2006/relationships/image" Target="../media/image87.png"/><Relationship Id="rId342" Type="http://schemas.openxmlformats.org/officeDocument/2006/relationships/image" Target="../media/image169.png"/><Relationship Id="rId384" Type="http://schemas.openxmlformats.org/officeDocument/2006/relationships/customXml" Target="../ink/ink194.xml"/><Relationship Id="rId202" Type="http://schemas.openxmlformats.org/officeDocument/2006/relationships/image" Target="../media/image99.png"/><Relationship Id="rId244" Type="http://schemas.openxmlformats.org/officeDocument/2006/relationships/image" Target="../media/image120.png"/><Relationship Id="rId39" Type="http://schemas.openxmlformats.org/officeDocument/2006/relationships/image" Target="../media/image19.png"/><Relationship Id="rId286" Type="http://schemas.openxmlformats.org/officeDocument/2006/relationships/image" Target="../media/image141.png"/><Relationship Id="rId451" Type="http://schemas.openxmlformats.org/officeDocument/2006/relationships/image" Target="../media/image223.png"/><Relationship Id="rId493" Type="http://schemas.openxmlformats.org/officeDocument/2006/relationships/image" Target="../media/image244.png"/><Relationship Id="rId507" Type="http://schemas.openxmlformats.org/officeDocument/2006/relationships/customXml" Target="../ink/ink256.xml"/><Relationship Id="rId549" Type="http://schemas.openxmlformats.org/officeDocument/2006/relationships/customXml" Target="../ink/ink278.xml"/><Relationship Id="rId50" Type="http://schemas.openxmlformats.org/officeDocument/2006/relationships/customXml" Target="../ink/ink25.xml"/><Relationship Id="rId104" Type="http://schemas.openxmlformats.org/officeDocument/2006/relationships/image" Target="../media/image51.png"/><Relationship Id="rId146" Type="http://schemas.openxmlformats.org/officeDocument/2006/relationships/customXml" Target="../ink/ink74.xml"/><Relationship Id="rId188" Type="http://schemas.openxmlformats.org/officeDocument/2006/relationships/image" Target="../media/image92.png"/><Relationship Id="rId311" Type="http://schemas.openxmlformats.org/officeDocument/2006/relationships/customXml" Target="../ink/ink157.xml"/><Relationship Id="rId353" Type="http://schemas.openxmlformats.org/officeDocument/2006/relationships/image" Target="../media/image174.png"/><Relationship Id="rId395" Type="http://schemas.openxmlformats.org/officeDocument/2006/relationships/image" Target="../media/image195.png"/><Relationship Id="rId409" Type="http://schemas.openxmlformats.org/officeDocument/2006/relationships/image" Target="../media/image202.png"/><Relationship Id="rId560" Type="http://schemas.openxmlformats.org/officeDocument/2006/relationships/image" Target="../media/image276.png"/><Relationship Id="rId92" Type="http://schemas.openxmlformats.org/officeDocument/2006/relationships/customXml" Target="../ink/ink46.xml"/><Relationship Id="rId213" Type="http://schemas.openxmlformats.org/officeDocument/2006/relationships/customXml" Target="../ink/ink108.xml"/><Relationship Id="rId420" Type="http://schemas.openxmlformats.org/officeDocument/2006/relationships/customXml" Target="../ink/ink212.xml"/><Relationship Id="rId255" Type="http://schemas.openxmlformats.org/officeDocument/2006/relationships/customXml" Target="../ink/ink129.xml"/><Relationship Id="rId297" Type="http://schemas.openxmlformats.org/officeDocument/2006/relationships/customXml" Target="../ink/ink150.xml"/><Relationship Id="rId462" Type="http://schemas.openxmlformats.org/officeDocument/2006/relationships/customXml" Target="../ink/ink233.xml"/><Relationship Id="rId518" Type="http://schemas.openxmlformats.org/officeDocument/2006/relationships/image" Target="../media/image256.png"/><Relationship Id="rId115" Type="http://schemas.openxmlformats.org/officeDocument/2006/relationships/image" Target="../media/image56.png"/><Relationship Id="rId157" Type="http://schemas.openxmlformats.org/officeDocument/2006/relationships/image" Target="../media/image77.png"/><Relationship Id="rId322" Type="http://schemas.openxmlformats.org/officeDocument/2006/relationships/image" Target="../media/image159.png"/><Relationship Id="rId364" Type="http://schemas.openxmlformats.org/officeDocument/2006/relationships/customXml" Target="../ink/ink184.xml"/><Relationship Id="rId61" Type="http://schemas.openxmlformats.org/officeDocument/2006/relationships/image" Target="../media/image30.png"/><Relationship Id="rId199" Type="http://schemas.openxmlformats.org/officeDocument/2006/relationships/customXml" Target="../ink/ink101.xml"/><Relationship Id="rId571" Type="http://schemas.openxmlformats.org/officeDocument/2006/relationships/customXml" Target="../ink/ink289.xml"/><Relationship Id="rId19" Type="http://schemas.openxmlformats.org/officeDocument/2006/relationships/image" Target="../media/image9.png"/><Relationship Id="rId224" Type="http://schemas.openxmlformats.org/officeDocument/2006/relationships/image" Target="../media/image110.png"/><Relationship Id="rId266" Type="http://schemas.openxmlformats.org/officeDocument/2006/relationships/image" Target="../media/image131.png"/><Relationship Id="rId431" Type="http://schemas.openxmlformats.org/officeDocument/2006/relationships/image" Target="../media/image213.png"/><Relationship Id="rId473" Type="http://schemas.openxmlformats.org/officeDocument/2006/relationships/image" Target="../media/image234.png"/><Relationship Id="rId529" Type="http://schemas.openxmlformats.org/officeDocument/2006/relationships/customXml" Target="../ink/ink267.xml"/><Relationship Id="rId30" Type="http://schemas.openxmlformats.org/officeDocument/2006/relationships/customXml" Target="../ink/ink15.xml"/><Relationship Id="rId126" Type="http://schemas.openxmlformats.org/officeDocument/2006/relationships/customXml" Target="../ink/ink64.xml"/><Relationship Id="rId168" Type="http://schemas.openxmlformats.org/officeDocument/2006/relationships/customXml" Target="../ink/ink85.xml"/><Relationship Id="rId333" Type="http://schemas.openxmlformats.org/officeDocument/2006/relationships/customXml" Target="../ink/ink168.xml"/><Relationship Id="rId540" Type="http://schemas.openxmlformats.org/officeDocument/2006/relationships/customXml" Target="../ink/ink273.xml"/><Relationship Id="rId72" Type="http://schemas.openxmlformats.org/officeDocument/2006/relationships/customXml" Target="../ink/ink36.xml"/><Relationship Id="rId375" Type="http://schemas.openxmlformats.org/officeDocument/2006/relationships/image" Target="../media/image185.png"/><Relationship Id="rId582" Type="http://schemas.openxmlformats.org/officeDocument/2006/relationships/image" Target="../media/image287.png"/><Relationship Id="rId3" Type="http://schemas.openxmlformats.org/officeDocument/2006/relationships/image" Target="../media/image1.png"/><Relationship Id="rId235" Type="http://schemas.openxmlformats.org/officeDocument/2006/relationships/customXml" Target="../ink/ink119.xml"/><Relationship Id="rId277" Type="http://schemas.openxmlformats.org/officeDocument/2006/relationships/customXml" Target="../ink/ink140.xml"/><Relationship Id="rId400" Type="http://schemas.openxmlformats.org/officeDocument/2006/relationships/customXml" Target="../ink/ink202.xml"/><Relationship Id="rId442" Type="http://schemas.openxmlformats.org/officeDocument/2006/relationships/customXml" Target="../ink/ink223.xml"/><Relationship Id="rId484" Type="http://schemas.openxmlformats.org/officeDocument/2006/relationships/customXml" Target="../ink/ink244.xml"/><Relationship Id="rId137" Type="http://schemas.openxmlformats.org/officeDocument/2006/relationships/image" Target="../media/image67.png"/><Relationship Id="rId302" Type="http://schemas.openxmlformats.org/officeDocument/2006/relationships/image" Target="../media/image149.png"/><Relationship Id="rId344" Type="http://schemas.openxmlformats.org/officeDocument/2006/relationships/image" Target="../media/image170.png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8.png"/><Relationship Id="rId386" Type="http://schemas.openxmlformats.org/officeDocument/2006/relationships/customXml" Target="../ink/ink195.xml"/><Relationship Id="rId551" Type="http://schemas.openxmlformats.org/officeDocument/2006/relationships/customXml" Target="../ink/ink279.xml"/><Relationship Id="rId190" Type="http://schemas.openxmlformats.org/officeDocument/2006/relationships/image" Target="../media/image93.png"/><Relationship Id="rId204" Type="http://schemas.openxmlformats.org/officeDocument/2006/relationships/image" Target="../media/image100.png"/><Relationship Id="rId246" Type="http://schemas.openxmlformats.org/officeDocument/2006/relationships/image" Target="../media/image121.png"/><Relationship Id="rId288" Type="http://schemas.openxmlformats.org/officeDocument/2006/relationships/image" Target="../media/image142.png"/><Relationship Id="rId411" Type="http://schemas.openxmlformats.org/officeDocument/2006/relationships/image" Target="../media/image203.png"/><Relationship Id="rId453" Type="http://schemas.openxmlformats.org/officeDocument/2006/relationships/image" Target="../media/image224.png"/><Relationship Id="rId509" Type="http://schemas.openxmlformats.org/officeDocument/2006/relationships/customXml" Target="../ink/ink257.xml"/><Relationship Id="rId106" Type="http://schemas.openxmlformats.org/officeDocument/2006/relationships/image" Target="../media/image52.png"/><Relationship Id="rId313" Type="http://schemas.openxmlformats.org/officeDocument/2006/relationships/customXml" Target="../ink/ink158.xml"/><Relationship Id="rId495" Type="http://schemas.openxmlformats.org/officeDocument/2006/relationships/image" Target="../media/image245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5.xml"/><Relationship Id="rId355" Type="http://schemas.openxmlformats.org/officeDocument/2006/relationships/image" Target="../media/image175.png"/><Relationship Id="rId397" Type="http://schemas.openxmlformats.org/officeDocument/2006/relationships/image" Target="../media/image196.png"/><Relationship Id="rId520" Type="http://schemas.openxmlformats.org/officeDocument/2006/relationships/image" Target="../media/image257.png"/><Relationship Id="rId562" Type="http://schemas.openxmlformats.org/officeDocument/2006/relationships/image" Target="../media/image277.png"/><Relationship Id="rId215" Type="http://schemas.openxmlformats.org/officeDocument/2006/relationships/customXml" Target="../ink/ink109.xml"/><Relationship Id="rId257" Type="http://schemas.openxmlformats.org/officeDocument/2006/relationships/customXml" Target="../ink/ink130.xml"/><Relationship Id="rId422" Type="http://schemas.openxmlformats.org/officeDocument/2006/relationships/customXml" Target="../ink/ink213.xml"/><Relationship Id="rId464" Type="http://schemas.openxmlformats.org/officeDocument/2006/relationships/customXml" Target="../ink/ink234.xml"/><Relationship Id="rId299" Type="http://schemas.openxmlformats.org/officeDocument/2006/relationships/customXml" Target="../ink/ink151.xml"/><Relationship Id="rId63" Type="http://schemas.openxmlformats.org/officeDocument/2006/relationships/image" Target="../media/image31.png"/><Relationship Id="rId159" Type="http://schemas.openxmlformats.org/officeDocument/2006/relationships/image" Target="../media/image78.png"/><Relationship Id="rId366" Type="http://schemas.openxmlformats.org/officeDocument/2006/relationships/customXml" Target="../ink/ink185.xml"/><Relationship Id="rId573" Type="http://schemas.openxmlformats.org/officeDocument/2006/relationships/customXml" Target="../ink/ink290.xml"/><Relationship Id="rId226" Type="http://schemas.openxmlformats.org/officeDocument/2006/relationships/image" Target="../media/image111.png"/><Relationship Id="rId433" Type="http://schemas.openxmlformats.org/officeDocument/2006/relationships/image" Target="../media/image214.png"/><Relationship Id="rId74" Type="http://schemas.openxmlformats.org/officeDocument/2006/relationships/customXml" Target="../ink/ink37.xml"/><Relationship Id="rId377" Type="http://schemas.openxmlformats.org/officeDocument/2006/relationships/image" Target="../media/image186.png"/><Relationship Id="rId500" Type="http://schemas.openxmlformats.org/officeDocument/2006/relationships/customXml" Target="../ink/ink252.xml"/><Relationship Id="rId584" Type="http://schemas.openxmlformats.org/officeDocument/2006/relationships/image" Target="../media/image288.png"/><Relationship Id="rId5" Type="http://schemas.openxmlformats.org/officeDocument/2006/relationships/image" Target="../media/image2.png"/><Relationship Id="rId237" Type="http://schemas.openxmlformats.org/officeDocument/2006/relationships/customXml" Target="../ink/ink120.xml"/><Relationship Id="rId444" Type="http://schemas.openxmlformats.org/officeDocument/2006/relationships/customXml" Target="../ink/ink224.xml"/><Relationship Id="rId290" Type="http://schemas.openxmlformats.org/officeDocument/2006/relationships/image" Target="../media/image143.png"/><Relationship Id="rId304" Type="http://schemas.openxmlformats.org/officeDocument/2006/relationships/image" Target="../media/image150.png"/><Relationship Id="rId388" Type="http://schemas.openxmlformats.org/officeDocument/2006/relationships/customXml" Target="../ink/ink196.xml"/><Relationship Id="rId511" Type="http://schemas.openxmlformats.org/officeDocument/2006/relationships/customXml" Target="../ink/ink258.xml"/><Relationship Id="rId85" Type="http://schemas.openxmlformats.org/officeDocument/2006/relationships/image" Target="../media/image42.png"/><Relationship Id="rId150" Type="http://schemas.openxmlformats.org/officeDocument/2006/relationships/customXml" Target="../ink/ink76.xml"/><Relationship Id="rId248" Type="http://schemas.openxmlformats.org/officeDocument/2006/relationships/image" Target="../media/image122.png"/><Relationship Id="rId455" Type="http://schemas.openxmlformats.org/officeDocument/2006/relationships/image" Target="../media/image225.png"/><Relationship Id="rId12" Type="http://schemas.openxmlformats.org/officeDocument/2006/relationships/customXml" Target="../ink/ink6.xml"/><Relationship Id="rId108" Type="http://schemas.openxmlformats.org/officeDocument/2006/relationships/image" Target="../media/image53.png"/><Relationship Id="rId315" Type="http://schemas.openxmlformats.org/officeDocument/2006/relationships/customXml" Target="../ink/ink159.xml"/><Relationship Id="rId522" Type="http://schemas.openxmlformats.org/officeDocument/2006/relationships/image" Target="../media/image258.png"/><Relationship Id="rId96" Type="http://schemas.openxmlformats.org/officeDocument/2006/relationships/customXml" Target="../ink/ink48.xml"/><Relationship Id="rId161" Type="http://schemas.openxmlformats.org/officeDocument/2006/relationships/image" Target="../media/image79.png"/><Relationship Id="rId399" Type="http://schemas.openxmlformats.org/officeDocument/2006/relationships/image" Target="../media/image197.png"/><Relationship Id="rId259" Type="http://schemas.openxmlformats.org/officeDocument/2006/relationships/customXml" Target="../ink/ink131.xml"/><Relationship Id="rId466" Type="http://schemas.openxmlformats.org/officeDocument/2006/relationships/customXml" Target="../ink/ink235.xml"/><Relationship Id="rId23" Type="http://schemas.openxmlformats.org/officeDocument/2006/relationships/image" Target="../media/image11.png"/><Relationship Id="rId119" Type="http://schemas.openxmlformats.org/officeDocument/2006/relationships/image" Target="../media/image58.png"/><Relationship Id="rId326" Type="http://schemas.openxmlformats.org/officeDocument/2006/relationships/image" Target="../media/image161.png"/><Relationship Id="rId533" Type="http://schemas.openxmlformats.org/officeDocument/2006/relationships/image" Target="../media/image263.png"/><Relationship Id="rId172" Type="http://schemas.openxmlformats.org/officeDocument/2006/relationships/customXml" Target="../ink/ink87.xml"/><Relationship Id="rId477" Type="http://schemas.openxmlformats.org/officeDocument/2006/relationships/image" Target="../media/image236.png"/><Relationship Id="rId337" Type="http://schemas.openxmlformats.org/officeDocument/2006/relationships/customXml" Target="../ink/ink170.xml"/><Relationship Id="rId34" Type="http://schemas.openxmlformats.org/officeDocument/2006/relationships/customXml" Target="../ink/ink17.xml"/><Relationship Id="rId544" Type="http://schemas.openxmlformats.org/officeDocument/2006/relationships/image" Target="../media/image268.png"/><Relationship Id="rId183" Type="http://schemas.openxmlformats.org/officeDocument/2006/relationships/customXml" Target="../ink/ink93.xml"/><Relationship Id="rId390" Type="http://schemas.openxmlformats.org/officeDocument/2006/relationships/customXml" Target="../ink/ink197.xml"/><Relationship Id="rId404" Type="http://schemas.openxmlformats.org/officeDocument/2006/relationships/customXml" Target="../ink/ink204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8.png"/><Relationship Id="rId299" Type="http://schemas.openxmlformats.org/officeDocument/2006/relationships/image" Target="../media/image439.png"/><Relationship Id="rId21" Type="http://schemas.openxmlformats.org/officeDocument/2006/relationships/image" Target="../media/image300.png"/><Relationship Id="rId63" Type="http://schemas.openxmlformats.org/officeDocument/2006/relationships/image" Target="../media/image321.png"/><Relationship Id="rId159" Type="http://schemas.openxmlformats.org/officeDocument/2006/relationships/image" Target="../media/image369.png"/><Relationship Id="rId324" Type="http://schemas.openxmlformats.org/officeDocument/2006/relationships/image" Target="../media/image451.png"/><Relationship Id="rId366" Type="http://schemas.openxmlformats.org/officeDocument/2006/relationships/image" Target="../media/image472.png"/><Relationship Id="rId170" Type="http://schemas.openxmlformats.org/officeDocument/2006/relationships/customXml" Target="../ink/ink382.xml"/><Relationship Id="rId226" Type="http://schemas.openxmlformats.org/officeDocument/2006/relationships/customXml" Target="../ink/ink410.xml"/><Relationship Id="rId268" Type="http://schemas.openxmlformats.org/officeDocument/2006/relationships/customXml" Target="../ink/ink431.xml"/><Relationship Id="rId32" Type="http://schemas.openxmlformats.org/officeDocument/2006/relationships/customXml" Target="../ink/ink313.xml"/><Relationship Id="rId74" Type="http://schemas.openxmlformats.org/officeDocument/2006/relationships/customXml" Target="../ink/ink334.xml"/><Relationship Id="rId128" Type="http://schemas.openxmlformats.org/officeDocument/2006/relationships/customXml" Target="../ink/ink361.xml"/><Relationship Id="rId335" Type="http://schemas.openxmlformats.org/officeDocument/2006/relationships/customXml" Target="../ink/ink465.xml"/><Relationship Id="rId5" Type="http://schemas.openxmlformats.org/officeDocument/2006/relationships/image" Target="../media/image292.png"/><Relationship Id="rId181" Type="http://schemas.openxmlformats.org/officeDocument/2006/relationships/image" Target="../media/image380.png"/><Relationship Id="rId237" Type="http://schemas.openxmlformats.org/officeDocument/2006/relationships/image" Target="../media/image408.png"/><Relationship Id="rId279" Type="http://schemas.openxmlformats.org/officeDocument/2006/relationships/image" Target="../media/image429.png"/><Relationship Id="rId43" Type="http://schemas.openxmlformats.org/officeDocument/2006/relationships/image" Target="../media/image311.png"/><Relationship Id="rId139" Type="http://schemas.openxmlformats.org/officeDocument/2006/relationships/image" Target="../media/image359.png"/><Relationship Id="rId290" Type="http://schemas.openxmlformats.org/officeDocument/2006/relationships/customXml" Target="../ink/ink442.xml"/><Relationship Id="rId304" Type="http://schemas.openxmlformats.org/officeDocument/2006/relationships/image" Target="../media/image441.png"/><Relationship Id="rId346" Type="http://schemas.openxmlformats.org/officeDocument/2006/relationships/image" Target="../media/image462.png"/><Relationship Id="rId85" Type="http://schemas.openxmlformats.org/officeDocument/2006/relationships/image" Target="../media/image332.png"/><Relationship Id="rId150" Type="http://schemas.openxmlformats.org/officeDocument/2006/relationships/customXml" Target="../ink/ink372.xml"/><Relationship Id="rId192" Type="http://schemas.openxmlformats.org/officeDocument/2006/relationships/customXml" Target="../ink/ink393.xml"/><Relationship Id="rId206" Type="http://schemas.openxmlformats.org/officeDocument/2006/relationships/customXml" Target="../ink/ink400.xml"/><Relationship Id="rId248" Type="http://schemas.openxmlformats.org/officeDocument/2006/relationships/customXml" Target="../ink/ink421.xml"/><Relationship Id="rId12" Type="http://schemas.openxmlformats.org/officeDocument/2006/relationships/customXml" Target="../ink/ink303.xml"/><Relationship Id="rId108" Type="http://schemas.openxmlformats.org/officeDocument/2006/relationships/customXml" Target="../ink/ink351.xml"/><Relationship Id="rId315" Type="http://schemas.openxmlformats.org/officeDocument/2006/relationships/customXml" Target="../ink/ink455.xml"/><Relationship Id="rId357" Type="http://schemas.openxmlformats.org/officeDocument/2006/relationships/customXml" Target="../ink/ink476.xml"/><Relationship Id="rId54" Type="http://schemas.openxmlformats.org/officeDocument/2006/relationships/customXml" Target="../ink/ink324.xml"/><Relationship Id="rId96" Type="http://schemas.openxmlformats.org/officeDocument/2006/relationships/customXml" Target="../ink/ink345.xml"/><Relationship Id="rId161" Type="http://schemas.openxmlformats.org/officeDocument/2006/relationships/image" Target="../media/image370.png"/><Relationship Id="rId217" Type="http://schemas.openxmlformats.org/officeDocument/2006/relationships/image" Target="../media/image398.png"/><Relationship Id="rId259" Type="http://schemas.openxmlformats.org/officeDocument/2006/relationships/image" Target="../media/image419.png"/><Relationship Id="rId23" Type="http://schemas.openxmlformats.org/officeDocument/2006/relationships/image" Target="../media/image301.png"/><Relationship Id="rId119" Type="http://schemas.openxmlformats.org/officeDocument/2006/relationships/image" Target="../media/image349.png"/><Relationship Id="rId270" Type="http://schemas.openxmlformats.org/officeDocument/2006/relationships/customXml" Target="../ink/ink432.xml"/><Relationship Id="rId326" Type="http://schemas.openxmlformats.org/officeDocument/2006/relationships/image" Target="../media/image452.png"/><Relationship Id="rId65" Type="http://schemas.openxmlformats.org/officeDocument/2006/relationships/image" Target="../media/image322.png"/><Relationship Id="rId130" Type="http://schemas.openxmlformats.org/officeDocument/2006/relationships/customXml" Target="../ink/ink362.xml"/><Relationship Id="rId368" Type="http://schemas.openxmlformats.org/officeDocument/2006/relationships/image" Target="../media/image473.png"/><Relationship Id="rId172" Type="http://schemas.openxmlformats.org/officeDocument/2006/relationships/customXml" Target="../ink/ink383.xml"/><Relationship Id="rId228" Type="http://schemas.openxmlformats.org/officeDocument/2006/relationships/customXml" Target="../ink/ink411.xml"/><Relationship Id="rId281" Type="http://schemas.openxmlformats.org/officeDocument/2006/relationships/image" Target="../media/image430.png"/><Relationship Id="rId337" Type="http://schemas.openxmlformats.org/officeDocument/2006/relationships/customXml" Target="../ink/ink466.xml"/><Relationship Id="rId34" Type="http://schemas.openxmlformats.org/officeDocument/2006/relationships/customXml" Target="../ink/ink314.xml"/><Relationship Id="rId76" Type="http://schemas.openxmlformats.org/officeDocument/2006/relationships/customXml" Target="../ink/ink335.xml"/><Relationship Id="rId141" Type="http://schemas.openxmlformats.org/officeDocument/2006/relationships/image" Target="../media/image360.png"/><Relationship Id="rId7" Type="http://schemas.openxmlformats.org/officeDocument/2006/relationships/image" Target="../media/image293.png"/><Relationship Id="rId183" Type="http://schemas.openxmlformats.org/officeDocument/2006/relationships/image" Target="../media/image381.png"/><Relationship Id="rId239" Type="http://schemas.openxmlformats.org/officeDocument/2006/relationships/image" Target="../media/image409.png"/><Relationship Id="rId250" Type="http://schemas.openxmlformats.org/officeDocument/2006/relationships/customXml" Target="../ink/ink422.xml"/><Relationship Id="rId292" Type="http://schemas.openxmlformats.org/officeDocument/2006/relationships/customXml" Target="../ink/ink443.xml"/><Relationship Id="rId306" Type="http://schemas.openxmlformats.org/officeDocument/2006/relationships/image" Target="../media/image442.png"/><Relationship Id="rId45" Type="http://schemas.openxmlformats.org/officeDocument/2006/relationships/image" Target="../media/image312.png"/><Relationship Id="rId87" Type="http://schemas.openxmlformats.org/officeDocument/2006/relationships/image" Target="../media/image333.png"/><Relationship Id="rId110" Type="http://schemas.openxmlformats.org/officeDocument/2006/relationships/customXml" Target="../ink/ink352.xml"/><Relationship Id="rId348" Type="http://schemas.openxmlformats.org/officeDocument/2006/relationships/image" Target="../media/image463.png"/><Relationship Id="rId152" Type="http://schemas.openxmlformats.org/officeDocument/2006/relationships/customXml" Target="../ink/ink373.xml"/><Relationship Id="rId194" Type="http://schemas.openxmlformats.org/officeDocument/2006/relationships/customXml" Target="../ink/ink394.xml"/><Relationship Id="rId208" Type="http://schemas.openxmlformats.org/officeDocument/2006/relationships/customXml" Target="../ink/ink401.xml"/><Relationship Id="rId261" Type="http://schemas.openxmlformats.org/officeDocument/2006/relationships/image" Target="../media/image420.png"/><Relationship Id="rId14" Type="http://schemas.openxmlformats.org/officeDocument/2006/relationships/customXml" Target="../ink/ink304.xml"/><Relationship Id="rId56" Type="http://schemas.openxmlformats.org/officeDocument/2006/relationships/customXml" Target="../ink/ink325.xml"/><Relationship Id="rId317" Type="http://schemas.openxmlformats.org/officeDocument/2006/relationships/customXml" Target="../ink/ink456.xml"/><Relationship Id="rId359" Type="http://schemas.openxmlformats.org/officeDocument/2006/relationships/customXml" Target="../ink/ink477.xml"/><Relationship Id="rId98" Type="http://schemas.openxmlformats.org/officeDocument/2006/relationships/customXml" Target="../ink/ink346.xml"/><Relationship Id="rId121" Type="http://schemas.openxmlformats.org/officeDocument/2006/relationships/image" Target="../media/image350.png"/><Relationship Id="rId163" Type="http://schemas.openxmlformats.org/officeDocument/2006/relationships/image" Target="../media/image371.png"/><Relationship Id="rId219" Type="http://schemas.openxmlformats.org/officeDocument/2006/relationships/image" Target="../media/image399.png"/><Relationship Id="rId230" Type="http://schemas.openxmlformats.org/officeDocument/2006/relationships/customXml" Target="../ink/ink412.xml"/><Relationship Id="rId25" Type="http://schemas.openxmlformats.org/officeDocument/2006/relationships/image" Target="../media/image302.png"/><Relationship Id="rId67" Type="http://schemas.openxmlformats.org/officeDocument/2006/relationships/image" Target="../media/image323.png"/><Relationship Id="rId272" Type="http://schemas.openxmlformats.org/officeDocument/2006/relationships/customXml" Target="../ink/ink433.xml"/><Relationship Id="rId328" Type="http://schemas.openxmlformats.org/officeDocument/2006/relationships/image" Target="../media/image453.png"/><Relationship Id="rId132" Type="http://schemas.openxmlformats.org/officeDocument/2006/relationships/customXml" Target="../ink/ink363.xml"/><Relationship Id="rId174" Type="http://schemas.openxmlformats.org/officeDocument/2006/relationships/customXml" Target="../ink/ink384.xml"/><Relationship Id="rId220" Type="http://schemas.openxmlformats.org/officeDocument/2006/relationships/customXml" Target="../ink/ink407.xml"/><Relationship Id="rId241" Type="http://schemas.openxmlformats.org/officeDocument/2006/relationships/image" Target="../media/image410.png"/><Relationship Id="rId15" Type="http://schemas.openxmlformats.org/officeDocument/2006/relationships/image" Target="../media/image297.png"/><Relationship Id="rId36" Type="http://schemas.openxmlformats.org/officeDocument/2006/relationships/customXml" Target="../ink/ink315.xml"/><Relationship Id="rId57" Type="http://schemas.openxmlformats.org/officeDocument/2006/relationships/image" Target="../media/image318.png"/><Relationship Id="rId262" Type="http://schemas.openxmlformats.org/officeDocument/2006/relationships/customXml" Target="../ink/ink428.xml"/><Relationship Id="rId283" Type="http://schemas.openxmlformats.org/officeDocument/2006/relationships/image" Target="../media/image431.png"/><Relationship Id="rId318" Type="http://schemas.openxmlformats.org/officeDocument/2006/relationships/image" Target="../media/image448.png"/><Relationship Id="rId339" Type="http://schemas.openxmlformats.org/officeDocument/2006/relationships/customXml" Target="../ink/ink467.xml"/><Relationship Id="rId78" Type="http://schemas.openxmlformats.org/officeDocument/2006/relationships/customXml" Target="../ink/ink336.xml"/><Relationship Id="rId99" Type="http://schemas.openxmlformats.org/officeDocument/2006/relationships/image" Target="../media/image339.png"/><Relationship Id="rId101" Type="http://schemas.openxmlformats.org/officeDocument/2006/relationships/image" Target="../media/image340.png"/><Relationship Id="rId122" Type="http://schemas.openxmlformats.org/officeDocument/2006/relationships/customXml" Target="../ink/ink358.xml"/><Relationship Id="rId143" Type="http://schemas.openxmlformats.org/officeDocument/2006/relationships/image" Target="../media/image361.png"/><Relationship Id="rId164" Type="http://schemas.openxmlformats.org/officeDocument/2006/relationships/customXml" Target="../ink/ink379.xml"/><Relationship Id="rId185" Type="http://schemas.openxmlformats.org/officeDocument/2006/relationships/image" Target="../media/image382.png"/><Relationship Id="rId350" Type="http://schemas.openxmlformats.org/officeDocument/2006/relationships/image" Target="../media/image464.png"/><Relationship Id="rId9" Type="http://schemas.openxmlformats.org/officeDocument/2006/relationships/image" Target="../media/image294.png"/><Relationship Id="rId210" Type="http://schemas.openxmlformats.org/officeDocument/2006/relationships/customXml" Target="../ink/ink402.xml"/><Relationship Id="rId26" Type="http://schemas.openxmlformats.org/officeDocument/2006/relationships/customXml" Target="../ink/ink310.xml"/><Relationship Id="rId231" Type="http://schemas.openxmlformats.org/officeDocument/2006/relationships/image" Target="../media/image405.png"/><Relationship Id="rId252" Type="http://schemas.openxmlformats.org/officeDocument/2006/relationships/customXml" Target="../ink/ink423.xml"/><Relationship Id="rId273" Type="http://schemas.openxmlformats.org/officeDocument/2006/relationships/image" Target="../media/image426.png"/><Relationship Id="rId294" Type="http://schemas.openxmlformats.org/officeDocument/2006/relationships/customXml" Target="../ink/ink444.xml"/><Relationship Id="rId308" Type="http://schemas.openxmlformats.org/officeDocument/2006/relationships/image" Target="../media/image443.png"/><Relationship Id="rId329" Type="http://schemas.openxmlformats.org/officeDocument/2006/relationships/customXml" Target="../ink/ink462.xml"/><Relationship Id="rId47" Type="http://schemas.openxmlformats.org/officeDocument/2006/relationships/image" Target="../media/image313.png"/><Relationship Id="rId68" Type="http://schemas.openxmlformats.org/officeDocument/2006/relationships/customXml" Target="../ink/ink331.xml"/><Relationship Id="rId89" Type="http://schemas.openxmlformats.org/officeDocument/2006/relationships/image" Target="../media/image334.png"/><Relationship Id="rId112" Type="http://schemas.openxmlformats.org/officeDocument/2006/relationships/customXml" Target="../ink/ink353.xml"/><Relationship Id="rId133" Type="http://schemas.openxmlformats.org/officeDocument/2006/relationships/image" Target="../media/image356.png"/><Relationship Id="rId154" Type="http://schemas.openxmlformats.org/officeDocument/2006/relationships/customXml" Target="../ink/ink374.xml"/><Relationship Id="rId175" Type="http://schemas.openxmlformats.org/officeDocument/2006/relationships/image" Target="../media/image377.png"/><Relationship Id="rId340" Type="http://schemas.openxmlformats.org/officeDocument/2006/relationships/image" Target="../media/image459.png"/><Relationship Id="rId361" Type="http://schemas.openxmlformats.org/officeDocument/2006/relationships/customXml" Target="../ink/ink478.xml"/><Relationship Id="rId196" Type="http://schemas.openxmlformats.org/officeDocument/2006/relationships/customXml" Target="../ink/ink395.xml"/><Relationship Id="rId200" Type="http://schemas.openxmlformats.org/officeDocument/2006/relationships/customXml" Target="../ink/ink397.xml"/><Relationship Id="rId16" Type="http://schemas.openxmlformats.org/officeDocument/2006/relationships/customXml" Target="../ink/ink305.xml"/><Relationship Id="rId221" Type="http://schemas.openxmlformats.org/officeDocument/2006/relationships/image" Target="../media/image400.png"/><Relationship Id="rId242" Type="http://schemas.openxmlformats.org/officeDocument/2006/relationships/customXml" Target="../ink/ink418.xml"/><Relationship Id="rId263" Type="http://schemas.openxmlformats.org/officeDocument/2006/relationships/image" Target="../media/image421.png"/><Relationship Id="rId284" Type="http://schemas.openxmlformats.org/officeDocument/2006/relationships/customXml" Target="../ink/ink439.xml"/><Relationship Id="rId319" Type="http://schemas.openxmlformats.org/officeDocument/2006/relationships/customXml" Target="../ink/ink457.xml"/><Relationship Id="rId37" Type="http://schemas.openxmlformats.org/officeDocument/2006/relationships/image" Target="../media/image308.png"/><Relationship Id="rId58" Type="http://schemas.openxmlformats.org/officeDocument/2006/relationships/customXml" Target="../ink/ink326.xml"/><Relationship Id="rId79" Type="http://schemas.openxmlformats.org/officeDocument/2006/relationships/image" Target="../media/image329.png"/><Relationship Id="rId102" Type="http://schemas.openxmlformats.org/officeDocument/2006/relationships/customXml" Target="../ink/ink348.xml"/><Relationship Id="rId123" Type="http://schemas.openxmlformats.org/officeDocument/2006/relationships/image" Target="../media/image351.png"/><Relationship Id="rId144" Type="http://schemas.openxmlformats.org/officeDocument/2006/relationships/customXml" Target="../ink/ink369.xml"/><Relationship Id="rId330" Type="http://schemas.openxmlformats.org/officeDocument/2006/relationships/image" Target="../media/image454.png"/><Relationship Id="rId90" Type="http://schemas.openxmlformats.org/officeDocument/2006/relationships/customXml" Target="../ink/ink342.xml"/><Relationship Id="rId165" Type="http://schemas.openxmlformats.org/officeDocument/2006/relationships/image" Target="../media/image372.png"/><Relationship Id="rId186" Type="http://schemas.openxmlformats.org/officeDocument/2006/relationships/customXml" Target="../ink/ink390.xml"/><Relationship Id="rId351" Type="http://schemas.openxmlformats.org/officeDocument/2006/relationships/customXml" Target="../ink/ink473.xml"/><Relationship Id="rId211" Type="http://schemas.openxmlformats.org/officeDocument/2006/relationships/image" Target="../media/image395.png"/><Relationship Id="rId232" Type="http://schemas.openxmlformats.org/officeDocument/2006/relationships/customXml" Target="../ink/ink413.xml"/><Relationship Id="rId253" Type="http://schemas.openxmlformats.org/officeDocument/2006/relationships/image" Target="../media/image416.png"/><Relationship Id="rId274" Type="http://schemas.openxmlformats.org/officeDocument/2006/relationships/customXml" Target="../ink/ink434.xml"/><Relationship Id="rId295" Type="http://schemas.openxmlformats.org/officeDocument/2006/relationships/image" Target="../media/image437.png"/><Relationship Id="rId309" Type="http://schemas.openxmlformats.org/officeDocument/2006/relationships/customXml" Target="../ink/ink452.xml"/><Relationship Id="rId27" Type="http://schemas.openxmlformats.org/officeDocument/2006/relationships/image" Target="../media/image303.png"/><Relationship Id="rId48" Type="http://schemas.openxmlformats.org/officeDocument/2006/relationships/customXml" Target="../ink/ink321.xml"/><Relationship Id="rId69" Type="http://schemas.openxmlformats.org/officeDocument/2006/relationships/image" Target="../media/image324.png"/><Relationship Id="rId113" Type="http://schemas.openxmlformats.org/officeDocument/2006/relationships/image" Target="../media/image346.png"/><Relationship Id="rId134" Type="http://schemas.openxmlformats.org/officeDocument/2006/relationships/customXml" Target="../ink/ink364.xml"/><Relationship Id="rId320" Type="http://schemas.openxmlformats.org/officeDocument/2006/relationships/image" Target="../media/image449.png"/><Relationship Id="rId80" Type="http://schemas.openxmlformats.org/officeDocument/2006/relationships/customXml" Target="../ink/ink337.xml"/><Relationship Id="rId155" Type="http://schemas.openxmlformats.org/officeDocument/2006/relationships/image" Target="../media/image367.png"/><Relationship Id="rId176" Type="http://schemas.openxmlformats.org/officeDocument/2006/relationships/customXml" Target="../ink/ink385.xml"/><Relationship Id="rId197" Type="http://schemas.openxmlformats.org/officeDocument/2006/relationships/image" Target="../media/image388.png"/><Relationship Id="rId341" Type="http://schemas.openxmlformats.org/officeDocument/2006/relationships/customXml" Target="../ink/ink468.xml"/><Relationship Id="rId362" Type="http://schemas.openxmlformats.org/officeDocument/2006/relationships/image" Target="../media/image470.png"/><Relationship Id="rId201" Type="http://schemas.openxmlformats.org/officeDocument/2006/relationships/image" Target="../media/image390.png"/><Relationship Id="rId222" Type="http://schemas.openxmlformats.org/officeDocument/2006/relationships/customXml" Target="../ink/ink408.xml"/><Relationship Id="rId243" Type="http://schemas.openxmlformats.org/officeDocument/2006/relationships/image" Target="../media/image411.png"/><Relationship Id="rId264" Type="http://schemas.openxmlformats.org/officeDocument/2006/relationships/customXml" Target="../ink/ink429.xml"/><Relationship Id="rId285" Type="http://schemas.openxmlformats.org/officeDocument/2006/relationships/image" Target="../media/image432.png"/><Relationship Id="rId17" Type="http://schemas.openxmlformats.org/officeDocument/2006/relationships/image" Target="../media/image298.png"/><Relationship Id="rId38" Type="http://schemas.openxmlformats.org/officeDocument/2006/relationships/customXml" Target="../ink/ink316.xml"/><Relationship Id="rId59" Type="http://schemas.openxmlformats.org/officeDocument/2006/relationships/image" Target="../media/image319.png"/><Relationship Id="rId103" Type="http://schemas.openxmlformats.org/officeDocument/2006/relationships/image" Target="../media/image341.png"/><Relationship Id="rId124" Type="http://schemas.openxmlformats.org/officeDocument/2006/relationships/customXml" Target="../ink/ink359.xml"/><Relationship Id="rId310" Type="http://schemas.openxmlformats.org/officeDocument/2006/relationships/image" Target="../media/image444.png"/><Relationship Id="rId70" Type="http://schemas.openxmlformats.org/officeDocument/2006/relationships/customXml" Target="../ink/ink332.xml"/><Relationship Id="rId91" Type="http://schemas.openxmlformats.org/officeDocument/2006/relationships/image" Target="../media/image335.png"/><Relationship Id="rId145" Type="http://schemas.openxmlformats.org/officeDocument/2006/relationships/image" Target="../media/image362.png"/><Relationship Id="rId166" Type="http://schemas.openxmlformats.org/officeDocument/2006/relationships/customXml" Target="../ink/ink380.xml"/><Relationship Id="rId187" Type="http://schemas.openxmlformats.org/officeDocument/2006/relationships/image" Target="../media/image383.png"/><Relationship Id="rId331" Type="http://schemas.openxmlformats.org/officeDocument/2006/relationships/customXml" Target="../ink/ink463.xml"/><Relationship Id="rId352" Type="http://schemas.openxmlformats.org/officeDocument/2006/relationships/image" Target="../media/image46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03.xml"/><Relationship Id="rId233" Type="http://schemas.openxmlformats.org/officeDocument/2006/relationships/image" Target="../media/image406.png"/><Relationship Id="rId254" Type="http://schemas.openxmlformats.org/officeDocument/2006/relationships/customXml" Target="../ink/ink424.xml"/><Relationship Id="rId28" Type="http://schemas.openxmlformats.org/officeDocument/2006/relationships/customXml" Target="../ink/ink311.xml"/><Relationship Id="rId49" Type="http://schemas.openxmlformats.org/officeDocument/2006/relationships/image" Target="../media/image314.png"/><Relationship Id="rId114" Type="http://schemas.openxmlformats.org/officeDocument/2006/relationships/customXml" Target="../ink/ink354.xml"/><Relationship Id="rId275" Type="http://schemas.openxmlformats.org/officeDocument/2006/relationships/image" Target="../media/image427.png"/><Relationship Id="rId296" Type="http://schemas.openxmlformats.org/officeDocument/2006/relationships/customXml" Target="../ink/ink445.xml"/><Relationship Id="rId300" Type="http://schemas.openxmlformats.org/officeDocument/2006/relationships/customXml" Target="../ink/ink447.xml"/><Relationship Id="rId60" Type="http://schemas.openxmlformats.org/officeDocument/2006/relationships/customXml" Target="../ink/ink327.xml"/><Relationship Id="rId81" Type="http://schemas.openxmlformats.org/officeDocument/2006/relationships/image" Target="../media/image330.png"/><Relationship Id="rId135" Type="http://schemas.openxmlformats.org/officeDocument/2006/relationships/image" Target="../media/image357.png"/><Relationship Id="rId156" Type="http://schemas.openxmlformats.org/officeDocument/2006/relationships/customXml" Target="../ink/ink375.xml"/><Relationship Id="rId177" Type="http://schemas.openxmlformats.org/officeDocument/2006/relationships/image" Target="../media/image378.png"/><Relationship Id="rId198" Type="http://schemas.openxmlformats.org/officeDocument/2006/relationships/customXml" Target="../ink/ink396.xml"/><Relationship Id="rId321" Type="http://schemas.openxmlformats.org/officeDocument/2006/relationships/customXml" Target="../ink/ink458.xml"/><Relationship Id="rId342" Type="http://schemas.openxmlformats.org/officeDocument/2006/relationships/image" Target="../media/image460.png"/><Relationship Id="rId363" Type="http://schemas.openxmlformats.org/officeDocument/2006/relationships/customXml" Target="../ink/ink479.xml"/><Relationship Id="rId202" Type="http://schemas.openxmlformats.org/officeDocument/2006/relationships/customXml" Target="../ink/ink398.xml"/><Relationship Id="rId223" Type="http://schemas.openxmlformats.org/officeDocument/2006/relationships/image" Target="../media/image401.png"/><Relationship Id="rId244" Type="http://schemas.openxmlformats.org/officeDocument/2006/relationships/customXml" Target="../ink/ink419.xml"/><Relationship Id="rId18" Type="http://schemas.openxmlformats.org/officeDocument/2006/relationships/customXml" Target="../ink/ink306.xml"/><Relationship Id="rId39" Type="http://schemas.openxmlformats.org/officeDocument/2006/relationships/image" Target="../media/image309.png"/><Relationship Id="rId265" Type="http://schemas.openxmlformats.org/officeDocument/2006/relationships/image" Target="../media/image422.png"/><Relationship Id="rId286" Type="http://schemas.openxmlformats.org/officeDocument/2006/relationships/customXml" Target="../ink/ink440.xml"/><Relationship Id="rId50" Type="http://schemas.openxmlformats.org/officeDocument/2006/relationships/customXml" Target="../ink/ink322.xml"/><Relationship Id="rId104" Type="http://schemas.openxmlformats.org/officeDocument/2006/relationships/customXml" Target="../ink/ink349.xml"/><Relationship Id="rId125" Type="http://schemas.openxmlformats.org/officeDocument/2006/relationships/image" Target="../media/image352.png"/><Relationship Id="rId146" Type="http://schemas.openxmlformats.org/officeDocument/2006/relationships/customXml" Target="../ink/ink370.xml"/><Relationship Id="rId167" Type="http://schemas.openxmlformats.org/officeDocument/2006/relationships/image" Target="../media/image373.png"/><Relationship Id="rId188" Type="http://schemas.openxmlformats.org/officeDocument/2006/relationships/customXml" Target="../ink/ink391.xml"/><Relationship Id="rId311" Type="http://schemas.openxmlformats.org/officeDocument/2006/relationships/customXml" Target="../ink/ink453.xml"/><Relationship Id="rId332" Type="http://schemas.openxmlformats.org/officeDocument/2006/relationships/image" Target="../media/image455.png"/><Relationship Id="rId353" Type="http://schemas.openxmlformats.org/officeDocument/2006/relationships/customXml" Target="../ink/ink474.xml"/><Relationship Id="rId71" Type="http://schemas.openxmlformats.org/officeDocument/2006/relationships/image" Target="../media/image325.png"/><Relationship Id="rId92" Type="http://schemas.openxmlformats.org/officeDocument/2006/relationships/customXml" Target="../ink/ink343.xml"/><Relationship Id="rId213" Type="http://schemas.openxmlformats.org/officeDocument/2006/relationships/image" Target="../media/image396.png"/><Relationship Id="rId234" Type="http://schemas.openxmlformats.org/officeDocument/2006/relationships/customXml" Target="../ink/ink414.xml"/><Relationship Id="rId2" Type="http://schemas.openxmlformats.org/officeDocument/2006/relationships/customXml" Target="../ink/ink298.xml"/><Relationship Id="rId29" Type="http://schemas.openxmlformats.org/officeDocument/2006/relationships/image" Target="../media/image304.png"/><Relationship Id="rId255" Type="http://schemas.openxmlformats.org/officeDocument/2006/relationships/image" Target="../media/image417.png"/><Relationship Id="rId276" Type="http://schemas.openxmlformats.org/officeDocument/2006/relationships/customXml" Target="../ink/ink435.xml"/><Relationship Id="rId297" Type="http://schemas.openxmlformats.org/officeDocument/2006/relationships/image" Target="../media/image438.png"/><Relationship Id="rId40" Type="http://schemas.openxmlformats.org/officeDocument/2006/relationships/customXml" Target="../ink/ink317.xml"/><Relationship Id="rId115" Type="http://schemas.openxmlformats.org/officeDocument/2006/relationships/image" Target="../media/image347.png"/><Relationship Id="rId136" Type="http://schemas.openxmlformats.org/officeDocument/2006/relationships/customXml" Target="../ink/ink365.xml"/><Relationship Id="rId157" Type="http://schemas.openxmlformats.org/officeDocument/2006/relationships/image" Target="../media/image368.png"/><Relationship Id="rId178" Type="http://schemas.openxmlformats.org/officeDocument/2006/relationships/customXml" Target="../ink/ink386.xml"/><Relationship Id="rId301" Type="http://schemas.openxmlformats.org/officeDocument/2006/relationships/image" Target="../media/image440.png"/><Relationship Id="rId322" Type="http://schemas.openxmlformats.org/officeDocument/2006/relationships/image" Target="../media/image450.png"/><Relationship Id="rId343" Type="http://schemas.openxmlformats.org/officeDocument/2006/relationships/customXml" Target="../ink/ink469.xml"/><Relationship Id="rId364" Type="http://schemas.openxmlformats.org/officeDocument/2006/relationships/image" Target="../media/image471.png"/><Relationship Id="rId61" Type="http://schemas.openxmlformats.org/officeDocument/2006/relationships/image" Target="../media/image320.png"/><Relationship Id="rId82" Type="http://schemas.openxmlformats.org/officeDocument/2006/relationships/customXml" Target="../ink/ink338.xml"/><Relationship Id="rId199" Type="http://schemas.openxmlformats.org/officeDocument/2006/relationships/image" Target="../media/image389.png"/><Relationship Id="rId203" Type="http://schemas.openxmlformats.org/officeDocument/2006/relationships/image" Target="../media/image391.png"/><Relationship Id="rId19" Type="http://schemas.openxmlformats.org/officeDocument/2006/relationships/image" Target="../media/image299.png"/><Relationship Id="rId224" Type="http://schemas.openxmlformats.org/officeDocument/2006/relationships/customXml" Target="../ink/ink409.xml"/><Relationship Id="rId245" Type="http://schemas.openxmlformats.org/officeDocument/2006/relationships/image" Target="../media/image412.png"/><Relationship Id="rId266" Type="http://schemas.openxmlformats.org/officeDocument/2006/relationships/customXml" Target="../ink/ink430.xml"/><Relationship Id="rId287" Type="http://schemas.openxmlformats.org/officeDocument/2006/relationships/image" Target="../media/image433.png"/><Relationship Id="rId30" Type="http://schemas.openxmlformats.org/officeDocument/2006/relationships/customXml" Target="../ink/ink312.xml"/><Relationship Id="rId105" Type="http://schemas.openxmlformats.org/officeDocument/2006/relationships/image" Target="../media/image342.png"/><Relationship Id="rId126" Type="http://schemas.openxmlformats.org/officeDocument/2006/relationships/customXml" Target="../ink/ink360.xml"/><Relationship Id="rId147" Type="http://schemas.openxmlformats.org/officeDocument/2006/relationships/image" Target="../media/image363.png"/><Relationship Id="rId168" Type="http://schemas.openxmlformats.org/officeDocument/2006/relationships/customXml" Target="../ink/ink381.xml"/><Relationship Id="rId312" Type="http://schemas.openxmlformats.org/officeDocument/2006/relationships/image" Target="../media/image445.png"/><Relationship Id="rId333" Type="http://schemas.openxmlformats.org/officeDocument/2006/relationships/customXml" Target="../ink/ink464.xml"/><Relationship Id="rId354" Type="http://schemas.openxmlformats.org/officeDocument/2006/relationships/image" Target="../media/image466.png"/><Relationship Id="rId51" Type="http://schemas.openxmlformats.org/officeDocument/2006/relationships/image" Target="../media/image315.png"/><Relationship Id="rId72" Type="http://schemas.openxmlformats.org/officeDocument/2006/relationships/customXml" Target="../ink/ink333.xml"/><Relationship Id="rId93" Type="http://schemas.openxmlformats.org/officeDocument/2006/relationships/image" Target="../media/image336.png"/><Relationship Id="rId189" Type="http://schemas.openxmlformats.org/officeDocument/2006/relationships/image" Target="../media/image384.png"/><Relationship Id="rId3" Type="http://schemas.openxmlformats.org/officeDocument/2006/relationships/image" Target="../media/image291.png"/><Relationship Id="rId214" Type="http://schemas.openxmlformats.org/officeDocument/2006/relationships/customXml" Target="../ink/ink404.xml"/><Relationship Id="rId235" Type="http://schemas.openxmlformats.org/officeDocument/2006/relationships/image" Target="../media/image407.png"/><Relationship Id="rId256" Type="http://schemas.openxmlformats.org/officeDocument/2006/relationships/customXml" Target="../ink/ink425.xml"/><Relationship Id="rId277" Type="http://schemas.openxmlformats.org/officeDocument/2006/relationships/image" Target="../media/image428.png"/><Relationship Id="rId298" Type="http://schemas.openxmlformats.org/officeDocument/2006/relationships/customXml" Target="../ink/ink446.xml"/><Relationship Id="rId116" Type="http://schemas.openxmlformats.org/officeDocument/2006/relationships/customXml" Target="../ink/ink355.xml"/><Relationship Id="rId137" Type="http://schemas.openxmlformats.org/officeDocument/2006/relationships/image" Target="../media/image358.png"/><Relationship Id="rId158" Type="http://schemas.openxmlformats.org/officeDocument/2006/relationships/customXml" Target="../ink/ink376.xml"/><Relationship Id="rId302" Type="http://schemas.openxmlformats.org/officeDocument/2006/relationships/customXml" Target="../ink/ink448.xml"/><Relationship Id="rId323" Type="http://schemas.openxmlformats.org/officeDocument/2006/relationships/customXml" Target="../ink/ink459.xml"/><Relationship Id="rId344" Type="http://schemas.openxmlformats.org/officeDocument/2006/relationships/image" Target="../media/image461.png"/><Relationship Id="rId20" Type="http://schemas.openxmlformats.org/officeDocument/2006/relationships/customXml" Target="../ink/ink307.xml"/><Relationship Id="rId41" Type="http://schemas.openxmlformats.org/officeDocument/2006/relationships/image" Target="../media/image310.png"/><Relationship Id="rId62" Type="http://schemas.openxmlformats.org/officeDocument/2006/relationships/customXml" Target="../ink/ink328.xml"/><Relationship Id="rId83" Type="http://schemas.openxmlformats.org/officeDocument/2006/relationships/image" Target="../media/image331.png"/><Relationship Id="rId179" Type="http://schemas.openxmlformats.org/officeDocument/2006/relationships/image" Target="../media/image379.png"/><Relationship Id="rId365" Type="http://schemas.openxmlformats.org/officeDocument/2006/relationships/customXml" Target="../ink/ink480.xml"/><Relationship Id="rId190" Type="http://schemas.openxmlformats.org/officeDocument/2006/relationships/customXml" Target="../ink/ink392.xml"/><Relationship Id="rId204" Type="http://schemas.openxmlformats.org/officeDocument/2006/relationships/customXml" Target="../ink/ink399.xml"/><Relationship Id="rId225" Type="http://schemas.openxmlformats.org/officeDocument/2006/relationships/image" Target="../media/image402.png"/><Relationship Id="rId246" Type="http://schemas.openxmlformats.org/officeDocument/2006/relationships/customXml" Target="../ink/ink420.xml"/><Relationship Id="rId267" Type="http://schemas.openxmlformats.org/officeDocument/2006/relationships/image" Target="../media/image423.png"/><Relationship Id="rId288" Type="http://schemas.openxmlformats.org/officeDocument/2006/relationships/customXml" Target="../ink/ink441.xml"/><Relationship Id="rId106" Type="http://schemas.openxmlformats.org/officeDocument/2006/relationships/customXml" Target="../ink/ink350.xml"/><Relationship Id="rId127" Type="http://schemas.openxmlformats.org/officeDocument/2006/relationships/image" Target="../media/image353.png"/><Relationship Id="rId313" Type="http://schemas.openxmlformats.org/officeDocument/2006/relationships/customXml" Target="../ink/ink454.xml"/><Relationship Id="rId10" Type="http://schemas.openxmlformats.org/officeDocument/2006/relationships/customXml" Target="../ink/ink302.xml"/><Relationship Id="rId31" Type="http://schemas.openxmlformats.org/officeDocument/2006/relationships/image" Target="../media/image305.png"/><Relationship Id="rId52" Type="http://schemas.openxmlformats.org/officeDocument/2006/relationships/customXml" Target="../ink/ink323.xml"/><Relationship Id="rId73" Type="http://schemas.openxmlformats.org/officeDocument/2006/relationships/image" Target="../media/image326.png"/><Relationship Id="rId94" Type="http://schemas.openxmlformats.org/officeDocument/2006/relationships/customXml" Target="../ink/ink344.xml"/><Relationship Id="rId148" Type="http://schemas.openxmlformats.org/officeDocument/2006/relationships/customXml" Target="../ink/ink371.xml"/><Relationship Id="rId169" Type="http://schemas.openxmlformats.org/officeDocument/2006/relationships/image" Target="../media/image374.png"/><Relationship Id="rId334" Type="http://schemas.openxmlformats.org/officeDocument/2006/relationships/image" Target="../media/image456.png"/><Relationship Id="rId355" Type="http://schemas.openxmlformats.org/officeDocument/2006/relationships/customXml" Target="../ink/ink475.xml"/><Relationship Id="rId4" Type="http://schemas.openxmlformats.org/officeDocument/2006/relationships/customXml" Target="../ink/ink299.xml"/><Relationship Id="rId180" Type="http://schemas.openxmlformats.org/officeDocument/2006/relationships/customXml" Target="../ink/ink387.xml"/><Relationship Id="rId215" Type="http://schemas.openxmlformats.org/officeDocument/2006/relationships/image" Target="../media/image397.png"/><Relationship Id="rId236" Type="http://schemas.openxmlformats.org/officeDocument/2006/relationships/customXml" Target="../ink/ink415.xml"/><Relationship Id="rId257" Type="http://schemas.openxmlformats.org/officeDocument/2006/relationships/image" Target="../media/image418.png"/><Relationship Id="rId278" Type="http://schemas.openxmlformats.org/officeDocument/2006/relationships/customXml" Target="../ink/ink436.xml"/><Relationship Id="rId303" Type="http://schemas.openxmlformats.org/officeDocument/2006/relationships/customXml" Target="../ink/ink449.xml"/><Relationship Id="rId42" Type="http://schemas.openxmlformats.org/officeDocument/2006/relationships/customXml" Target="../ink/ink318.xml"/><Relationship Id="rId84" Type="http://schemas.openxmlformats.org/officeDocument/2006/relationships/customXml" Target="../ink/ink339.xml"/><Relationship Id="rId138" Type="http://schemas.openxmlformats.org/officeDocument/2006/relationships/customXml" Target="../ink/ink366.xml"/><Relationship Id="rId345" Type="http://schemas.openxmlformats.org/officeDocument/2006/relationships/customXml" Target="../ink/ink470.xml"/><Relationship Id="rId191" Type="http://schemas.openxmlformats.org/officeDocument/2006/relationships/image" Target="../media/image385.png"/><Relationship Id="rId205" Type="http://schemas.openxmlformats.org/officeDocument/2006/relationships/image" Target="../media/image392.png"/><Relationship Id="rId247" Type="http://schemas.openxmlformats.org/officeDocument/2006/relationships/image" Target="../media/image413.png"/><Relationship Id="rId107" Type="http://schemas.openxmlformats.org/officeDocument/2006/relationships/image" Target="../media/image343.png"/><Relationship Id="rId289" Type="http://schemas.openxmlformats.org/officeDocument/2006/relationships/image" Target="../media/image434.png"/><Relationship Id="rId11" Type="http://schemas.openxmlformats.org/officeDocument/2006/relationships/image" Target="../media/image295.png"/><Relationship Id="rId53" Type="http://schemas.openxmlformats.org/officeDocument/2006/relationships/image" Target="../media/image316.png"/><Relationship Id="rId149" Type="http://schemas.openxmlformats.org/officeDocument/2006/relationships/image" Target="../media/image364.png"/><Relationship Id="rId314" Type="http://schemas.openxmlformats.org/officeDocument/2006/relationships/image" Target="../media/image446.png"/><Relationship Id="rId356" Type="http://schemas.openxmlformats.org/officeDocument/2006/relationships/image" Target="../media/image467.png"/><Relationship Id="rId95" Type="http://schemas.openxmlformats.org/officeDocument/2006/relationships/image" Target="../media/image337.png"/><Relationship Id="rId160" Type="http://schemas.openxmlformats.org/officeDocument/2006/relationships/customXml" Target="../ink/ink377.xml"/><Relationship Id="rId216" Type="http://schemas.openxmlformats.org/officeDocument/2006/relationships/customXml" Target="../ink/ink405.xml"/><Relationship Id="rId258" Type="http://schemas.openxmlformats.org/officeDocument/2006/relationships/customXml" Target="../ink/ink426.xml"/><Relationship Id="rId22" Type="http://schemas.openxmlformats.org/officeDocument/2006/relationships/customXml" Target="../ink/ink308.xml"/><Relationship Id="rId64" Type="http://schemas.openxmlformats.org/officeDocument/2006/relationships/customXml" Target="../ink/ink329.xml"/><Relationship Id="rId118" Type="http://schemas.openxmlformats.org/officeDocument/2006/relationships/customXml" Target="../ink/ink356.xml"/><Relationship Id="rId325" Type="http://schemas.openxmlformats.org/officeDocument/2006/relationships/customXml" Target="../ink/ink460.xml"/><Relationship Id="rId367" Type="http://schemas.openxmlformats.org/officeDocument/2006/relationships/customXml" Target="../ink/ink481.xml"/><Relationship Id="rId171" Type="http://schemas.openxmlformats.org/officeDocument/2006/relationships/image" Target="../media/image375.png"/><Relationship Id="rId227" Type="http://schemas.openxmlformats.org/officeDocument/2006/relationships/image" Target="../media/image403.png"/><Relationship Id="rId269" Type="http://schemas.openxmlformats.org/officeDocument/2006/relationships/image" Target="../media/image424.png"/><Relationship Id="rId33" Type="http://schemas.openxmlformats.org/officeDocument/2006/relationships/image" Target="../media/image306.png"/><Relationship Id="rId129" Type="http://schemas.openxmlformats.org/officeDocument/2006/relationships/image" Target="../media/image354.png"/><Relationship Id="rId280" Type="http://schemas.openxmlformats.org/officeDocument/2006/relationships/customXml" Target="../ink/ink437.xml"/><Relationship Id="rId336" Type="http://schemas.openxmlformats.org/officeDocument/2006/relationships/image" Target="../media/image457.png"/><Relationship Id="rId75" Type="http://schemas.openxmlformats.org/officeDocument/2006/relationships/image" Target="../media/image327.png"/><Relationship Id="rId140" Type="http://schemas.openxmlformats.org/officeDocument/2006/relationships/customXml" Target="../ink/ink367.xml"/><Relationship Id="rId182" Type="http://schemas.openxmlformats.org/officeDocument/2006/relationships/customXml" Target="../ink/ink388.xml"/><Relationship Id="rId6" Type="http://schemas.openxmlformats.org/officeDocument/2006/relationships/customXml" Target="../ink/ink300.xml"/><Relationship Id="rId238" Type="http://schemas.openxmlformats.org/officeDocument/2006/relationships/customXml" Target="../ink/ink416.xml"/><Relationship Id="rId291" Type="http://schemas.openxmlformats.org/officeDocument/2006/relationships/image" Target="../media/image435.png"/><Relationship Id="rId305" Type="http://schemas.openxmlformats.org/officeDocument/2006/relationships/customXml" Target="../ink/ink450.xml"/><Relationship Id="rId347" Type="http://schemas.openxmlformats.org/officeDocument/2006/relationships/customXml" Target="../ink/ink471.xml"/><Relationship Id="rId44" Type="http://schemas.openxmlformats.org/officeDocument/2006/relationships/customXml" Target="../ink/ink319.xml"/><Relationship Id="rId86" Type="http://schemas.openxmlformats.org/officeDocument/2006/relationships/customXml" Target="../ink/ink340.xml"/><Relationship Id="rId151" Type="http://schemas.openxmlformats.org/officeDocument/2006/relationships/image" Target="../media/image365.png"/><Relationship Id="rId193" Type="http://schemas.openxmlformats.org/officeDocument/2006/relationships/image" Target="../media/image386.png"/><Relationship Id="rId207" Type="http://schemas.openxmlformats.org/officeDocument/2006/relationships/image" Target="../media/image393.png"/><Relationship Id="rId249" Type="http://schemas.openxmlformats.org/officeDocument/2006/relationships/image" Target="../media/image414.png"/><Relationship Id="rId13" Type="http://schemas.openxmlformats.org/officeDocument/2006/relationships/image" Target="../media/image296.png"/><Relationship Id="rId109" Type="http://schemas.openxmlformats.org/officeDocument/2006/relationships/image" Target="../media/image344.png"/><Relationship Id="rId260" Type="http://schemas.openxmlformats.org/officeDocument/2006/relationships/customXml" Target="../ink/ink427.xml"/><Relationship Id="rId316" Type="http://schemas.openxmlformats.org/officeDocument/2006/relationships/image" Target="../media/image447.png"/><Relationship Id="rId55" Type="http://schemas.openxmlformats.org/officeDocument/2006/relationships/image" Target="../media/image317.png"/><Relationship Id="rId97" Type="http://schemas.openxmlformats.org/officeDocument/2006/relationships/image" Target="../media/image338.png"/><Relationship Id="rId120" Type="http://schemas.openxmlformats.org/officeDocument/2006/relationships/customXml" Target="../ink/ink357.xml"/><Relationship Id="rId358" Type="http://schemas.openxmlformats.org/officeDocument/2006/relationships/image" Target="../media/image468.png"/><Relationship Id="rId162" Type="http://schemas.openxmlformats.org/officeDocument/2006/relationships/customXml" Target="../ink/ink378.xml"/><Relationship Id="rId218" Type="http://schemas.openxmlformats.org/officeDocument/2006/relationships/customXml" Target="../ink/ink406.xml"/><Relationship Id="rId271" Type="http://schemas.openxmlformats.org/officeDocument/2006/relationships/image" Target="../media/image425.png"/><Relationship Id="rId24" Type="http://schemas.openxmlformats.org/officeDocument/2006/relationships/customXml" Target="../ink/ink309.xml"/><Relationship Id="rId66" Type="http://schemas.openxmlformats.org/officeDocument/2006/relationships/customXml" Target="../ink/ink330.xml"/><Relationship Id="rId131" Type="http://schemas.openxmlformats.org/officeDocument/2006/relationships/image" Target="../media/image355.png"/><Relationship Id="rId327" Type="http://schemas.openxmlformats.org/officeDocument/2006/relationships/customXml" Target="../ink/ink461.xml"/><Relationship Id="rId173" Type="http://schemas.openxmlformats.org/officeDocument/2006/relationships/image" Target="../media/image376.png"/><Relationship Id="rId229" Type="http://schemas.openxmlformats.org/officeDocument/2006/relationships/image" Target="../media/image404.png"/><Relationship Id="rId240" Type="http://schemas.openxmlformats.org/officeDocument/2006/relationships/customXml" Target="../ink/ink417.xml"/><Relationship Id="rId35" Type="http://schemas.openxmlformats.org/officeDocument/2006/relationships/image" Target="../media/image307.png"/><Relationship Id="rId77" Type="http://schemas.openxmlformats.org/officeDocument/2006/relationships/image" Target="../media/image328.png"/><Relationship Id="rId100" Type="http://schemas.openxmlformats.org/officeDocument/2006/relationships/customXml" Target="../ink/ink347.xml"/><Relationship Id="rId282" Type="http://schemas.openxmlformats.org/officeDocument/2006/relationships/customXml" Target="../ink/ink438.xml"/><Relationship Id="rId338" Type="http://schemas.openxmlformats.org/officeDocument/2006/relationships/image" Target="../media/image458.png"/><Relationship Id="rId8" Type="http://schemas.openxmlformats.org/officeDocument/2006/relationships/customXml" Target="../ink/ink301.xml"/><Relationship Id="rId142" Type="http://schemas.openxmlformats.org/officeDocument/2006/relationships/customXml" Target="../ink/ink368.xml"/><Relationship Id="rId184" Type="http://schemas.openxmlformats.org/officeDocument/2006/relationships/customXml" Target="../ink/ink389.xml"/><Relationship Id="rId251" Type="http://schemas.openxmlformats.org/officeDocument/2006/relationships/image" Target="../media/image415.png"/><Relationship Id="rId46" Type="http://schemas.openxmlformats.org/officeDocument/2006/relationships/customXml" Target="../ink/ink320.xml"/><Relationship Id="rId293" Type="http://schemas.openxmlformats.org/officeDocument/2006/relationships/image" Target="../media/image436.png"/><Relationship Id="rId307" Type="http://schemas.openxmlformats.org/officeDocument/2006/relationships/customXml" Target="../ink/ink451.xml"/><Relationship Id="rId349" Type="http://schemas.openxmlformats.org/officeDocument/2006/relationships/customXml" Target="../ink/ink472.xml"/><Relationship Id="rId88" Type="http://schemas.openxmlformats.org/officeDocument/2006/relationships/customXml" Target="../ink/ink341.xml"/><Relationship Id="rId111" Type="http://schemas.openxmlformats.org/officeDocument/2006/relationships/image" Target="../media/image345.png"/><Relationship Id="rId153" Type="http://schemas.openxmlformats.org/officeDocument/2006/relationships/image" Target="../media/image366.png"/><Relationship Id="rId195" Type="http://schemas.openxmlformats.org/officeDocument/2006/relationships/image" Target="../media/image387.png"/><Relationship Id="rId209" Type="http://schemas.openxmlformats.org/officeDocument/2006/relationships/image" Target="../media/image394.png"/><Relationship Id="rId360" Type="http://schemas.openxmlformats.org/officeDocument/2006/relationships/image" Target="../media/image4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03AC27-F84A-19B6-76F7-39AF2386FFD3}"/>
                  </a:ext>
                </a:extLst>
              </p14:cNvPr>
              <p14:cNvContentPartPr/>
              <p14:nvPr/>
            </p14:nvContentPartPr>
            <p14:xfrm>
              <a:off x="474932" y="188054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03AC27-F84A-19B6-76F7-39AF2386FF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612" y="183734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3923AAEE-827C-C6E5-E8EB-63FB114AE466}"/>
              </a:ext>
            </a:extLst>
          </p:cNvPr>
          <p:cNvGrpSpPr/>
          <p:nvPr/>
        </p:nvGrpSpPr>
        <p:grpSpPr>
          <a:xfrm>
            <a:off x="403292" y="1584494"/>
            <a:ext cx="322920" cy="274320"/>
            <a:chOff x="403292" y="1584494"/>
            <a:chExt cx="32292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C11B041-CBA2-6D0E-7D76-2EF38D37145F}"/>
                    </a:ext>
                  </a:extLst>
                </p14:cNvPr>
                <p14:cNvContentPartPr/>
                <p14:nvPr/>
              </p14:nvContentPartPr>
              <p14:xfrm>
                <a:off x="403292" y="1584494"/>
                <a:ext cx="220680" cy="219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C11B041-CBA2-6D0E-7D76-2EF38D3714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8972" y="1580174"/>
                  <a:ext cx="2293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220B397-5570-3737-F5B8-6623088ECD6C}"/>
                    </a:ext>
                  </a:extLst>
                </p14:cNvPr>
                <p14:cNvContentPartPr/>
                <p14:nvPr/>
              </p14:nvContentPartPr>
              <p14:xfrm>
                <a:off x="564932" y="1783934"/>
                <a:ext cx="161280" cy="74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220B397-5570-3737-F5B8-6623088ECD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0612" y="1779614"/>
                  <a:ext cx="16992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31F8666-03DE-063F-59FF-8E7CF85D3A60}"/>
              </a:ext>
            </a:extLst>
          </p:cNvPr>
          <p:cNvGrpSpPr/>
          <p:nvPr/>
        </p:nvGrpSpPr>
        <p:grpSpPr>
          <a:xfrm>
            <a:off x="89372" y="118214"/>
            <a:ext cx="8794080" cy="1329480"/>
            <a:chOff x="89372" y="118214"/>
            <a:chExt cx="8794080" cy="13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372631-7B77-244E-66BD-15003C2B7D32}"/>
                    </a:ext>
                  </a:extLst>
                </p14:cNvPr>
                <p14:cNvContentPartPr/>
                <p14:nvPr/>
              </p14:nvContentPartPr>
              <p14:xfrm>
                <a:off x="133652" y="161054"/>
                <a:ext cx="55440" cy="241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372631-7B77-244E-66BD-15003C2B7D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332" y="156734"/>
                  <a:ext cx="64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252B3AA-5ED6-FC57-A744-65A939BC8E93}"/>
                    </a:ext>
                  </a:extLst>
                </p14:cNvPr>
                <p14:cNvContentPartPr/>
                <p14:nvPr/>
              </p14:nvContentPartPr>
              <p14:xfrm>
                <a:off x="89372" y="152054"/>
                <a:ext cx="2199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252B3AA-5ED6-FC57-A744-65A939BC8E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052" y="147734"/>
                  <a:ext cx="228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985585-7E11-BE1D-0A11-25EA5A23BB6E}"/>
                    </a:ext>
                  </a:extLst>
                </p14:cNvPr>
                <p14:cNvContentPartPr/>
                <p14:nvPr/>
              </p14:nvContentPartPr>
              <p14:xfrm>
                <a:off x="298892" y="170054"/>
                <a:ext cx="86760" cy="244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985585-7E11-BE1D-0A11-25EA5A23BB6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4572" y="165734"/>
                  <a:ext cx="95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D31864-C63F-BEC0-1840-492B33AF7088}"/>
                    </a:ext>
                  </a:extLst>
                </p14:cNvPr>
                <p14:cNvContentPartPr/>
                <p14:nvPr/>
              </p14:nvContentPartPr>
              <p14:xfrm>
                <a:off x="367292" y="118214"/>
                <a:ext cx="360" cy="16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2D31864-C63F-BEC0-1840-492B33AF70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2972" y="113894"/>
                  <a:ext cx="9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8AD0BA-662F-8AC3-EC9E-E6CD8563B4F2}"/>
                    </a:ext>
                  </a:extLst>
                </p14:cNvPr>
                <p14:cNvContentPartPr/>
                <p14:nvPr/>
              </p14:nvContentPartPr>
              <p14:xfrm>
                <a:off x="401492" y="221534"/>
                <a:ext cx="217080" cy="210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8AD0BA-662F-8AC3-EC9E-E6CD8563B4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7172" y="217214"/>
                  <a:ext cx="225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1E48039-D429-3CCB-E4D3-35186C2FD02B}"/>
                    </a:ext>
                  </a:extLst>
                </p14:cNvPr>
                <p14:cNvContentPartPr/>
                <p14:nvPr/>
              </p14:nvContentPartPr>
              <p14:xfrm>
                <a:off x="483932" y="304334"/>
                <a:ext cx="223560" cy="27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1E48039-D429-3CCB-E4D3-35186C2FD0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9612" y="300014"/>
                  <a:ext cx="232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C24FCB-0BB2-AE8D-2B06-924F421D2419}"/>
                    </a:ext>
                  </a:extLst>
                </p14:cNvPr>
                <p14:cNvContentPartPr/>
                <p14:nvPr/>
              </p14:nvContentPartPr>
              <p14:xfrm>
                <a:off x="715052" y="241694"/>
                <a:ext cx="30240" cy="158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C24FCB-0BB2-AE8D-2B06-924F421D24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0732" y="237374"/>
                  <a:ext cx="38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302906-17FB-03E9-CE98-C46A1FF11E44}"/>
                    </a:ext>
                  </a:extLst>
                </p14:cNvPr>
                <p14:cNvContentPartPr/>
                <p14:nvPr/>
              </p14:nvContentPartPr>
              <p14:xfrm>
                <a:off x="743852" y="241334"/>
                <a:ext cx="79560" cy="9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302906-17FB-03E9-CE98-C46A1FF11E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9532" y="237014"/>
                  <a:ext cx="882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4156234-302A-6DD1-B2DD-D9FBD674B811}"/>
                    </a:ext>
                  </a:extLst>
                </p14:cNvPr>
                <p14:cNvContentPartPr/>
                <p14:nvPr/>
              </p14:nvContentPartPr>
              <p14:xfrm>
                <a:off x="725852" y="286694"/>
                <a:ext cx="145800" cy="33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4156234-302A-6DD1-B2DD-D9FBD674B8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1532" y="282374"/>
                  <a:ext cx="154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CB1EBDD-062D-EE1B-A5F2-414C21D632EA}"/>
                    </a:ext>
                  </a:extLst>
                </p14:cNvPr>
                <p14:cNvContentPartPr/>
                <p14:nvPr/>
              </p14:nvContentPartPr>
              <p14:xfrm>
                <a:off x="725852" y="385334"/>
                <a:ext cx="115920" cy="19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CB1EBDD-062D-EE1B-A5F2-414C21D632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1532" y="381014"/>
                  <a:ext cx="124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D9674E-CCA5-1E64-F6DB-E81CB5B26399}"/>
                    </a:ext>
                  </a:extLst>
                </p14:cNvPr>
                <p14:cNvContentPartPr/>
                <p14:nvPr/>
              </p14:nvContentPartPr>
              <p14:xfrm>
                <a:off x="955892" y="204614"/>
                <a:ext cx="226080" cy="24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D9674E-CCA5-1E64-F6DB-E81CB5B263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1572" y="200294"/>
                  <a:ext cx="234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5AB7393-AD72-D364-6D82-CCB38CBB4455}"/>
                    </a:ext>
                  </a:extLst>
                </p14:cNvPr>
                <p14:cNvContentPartPr/>
                <p14:nvPr/>
              </p14:nvContentPartPr>
              <p14:xfrm>
                <a:off x="1219052" y="313694"/>
                <a:ext cx="360" cy="3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5AB7393-AD72-D364-6D82-CCB38CBB44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14732" y="309374"/>
                  <a:ext cx="9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7520A4-EA2E-1E8D-256D-034E11E840E7}"/>
                    </a:ext>
                  </a:extLst>
                </p14:cNvPr>
                <p14:cNvContentPartPr/>
                <p14:nvPr/>
              </p14:nvContentPartPr>
              <p14:xfrm>
                <a:off x="1165412" y="394334"/>
                <a:ext cx="39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7520A4-EA2E-1E8D-256D-034E11E840E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0732" y="390014"/>
                  <a:ext cx="12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0BA7DB7-68DF-6EF0-528E-1F91A0B8EE8C}"/>
                    </a:ext>
                  </a:extLst>
                </p14:cNvPr>
                <p14:cNvContentPartPr/>
                <p14:nvPr/>
              </p14:nvContentPartPr>
              <p14:xfrm>
                <a:off x="251012" y="745334"/>
                <a:ext cx="140760" cy="114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0BA7DB7-68DF-6EF0-528E-1F91A0B8EE8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6332" y="741014"/>
                  <a:ext cx="149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8615284-0540-75E6-8BE8-494AEC19BB76}"/>
                    </a:ext>
                  </a:extLst>
                </p14:cNvPr>
                <p14:cNvContentPartPr/>
                <p14:nvPr/>
              </p14:nvContentPartPr>
              <p14:xfrm>
                <a:off x="431012" y="851534"/>
                <a:ext cx="82080" cy="134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8615284-0540-75E6-8BE8-494AEC19BB7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6692" y="847214"/>
                  <a:ext cx="90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2ED8AE0-93B1-239D-6183-E536C75BFE99}"/>
                    </a:ext>
                  </a:extLst>
                </p14:cNvPr>
                <p14:cNvContentPartPr/>
                <p14:nvPr/>
              </p14:nvContentPartPr>
              <p14:xfrm>
                <a:off x="789572" y="716894"/>
                <a:ext cx="26640" cy="160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2ED8AE0-93B1-239D-6183-E536C75BFE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5252" y="712574"/>
                  <a:ext cx="35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54A48C-7116-84A5-69E1-B914273C9F1F}"/>
                    </a:ext>
                  </a:extLst>
                </p14:cNvPr>
                <p14:cNvContentPartPr/>
                <p14:nvPr/>
              </p14:nvContentPartPr>
              <p14:xfrm>
                <a:off x="699212" y="707894"/>
                <a:ext cx="174960" cy="3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54A48C-7116-84A5-69E1-B914273C9F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4892" y="703574"/>
                  <a:ext cx="183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F4A39A1-3816-7CD4-4F42-5FE192BBDB3B}"/>
                    </a:ext>
                  </a:extLst>
                </p14:cNvPr>
                <p14:cNvContentPartPr/>
                <p14:nvPr/>
              </p14:nvContentPartPr>
              <p14:xfrm>
                <a:off x="645212" y="889334"/>
                <a:ext cx="288000" cy="26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F4A39A1-3816-7CD4-4F42-5FE192BBDB3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0892" y="885014"/>
                  <a:ext cx="296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29E05F-F333-2218-936E-BF73755C31E3}"/>
                    </a:ext>
                  </a:extLst>
                </p14:cNvPr>
                <p14:cNvContentPartPr/>
                <p14:nvPr/>
              </p14:nvContentPartPr>
              <p14:xfrm>
                <a:off x="936092" y="716894"/>
                <a:ext cx="24120" cy="164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29E05F-F333-2218-936E-BF73755C31E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1772" y="712574"/>
                  <a:ext cx="32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7FCDBD-0B26-FEC0-8F6F-D7E8EB1AC970}"/>
                    </a:ext>
                  </a:extLst>
                </p14:cNvPr>
                <p14:cNvContentPartPr/>
                <p14:nvPr/>
              </p14:nvContentPartPr>
              <p14:xfrm>
                <a:off x="905132" y="797534"/>
                <a:ext cx="97920" cy="18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7FCDBD-0B26-FEC0-8F6F-D7E8EB1AC97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0812" y="793214"/>
                  <a:ext cx="106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DEF0CF0-BB24-6559-8535-083E0C461B92}"/>
                    </a:ext>
                  </a:extLst>
                </p14:cNvPr>
                <p14:cNvContentPartPr/>
                <p14:nvPr/>
              </p14:nvContentPartPr>
              <p14:xfrm>
                <a:off x="976412" y="751094"/>
                <a:ext cx="383400" cy="129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DEF0CF0-BB24-6559-8535-083E0C461B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2092" y="746774"/>
                  <a:ext cx="3920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B6130F-18C5-9E66-7B33-FEB537DB2318}"/>
                    </a:ext>
                  </a:extLst>
                </p14:cNvPr>
                <p14:cNvContentPartPr/>
                <p14:nvPr/>
              </p14:nvContentPartPr>
              <p14:xfrm>
                <a:off x="1613252" y="617894"/>
                <a:ext cx="126000" cy="295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B6130F-18C5-9E66-7B33-FEB537DB23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08932" y="613574"/>
                  <a:ext cx="1346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F44B09-3325-2AB0-29C8-FC4DB1D6B4F5}"/>
                    </a:ext>
                  </a:extLst>
                </p14:cNvPr>
                <p14:cNvContentPartPr/>
                <p14:nvPr/>
              </p14:nvContentPartPr>
              <p14:xfrm>
                <a:off x="1550612" y="770894"/>
                <a:ext cx="187920" cy="45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F44B09-3325-2AB0-29C8-FC4DB1D6B4F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46292" y="766574"/>
                  <a:ext cx="196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57233BB-EC95-015B-0BDB-6BDECF183E20}"/>
                    </a:ext>
                  </a:extLst>
                </p14:cNvPr>
                <p14:cNvContentPartPr/>
                <p14:nvPr/>
              </p14:nvContentPartPr>
              <p14:xfrm>
                <a:off x="1765892" y="725894"/>
                <a:ext cx="24120" cy="107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57233BB-EC95-015B-0BDB-6BDECF183E2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61572" y="721574"/>
                  <a:ext cx="32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776166B-98E0-331F-CD9E-45A5FC9B1A22}"/>
                    </a:ext>
                  </a:extLst>
                </p14:cNvPr>
                <p14:cNvContentPartPr/>
                <p14:nvPr/>
              </p14:nvContentPartPr>
              <p14:xfrm>
                <a:off x="1810532" y="698894"/>
                <a:ext cx="360" cy="16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776166B-98E0-331F-CD9E-45A5FC9B1A2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06212" y="694574"/>
                  <a:ext cx="9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602F24-C754-7175-7AAC-665D47F3A859}"/>
                    </a:ext>
                  </a:extLst>
                </p14:cNvPr>
                <p14:cNvContentPartPr/>
                <p14:nvPr/>
              </p14:nvContentPartPr>
              <p14:xfrm>
                <a:off x="1837532" y="621494"/>
                <a:ext cx="455400" cy="214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602F24-C754-7175-7AAC-665D47F3A85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33212" y="617174"/>
                  <a:ext cx="464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763B3ED-FB3A-CCD2-A948-1B7655FCCD73}"/>
                    </a:ext>
                  </a:extLst>
                </p14:cNvPr>
                <p14:cNvContentPartPr/>
                <p14:nvPr/>
              </p14:nvContentPartPr>
              <p14:xfrm>
                <a:off x="2267732" y="564614"/>
                <a:ext cx="21960" cy="264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763B3ED-FB3A-CCD2-A948-1B7655FCCD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63412" y="560294"/>
                  <a:ext cx="306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9F83AA6-A615-5A16-8C19-5EC0D887BA66}"/>
                    </a:ext>
                  </a:extLst>
                </p14:cNvPr>
                <p14:cNvContentPartPr/>
                <p14:nvPr/>
              </p14:nvContentPartPr>
              <p14:xfrm>
                <a:off x="2497412" y="797534"/>
                <a:ext cx="39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9F83AA6-A615-5A16-8C19-5EC0D887BA6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493092" y="793214"/>
                  <a:ext cx="12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A00BB4C-17B4-FF6D-55F9-130A9FB2B4CD}"/>
                    </a:ext>
                  </a:extLst>
                </p14:cNvPr>
                <p14:cNvContentPartPr/>
                <p14:nvPr/>
              </p14:nvContentPartPr>
              <p14:xfrm>
                <a:off x="2483012" y="833534"/>
                <a:ext cx="3960" cy="12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A00BB4C-17B4-FF6D-55F9-130A9FB2B4C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78692" y="829214"/>
                  <a:ext cx="12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4A2608A-25DB-34F8-723F-A7EEA9C92DB4}"/>
                    </a:ext>
                  </a:extLst>
                </p14:cNvPr>
                <p14:cNvContentPartPr/>
                <p14:nvPr/>
              </p14:nvContentPartPr>
              <p14:xfrm>
                <a:off x="332732" y="1181654"/>
                <a:ext cx="197280" cy="134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4A2608A-25DB-34F8-723F-A7EEA9C92DB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8412" y="1177334"/>
                  <a:ext cx="205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A54E3DE-8B23-A8C8-ECB9-249A94DC3A07}"/>
                    </a:ext>
                  </a:extLst>
                </p14:cNvPr>
                <p14:cNvContentPartPr/>
                <p14:nvPr/>
              </p14:nvContentPartPr>
              <p14:xfrm>
                <a:off x="449372" y="1308734"/>
                <a:ext cx="151920" cy="138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A54E3DE-8B23-A8C8-ECB9-249A94DC3A0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5052" y="1304414"/>
                  <a:ext cx="160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705A16C-DB5A-DEB6-9C06-2B90F2433763}"/>
                    </a:ext>
                  </a:extLst>
                </p14:cNvPr>
                <p14:cNvContentPartPr/>
                <p14:nvPr/>
              </p14:nvContentPartPr>
              <p14:xfrm>
                <a:off x="1039772" y="1138094"/>
                <a:ext cx="169920" cy="19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705A16C-DB5A-DEB6-9C06-2B90F243376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5452" y="1133774"/>
                  <a:ext cx="1785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EDFFFBF-899B-AAAE-35B8-EDD1E18E1E9B}"/>
                    </a:ext>
                  </a:extLst>
                </p14:cNvPr>
                <p14:cNvContentPartPr/>
                <p14:nvPr/>
              </p14:nvContentPartPr>
              <p14:xfrm>
                <a:off x="1208612" y="1165094"/>
                <a:ext cx="173880" cy="180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EDFFFBF-899B-AAAE-35B8-EDD1E18E1E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04292" y="1160774"/>
                  <a:ext cx="182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A5B9E7-5DEA-7280-3AB6-FA402B8FB52C}"/>
                    </a:ext>
                  </a:extLst>
                </p14:cNvPr>
                <p14:cNvContentPartPr/>
                <p14:nvPr/>
              </p14:nvContentPartPr>
              <p14:xfrm>
                <a:off x="1263692" y="1281734"/>
                <a:ext cx="295200" cy="20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A5B9E7-5DEA-7280-3AB6-FA402B8FB52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59372" y="1277414"/>
                  <a:ext cx="303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1870ED4-ED59-DDCD-A567-F481501C1E8C}"/>
                    </a:ext>
                  </a:extLst>
                </p14:cNvPr>
                <p14:cNvContentPartPr/>
                <p14:nvPr/>
              </p14:nvContentPartPr>
              <p14:xfrm>
                <a:off x="1559612" y="1210094"/>
                <a:ext cx="24156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1870ED4-ED59-DDCD-A567-F481501C1E8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55292" y="1205774"/>
                  <a:ext cx="250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195D4A6-4112-7E04-69A6-DF1FFD899835}"/>
                    </a:ext>
                  </a:extLst>
                </p14:cNvPr>
                <p14:cNvContentPartPr/>
                <p14:nvPr/>
              </p14:nvContentPartPr>
              <p14:xfrm>
                <a:off x="1855532" y="1138454"/>
                <a:ext cx="183600" cy="168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195D4A6-4112-7E04-69A6-DF1FFD89983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51212" y="1134134"/>
                  <a:ext cx="192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D658AD4-BA02-9451-6EBD-59F84E6C9C8B}"/>
                    </a:ext>
                  </a:extLst>
                </p14:cNvPr>
                <p14:cNvContentPartPr/>
                <p14:nvPr/>
              </p14:nvContentPartPr>
              <p14:xfrm>
                <a:off x="2124452" y="1129454"/>
                <a:ext cx="104040" cy="162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D658AD4-BA02-9451-6EBD-59F84E6C9C8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20132" y="1125134"/>
                  <a:ext cx="112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38DED6E-F5FF-BD36-2B19-BA179D0994C6}"/>
                    </a:ext>
                  </a:extLst>
                </p14:cNvPr>
                <p14:cNvContentPartPr/>
                <p14:nvPr/>
              </p14:nvContentPartPr>
              <p14:xfrm>
                <a:off x="2097452" y="1149254"/>
                <a:ext cx="187920" cy="118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38DED6E-F5FF-BD36-2B19-BA179D0994C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93132" y="1144934"/>
                  <a:ext cx="1965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5F560F9-FDC9-854C-3F7A-84FFF9EF97D2}"/>
                    </a:ext>
                  </a:extLst>
                </p14:cNvPr>
                <p14:cNvContentPartPr/>
                <p14:nvPr/>
              </p14:nvContentPartPr>
              <p14:xfrm>
                <a:off x="2294732" y="1129454"/>
                <a:ext cx="88560" cy="9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5F560F9-FDC9-854C-3F7A-84FFF9EF97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90412" y="1125134"/>
                  <a:ext cx="97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C6076A-9476-1984-4912-E3A113A7CA9A}"/>
                    </a:ext>
                  </a:extLst>
                </p14:cNvPr>
                <p14:cNvContentPartPr/>
                <p14:nvPr/>
              </p14:nvContentPartPr>
              <p14:xfrm>
                <a:off x="2285732" y="1219094"/>
                <a:ext cx="111960" cy="1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C6076A-9476-1984-4912-E3A113A7CA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81412" y="1214774"/>
                  <a:ext cx="120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4DC95FB-2493-E3C7-82FA-5DF6FF6433D5}"/>
                    </a:ext>
                  </a:extLst>
                </p14:cNvPr>
                <p14:cNvContentPartPr/>
                <p14:nvPr/>
              </p14:nvContentPartPr>
              <p14:xfrm>
                <a:off x="2303732" y="1272734"/>
                <a:ext cx="162720" cy="9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4DC95FB-2493-E3C7-82FA-5DF6FF6433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99412" y="1268414"/>
                  <a:ext cx="1713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2AE6B02-833C-FADA-56F0-6D8D032EC53A}"/>
                    </a:ext>
                  </a:extLst>
                </p14:cNvPr>
                <p14:cNvContentPartPr/>
                <p14:nvPr/>
              </p14:nvContentPartPr>
              <p14:xfrm>
                <a:off x="2617652" y="1192094"/>
                <a:ext cx="360" cy="9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2AE6B02-833C-FADA-56F0-6D8D032EC53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613332" y="1187774"/>
                  <a:ext cx="9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BD489B-F278-DBCE-CB3F-4EB7682BADBF}"/>
                    </a:ext>
                  </a:extLst>
                </p14:cNvPr>
                <p14:cNvContentPartPr/>
                <p14:nvPr/>
              </p14:nvContentPartPr>
              <p14:xfrm>
                <a:off x="2581652" y="1308734"/>
                <a:ext cx="165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BD489B-F278-DBCE-CB3F-4EB7682BAD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77332" y="1304414"/>
                  <a:ext cx="25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FF11A3-CC40-E56A-0C0E-83CB903856C1}"/>
                    </a:ext>
                  </a:extLst>
                </p14:cNvPr>
                <p14:cNvContentPartPr/>
                <p14:nvPr/>
              </p14:nvContentPartPr>
              <p14:xfrm>
                <a:off x="2877572" y="1012814"/>
                <a:ext cx="351360" cy="240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FF11A3-CC40-E56A-0C0E-83CB903856C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73252" y="1008494"/>
                  <a:ext cx="3600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D8545C7-A229-5A31-2851-9A67D98DAAD4}"/>
                    </a:ext>
                  </a:extLst>
                </p14:cNvPr>
                <p14:cNvContentPartPr/>
                <p14:nvPr/>
              </p14:nvContentPartPr>
              <p14:xfrm>
                <a:off x="3278252" y="1155374"/>
                <a:ext cx="92880" cy="108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D8545C7-A229-5A31-2851-9A67D98DAAD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73932" y="1151054"/>
                  <a:ext cx="101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F4654BE-0FF9-7BE2-7464-A123A09E0335}"/>
                    </a:ext>
                  </a:extLst>
                </p14:cNvPr>
                <p14:cNvContentPartPr/>
                <p14:nvPr/>
              </p14:nvContentPartPr>
              <p14:xfrm>
                <a:off x="3271772" y="1317734"/>
                <a:ext cx="36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F4654BE-0FF9-7BE2-7464-A123A09E033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67452" y="131341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227D71-9271-FB7C-D9DA-ABCC67A828A7}"/>
                    </a:ext>
                  </a:extLst>
                </p14:cNvPr>
                <p14:cNvContentPartPr/>
                <p14:nvPr/>
              </p14:nvContentPartPr>
              <p14:xfrm>
                <a:off x="3549692" y="1006694"/>
                <a:ext cx="124200" cy="257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227D71-9271-FB7C-D9DA-ABCC67A828A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545372" y="1002374"/>
                  <a:ext cx="132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197DFE8-1754-A306-26AE-41FBC5563E91}"/>
                    </a:ext>
                  </a:extLst>
                </p14:cNvPr>
                <p14:cNvContentPartPr/>
                <p14:nvPr/>
              </p14:nvContentPartPr>
              <p14:xfrm>
                <a:off x="3699452" y="1156454"/>
                <a:ext cx="65880" cy="81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197DFE8-1754-A306-26AE-41FBC5563E9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695132" y="1152134"/>
                  <a:ext cx="74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287022F-B2AC-9E81-B39E-652325AA8E7F}"/>
                    </a:ext>
                  </a:extLst>
                </p14:cNvPr>
                <p14:cNvContentPartPr/>
                <p14:nvPr/>
              </p14:nvContentPartPr>
              <p14:xfrm>
                <a:off x="3764612" y="1183094"/>
                <a:ext cx="70200" cy="72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287022F-B2AC-9E81-B39E-652325AA8E7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60292" y="1178774"/>
                  <a:ext cx="78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37A0084-8008-E3E6-569F-DCC1A641815B}"/>
                    </a:ext>
                  </a:extLst>
                </p14:cNvPr>
                <p14:cNvContentPartPr/>
                <p14:nvPr/>
              </p14:nvContentPartPr>
              <p14:xfrm>
                <a:off x="3836612" y="1165094"/>
                <a:ext cx="23040" cy="74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37A0084-8008-E3E6-569F-DCC1A641815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832292" y="1160774"/>
                  <a:ext cx="31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A0A2C76-FD51-FA3E-20FA-C7F36A38DFA1}"/>
                    </a:ext>
                  </a:extLst>
                </p14:cNvPr>
                <p14:cNvContentPartPr/>
                <p14:nvPr/>
              </p14:nvContentPartPr>
              <p14:xfrm>
                <a:off x="3872612" y="1109294"/>
                <a:ext cx="360" cy="2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A0A2C76-FD51-FA3E-20FA-C7F36A38DFA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68292" y="1104974"/>
                  <a:ext cx="90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239420F-88AF-5008-C54D-3BD4B80C6A74}"/>
                    </a:ext>
                  </a:extLst>
                </p14:cNvPr>
                <p14:cNvContentPartPr/>
                <p14:nvPr/>
              </p14:nvContentPartPr>
              <p14:xfrm>
                <a:off x="3800972" y="1326734"/>
                <a:ext cx="360" cy="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239420F-88AF-5008-C54D-3BD4B80C6A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96652" y="132241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AB0AE7-D883-BC9E-D5DF-8498E84360C5}"/>
                    </a:ext>
                  </a:extLst>
                </p14:cNvPr>
                <p14:cNvContentPartPr/>
                <p14:nvPr/>
              </p14:nvContentPartPr>
              <p14:xfrm>
                <a:off x="4042892" y="1099934"/>
                <a:ext cx="365760" cy="156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AB0AE7-D883-BC9E-D5DF-8498E84360C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38572" y="1095614"/>
                  <a:ext cx="3744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B520544-8716-A4AC-A327-6D955DCA33C9}"/>
                    </a:ext>
                  </a:extLst>
                </p14:cNvPr>
                <p14:cNvContentPartPr/>
                <p14:nvPr/>
              </p14:nvContentPartPr>
              <p14:xfrm>
                <a:off x="4453652" y="1138814"/>
                <a:ext cx="81360" cy="101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B520544-8716-A4AC-A327-6D955DCA33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49332" y="1134494"/>
                  <a:ext cx="90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D706B7F-F87F-F6DA-F591-B4CC83327E0C}"/>
                    </a:ext>
                  </a:extLst>
                </p14:cNvPr>
                <p14:cNvContentPartPr/>
                <p14:nvPr/>
              </p14:nvContentPartPr>
              <p14:xfrm>
                <a:off x="4596932" y="1156094"/>
                <a:ext cx="234720" cy="101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D706B7F-F87F-F6DA-F591-B4CC83327E0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92612" y="1151774"/>
                  <a:ext cx="243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57325D1-FAC9-01FD-6ACF-81BEDDA152EE}"/>
                    </a:ext>
                  </a:extLst>
                </p14:cNvPr>
                <p14:cNvContentPartPr/>
                <p14:nvPr/>
              </p14:nvContentPartPr>
              <p14:xfrm>
                <a:off x="4814012" y="976814"/>
                <a:ext cx="266400" cy="315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57325D1-FAC9-01FD-6ACF-81BEDDA152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09692" y="972494"/>
                  <a:ext cx="2750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A47001F-B4CF-79EC-31BD-A53B7361BBC6}"/>
                    </a:ext>
                  </a:extLst>
                </p14:cNvPr>
                <p14:cNvContentPartPr/>
                <p14:nvPr/>
              </p14:nvContentPartPr>
              <p14:xfrm>
                <a:off x="5279132" y="960614"/>
                <a:ext cx="234360" cy="288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A47001F-B4CF-79EC-31BD-A53B7361BBC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274812" y="956294"/>
                  <a:ext cx="243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AEC1CAC-D9E4-BF99-8CB4-C64517865944}"/>
                    </a:ext>
                  </a:extLst>
                </p14:cNvPr>
                <p14:cNvContentPartPr/>
                <p14:nvPr/>
              </p14:nvContentPartPr>
              <p14:xfrm>
                <a:off x="5555252" y="1129814"/>
                <a:ext cx="77040" cy="118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AEC1CAC-D9E4-BF99-8CB4-C6451786594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50932" y="1125494"/>
                  <a:ext cx="85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952A9F-9B41-6D6B-1F7B-91E7D71F9313}"/>
                    </a:ext>
                  </a:extLst>
                </p14:cNvPr>
                <p14:cNvContentPartPr/>
                <p14:nvPr/>
              </p14:nvContentPartPr>
              <p14:xfrm>
                <a:off x="2751932" y="725894"/>
                <a:ext cx="465480" cy="19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952A9F-9B41-6D6B-1F7B-91E7D71F931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47612" y="721574"/>
                  <a:ext cx="474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BA705A7-341B-B128-F788-BDC620048443}"/>
                    </a:ext>
                  </a:extLst>
                </p14:cNvPr>
                <p14:cNvContentPartPr/>
                <p14:nvPr/>
              </p14:nvContentPartPr>
              <p14:xfrm>
                <a:off x="3146492" y="679814"/>
                <a:ext cx="143280" cy="174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BA705A7-341B-B128-F788-BDC62004844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42172" y="675494"/>
                  <a:ext cx="151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F5CA28-D463-3094-0E87-D837B09DBA77}"/>
                    </a:ext>
                  </a:extLst>
                </p14:cNvPr>
                <p14:cNvContentPartPr/>
                <p14:nvPr/>
              </p14:nvContentPartPr>
              <p14:xfrm>
                <a:off x="3521252" y="689174"/>
                <a:ext cx="481320" cy="118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F5CA28-D463-3094-0E87-D837B09DBA7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16932" y="684854"/>
                  <a:ext cx="489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F331F67-45DE-97C4-7A03-F09A2D78534F}"/>
                    </a:ext>
                  </a:extLst>
                </p14:cNvPr>
                <p14:cNvContentPartPr/>
                <p14:nvPr/>
              </p14:nvContentPartPr>
              <p14:xfrm>
                <a:off x="4022372" y="510974"/>
                <a:ext cx="111600" cy="252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F331F67-45DE-97C4-7A03-F09A2D78534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18052" y="506654"/>
                  <a:ext cx="120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A3EA6E4-9BC1-0F3E-AD31-E9C100AD9697}"/>
                    </a:ext>
                  </a:extLst>
                </p14:cNvPr>
                <p14:cNvContentPartPr/>
                <p14:nvPr/>
              </p14:nvContentPartPr>
              <p14:xfrm>
                <a:off x="4024892" y="510974"/>
                <a:ext cx="206280" cy="286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A3EA6E4-9BC1-0F3E-AD31-E9C100AD969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20572" y="506654"/>
                  <a:ext cx="2149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259987C-AD52-FEA5-89B4-47A60088E509}"/>
                    </a:ext>
                  </a:extLst>
                </p14:cNvPr>
                <p14:cNvContentPartPr/>
                <p14:nvPr/>
              </p14:nvContentPartPr>
              <p14:xfrm>
                <a:off x="4267172" y="707894"/>
                <a:ext cx="162720" cy="83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259987C-AD52-FEA5-89B4-47A60088E5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62852" y="703574"/>
                  <a:ext cx="171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35869AF-9528-30B5-F5BE-131EADF843AC}"/>
                    </a:ext>
                  </a:extLst>
                </p14:cNvPr>
                <p14:cNvContentPartPr/>
                <p14:nvPr/>
              </p14:nvContentPartPr>
              <p14:xfrm>
                <a:off x="4400732" y="679814"/>
                <a:ext cx="90360" cy="85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35869AF-9528-30B5-F5BE-131EADF843A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96412" y="675494"/>
                  <a:ext cx="990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79DC3EA-D381-886C-8ADD-CAF8BF272833}"/>
                    </a:ext>
                  </a:extLst>
                </p14:cNvPr>
                <p14:cNvContentPartPr/>
                <p14:nvPr/>
              </p14:nvContentPartPr>
              <p14:xfrm>
                <a:off x="4473092" y="501974"/>
                <a:ext cx="34560" cy="261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79DC3EA-D381-886C-8ADD-CAF8BF27283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68772" y="497654"/>
                  <a:ext cx="43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5E1E03C-5E9D-430B-82B1-A2D73C927347}"/>
                    </a:ext>
                  </a:extLst>
                </p14:cNvPr>
                <p14:cNvContentPartPr/>
                <p14:nvPr/>
              </p14:nvContentPartPr>
              <p14:xfrm>
                <a:off x="4588652" y="671894"/>
                <a:ext cx="108000" cy="109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5E1E03C-5E9D-430B-82B1-A2D73C92734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584332" y="667574"/>
                  <a:ext cx="116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E3F7DF7-F8C5-FD58-245C-2A008A1E1444}"/>
                    </a:ext>
                  </a:extLst>
                </p14:cNvPr>
                <p14:cNvContentPartPr/>
                <p14:nvPr/>
              </p14:nvContentPartPr>
              <p14:xfrm>
                <a:off x="4724372" y="501974"/>
                <a:ext cx="113040" cy="266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E3F7DF7-F8C5-FD58-245C-2A008A1E144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720052" y="497654"/>
                  <a:ext cx="121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8D4A016-8C8C-80BE-6D8B-B0FBF45B995B}"/>
                    </a:ext>
                  </a:extLst>
                </p14:cNvPr>
                <p14:cNvContentPartPr/>
                <p14:nvPr/>
              </p14:nvContentPartPr>
              <p14:xfrm>
                <a:off x="4848572" y="664334"/>
                <a:ext cx="106920" cy="93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8D4A016-8C8C-80BE-6D8B-B0FBF45B995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44252" y="660014"/>
                  <a:ext cx="115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4A78039-0E15-40AD-B519-6CECE07EF66C}"/>
                    </a:ext>
                  </a:extLst>
                </p14:cNvPr>
                <p14:cNvContentPartPr/>
                <p14:nvPr/>
              </p14:nvContentPartPr>
              <p14:xfrm>
                <a:off x="4981772" y="680894"/>
                <a:ext cx="186840" cy="280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4A78039-0E15-40AD-B519-6CECE07EF66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77452" y="676574"/>
                  <a:ext cx="1954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159C7DD-09A7-8359-D106-A28C5EDFD7F6}"/>
                    </a:ext>
                  </a:extLst>
                </p14:cNvPr>
                <p14:cNvContentPartPr/>
                <p14:nvPr/>
              </p14:nvContentPartPr>
              <p14:xfrm>
                <a:off x="5207852" y="456974"/>
                <a:ext cx="107280" cy="270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159C7DD-09A7-8359-D106-A28C5EDFD7F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03532" y="452654"/>
                  <a:ext cx="1159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478625E-64AC-D6AF-520F-F94CA2709931}"/>
                    </a:ext>
                  </a:extLst>
                </p14:cNvPr>
                <p14:cNvContentPartPr/>
                <p14:nvPr/>
              </p14:nvContentPartPr>
              <p14:xfrm>
                <a:off x="5493332" y="502694"/>
                <a:ext cx="360000" cy="216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478625E-64AC-D6AF-520F-F94CA270993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89012" y="498374"/>
                  <a:ext cx="368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2407D11-957D-7F51-87CF-320FDA48416A}"/>
                    </a:ext>
                  </a:extLst>
                </p14:cNvPr>
                <p14:cNvContentPartPr/>
                <p14:nvPr/>
              </p14:nvContentPartPr>
              <p14:xfrm>
                <a:off x="5853692" y="492974"/>
                <a:ext cx="360" cy="205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2407D11-957D-7F51-87CF-320FDA48416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849372" y="488654"/>
                  <a:ext cx="9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9C295C9-B341-2A7A-BEB8-886D55D32AF5}"/>
                    </a:ext>
                  </a:extLst>
                </p14:cNvPr>
                <p14:cNvContentPartPr/>
                <p14:nvPr/>
              </p14:nvContentPartPr>
              <p14:xfrm>
                <a:off x="5800052" y="564254"/>
                <a:ext cx="205560" cy="36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9C295C9-B341-2A7A-BEB8-886D55D32A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95732" y="559934"/>
                  <a:ext cx="214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4303691-C070-437D-525A-CD491366D4E2}"/>
                    </a:ext>
                  </a:extLst>
                </p14:cNvPr>
                <p14:cNvContentPartPr/>
                <p14:nvPr/>
              </p14:nvContentPartPr>
              <p14:xfrm>
                <a:off x="5924972" y="589454"/>
                <a:ext cx="247320" cy="111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4303691-C070-437D-525A-CD491366D4E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20652" y="585134"/>
                  <a:ext cx="255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61BF80F-09FC-3B7F-9B6C-A36370911160}"/>
                    </a:ext>
                  </a:extLst>
                </p14:cNvPr>
                <p14:cNvContentPartPr/>
                <p14:nvPr/>
              </p14:nvContentPartPr>
              <p14:xfrm>
                <a:off x="6165092" y="572894"/>
                <a:ext cx="288360" cy="137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61BF80F-09FC-3B7F-9B6C-A3637091116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160772" y="568574"/>
                  <a:ext cx="297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916C5FE-3450-EBC1-5256-005D3B022BD5}"/>
                    </a:ext>
                  </a:extLst>
                </p14:cNvPr>
                <p14:cNvContentPartPr/>
                <p14:nvPr/>
              </p14:nvContentPartPr>
              <p14:xfrm>
                <a:off x="6513572" y="528614"/>
                <a:ext cx="32400" cy="177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916C5FE-3450-EBC1-5256-005D3B022BD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09252" y="524294"/>
                  <a:ext cx="410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A261C34-A47A-2493-5D6D-ADA2CC1DDF25}"/>
                    </a:ext>
                  </a:extLst>
                </p14:cNvPr>
                <p14:cNvContentPartPr/>
                <p14:nvPr/>
              </p14:nvContentPartPr>
              <p14:xfrm>
                <a:off x="6418532" y="510254"/>
                <a:ext cx="169560" cy="36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A261C34-A47A-2493-5D6D-ADA2CC1DDF2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414212" y="505934"/>
                  <a:ext cx="178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81776CD-6CD3-A085-5720-29D0FFEAA173}"/>
                    </a:ext>
                  </a:extLst>
                </p14:cNvPr>
                <p14:cNvContentPartPr/>
                <p14:nvPr/>
              </p14:nvContentPartPr>
              <p14:xfrm>
                <a:off x="6633812" y="494774"/>
                <a:ext cx="82080" cy="7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81776CD-6CD3-A085-5720-29D0FFEAA17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29492" y="490454"/>
                  <a:ext cx="907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95DF228-C253-7D62-72B5-17DF97F84910}"/>
                    </a:ext>
                  </a:extLst>
                </p14:cNvPr>
                <p14:cNvContentPartPr/>
                <p14:nvPr/>
              </p14:nvContentPartPr>
              <p14:xfrm>
                <a:off x="6641012" y="510974"/>
                <a:ext cx="101520" cy="159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95DF228-C253-7D62-72B5-17DF97F8491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636692" y="506654"/>
                  <a:ext cx="110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D2D2B29-B96B-2A5C-A07B-0255042B1A16}"/>
                    </a:ext>
                  </a:extLst>
                </p14:cNvPr>
                <p14:cNvContentPartPr/>
                <p14:nvPr/>
              </p14:nvContentPartPr>
              <p14:xfrm>
                <a:off x="6830372" y="421334"/>
                <a:ext cx="153360" cy="271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D2D2B29-B96B-2A5C-A07B-0255042B1A1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26052" y="417014"/>
                  <a:ext cx="1620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CF01E6F-7464-20D4-4108-034C0A65827A}"/>
                    </a:ext>
                  </a:extLst>
                </p14:cNvPr>
                <p14:cNvContentPartPr/>
                <p14:nvPr/>
              </p14:nvContentPartPr>
              <p14:xfrm>
                <a:off x="7035572" y="397574"/>
                <a:ext cx="452880" cy="277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CF01E6F-7464-20D4-4108-034C0A65827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31252" y="393254"/>
                  <a:ext cx="4615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F7C6463-43B4-E6B6-45BE-513B6FF8C335}"/>
                    </a:ext>
                  </a:extLst>
                </p14:cNvPr>
                <p14:cNvContentPartPr/>
                <p14:nvPr/>
              </p14:nvContentPartPr>
              <p14:xfrm>
                <a:off x="7449572" y="519614"/>
                <a:ext cx="36000" cy="766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F7C6463-43B4-E6B6-45BE-513B6FF8C33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45252" y="515294"/>
                  <a:ext cx="44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EE7B96A-7556-A9C3-26D7-C9A1F842D266}"/>
                    </a:ext>
                  </a:extLst>
                </p14:cNvPr>
                <p14:cNvContentPartPr/>
                <p14:nvPr/>
              </p14:nvContentPartPr>
              <p14:xfrm>
                <a:off x="7574132" y="591614"/>
                <a:ext cx="28080" cy="65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EE7B96A-7556-A9C3-26D7-C9A1F842D26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69812" y="587294"/>
                  <a:ext cx="36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BD4DC2-5AD3-AE70-96FD-006EF27B6579}"/>
                    </a:ext>
                  </a:extLst>
                </p14:cNvPr>
                <p14:cNvContentPartPr/>
                <p14:nvPr/>
              </p14:nvContentPartPr>
              <p14:xfrm>
                <a:off x="7592852" y="600614"/>
                <a:ext cx="156960" cy="55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BD4DC2-5AD3-AE70-96FD-006EF27B657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588532" y="596294"/>
                  <a:ext cx="1656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9C0962F-9D5D-56D3-FDD5-B5C95E759E82}"/>
                    </a:ext>
                  </a:extLst>
                </p14:cNvPr>
                <p14:cNvContentPartPr/>
                <p14:nvPr/>
              </p14:nvContentPartPr>
              <p14:xfrm>
                <a:off x="7868252" y="413054"/>
                <a:ext cx="56520" cy="279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9C0962F-9D5D-56D3-FDD5-B5C95E759E8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863932" y="408734"/>
                  <a:ext cx="651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2FB595B-B7B5-CD5B-7C12-67266A8B9532}"/>
                    </a:ext>
                  </a:extLst>
                </p14:cNvPr>
                <p14:cNvContentPartPr/>
                <p14:nvPr/>
              </p14:nvContentPartPr>
              <p14:xfrm>
                <a:off x="7861772" y="530414"/>
                <a:ext cx="82800" cy="48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2FB595B-B7B5-CD5B-7C12-67266A8B953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57452" y="526094"/>
                  <a:ext cx="91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8736118-8719-3D98-A491-55BAECE30B21}"/>
                    </a:ext>
                  </a:extLst>
                </p14:cNvPr>
                <p14:cNvContentPartPr/>
                <p14:nvPr/>
              </p14:nvContentPartPr>
              <p14:xfrm>
                <a:off x="7978412" y="447974"/>
                <a:ext cx="360" cy="165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8736118-8719-3D98-A491-55BAECE30B2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74092" y="443654"/>
                  <a:ext cx="9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46FCF11-F7C2-2B51-7729-EC8DE79347FE}"/>
                    </a:ext>
                  </a:extLst>
                </p14:cNvPr>
                <p14:cNvContentPartPr/>
                <p14:nvPr/>
              </p14:nvContentPartPr>
              <p14:xfrm>
                <a:off x="7996412" y="521774"/>
                <a:ext cx="260280" cy="96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46FCF11-F7C2-2B51-7729-EC8DE79347F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92092" y="517454"/>
                  <a:ext cx="2689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88EA5D2-8152-07EF-71CB-95F4CF830904}"/>
                    </a:ext>
                  </a:extLst>
                </p14:cNvPr>
                <p14:cNvContentPartPr/>
                <p14:nvPr/>
              </p14:nvContentPartPr>
              <p14:xfrm>
                <a:off x="8291972" y="349334"/>
                <a:ext cx="27360" cy="232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88EA5D2-8152-07EF-71CB-95F4CF83090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287652" y="345014"/>
                  <a:ext cx="36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3DFE157-2E68-DDA7-B972-AE77337E0F2D}"/>
                    </a:ext>
                  </a:extLst>
                </p14:cNvPr>
                <p14:cNvContentPartPr/>
                <p14:nvPr/>
              </p14:nvContentPartPr>
              <p14:xfrm>
                <a:off x="8202692" y="474974"/>
                <a:ext cx="133920" cy="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3DFE157-2E68-DDA7-B972-AE77337E0F2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98372" y="470654"/>
                  <a:ext cx="142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B81AF1-A4B9-68EB-1056-17044E73FD03}"/>
                    </a:ext>
                  </a:extLst>
                </p14:cNvPr>
                <p14:cNvContentPartPr/>
                <p14:nvPr/>
              </p14:nvContentPartPr>
              <p14:xfrm>
                <a:off x="8372252" y="474974"/>
                <a:ext cx="511200" cy="1530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B81AF1-A4B9-68EB-1056-17044E73FD0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367932" y="470654"/>
                  <a:ext cx="519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5534583-43C0-DD64-8174-1C72E6A1BC8C}"/>
                    </a:ext>
                  </a:extLst>
                </p14:cNvPr>
                <p14:cNvContentPartPr/>
                <p14:nvPr/>
              </p14:nvContentPartPr>
              <p14:xfrm>
                <a:off x="5728412" y="1155374"/>
                <a:ext cx="372240" cy="136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5534583-43C0-DD64-8174-1C72E6A1BC8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24092" y="1151054"/>
                  <a:ext cx="380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1365A1A-6B00-C1F0-C271-921F2DC3026F}"/>
                    </a:ext>
                  </a:extLst>
                </p14:cNvPr>
                <p14:cNvContentPartPr/>
                <p14:nvPr/>
              </p14:nvContentPartPr>
              <p14:xfrm>
                <a:off x="6113612" y="1164014"/>
                <a:ext cx="169920" cy="91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1365A1A-6B00-C1F0-C271-921F2DC3026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109292" y="1159694"/>
                  <a:ext cx="178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5D3718A-562E-2822-1745-C2566A5D0FD1}"/>
                    </a:ext>
                  </a:extLst>
                </p14:cNvPr>
                <p14:cNvContentPartPr/>
                <p14:nvPr/>
              </p14:nvContentPartPr>
              <p14:xfrm>
                <a:off x="6284252" y="950174"/>
                <a:ext cx="172800" cy="288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5D3718A-562E-2822-1745-C2566A5D0FD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279932" y="945854"/>
                  <a:ext cx="181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4FC052D-D98E-AFD1-30B1-F3ABE300F9C7}"/>
                    </a:ext>
                  </a:extLst>
                </p14:cNvPr>
                <p14:cNvContentPartPr/>
                <p14:nvPr/>
              </p14:nvContentPartPr>
              <p14:xfrm>
                <a:off x="6597092" y="986174"/>
                <a:ext cx="436320" cy="253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4FC052D-D98E-AFD1-30B1-F3ABE300F9C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592772" y="981854"/>
                  <a:ext cx="444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F42FBFF-05F1-64F1-73BA-D80C8B1F0869}"/>
                    </a:ext>
                  </a:extLst>
                </p14:cNvPr>
                <p14:cNvContentPartPr/>
                <p14:nvPr/>
              </p14:nvContentPartPr>
              <p14:xfrm>
                <a:off x="6985892" y="1057814"/>
                <a:ext cx="49320" cy="74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F42FBFF-05F1-64F1-73BA-D80C8B1F086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981572" y="1053494"/>
                  <a:ext cx="57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F7148E4-72E5-26DF-B020-E08F9D527DCB}"/>
                    </a:ext>
                  </a:extLst>
                </p14:cNvPr>
                <p14:cNvContentPartPr/>
                <p14:nvPr/>
              </p14:nvContentPartPr>
              <p14:xfrm>
                <a:off x="7034492" y="1146374"/>
                <a:ext cx="172080" cy="64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F7148E4-72E5-26DF-B020-E08F9D527DC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030172" y="1142054"/>
                  <a:ext cx="180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CEF6C60-9200-D021-FE90-4BA6AB77B287}"/>
                    </a:ext>
                  </a:extLst>
                </p14:cNvPr>
                <p14:cNvContentPartPr/>
                <p14:nvPr/>
              </p14:nvContentPartPr>
              <p14:xfrm>
                <a:off x="7325372" y="924974"/>
                <a:ext cx="315720" cy="2782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CEF6C60-9200-D021-FE90-4BA6AB77B28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321052" y="920654"/>
                  <a:ext cx="3243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CD4DA42-16CF-AFB2-31C3-31F8A38BCDF6}"/>
                    </a:ext>
                  </a:extLst>
                </p14:cNvPr>
                <p14:cNvContentPartPr/>
                <p14:nvPr/>
              </p14:nvContentPartPr>
              <p14:xfrm>
                <a:off x="7590692" y="1025414"/>
                <a:ext cx="160560" cy="160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CD4DA42-16CF-AFB2-31C3-31F8A38BCDF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586372" y="1021094"/>
                  <a:ext cx="1692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D0A040E-25A7-E38B-93F6-50A4FD22084D}"/>
                    </a:ext>
                  </a:extLst>
                </p14:cNvPr>
                <p14:cNvContentPartPr/>
                <p14:nvPr/>
              </p14:nvContentPartPr>
              <p14:xfrm>
                <a:off x="7727492" y="1102094"/>
                <a:ext cx="33840" cy="18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D0A040E-25A7-E38B-93F6-50A4FD22084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723172" y="1097774"/>
                  <a:ext cx="42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B61C00C-0703-FB81-CF40-8709493C7EDD}"/>
                    </a:ext>
                  </a:extLst>
                </p14:cNvPr>
                <p14:cNvContentPartPr/>
                <p14:nvPr/>
              </p14:nvContentPartPr>
              <p14:xfrm>
                <a:off x="7583852" y="1002734"/>
                <a:ext cx="100440" cy="34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B61C00C-0703-FB81-CF40-8709493C7EDD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579532" y="998414"/>
                  <a:ext cx="1090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1BB1FE5-BB09-9118-A8D7-9344EEB4B3C8}"/>
                    </a:ext>
                  </a:extLst>
                </p14:cNvPr>
                <p14:cNvContentPartPr/>
                <p14:nvPr/>
              </p14:nvContentPartPr>
              <p14:xfrm>
                <a:off x="7727492" y="784214"/>
                <a:ext cx="138960" cy="139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1BB1FE5-BB09-9118-A8D7-9344EEB4B3C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723172" y="779894"/>
                  <a:ext cx="147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4D2188A-85A2-EB51-5E09-92F614B5D0B1}"/>
                    </a:ext>
                  </a:extLst>
                </p14:cNvPr>
                <p14:cNvContentPartPr/>
                <p14:nvPr/>
              </p14:nvContentPartPr>
              <p14:xfrm>
                <a:off x="7915772" y="985814"/>
                <a:ext cx="99360" cy="206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4D2188A-85A2-EB51-5E09-92F614B5D0B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911452" y="981494"/>
                  <a:ext cx="108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93B5D4B-8C54-46DA-E623-CC18EF919238}"/>
                    </a:ext>
                  </a:extLst>
                </p14:cNvPr>
                <p14:cNvContentPartPr/>
                <p14:nvPr/>
              </p14:nvContentPartPr>
              <p14:xfrm>
                <a:off x="8031332" y="1101014"/>
                <a:ext cx="142920" cy="206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93B5D4B-8C54-46DA-E623-CC18EF91923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027012" y="1096694"/>
                  <a:ext cx="151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69188CC-212E-8FC3-8B2F-26DD05D98B9A}"/>
                    </a:ext>
                  </a:extLst>
                </p14:cNvPr>
                <p14:cNvContentPartPr/>
                <p14:nvPr/>
              </p14:nvContentPartPr>
              <p14:xfrm>
                <a:off x="7974812" y="1362374"/>
                <a:ext cx="3960" cy="5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69188CC-212E-8FC3-8B2F-26DD05D98B9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970492" y="1358054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B2F10ED-02C3-FAF2-74EA-B48CD668D186}"/>
              </a:ext>
            </a:extLst>
          </p:cNvPr>
          <p:cNvGrpSpPr/>
          <p:nvPr/>
        </p:nvGrpSpPr>
        <p:grpSpPr>
          <a:xfrm>
            <a:off x="1080452" y="1575494"/>
            <a:ext cx="874440" cy="218520"/>
            <a:chOff x="1080452" y="1575494"/>
            <a:chExt cx="874440" cy="21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C523F6D-0645-411D-3AB4-3A845A089A90}"/>
                    </a:ext>
                  </a:extLst>
                </p14:cNvPr>
                <p14:cNvContentPartPr/>
                <p14:nvPr/>
              </p14:nvContentPartPr>
              <p14:xfrm>
                <a:off x="1080452" y="1575494"/>
                <a:ext cx="243360" cy="210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C523F6D-0645-411D-3AB4-3A845A089A9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76132" y="1571174"/>
                  <a:ext cx="252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E1E00D2-4C13-8FE5-10E3-A15B7C7FAE6C}"/>
                    </a:ext>
                  </a:extLst>
                </p14:cNvPr>
                <p14:cNvContentPartPr/>
                <p14:nvPr/>
              </p14:nvContentPartPr>
              <p14:xfrm>
                <a:off x="1455572" y="1622294"/>
                <a:ext cx="14760" cy="165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E1E00D2-4C13-8FE5-10E3-A15B7C7FAE6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451252" y="1617974"/>
                  <a:ext cx="23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4940FF1-978F-337E-7DE4-4734DC089961}"/>
                    </a:ext>
                  </a:extLst>
                </p14:cNvPr>
                <p14:cNvContentPartPr/>
                <p14:nvPr/>
              </p14:nvContentPartPr>
              <p14:xfrm>
                <a:off x="1398332" y="1603214"/>
                <a:ext cx="259200" cy="10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4940FF1-978F-337E-7DE4-4734DC08996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394012" y="1598894"/>
                  <a:ext cx="267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A7943C7-DEAB-FF84-74F0-69ECB3ECC8A2}"/>
                    </a:ext>
                  </a:extLst>
                </p14:cNvPr>
                <p14:cNvContentPartPr/>
                <p14:nvPr/>
              </p14:nvContentPartPr>
              <p14:xfrm>
                <a:off x="1389332" y="1789334"/>
                <a:ext cx="268200" cy="3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A7943C7-DEAB-FF84-74F0-69ECB3ECC8A2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385012" y="1785014"/>
                  <a:ext cx="276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3A79182-1D06-C3BA-3643-952D153E8B5B}"/>
                    </a:ext>
                  </a:extLst>
                </p14:cNvPr>
                <p14:cNvContentPartPr/>
                <p14:nvPr/>
              </p14:nvContentPartPr>
              <p14:xfrm>
                <a:off x="1746452" y="1585214"/>
                <a:ext cx="208440" cy="208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3A79182-1D06-C3BA-3643-952D153E8B5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742132" y="1580894"/>
                  <a:ext cx="21708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EE7CDF9-D5E0-3EB5-A026-B19E2C875C55}"/>
              </a:ext>
            </a:extLst>
          </p:cNvPr>
          <p:cNvGrpSpPr/>
          <p:nvPr/>
        </p:nvGrpSpPr>
        <p:grpSpPr>
          <a:xfrm>
            <a:off x="2311652" y="1532294"/>
            <a:ext cx="1337400" cy="387360"/>
            <a:chOff x="2311652" y="1532294"/>
            <a:chExt cx="133740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60A30DE-5CC1-2F7D-F634-30359850C491}"/>
                    </a:ext>
                  </a:extLst>
                </p14:cNvPr>
                <p14:cNvContentPartPr/>
                <p14:nvPr/>
              </p14:nvContentPartPr>
              <p14:xfrm>
                <a:off x="2311652" y="1532294"/>
                <a:ext cx="100080" cy="261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60A30DE-5CC1-2F7D-F634-30359850C49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307332" y="1527974"/>
                  <a:ext cx="108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7A61EC8-1BBD-ADFC-569A-E598C1F2CE4E}"/>
                    </a:ext>
                  </a:extLst>
                </p14:cNvPr>
                <p14:cNvContentPartPr/>
                <p14:nvPr/>
              </p14:nvContentPartPr>
              <p14:xfrm>
                <a:off x="2581652" y="1639934"/>
                <a:ext cx="143280" cy="120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7A61EC8-1BBD-ADFC-569A-E598C1F2CE4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577332" y="1635614"/>
                  <a:ext cx="151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EAD958D-A152-2861-F580-7C1687647878}"/>
                    </a:ext>
                  </a:extLst>
                </p14:cNvPr>
                <p14:cNvContentPartPr/>
                <p14:nvPr/>
              </p14:nvContentPartPr>
              <p14:xfrm>
                <a:off x="2742572" y="1685294"/>
                <a:ext cx="61560" cy="73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EAD958D-A152-2861-F580-7C168764787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738252" y="1680974"/>
                  <a:ext cx="70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E26F447-83A4-AC94-2FFE-079471488B40}"/>
                    </a:ext>
                  </a:extLst>
                </p14:cNvPr>
                <p14:cNvContentPartPr/>
                <p14:nvPr/>
              </p14:nvContentPartPr>
              <p14:xfrm>
                <a:off x="2868572" y="1729934"/>
                <a:ext cx="9720" cy="57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E26F447-83A4-AC94-2FFE-079471488B4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864252" y="1725614"/>
                  <a:ext cx="18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E25A21-9853-9444-B539-EF7E57A08932}"/>
                    </a:ext>
                  </a:extLst>
                </p14:cNvPr>
                <p14:cNvContentPartPr/>
                <p14:nvPr/>
              </p14:nvContentPartPr>
              <p14:xfrm>
                <a:off x="2975132" y="1649294"/>
                <a:ext cx="146160" cy="270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E25A21-9853-9444-B539-EF7E57A0893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970812" y="1644974"/>
                  <a:ext cx="154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9DB7E9B-A37F-019C-3793-19D4839026DA}"/>
                    </a:ext>
                  </a:extLst>
                </p14:cNvPr>
                <p14:cNvContentPartPr/>
                <p14:nvPr/>
              </p14:nvContentPartPr>
              <p14:xfrm>
                <a:off x="3174212" y="1747934"/>
                <a:ext cx="68040" cy="698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9DB7E9B-A37F-019C-3793-19D4839026D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169892" y="1743614"/>
                  <a:ext cx="76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6C7E71F-5E0E-08FD-9771-DFA02A28586A}"/>
                    </a:ext>
                  </a:extLst>
                </p14:cNvPr>
                <p14:cNvContentPartPr/>
                <p14:nvPr/>
              </p14:nvContentPartPr>
              <p14:xfrm>
                <a:off x="3370412" y="1603934"/>
                <a:ext cx="223560" cy="118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6C7E71F-5E0E-08FD-9771-DFA02A28586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366092" y="1599614"/>
                  <a:ext cx="2322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C128DB0-FA9F-1693-9A3F-EF8972606721}"/>
                    </a:ext>
                  </a:extLst>
                </p14:cNvPr>
                <p14:cNvContentPartPr/>
                <p14:nvPr/>
              </p14:nvContentPartPr>
              <p14:xfrm>
                <a:off x="3602612" y="1694294"/>
                <a:ext cx="46440" cy="97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C128DB0-FA9F-1693-9A3F-EF897260672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598292" y="1689974"/>
                  <a:ext cx="5508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6D4D7EB-9C33-BF9F-75F3-F2BABFB8F028}"/>
              </a:ext>
            </a:extLst>
          </p:cNvPr>
          <p:cNvGrpSpPr/>
          <p:nvPr/>
        </p:nvGrpSpPr>
        <p:grpSpPr>
          <a:xfrm>
            <a:off x="3791972" y="1579454"/>
            <a:ext cx="752400" cy="141840"/>
            <a:chOff x="3791972" y="1579454"/>
            <a:chExt cx="752400" cy="1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A617452-778D-EDA2-6BF2-F4AE43C05A47}"/>
                    </a:ext>
                  </a:extLst>
                </p14:cNvPr>
                <p14:cNvContentPartPr/>
                <p14:nvPr/>
              </p14:nvContentPartPr>
              <p14:xfrm>
                <a:off x="3791972" y="1596014"/>
                <a:ext cx="335880" cy="124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A617452-778D-EDA2-6BF2-F4AE43C05A4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787652" y="1591694"/>
                  <a:ext cx="3445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DBBA550-CC64-D077-A6E0-72DA3A053D14}"/>
                    </a:ext>
                  </a:extLst>
                </p14:cNvPr>
                <p14:cNvContentPartPr/>
                <p14:nvPr/>
              </p14:nvContentPartPr>
              <p14:xfrm>
                <a:off x="4159532" y="1636694"/>
                <a:ext cx="139320" cy="3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DBBA550-CC64-D077-A6E0-72DA3A053D1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155212" y="1632374"/>
                  <a:ext cx="147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4C2C5DE-5DD4-F14E-BBEC-35C92C982C17}"/>
                    </a:ext>
                  </a:extLst>
                </p14:cNvPr>
                <p14:cNvContentPartPr/>
                <p14:nvPr/>
              </p14:nvContentPartPr>
              <p14:xfrm>
                <a:off x="4186172" y="1595654"/>
                <a:ext cx="56160" cy="1227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4C2C5DE-5DD4-F14E-BBEC-35C92C982C1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181852" y="1591334"/>
                  <a:ext cx="64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239652B-FBF1-8DFB-E376-8AA74531D67E}"/>
                    </a:ext>
                  </a:extLst>
                </p14:cNvPr>
                <p14:cNvContentPartPr/>
                <p14:nvPr/>
              </p14:nvContentPartPr>
              <p14:xfrm>
                <a:off x="4311812" y="1579454"/>
                <a:ext cx="107640" cy="114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239652B-FBF1-8DFB-E376-8AA74531D67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307492" y="1575134"/>
                  <a:ext cx="1162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ADADF6-05C0-AF39-BAA1-6099DAC18A1E}"/>
                    </a:ext>
                  </a:extLst>
                </p14:cNvPr>
                <p14:cNvContentPartPr/>
                <p14:nvPr/>
              </p14:nvContentPartPr>
              <p14:xfrm>
                <a:off x="4311812" y="1720934"/>
                <a:ext cx="232560" cy="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ADADF6-05C0-AF39-BAA1-6099DAC18A1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307492" y="1716614"/>
                  <a:ext cx="2412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9D5101C4-A508-0265-ACDB-15C3E6E53A09}"/>
              </a:ext>
            </a:extLst>
          </p:cNvPr>
          <p:cNvGrpSpPr/>
          <p:nvPr/>
        </p:nvGrpSpPr>
        <p:grpSpPr>
          <a:xfrm>
            <a:off x="3872612" y="1864574"/>
            <a:ext cx="1047600" cy="712440"/>
            <a:chOff x="3872612" y="1864574"/>
            <a:chExt cx="1047600" cy="7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1DD82C7-680E-8710-7F97-E0A3B16D003A}"/>
                    </a:ext>
                  </a:extLst>
                </p14:cNvPr>
                <p14:cNvContentPartPr/>
                <p14:nvPr/>
              </p14:nvContentPartPr>
              <p14:xfrm>
                <a:off x="3872612" y="1864574"/>
                <a:ext cx="582120" cy="3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1DD82C7-680E-8710-7F97-E0A3B16D003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868292" y="1860254"/>
                  <a:ext cx="5907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5050ED0-C186-B4A0-5682-179382471A35}"/>
                    </a:ext>
                  </a:extLst>
                </p14:cNvPr>
                <p14:cNvContentPartPr/>
                <p14:nvPr/>
              </p14:nvContentPartPr>
              <p14:xfrm>
                <a:off x="3993572" y="2019014"/>
                <a:ext cx="115200" cy="133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5050ED0-C186-B4A0-5682-179382471A3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989252" y="2014694"/>
                  <a:ext cx="1238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160FF05-3669-227B-ED67-14E6596C2166}"/>
                    </a:ext>
                  </a:extLst>
                </p14:cNvPr>
                <p14:cNvContentPartPr/>
                <p14:nvPr/>
              </p14:nvContentPartPr>
              <p14:xfrm>
                <a:off x="4185452" y="2052854"/>
                <a:ext cx="74880" cy="88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160FF05-3669-227B-ED67-14E6596C216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181132" y="2048534"/>
                  <a:ext cx="835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FF627CB-E7E9-FB26-DB51-A8B5132F94DC}"/>
                    </a:ext>
                  </a:extLst>
                </p14:cNvPr>
                <p14:cNvContentPartPr/>
                <p14:nvPr/>
              </p14:nvContentPartPr>
              <p14:xfrm>
                <a:off x="4195172" y="1998854"/>
                <a:ext cx="92520" cy="5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FF627CB-E7E9-FB26-DB51-A8B5132F94D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190852" y="1994534"/>
                  <a:ext cx="1011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536628-CC03-55F2-BF16-D6E148EA8A7B}"/>
                    </a:ext>
                  </a:extLst>
                </p14:cNvPr>
                <p14:cNvContentPartPr/>
                <p14:nvPr/>
              </p14:nvContentPartPr>
              <p14:xfrm>
                <a:off x="4320812" y="1892294"/>
                <a:ext cx="108720" cy="70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536628-CC03-55F2-BF16-D6E148EA8A7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316492" y="1887974"/>
                  <a:ext cx="117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CE9FDD9-7D16-B24B-C6D8-2EE29FAD8DE9}"/>
                    </a:ext>
                  </a:extLst>
                </p14:cNvPr>
                <p14:cNvContentPartPr/>
                <p14:nvPr/>
              </p14:nvContentPartPr>
              <p14:xfrm>
                <a:off x="4409012" y="1930454"/>
                <a:ext cx="504000" cy="375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CE9FDD9-7D16-B24B-C6D8-2EE29FAD8DE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404692" y="1926134"/>
                  <a:ext cx="5126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A242729-2285-C056-2493-FB0292634BF9}"/>
                    </a:ext>
                  </a:extLst>
                </p14:cNvPr>
                <p14:cNvContentPartPr/>
                <p14:nvPr/>
              </p14:nvContentPartPr>
              <p14:xfrm>
                <a:off x="4661372" y="1989494"/>
                <a:ext cx="121320" cy="187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A242729-2285-C056-2493-FB0292634BF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657052" y="1985174"/>
                  <a:ext cx="129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3172FAD-35F7-BE4D-B8D0-AD8E636D2B72}"/>
                    </a:ext>
                  </a:extLst>
                </p14:cNvPr>
                <p14:cNvContentPartPr/>
                <p14:nvPr/>
              </p14:nvContentPartPr>
              <p14:xfrm>
                <a:off x="4823012" y="1875734"/>
                <a:ext cx="97200" cy="608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3172FAD-35F7-BE4D-B8D0-AD8E636D2B7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818332" y="1871414"/>
                  <a:ext cx="105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9531E11-6A1D-93A9-9F8A-F4FF5243FAFE}"/>
                    </a:ext>
                  </a:extLst>
                </p14:cNvPr>
                <p14:cNvContentPartPr/>
                <p14:nvPr/>
              </p14:nvContentPartPr>
              <p14:xfrm>
                <a:off x="4168532" y="2267774"/>
                <a:ext cx="25560" cy="151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9531E11-6A1D-93A9-9F8A-F4FF5243FAF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164212" y="2263454"/>
                  <a:ext cx="34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7DD978C-2E3A-080F-0779-2FE0FC8C5D9A}"/>
                    </a:ext>
                  </a:extLst>
                </p14:cNvPr>
                <p14:cNvContentPartPr/>
                <p14:nvPr/>
              </p14:nvContentPartPr>
              <p14:xfrm>
                <a:off x="4132532" y="2292614"/>
                <a:ext cx="425880" cy="2844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7DD978C-2E3A-080F-0779-2FE0FC8C5D9A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128212" y="2288294"/>
                  <a:ext cx="4345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49C3826-B3A1-E620-9F31-2923277A6265}"/>
                    </a:ext>
                  </a:extLst>
                </p14:cNvPr>
                <p14:cNvContentPartPr/>
                <p14:nvPr/>
              </p14:nvContentPartPr>
              <p14:xfrm>
                <a:off x="4401452" y="2241134"/>
                <a:ext cx="92520" cy="3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49C3826-B3A1-E620-9F31-2923277A626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397132" y="2236814"/>
                  <a:ext cx="10116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BB0779D7-CD85-FF69-2409-96FFE3E1CD27}"/>
                  </a:ext>
                </a:extLst>
              </p14:cNvPr>
              <p14:cNvContentPartPr/>
              <p14:nvPr/>
            </p14:nvContentPartPr>
            <p14:xfrm>
              <a:off x="5073932" y="1389374"/>
              <a:ext cx="71280" cy="2883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BB0779D7-CD85-FF69-2409-96FFE3E1CD27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5069612" y="1385054"/>
                <a:ext cx="79920" cy="29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20CE776E-5877-3461-29B6-7AE676D21209}"/>
              </a:ext>
            </a:extLst>
          </p:cNvPr>
          <p:cNvGrpSpPr/>
          <p:nvPr/>
        </p:nvGrpSpPr>
        <p:grpSpPr>
          <a:xfrm>
            <a:off x="406892" y="2305214"/>
            <a:ext cx="3348720" cy="510480"/>
            <a:chOff x="406892" y="2305214"/>
            <a:chExt cx="3348720" cy="51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88FC580-7B22-7842-0457-B467AFD22338}"/>
                    </a:ext>
                  </a:extLst>
                </p14:cNvPr>
                <p14:cNvContentPartPr/>
                <p14:nvPr/>
              </p14:nvContentPartPr>
              <p14:xfrm>
                <a:off x="406892" y="2465054"/>
                <a:ext cx="197640" cy="153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88FC580-7B22-7842-0457-B467AFD2233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02572" y="2460734"/>
                  <a:ext cx="206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25B7FE7-E201-3571-90D3-0D5F1D582D8F}"/>
                    </a:ext>
                  </a:extLst>
                </p14:cNvPr>
                <p14:cNvContentPartPr/>
                <p14:nvPr/>
              </p14:nvContentPartPr>
              <p14:xfrm>
                <a:off x="569972" y="2536694"/>
                <a:ext cx="3960" cy="112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25B7FE7-E201-3571-90D3-0D5F1D582D8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65652" y="2532374"/>
                  <a:ext cx="126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F24C127-5F4A-61D9-EC3C-A2E2C3D11735}"/>
                    </a:ext>
                  </a:extLst>
                </p14:cNvPr>
                <p14:cNvContentPartPr/>
                <p14:nvPr/>
              </p14:nvContentPartPr>
              <p14:xfrm>
                <a:off x="519572" y="2689334"/>
                <a:ext cx="133920" cy="106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F24C127-5F4A-61D9-EC3C-A2E2C3D1173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15252" y="2685014"/>
                  <a:ext cx="1425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FE85189-69C5-1F1A-6193-8E264497A3A8}"/>
                    </a:ext>
                  </a:extLst>
                </p14:cNvPr>
                <p14:cNvContentPartPr/>
                <p14:nvPr/>
              </p14:nvContentPartPr>
              <p14:xfrm>
                <a:off x="978932" y="2465054"/>
                <a:ext cx="16560" cy="261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FE85189-69C5-1F1A-6193-8E264497A3A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74612" y="2460734"/>
                  <a:ext cx="25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1C1E553-3C49-D676-2523-78B3D8C38C20}"/>
                    </a:ext>
                  </a:extLst>
                </p14:cNvPr>
                <p14:cNvContentPartPr/>
                <p14:nvPr/>
              </p14:nvContentPartPr>
              <p14:xfrm>
                <a:off x="788852" y="2474054"/>
                <a:ext cx="372600" cy="48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1C1E553-3C49-D676-2523-78B3D8C38C2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84532" y="2469734"/>
                  <a:ext cx="381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2DD573F-D4D2-562B-36F0-0D5F0A45B8DA}"/>
                    </a:ext>
                  </a:extLst>
                </p14:cNvPr>
                <p14:cNvContentPartPr/>
                <p14:nvPr/>
              </p14:nvContentPartPr>
              <p14:xfrm>
                <a:off x="1030772" y="2588534"/>
                <a:ext cx="171360" cy="106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2DD573F-D4D2-562B-36F0-0D5F0A45B8D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26452" y="2584214"/>
                  <a:ext cx="180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7293641-E065-BE8F-BAB3-D58B9F687E44}"/>
                    </a:ext>
                  </a:extLst>
                </p14:cNvPr>
                <p14:cNvContentPartPr/>
                <p14:nvPr/>
              </p14:nvContentPartPr>
              <p14:xfrm>
                <a:off x="1173332" y="2465414"/>
                <a:ext cx="388440" cy="252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7293641-E065-BE8F-BAB3-D58B9F687E4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69012" y="2461094"/>
                  <a:ext cx="3970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93DCE28-85A7-A2C9-5CC6-1E4FBC1379FF}"/>
                    </a:ext>
                  </a:extLst>
                </p14:cNvPr>
                <p14:cNvContentPartPr/>
                <p14:nvPr/>
              </p14:nvContentPartPr>
              <p14:xfrm>
                <a:off x="1584452" y="2467934"/>
                <a:ext cx="65520" cy="347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93DCE28-85A7-A2C9-5CC6-1E4FBC1379FF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580132" y="2463614"/>
                  <a:ext cx="741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BE7E3CE-DACC-30D4-ED4A-F3489EC04378}"/>
                    </a:ext>
                  </a:extLst>
                </p14:cNvPr>
                <p14:cNvContentPartPr/>
                <p14:nvPr/>
              </p14:nvContentPartPr>
              <p14:xfrm>
                <a:off x="1541612" y="2627054"/>
                <a:ext cx="223920" cy="89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BE7E3CE-DACC-30D4-ED4A-F3489EC0437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537292" y="2622734"/>
                  <a:ext cx="232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3364670-3468-6D2F-55B5-C30FA76F399A}"/>
                    </a:ext>
                  </a:extLst>
                </p14:cNvPr>
                <p14:cNvContentPartPr/>
                <p14:nvPr/>
              </p14:nvContentPartPr>
              <p14:xfrm>
                <a:off x="1737812" y="2555414"/>
                <a:ext cx="761760" cy="1450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3364670-3468-6D2F-55B5-C30FA76F399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733492" y="2551094"/>
                  <a:ext cx="7704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51CBEE9-F3BA-7508-868F-DDD52A7903E8}"/>
                    </a:ext>
                  </a:extLst>
                </p14:cNvPr>
                <p14:cNvContentPartPr/>
                <p14:nvPr/>
              </p14:nvContentPartPr>
              <p14:xfrm>
                <a:off x="2642852" y="2535974"/>
                <a:ext cx="100440" cy="100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51CBEE9-F3BA-7508-868F-DDD52A7903E8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638532" y="2531654"/>
                  <a:ext cx="109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7415396-2717-5738-0CBF-21F1637FD6B6}"/>
                    </a:ext>
                  </a:extLst>
                </p14:cNvPr>
                <p14:cNvContentPartPr/>
                <p14:nvPr/>
              </p14:nvContentPartPr>
              <p14:xfrm>
                <a:off x="2850932" y="2305214"/>
                <a:ext cx="338400" cy="354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7415396-2717-5738-0CBF-21F1637FD6B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846612" y="2300894"/>
                  <a:ext cx="3470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E6D3F3C-F980-7D18-8D0B-2AACF92EF895}"/>
                    </a:ext>
                  </a:extLst>
                </p14:cNvPr>
                <p14:cNvContentPartPr/>
                <p14:nvPr/>
              </p14:nvContentPartPr>
              <p14:xfrm>
                <a:off x="2868572" y="2474054"/>
                <a:ext cx="33480" cy="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E6D3F3C-F980-7D18-8D0B-2AACF92EF89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864252" y="2469734"/>
                  <a:ext cx="42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E979D4D-3EF9-6ED4-2B9F-3CBB45D1945A}"/>
                    </a:ext>
                  </a:extLst>
                </p14:cNvPr>
                <p14:cNvContentPartPr/>
                <p14:nvPr/>
              </p14:nvContentPartPr>
              <p14:xfrm>
                <a:off x="3341252" y="2472614"/>
                <a:ext cx="107280" cy="155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E979D4D-3EF9-6ED4-2B9F-3CBB45D1945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336932" y="2468294"/>
                  <a:ext cx="115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A8BC74B-05D1-96EB-BD67-1142AB92E5F4}"/>
                    </a:ext>
                  </a:extLst>
                </p14:cNvPr>
                <p14:cNvContentPartPr/>
                <p14:nvPr/>
              </p14:nvContentPartPr>
              <p14:xfrm>
                <a:off x="3523052" y="2527694"/>
                <a:ext cx="27000" cy="1051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A8BC74B-05D1-96EB-BD67-1142AB92E5F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518732" y="2523374"/>
                  <a:ext cx="35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4FB874A-F747-BA4D-B6E3-B625EF3903E4}"/>
                    </a:ext>
                  </a:extLst>
                </p14:cNvPr>
                <p14:cNvContentPartPr/>
                <p14:nvPr/>
              </p14:nvContentPartPr>
              <p14:xfrm>
                <a:off x="3460052" y="2517614"/>
                <a:ext cx="133920" cy="104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4FB874A-F747-BA4D-B6E3-B625EF3903E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455732" y="2513294"/>
                  <a:ext cx="142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417DD3C-A097-9561-5C53-3CD4F2D020AB}"/>
                    </a:ext>
                  </a:extLst>
                </p14:cNvPr>
                <p14:cNvContentPartPr/>
                <p14:nvPr/>
              </p14:nvContentPartPr>
              <p14:xfrm>
                <a:off x="3451412" y="2626334"/>
                <a:ext cx="151920" cy="97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417DD3C-A097-9561-5C53-3CD4F2D020A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446732" y="2622014"/>
                  <a:ext cx="1605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4EBB6AC-2F9D-B26D-5E44-DF17FF1D484D}"/>
                    </a:ext>
                  </a:extLst>
                </p14:cNvPr>
                <p14:cNvContentPartPr/>
                <p14:nvPr/>
              </p14:nvContentPartPr>
              <p14:xfrm>
                <a:off x="3596132" y="2501054"/>
                <a:ext cx="159480" cy="180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4EBB6AC-2F9D-B26D-5E44-DF17FF1D484D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591812" y="2496734"/>
                  <a:ext cx="168120" cy="1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49E32E5-353D-E7D5-E3C1-0C74EA2A0632}"/>
                  </a:ext>
                </a:extLst>
              </p14:cNvPr>
              <p14:cNvContentPartPr/>
              <p14:nvPr/>
            </p14:nvContentPartPr>
            <p14:xfrm>
              <a:off x="923132" y="2913254"/>
              <a:ext cx="2572200" cy="4572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49E32E5-353D-E7D5-E3C1-0C74EA2A0632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918812" y="2908934"/>
                <a:ext cx="25808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2B7E444-2565-9925-F227-8D614A3B7323}"/>
              </a:ext>
            </a:extLst>
          </p:cNvPr>
          <p:cNvGrpSpPr/>
          <p:nvPr/>
        </p:nvGrpSpPr>
        <p:grpSpPr>
          <a:xfrm>
            <a:off x="869132" y="3092534"/>
            <a:ext cx="2724840" cy="504720"/>
            <a:chOff x="869132" y="3092534"/>
            <a:chExt cx="2724840" cy="50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02BEB69-E056-4E65-8462-3F5E7D7C3606}"/>
                    </a:ext>
                  </a:extLst>
                </p14:cNvPr>
                <p14:cNvContentPartPr/>
                <p14:nvPr/>
              </p14:nvContentPartPr>
              <p14:xfrm>
                <a:off x="869132" y="3182174"/>
                <a:ext cx="151200" cy="1515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02BEB69-E056-4E65-8462-3F5E7D7C360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64812" y="3177854"/>
                  <a:ext cx="1598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703FA5B-C473-E577-A64A-6F63FA2493E4}"/>
                    </a:ext>
                  </a:extLst>
                </p14:cNvPr>
                <p14:cNvContentPartPr/>
                <p14:nvPr/>
              </p14:nvContentPartPr>
              <p14:xfrm>
                <a:off x="1047332" y="3208454"/>
                <a:ext cx="138960" cy="1368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703FA5B-C473-E577-A64A-6F63FA2493E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43012" y="3204134"/>
                  <a:ext cx="147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9A9BAC5-D38D-A961-0D46-F1A9997BEE53}"/>
                    </a:ext>
                  </a:extLst>
                </p14:cNvPr>
                <p14:cNvContentPartPr/>
                <p14:nvPr/>
              </p14:nvContentPartPr>
              <p14:xfrm>
                <a:off x="1342172" y="3216014"/>
                <a:ext cx="136080" cy="119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9A9BAC5-D38D-A961-0D46-F1A9997BEE5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337852" y="3211694"/>
                  <a:ext cx="144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89E8E32-E93B-000A-A124-633321BEF716}"/>
                    </a:ext>
                  </a:extLst>
                </p14:cNvPr>
                <p14:cNvContentPartPr/>
                <p14:nvPr/>
              </p14:nvContentPartPr>
              <p14:xfrm>
                <a:off x="1513172" y="3226814"/>
                <a:ext cx="72360" cy="1018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89E8E32-E93B-000A-A124-633321BEF716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508852" y="3222494"/>
                  <a:ext cx="81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AD92275-A3DB-783A-49F0-526817112610}"/>
                    </a:ext>
                  </a:extLst>
                </p14:cNvPr>
                <p14:cNvContentPartPr/>
                <p14:nvPr/>
              </p14:nvContentPartPr>
              <p14:xfrm>
                <a:off x="1629092" y="3252014"/>
                <a:ext cx="317160" cy="838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AD92275-A3DB-783A-49F0-52681711261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624772" y="3247694"/>
                  <a:ext cx="3258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A549D3D-6857-B40B-483F-5A3F30B4E6A5}"/>
                    </a:ext>
                  </a:extLst>
                </p14:cNvPr>
                <p14:cNvContentPartPr/>
                <p14:nvPr/>
              </p14:nvContentPartPr>
              <p14:xfrm>
                <a:off x="1988372" y="3244814"/>
                <a:ext cx="569160" cy="3524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A549D3D-6857-B40B-483F-5A3F30B4E6A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984052" y="3240494"/>
                  <a:ext cx="5778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C8D95B4-113A-72F5-F429-6E7F2093C13F}"/>
                    </a:ext>
                  </a:extLst>
                </p14:cNvPr>
                <p14:cNvContentPartPr/>
                <p14:nvPr/>
              </p14:nvContentPartPr>
              <p14:xfrm>
                <a:off x="2677412" y="3227174"/>
                <a:ext cx="204840" cy="101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C8D95B4-113A-72F5-F429-6E7F2093C13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2673092" y="3222854"/>
                  <a:ext cx="213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7B76291-1FF1-7410-E2A9-D484DBBD6683}"/>
                    </a:ext>
                  </a:extLst>
                </p14:cNvPr>
                <p14:cNvContentPartPr/>
                <p14:nvPr/>
              </p14:nvContentPartPr>
              <p14:xfrm>
                <a:off x="2867852" y="3175334"/>
                <a:ext cx="45720" cy="280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7B76291-1FF1-7410-E2A9-D484DBBD6683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863532" y="3171014"/>
                  <a:ext cx="5436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23BC41A-4298-54A8-7680-DB596A4AEBA9}"/>
                    </a:ext>
                  </a:extLst>
                </p14:cNvPr>
                <p14:cNvContentPartPr/>
                <p14:nvPr/>
              </p14:nvContentPartPr>
              <p14:xfrm>
                <a:off x="2886572" y="3267854"/>
                <a:ext cx="133560" cy="67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23BC41A-4298-54A8-7680-DB596A4AEBA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882252" y="3263534"/>
                  <a:ext cx="142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AB10866-21CE-CE6F-99BA-B584486AC63F}"/>
                    </a:ext>
                  </a:extLst>
                </p14:cNvPr>
                <p14:cNvContentPartPr/>
                <p14:nvPr/>
              </p14:nvContentPartPr>
              <p14:xfrm>
                <a:off x="3029132" y="3173174"/>
                <a:ext cx="37080" cy="1879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AB10866-21CE-CE6F-99BA-B584486AC63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024812" y="3168854"/>
                  <a:ext cx="45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11528FD-70CA-7046-3697-59BF9B6EAB31}"/>
                    </a:ext>
                  </a:extLst>
                </p14:cNvPr>
                <p14:cNvContentPartPr/>
                <p14:nvPr/>
              </p14:nvContentPartPr>
              <p14:xfrm>
                <a:off x="3029852" y="3217094"/>
                <a:ext cx="148320" cy="92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11528FD-70CA-7046-3697-59BF9B6EAB3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025532" y="3212774"/>
                  <a:ext cx="156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35EF269-1D42-A65D-2258-15E01CA1297C}"/>
                    </a:ext>
                  </a:extLst>
                </p14:cNvPr>
                <p14:cNvContentPartPr/>
                <p14:nvPr/>
              </p14:nvContentPartPr>
              <p14:xfrm>
                <a:off x="3243332" y="3190814"/>
                <a:ext cx="131760" cy="91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35EF269-1D42-A65D-2258-15E01CA1297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239012" y="3186494"/>
                  <a:ext cx="140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D76C99B-5C09-2D11-DDEC-5A87E14ED80F}"/>
                    </a:ext>
                  </a:extLst>
                </p14:cNvPr>
                <p14:cNvContentPartPr/>
                <p14:nvPr/>
              </p14:nvContentPartPr>
              <p14:xfrm>
                <a:off x="3397412" y="3092534"/>
                <a:ext cx="27360" cy="1425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D76C99B-5C09-2D11-DDEC-5A87E14ED80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393092" y="3088214"/>
                  <a:ext cx="36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AB1CBF5-9A77-CCF1-1AB9-833EBF4E15B3}"/>
                    </a:ext>
                  </a:extLst>
                </p14:cNvPr>
                <p14:cNvContentPartPr/>
                <p14:nvPr/>
              </p14:nvContentPartPr>
              <p14:xfrm>
                <a:off x="3370412" y="3164174"/>
                <a:ext cx="223560" cy="9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AB1CBF5-9A77-CCF1-1AB9-833EBF4E15B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366092" y="3159494"/>
                  <a:ext cx="232200" cy="1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41AF62C3-DD5F-C687-1B0A-9532C4EE1AB7}"/>
                  </a:ext>
                </a:extLst>
              </p14:cNvPr>
              <p14:cNvContentPartPr/>
              <p14:nvPr/>
            </p14:nvContentPartPr>
            <p14:xfrm>
              <a:off x="5175092" y="1497014"/>
              <a:ext cx="723960" cy="8895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41AF62C3-DD5F-C687-1B0A-9532C4EE1AB7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5170772" y="1492694"/>
                <a:ext cx="732600" cy="89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7B1FBB3-80DD-6598-F9FB-DD9153E823AF}"/>
              </a:ext>
            </a:extLst>
          </p:cNvPr>
          <p:cNvGrpSpPr/>
          <p:nvPr/>
        </p:nvGrpSpPr>
        <p:grpSpPr>
          <a:xfrm>
            <a:off x="6257252" y="1502414"/>
            <a:ext cx="1406520" cy="282960"/>
            <a:chOff x="6257252" y="1502414"/>
            <a:chExt cx="140652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2DA8327-B991-7749-803C-D53F795E87DA}"/>
                    </a:ext>
                  </a:extLst>
                </p14:cNvPr>
                <p14:cNvContentPartPr/>
                <p14:nvPr/>
              </p14:nvContentPartPr>
              <p14:xfrm>
                <a:off x="6275252" y="1556414"/>
                <a:ext cx="159480" cy="2289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2DA8327-B991-7749-803C-D53F795E87D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270932" y="1552094"/>
                  <a:ext cx="168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AC4B959-3F1D-A975-5329-E04BE9A0C191}"/>
                    </a:ext>
                  </a:extLst>
                </p14:cNvPr>
                <p14:cNvContentPartPr/>
                <p14:nvPr/>
              </p14:nvContentPartPr>
              <p14:xfrm>
                <a:off x="6257252" y="1778174"/>
                <a:ext cx="397440" cy="57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AC4B959-3F1D-A975-5329-E04BE9A0C19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252932" y="1773854"/>
                  <a:ext cx="4060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423B3FA-1086-C192-D818-44D5AE9D7FA9}"/>
                    </a:ext>
                  </a:extLst>
                </p14:cNvPr>
                <p14:cNvContentPartPr/>
                <p14:nvPr/>
              </p14:nvContentPartPr>
              <p14:xfrm>
                <a:off x="6746852" y="1577654"/>
                <a:ext cx="3960" cy="1695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423B3FA-1086-C192-D818-44D5AE9D7FA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742532" y="1573334"/>
                  <a:ext cx="12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659D65E-AA0E-F056-AB2D-A60D6E9C7A0A}"/>
                    </a:ext>
                  </a:extLst>
                </p14:cNvPr>
                <p14:cNvContentPartPr/>
                <p14:nvPr/>
              </p14:nvContentPartPr>
              <p14:xfrm>
                <a:off x="6759092" y="1502414"/>
                <a:ext cx="360" cy="3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659D65E-AA0E-F056-AB2D-A60D6E9C7A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54772" y="1498094"/>
                  <a:ext cx="9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1F02153-EED7-5FB0-1711-1EE27ED90A8E}"/>
                    </a:ext>
                  </a:extLst>
                </p14:cNvPr>
                <p14:cNvContentPartPr/>
                <p14:nvPr/>
              </p14:nvContentPartPr>
              <p14:xfrm>
                <a:off x="6829292" y="1523654"/>
                <a:ext cx="20160" cy="1771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1F02153-EED7-5FB0-1711-1EE27ED90A8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824972" y="1519334"/>
                  <a:ext cx="28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5413FDA-4DE6-E45C-D038-305BC7474B4D}"/>
                    </a:ext>
                  </a:extLst>
                </p14:cNvPr>
                <p14:cNvContentPartPr/>
                <p14:nvPr/>
              </p14:nvContentPartPr>
              <p14:xfrm>
                <a:off x="6822092" y="1567934"/>
                <a:ext cx="447480" cy="1368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5413FDA-4DE6-E45C-D038-305BC7474B4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817772" y="1563614"/>
                  <a:ext cx="4561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8D9013B-0970-E687-7603-965687C12CA0}"/>
                    </a:ext>
                  </a:extLst>
                </p14:cNvPr>
                <p14:cNvContentPartPr/>
                <p14:nvPr/>
              </p14:nvContentPartPr>
              <p14:xfrm>
                <a:off x="7476212" y="1631294"/>
                <a:ext cx="187560" cy="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8D9013B-0970-E687-7603-965687C12CA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471892" y="1626974"/>
                  <a:ext cx="196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F8EE354-1B2E-EA01-E0B9-DE42852E8E3C}"/>
                    </a:ext>
                  </a:extLst>
                </p14:cNvPr>
                <p14:cNvContentPartPr/>
                <p14:nvPr/>
              </p14:nvContentPartPr>
              <p14:xfrm>
                <a:off x="7350932" y="1684934"/>
                <a:ext cx="295200" cy="100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F8EE354-1B2E-EA01-E0B9-DE42852E8E3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346612" y="1680614"/>
                  <a:ext cx="30384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D51EB4F-216A-19AA-75A5-85DDBB1FE7E8}"/>
              </a:ext>
            </a:extLst>
          </p:cNvPr>
          <p:cNvGrpSpPr/>
          <p:nvPr/>
        </p:nvGrpSpPr>
        <p:grpSpPr>
          <a:xfrm>
            <a:off x="7888772" y="1541294"/>
            <a:ext cx="1131120" cy="189720"/>
            <a:chOff x="7888772" y="1541294"/>
            <a:chExt cx="1131120" cy="18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F66A856-FB9E-3F79-1749-F429B84B9A5E}"/>
                    </a:ext>
                  </a:extLst>
                </p14:cNvPr>
                <p14:cNvContentPartPr/>
                <p14:nvPr/>
              </p14:nvContentPartPr>
              <p14:xfrm>
                <a:off x="7933412" y="1553534"/>
                <a:ext cx="90360" cy="1645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F66A856-FB9E-3F79-1749-F429B84B9A5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929092" y="1549214"/>
                  <a:ext cx="99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F0A8600-2FDF-5F4B-7A59-55AE772F1F0F}"/>
                    </a:ext>
                  </a:extLst>
                </p14:cNvPr>
                <p14:cNvContentPartPr/>
                <p14:nvPr/>
              </p14:nvContentPartPr>
              <p14:xfrm>
                <a:off x="7888772" y="1720574"/>
                <a:ext cx="322200" cy="104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F0A8600-2FDF-5F4B-7A59-55AE772F1F0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884452" y="1716254"/>
                  <a:ext cx="330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4798A81-97D5-0C12-79AF-848367D0A636}"/>
                    </a:ext>
                  </a:extLst>
                </p14:cNvPr>
                <p14:cNvContentPartPr/>
                <p14:nvPr/>
              </p14:nvContentPartPr>
              <p14:xfrm>
                <a:off x="8407892" y="1557854"/>
                <a:ext cx="108720" cy="1195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4798A81-97D5-0C12-79AF-848367D0A63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403572" y="1553534"/>
                  <a:ext cx="1173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140573E-75C7-BDA3-0EDE-34F007E25980}"/>
                    </a:ext>
                  </a:extLst>
                </p14:cNvPr>
                <p14:cNvContentPartPr/>
                <p14:nvPr/>
              </p14:nvContentPartPr>
              <p14:xfrm>
                <a:off x="8608412" y="1568654"/>
                <a:ext cx="33480" cy="1094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140573E-75C7-BDA3-0EDE-34F007E2598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604092" y="1564334"/>
                  <a:ext cx="421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E35BE8C-C056-960D-AF15-27A66F35716E}"/>
                    </a:ext>
                  </a:extLst>
                </p14:cNvPr>
                <p14:cNvContentPartPr/>
                <p14:nvPr/>
              </p14:nvContentPartPr>
              <p14:xfrm>
                <a:off x="8587892" y="1541294"/>
                <a:ext cx="169560" cy="100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E35BE8C-C056-960D-AF15-27A66F35716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583572" y="1536974"/>
                  <a:ext cx="178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96A57C9-2726-2423-A613-2A67C7936D34}"/>
                    </a:ext>
                  </a:extLst>
                </p14:cNvPr>
                <p14:cNvContentPartPr/>
                <p14:nvPr/>
              </p14:nvContentPartPr>
              <p14:xfrm>
                <a:off x="8561252" y="1667294"/>
                <a:ext cx="178560" cy="10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96A57C9-2726-2423-A613-2A67C7936D3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56932" y="1662974"/>
                  <a:ext cx="187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D10A94B-46C0-33F5-84F4-F3DB0D73ECA6}"/>
                    </a:ext>
                  </a:extLst>
                </p14:cNvPr>
                <p14:cNvContentPartPr/>
                <p14:nvPr/>
              </p14:nvContentPartPr>
              <p14:xfrm>
                <a:off x="8813252" y="1541654"/>
                <a:ext cx="206640" cy="180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D10A94B-46C0-33F5-84F4-F3DB0D73ECA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808932" y="1537334"/>
                  <a:ext cx="21528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3F8F37F6-7C05-8DAC-C431-10E803B6CC83}"/>
              </a:ext>
            </a:extLst>
          </p:cNvPr>
          <p:cNvGrpSpPr/>
          <p:nvPr/>
        </p:nvGrpSpPr>
        <p:grpSpPr>
          <a:xfrm>
            <a:off x="348572" y="5423174"/>
            <a:ext cx="270000" cy="337680"/>
            <a:chOff x="348572" y="5423174"/>
            <a:chExt cx="27000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DA785FB-DD8F-445F-AECC-23FF742CC24B}"/>
                    </a:ext>
                  </a:extLst>
                </p14:cNvPr>
                <p14:cNvContentPartPr/>
                <p14:nvPr/>
              </p14:nvContentPartPr>
              <p14:xfrm>
                <a:off x="348572" y="5423174"/>
                <a:ext cx="207720" cy="1278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DA785FB-DD8F-445F-AECC-23FF742CC24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44252" y="5418854"/>
                  <a:ext cx="216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8A5E3C8-D9F4-D751-89EB-69F2C3E3AD52}"/>
                    </a:ext>
                  </a:extLst>
                </p14:cNvPr>
                <p14:cNvContentPartPr/>
                <p14:nvPr/>
              </p14:nvContentPartPr>
              <p14:xfrm>
                <a:off x="528572" y="5441534"/>
                <a:ext cx="18720" cy="1695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8A5E3C8-D9F4-D751-89EB-69F2C3E3AD5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4252" y="5437214"/>
                  <a:ext cx="27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475A4E5-7CBE-2E19-8C71-C35972BAAFA3}"/>
                    </a:ext>
                  </a:extLst>
                </p14:cNvPr>
                <p14:cNvContentPartPr/>
                <p14:nvPr/>
              </p14:nvContentPartPr>
              <p14:xfrm>
                <a:off x="449732" y="5611814"/>
                <a:ext cx="168840" cy="1490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475A4E5-7CBE-2E19-8C71-C35972BAAFA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45412" y="5607494"/>
                  <a:ext cx="1774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C502D673-4C80-21BD-3FFE-7FDEC827210A}"/>
              </a:ext>
            </a:extLst>
          </p:cNvPr>
          <p:cNvGrpSpPr/>
          <p:nvPr/>
        </p:nvGrpSpPr>
        <p:grpSpPr>
          <a:xfrm>
            <a:off x="851132" y="5385374"/>
            <a:ext cx="3085560" cy="464760"/>
            <a:chOff x="851132" y="5385374"/>
            <a:chExt cx="3085560" cy="4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D01269F-8BE9-53DC-2FED-B0AB0E543544}"/>
                    </a:ext>
                  </a:extLst>
                </p14:cNvPr>
                <p14:cNvContentPartPr/>
                <p14:nvPr/>
              </p14:nvContentPartPr>
              <p14:xfrm>
                <a:off x="851132" y="5450534"/>
                <a:ext cx="124920" cy="2689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D01269F-8BE9-53DC-2FED-B0AB0E54354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6812" y="5446214"/>
                  <a:ext cx="1335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7D6F2FF-E08E-5541-95FD-CDB5F8E81A58}"/>
                    </a:ext>
                  </a:extLst>
                </p14:cNvPr>
                <p14:cNvContentPartPr/>
                <p14:nvPr/>
              </p14:nvContentPartPr>
              <p14:xfrm>
                <a:off x="966692" y="5574734"/>
                <a:ext cx="141120" cy="1033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7D6F2FF-E08E-5541-95FD-CDB5F8E81A5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62372" y="5570414"/>
                  <a:ext cx="149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5F10AC5-F251-C61C-8D4B-444412D7BFEC}"/>
                    </a:ext>
                  </a:extLst>
                </p14:cNvPr>
                <p14:cNvContentPartPr/>
                <p14:nvPr/>
              </p14:nvContentPartPr>
              <p14:xfrm>
                <a:off x="1102412" y="5539814"/>
                <a:ext cx="305640" cy="3103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5F10AC5-F251-C61C-8D4B-444412D7BFE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98092" y="5535494"/>
                  <a:ext cx="3142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12F40D0-04AD-D798-F6F0-4723D0C18335}"/>
                    </a:ext>
                  </a:extLst>
                </p14:cNvPr>
                <p14:cNvContentPartPr/>
                <p14:nvPr/>
              </p14:nvContentPartPr>
              <p14:xfrm>
                <a:off x="1487972" y="5475014"/>
                <a:ext cx="174600" cy="2268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12F40D0-04AD-D798-F6F0-4723D0C1833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483652" y="5470694"/>
                  <a:ext cx="1832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65513869-B7BB-4C39-CCD7-72C1FFA9A837}"/>
                    </a:ext>
                  </a:extLst>
                </p14:cNvPr>
                <p14:cNvContentPartPr/>
                <p14:nvPr/>
              </p14:nvContentPartPr>
              <p14:xfrm>
                <a:off x="1532612" y="5559254"/>
                <a:ext cx="162720" cy="435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65513869-B7BB-4C39-CCD7-72C1FFA9A83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528292" y="5554934"/>
                  <a:ext cx="171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4EEB3DA8-6D61-E0B1-E7E4-1D6990F09AFA}"/>
                    </a:ext>
                  </a:extLst>
                </p14:cNvPr>
                <p14:cNvContentPartPr/>
                <p14:nvPr/>
              </p14:nvContentPartPr>
              <p14:xfrm>
                <a:off x="1719092" y="5468174"/>
                <a:ext cx="259920" cy="1994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4EEB3DA8-6D61-E0B1-E7E4-1D6990F09AF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714772" y="5463854"/>
                  <a:ext cx="268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46AE36D2-2B1D-59B4-81EA-2E5BB7E097E8}"/>
                    </a:ext>
                  </a:extLst>
                </p14:cNvPr>
                <p14:cNvContentPartPr/>
                <p14:nvPr/>
              </p14:nvContentPartPr>
              <p14:xfrm>
                <a:off x="1989812" y="5563214"/>
                <a:ext cx="85320" cy="39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46AE36D2-2B1D-59B4-81EA-2E5BB7E097E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985492" y="5558894"/>
                  <a:ext cx="93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3B58420-406F-2261-D5D0-83A8687F0D23}"/>
                    </a:ext>
                  </a:extLst>
                </p14:cNvPr>
                <p14:cNvContentPartPr/>
                <p14:nvPr/>
              </p14:nvContentPartPr>
              <p14:xfrm>
                <a:off x="2043452" y="5504174"/>
                <a:ext cx="43200" cy="1702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3B58420-406F-2261-D5D0-83A8687F0D2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039132" y="5499854"/>
                  <a:ext cx="51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DF2A29E8-AF3F-44BB-A70F-5B4AE6E3D551}"/>
                    </a:ext>
                  </a:extLst>
                </p14:cNvPr>
                <p14:cNvContentPartPr/>
                <p14:nvPr/>
              </p14:nvContentPartPr>
              <p14:xfrm>
                <a:off x="2232092" y="5451974"/>
                <a:ext cx="198000" cy="17784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DF2A29E8-AF3F-44BB-A70F-5B4AE6E3D55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27772" y="5447654"/>
                  <a:ext cx="206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E5D2CB8-67A4-322C-97E1-FFF2FADB6E21}"/>
                    </a:ext>
                  </a:extLst>
                </p14:cNvPr>
                <p14:cNvContentPartPr/>
                <p14:nvPr/>
              </p14:nvContentPartPr>
              <p14:xfrm>
                <a:off x="2465012" y="5441534"/>
                <a:ext cx="70560" cy="1785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E5D2CB8-67A4-322C-97E1-FFF2FADB6E2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60692" y="5437214"/>
                  <a:ext cx="79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F552333-4B71-255C-5434-C38974353A51}"/>
                    </a:ext>
                  </a:extLst>
                </p14:cNvPr>
                <p14:cNvContentPartPr/>
                <p14:nvPr/>
              </p14:nvContentPartPr>
              <p14:xfrm>
                <a:off x="2581652" y="5486174"/>
                <a:ext cx="238320" cy="1638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F552333-4B71-255C-5434-C38974353A5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577332" y="5481854"/>
                  <a:ext cx="246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EAE086D-B60B-5BB4-4C17-B481C4AEF23D}"/>
                    </a:ext>
                  </a:extLst>
                </p14:cNvPr>
                <p14:cNvContentPartPr/>
                <p14:nvPr/>
              </p14:nvContentPartPr>
              <p14:xfrm>
                <a:off x="2877572" y="5495174"/>
                <a:ext cx="115920" cy="3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EAE086D-B60B-5BB4-4C17-B481C4AEF23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873252" y="5490854"/>
                  <a:ext cx="124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E861318-35D4-5A48-C6C8-B7A932BD1809}"/>
                    </a:ext>
                  </a:extLst>
                </p14:cNvPr>
                <p14:cNvContentPartPr/>
                <p14:nvPr/>
              </p14:nvContentPartPr>
              <p14:xfrm>
                <a:off x="2966852" y="5450534"/>
                <a:ext cx="52200" cy="1720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E861318-35D4-5A48-C6C8-B7A932BD180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962532" y="5446214"/>
                  <a:ext cx="60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55BCC5E-1148-B197-5009-D311D6C6EAAB}"/>
                    </a:ext>
                  </a:extLst>
                </p14:cNvPr>
                <p14:cNvContentPartPr/>
                <p14:nvPr/>
              </p14:nvContentPartPr>
              <p14:xfrm>
                <a:off x="3235052" y="5385374"/>
                <a:ext cx="215640" cy="20124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55BCC5E-1148-B197-5009-D311D6C6EAA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230732" y="5381054"/>
                  <a:ext cx="224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E4FB7C1-57E1-FACF-9684-01828D2D837F}"/>
                    </a:ext>
                  </a:extLst>
                </p14:cNvPr>
                <p14:cNvContentPartPr/>
                <p14:nvPr/>
              </p14:nvContentPartPr>
              <p14:xfrm>
                <a:off x="3405692" y="5431094"/>
                <a:ext cx="105120" cy="1562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E4FB7C1-57E1-FACF-9684-01828D2D837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401372" y="5426774"/>
                  <a:ext cx="1137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E0F59C7-2D71-134F-F46F-D2EE75B00D61}"/>
                    </a:ext>
                  </a:extLst>
                </p14:cNvPr>
                <p14:cNvContentPartPr/>
                <p14:nvPr/>
              </p14:nvContentPartPr>
              <p14:xfrm>
                <a:off x="3549692" y="5385374"/>
                <a:ext cx="142200" cy="2001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E0F59C7-2D71-134F-F46F-D2EE75B00D6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545372" y="5381054"/>
                  <a:ext cx="1508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34DED508-C205-B5DB-61BA-CF41CC4880C8}"/>
                    </a:ext>
                  </a:extLst>
                </p14:cNvPr>
                <p14:cNvContentPartPr/>
                <p14:nvPr/>
              </p14:nvContentPartPr>
              <p14:xfrm>
                <a:off x="3640412" y="5395814"/>
                <a:ext cx="296280" cy="1544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34DED508-C205-B5DB-61BA-CF41CC4880C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36092" y="5391494"/>
                  <a:ext cx="30492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73F666B8-9F5B-6948-76C0-AE5F2E5A780E}"/>
              </a:ext>
            </a:extLst>
          </p:cNvPr>
          <p:cNvGrpSpPr/>
          <p:nvPr/>
        </p:nvGrpSpPr>
        <p:grpSpPr>
          <a:xfrm>
            <a:off x="114212" y="3629654"/>
            <a:ext cx="5901480" cy="1541880"/>
            <a:chOff x="114212" y="3629654"/>
            <a:chExt cx="5901480" cy="154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1A66D3C-716C-ADF5-AF2C-29F7FCD12C64}"/>
                    </a:ext>
                  </a:extLst>
                </p14:cNvPr>
                <p14:cNvContentPartPr/>
                <p14:nvPr/>
              </p14:nvContentPartPr>
              <p14:xfrm>
                <a:off x="114212" y="3629654"/>
                <a:ext cx="190800" cy="245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1A66D3C-716C-ADF5-AF2C-29F7FCD12C6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9892" y="3625334"/>
                  <a:ext cx="199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D28E0A4-DE53-7E26-CCD2-01EFCB4193CC}"/>
                    </a:ext>
                  </a:extLst>
                </p14:cNvPr>
                <p14:cNvContentPartPr/>
                <p14:nvPr/>
              </p14:nvContentPartPr>
              <p14:xfrm>
                <a:off x="161012" y="3746654"/>
                <a:ext cx="160200" cy="277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D28E0A4-DE53-7E26-CCD2-01EFCB4193C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56692" y="3742334"/>
                  <a:ext cx="168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BCA2BEF-E789-0A0D-37A8-822FC97ABBA0}"/>
                    </a:ext>
                  </a:extLst>
                </p14:cNvPr>
                <p14:cNvContentPartPr/>
                <p14:nvPr/>
              </p14:nvContentPartPr>
              <p14:xfrm>
                <a:off x="343532" y="3655574"/>
                <a:ext cx="223920" cy="2052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BCA2BEF-E789-0A0D-37A8-822FC97ABBA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39212" y="3651254"/>
                  <a:ext cx="2325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1243AB5-F79F-3A9D-FBA4-1C88815286B1}"/>
                    </a:ext>
                  </a:extLst>
                </p14:cNvPr>
                <p14:cNvContentPartPr/>
                <p14:nvPr/>
              </p14:nvContentPartPr>
              <p14:xfrm>
                <a:off x="508052" y="3635774"/>
                <a:ext cx="676080" cy="248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1243AB5-F79F-3A9D-FBA4-1C88815286B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03732" y="3631454"/>
                  <a:ext cx="684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C611B9A-CB29-B35D-47B7-88CADCEA22AC}"/>
                    </a:ext>
                  </a:extLst>
                </p14:cNvPr>
                <p14:cNvContentPartPr/>
                <p14:nvPr/>
              </p14:nvContentPartPr>
              <p14:xfrm>
                <a:off x="273332" y="4045094"/>
                <a:ext cx="86400" cy="149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C611B9A-CB29-B35D-47B7-88CADCEA22A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69012" y="4040774"/>
                  <a:ext cx="95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141B55E-BA67-D36A-91D4-C27C02EB4EDC}"/>
                    </a:ext>
                  </a:extLst>
                </p14:cNvPr>
                <p14:cNvContentPartPr/>
                <p14:nvPr/>
              </p14:nvContentPartPr>
              <p14:xfrm>
                <a:off x="344612" y="4132574"/>
                <a:ext cx="112680" cy="111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141B55E-BA67-D36A-91D4-C27C02EB4ED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40292" y="4128254"/>
                  <a:ext cx="121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63A0870-9419-0B61-16FA-EA03EA27E896}"/>
                    </a:ext>
                  </a:extLst>
                </p14:cNvPr>
                <p14:cNvContentPartPr/>
                <p14:nvPr/>
              </p14:nvContentPartPr>
              <p14:xfrm>
                <a:off x="528572" y="4052654"/>
                <a:ext cx="315000" cy="160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63A0870-9419-0B61-16FA-EA03EA27E89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24252" y="4048334"/>
                  <a:ext cx="323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80548B2-A6DE-23D2-A2FB-57557A41616D}"/>
                    </a:ext>
                  </a:extLst>
                </p14:cNvPr>
                <p14:cNvContentPartPr/>
                <p14:nvPr/>
              </p14:nvContentPartPr>
              <p14:xfrm>
                <a:off x="869492" y="4058054"/>
                <a:ext cx="255960" cy="137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80548B2-A6DE-23D2-A2FB-57557A41616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65172" y="4053734"/>
                  <a:ext cx="2646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0BE623A-DE50-B339-52EA-3D59E2FE3215}"/>
                    </a:ext>
                  </a:extLst>
                </p14:cNvPr>
                <p14:cNvContentPartPr/>
                <p14:nvPr/>
              </p14:nvContentPartPr>
              <p14:xfrm>
                <a:off x="1185572" y="4033934"/>
                <a:ext cx="392760" cy="155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0BE623A-DE50-B339-52EA-3D59E2FE321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81252" y="4029614"/>
                  <a:ext cx="401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74A077A-28C1-D161-9014-00F49457A76F}"/>
                    </a:ext>
                  </a:extLst>
                </p14:cNvPr>
                <p14:cNvContentPartPr/>
                <p14:nvPr/>
              </p14:nvContentPartPr>
              <p14:xfrm>
                <a:off x="1712252" y="4100174"/>
                <a:ext cx="191160" cy="15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74A077A-28C1-D161-9014-00F49457A76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707932" y="4095854"/>
                  <a:ext cx="199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F094C62-BBA4-93A7-A4CD-9AF70086F4B3}"/>
                    </a:ext>
                  </a:extLst>
                </p14:cNvPr>
                <p14:cNvContentPartPr/>
                <p14:nvPr/>
              </p14:nvContentPartPr>
              <p14:xfrm>
                <a:off x="1855172" y="4051934"/>
                <a:ext cx="10440" cy="1425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F094C62-BBA4-93A7-A4CD-9AF70086F4B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850852" y="4047614"/>
                  <a:ext cx="19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4940045-12B0-7865-7E80-F6F18CD6E873}"/>
                    </a:ext>
                  </a:extLst>
                </p14:cNvPr>
                <p14:cNvContentPartPr/>
                <p14:nvPr/>
              </p14:nvContentPartPr>
              <p14:xfrm>
                <a:off x="2069012" y="4033214"/>
                <a:ext cx="162720" cy="1195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4940045-12B0-7865-7E80-F6F18CD6E87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064692" y="4028894"/>
                  <a:ext cx="1713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5864412-A077-44FB-C4EC-0F36FACFD89C}"/>
                    </a:ext>
                  </a:extLst>
                </p14:cNvPr>
                <p14:cNvContentPartPr/>
                <p14:nvPr/>
              </p14:nvContentPartPr>
              <p14:xfrm>
                <a:off x="2248652" y="4032854"/>
                <a:ext cx="137880" cy="1288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5864412-A077-44FB-C4EC-0F36FACFD89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244332" y="4028534"/>
                  <a:ext cx="146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2E522C6-DEF0-F88C-CC3B-607DC082159F}"/>
                    </a:ext>
                  </a:extLst>
                </p14:cNvPr>
                <p14:cNvContentPartPr/>
                <p14:nvPr/>
              </p14:nvContentPartPr>
              <p14:xfrm>
                <a:off x="2498492" y="4005854"/>
                <a:ext cx="110880" cy="1116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2E522C6-DEF0-F88C-CC3B-607DC082159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494172" y="4001534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6E79CC2-6DF4-3F11-30F3-B20A6AA018DA}"/>
                    </a:ext>
                  </a:extLst>
                </p14:cNvPr>
                <p14:cNvContentPartPr/>
                <p14:nvPr/>
              </p14:nvContentPartPr>
              <p14:xfrm>
                <a:off x="2678492" y="4019534"/>
                <a:ext cx="135720" cy="1051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6E79CC2-6DF4-3F11-30F3-B20A6AA018D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674172" y="4015214"/>
                  <a:ext cx="144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0DCEF1A-EA0D-EA9D-A392-78CAAD8C02DE}"/>
                    </a:ext>
                  </a:extLst>
                </p14:cNvPr>
                <p14:cNvContentPartPr/>
                <p14:nvPr/>
              </p14:nvContentPartPr>
              <p14:xfrm>
                <a:off x="2958212" y="4039334"/>
                <a:ext cx="205560" cy="39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0DCEF1A-EA0D-EA9D-A392-78CAAD8C02D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953892" y="4035014"/>
                  <a:ext cx="214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C5434E0-5A93-0B74-9822-602F2AA1167E}"/>
                    </a:ext>
                  </a:extLst>
                </p14:cNvPr>
                <p14:cNvContentPartPr/>
                <p14:nvPr/>
              </p14:nvContentPartPr>
              <p14:xfrm>
                <a:off x="3065492" y="3997934"/>
                <a:ext cx="45360" cy="1785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C5434E0-5A93-0B74-9822-602F2AA1167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061172" y="3993614"/>
                  <a:ext cx="54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89F8229-31D9-DF87-AFA7-0C57AFDF278F}"/>
                    </a:ext>
                  </a:extLst>
                </p14:cNvPr>
                <p14:cNvContentPartPr/>
                <p14:nvPr/>
              </p14:nvContentPartPr>
              <p14:xfrm>
                <a:off x="3332612" y="4014494"/>
                <a:ext cx="198720" cy="1544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89F8229-31D9-DF87-AFA7-0C57AFDF27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328292" y="4010174"/>
                  <a:ext cx="207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1F2904D-178D-1424-E4A2-0A09EA3AA467}"/>
                    </a:ext>
                  </a:extLst>
                </p14:cNvPr>
                <p14:cNvContentPartPr/>
                <p14:nvPr/>
              </p14:nvContentPartPr>
              <p14:xfrm>
                <a:off x="3574532" y="3996494"/>
                <a:ext cx="262800" cy="1116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1F2904D-178D-1424-E4A2-0A09EA3AA46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570212" y="3992174"/>
                  <a:ext cx="271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76B0807-41B3-2CF9-E81A-595CB3A1841C}"/>
                    </a:ext>
                  </a:extLst>
                </p14:cNvPr>
                <p14:cNvContentPartPr/>
                <p14:nvPr/>
              </p14:nvContentPartPr>
              <p14:xfrm>
                <a:off x="3812492" y="3818654"/>
                <a:ext cx="33480" cy="2412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76B0807-41B3-2CF9-E81A-595CB3A1841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808172" y="3814334"/>
                  <a:ext cx="42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308678B-E32E-DE7A-F8E9-4495AB919D40}"/>
                    </a:ext>
                  </a:extLst>
                </p14:cNvPr>
                <p14:cNvContentPartPr/>
                <p14:nvPr/>
              </p14:nvContentPartPr>
              <p14:xfrm>
                <a:off x="3791972" y="3925574"/>
                <a:ext cx="150120" cy="205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308678B-E32E-DE7A-F8E9-4495AB919D4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787652" y="3921254"/>
                  <a:ext cx="158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292CCEC-6EDE-5749-28CF-651E5FEE3A20}"/>
                    </a:ext>
                  </a:extLst>
                </p14:cNvPr>
                <p14:cNvContentPartPr/>
                <p14:nvPr/>
              </p14:nvContentPartPr>
              <p14:xfrm>
                <a:off x="3953252" y="3981734"/>
                <a:ext cx="289440" cy="997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292CCEC-6EDE-5749-28CF-651E5FEE3A2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948932" y="3977414"/>
                  <a:ext cx="298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D0B0CBA-B49C-20E6-8564-46F9F70425D6}"/>
                    </a:ext>
                  </a:extLst>
                </p14:cNvPr>
                <p14:cNvContentPartPr/>
                <p14:nvPr/>
              </p14:nvContentPartPr>
              <p14:xfrm>
                <a:off x="4293812" y="3863654"/>
                <a:ext cx="10080" cy="2145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D0B0CBA-B49C-20E6-8564-46F9F70425D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289492" y="3859334"/>
                  <a:ext cx="18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21B490F-56CE-1737-506B-AAFA6FD508FB}"/>
                    </a:ext>
                  </a:extLst>
                </p14:cNvPr>
                <p14:cNvContentPartPr/>
                <p14:nvPr/>
              </p14:nvContentPartPr>
              <p14:xfrm>
                <a:off x="4258172" y="3961574"/>
                <a:ext cx="241560" cy="100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21B490F-56CE-1737-506B-AAFA6FD508F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253852" y="3957254"/>
                  <a:ext cx="250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70E5A74-CE05-0B43-6F42-349522133B1D}"/>
                    </a:ext>
                  </a:extLst>
                </p14:cNvPr>
                <p14:cNvContentPartPr/>
                <p14:nvPr/>
              </p14:nvContentPartPr>
              <p14:xfrm>
                <a:off x="4491092" y="3981014"/>
                <a:ext cx="152640" cy="176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70E5A74-CE05-0B43-6F42-349522133B1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486772" y="3976694"/>
                  <a:ext cx="161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A46910D-AEB2-980B-BDE9-160D230765A9}"/>
                    </a:ext>
                  </a:extLst>
                </p14:cNvPr>
                <p14:cNvContentPartPr/>
                <p14:nvPr/>
              </p14:nvContentPartPr>
              <p14:xfrm>
                <a:off x="4544372" y="3917294"/>
                <a:ext cx="45720" cy="1695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A46910D-AEB2-980B-BDE9-160D230765A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540052" y="3912974"/>
                  <a:ext cx="54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65EFEE6-E787-5656-8178-7612F3C2D1B5}"/>
                    </a:ext>
                  </a:extLst>
                </p14:cNvPr>
                <p14:cNvContentPartPr/>
                <p14:nvPr/>
              </p14:nvContentPartPr>
              <p14:xfrm>
                <a:off x="4934612" y="3756014"/>
                <a:ext cx="507960" cy="2880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65EFEE6-E787-5656-8178-7612F3C2D1B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930292" y="3751694"/>
                  <a:ext cx="5166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0748190-DD7F-0829-4603-AA4F110CD2BE}"/>
                    </a:ext>
                  </a:extLst>
                </p14:cNvPr>
                <p14:cNvContentPartPr/>
                <p14:nvPr/>
              </p14:nvContentPartPr>
              <p14:xfrm>
                <a:off x="5369492" y="3702374"/>
                <a:ext cx="180000" cy="2703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0748190-DD7F-0829-4603-AA4F110CD2B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365172" y="3698054"/>
                  <a:ext cx="1886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15DCDB3-8ED4-C56F-6567-F326AAAC4056}"/>
                    </a:ext>
                  </a:extLst>
                </p14:cNvPr>
                <p14:cNvContentPartPr/>
                <p14:nvPr/>
              </p14:nvContentPartPr>
              <p14:xfrm>
                <a:off x="5217212" y="3781574"/>
                <a:ext cx="232560" cy="381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15DCDB3-8ED4-C56F-6567-F326AAAC405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212892" y="3777254"/>
                  <a:ext cx="241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81B58BD-B5DF-756E-E7C2-8AF4C34B9F86}"/>
                    </a:ext>
                  </a:extLst>
                </p14:cNvPr>
                <p14:cNvContentPartPr/>
                <p14:nvPr/>
              </p14:nvContentPartPr>
              <p14:xfrm>
                <a:off x="5710412" y="3827654"/>
                <a:ext cx="222840" cy="1555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81B58BD-B5DF-756E-E7C2-8AF4C34B9F8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706092" y="3823334"/>
                  <a:ext cx="231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E344754-336A-8F21-04D3-CBDCCB9269A7}"/>
                    </a:ext>
                  </a:extLst>
                </p14:cNvPr>
                <p14:cNvContentPartPr/>
                <p14:nvPr/>
              </p14:nvContentPartPr>
              <p14:xfrm>
                <a:off x="5970332" y="3863654"/>
                <a:ext cx="41760" cy="925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E344754-336A-8F21-04D3-CBDCCB9269A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966012" y="3859334"/>
                  <a:ext cx="50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5D96112-4912-4E2E-61B0-A44F18CFBE87}"/>
                    </a:ext>
                  </a:extLst>
                </p14:cNvPr>
                <p14:cNvContentPartPr/>
                <p14:nvPr/>
              </p14:nvContentPartPr>
              <p14:xfrm>
                <a:off x="5996972" y="3818654"/>
                <a:ext cx="18720" cy="468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5D96112-4912-4E2E-61B0-A44F18CFBE8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992652" y="3814334"/>
                  <a:ext cx="27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CA9835C-3D5C-C659-072A-DF67AF3ADADA}"/>
                    </a:ext>
                  </a:extLst>
                </p14:cNvPr>
                <p14:cNvContentPartPr/>
                <p14:nvPr/>
              </p14:nvContentPartPr>
              <p14:xfrm>
                <a:off x="258212" y="4418054"/>
                <a:ext cx="262080" cy="2260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CA9835C-3D5C-C659-072A-DF67AF3ADAD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53892" y="4413734"/>
                  <a:ext cx="2707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073515C-B5F9-5D0D-E92F-3605E1482450}"/>
                    </a:ext>
                  </a:extLst>
                </p14:cNvPr>
                <p14:cNvContentPartPr/>
                <p14:nvPr/>
              </p14:nvContentPartPr>
              <p14:xfrm>
                <a:off x="486092" y="4580774"/>
                <a:ext cx="196200" cy="2102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073515C-B5F9-5D0D-E92F-3605E1482450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81772" y="4576454"/>
                  <a:ext cx="204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4DB680B-FFB0-A035-32D6-47C8F7017C19}"/>
                    </a:ext>
                  </a:extLst>
                </p14:cNvPr>
                <p14:cNvContentPartPr/>
                <p14:nvPr/>
              </p14:nvContentPartPr>
              <p14:xfrm>
                <a:off x="913772" y="4473134"/>
                <a:ext cx="18720" cy="2682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4DB680B-FFB0-A035-32D6-47C8F7017C19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09452" y="4468814"/>
                  <a:ext cx="273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3D261E0-3346-D0C1-2812-BA66DAAF1DE0}"/>
                    </a:ext>
                  </a:extLst>
                </p14:cNvPr>
                <p14:cNvContentPartPr/>
                <p14:nvPr/>
              </p14:nvContentPartPr>
              <p14:xfrm>
                <a:off x="863012" y="4469174"/>
                <a:ext cx="335520" cy="2210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3D261E0-3346-D0C1-2812-BA66DAAF1DE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58692" y="4464854"/>
                  <a:ext cx="3441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DA4C054-0577-DA87-55C7-7A2108227948}"/>
                    </a:ext>
                  </a:extLst>
                </p14:cNvPr>
                <p14:cNvContentPartPr/>
                <p14:nvPr/>
              </p14:nvContentPartPr>
              <p14:xfrm>
                <a:off x="1245332" y="4491134"/>
                <a:ext cx="137160" cy="1904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DA4C054-0577-DA87-55C7-7A210822794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241012" y="4486814"/>
                  <a:ext cx="145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6A84430-ED30-B9C1-FD45-6D6E84901E9A}"/>
                    </a:ext>
                  </a:extLst>
                </p14:cNvPr>
                <p14:cNvContentPartPr/>
                <p14:nvPr/>
              </p14:nvContentPartPr>
              <p14:xfrm>
                <a:off x="1281692" y="4562774"/>
                <a:ext cx="193320" cy="1022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6A84430-ED30-B9C1-FD45-6D6E84901E9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277372" y="4558454"/>
                  <a:ext cx="2019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040ED96-D4E9-DE4A-C809-D2EB1987C53D}"/>
                    </a:ext>
                  </a:extLst>
                </p14:cNvPr>
                <p14:cNvContentPartPr/>
                <p14:nvPr/>
              </p14:nvContentPartPr>
              <p14:xfrm>
                <a:off x="1550612" y="4535414"/>
                <a:ext cx="214560" cy="187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040ED96-D4E9-DE4A-C809-D2EB1987C53D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546292" y="4531094"/>
                  <a:ext cx="223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88E708C-BAED-2E9B-2300-ED04E99784EB}"/>
                    </a:ext>
                  </a:extLst>
                </p14:cNvPr>
                <p14:cNvContentPartPr/>
                <p14:nvPr/>
              </p14:nvContentPartPr>
              <p14:xfrm>
                <a:off x="1909172" y="4464134"/>
                <a:ext cx="10800" cy="2145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88E708C-BAED-2E9B-2300-ED04E99784E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904852" y="4459814"/>
                  <a:ext cx="194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8D94E48-0C84-02FD-1A83-6526D59F53A3}"/>
                    </a:ext>
                  </a:extLst>
                </p14:cNvPr>
                <p14:cNvContentPartPr/>
                <p14:nvPr/>
              </p14:nvContentPartPr>
              <p14:xfrm>
                <a:off x="1954172" y="4509494"/>
                <a:ext cx="142200" cy="1443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8D94E48-0C84-02FD-1A83-6526D59F53A3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949852" y="4505174"/>
                  <a:ext cx="150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AAAD74B-40B2-8AB5-7660-AE9FE319BF57}"/>
                    </a:ext>
                  </a:extLst>
                </p14:cNvPr>
                <p14:cNvContentPartPr/>
                <p14:nvPr/>
              </p14:nvContentPartPr>
              <p14:xfrm>
                <a:off x="2178092" y="4507694"/>
                <a:ext cx="790200" cy="1202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AAAD74B-40B2-8AB5-7660-AE9FE319BF5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173772" y="4503374"/>
                  <a:ext cx="798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5E07D40-C22E-90F6-0FDF-42D11E26FA40}"/>
                    </a:ext>
                  </a:extLst>
                </p14:cNvPr>
                <p14:cNvContentPartPr/>
                <p14:nvPr/>
              </p14:nvContentPartPr>
              <p14:xfrm>
                <a:off x="3038852" y="4473134"/>
                <a:ext cx="3960" cy="3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5E07D40-C22E-90F6-0FDF-42D11E26FA4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034532" y="4468814"/>
                  <a:ext cx="12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D2985CC-65F1-1238-7742-E10F3A218EF1}"/>
                    </a:ext>
                  </a:extLst>
                </p14:cNvPr>
                <p14:cNvContentPartPr/>
                <p14:nvPr/>
              </p14:nvContentPartPr>
              <p14:xfrm>
                <a:off x="3011852" y="4553774"/>
                <a:ext cx="360" cy="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D2985CC-65F1-1238-7742-E10F3A218EF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07532" y="454945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A23DBFB-ADD8-0FED-5AC9-731D35649D74}"/>
                    </a:ext>
                  </a:extLst>
                </p14:cNvPr>
                <p14:cNvContentPartPr/>
                <p14:nvPr/>
              </p14:nvContentPartPr>
              <p14:xfrm>
                <a:off x="3245132" y="4436774"/>
                <a:ext cx="572760" cy="1098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A23DBFB-ADD8-0FED-5AC9-731D35649D74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240812" y="4432454"/>
                  <a:ext cx="5814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1242463-7C5D-F6F3-A970-3180D4BFAF2C}"/>
                    </a:ext>
                  </a:extLst>
                </p14:cNvPr>
                <p14:cNvContentPartPr/>
                <p14:nvPr/>
              </p14:nvContentPartPr>
              <p14:xfrm>
                <a:off x="3881612" y="4311854"/>
                <a:ext cx="324000" cy="216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1242463-7C5D-F6F3-A970-3180D4BFAF2C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877292" y="4307534"/>
                  <a:ext cx="332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878D226-5B50-9425-A70D-4969E50E7565}"/>
                    </a:ext>
                  </a:extLst>
                </p14:cNvPr>
                <p14:cNvContentPartPr/>
                <p14:nvPr/>
              </p14:nvContentPartPr>
              <p14:xfrm>
                <a:off x="4220732" y="4418414"/>
                <a:ext cx="117360" cy="1018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878D226-5B50-9425-A70D-4969E50E7565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4216412" y="4414094"/>
                  <a:ext cx="126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8D014FE-3014-6098-8B19-1B76D7555421}"/>
                    </a:ext>
                  </a:extLst>
                </p14:cNvPr>
                <p14:cNvContentPartPr/>
                <p14:nvPr/>
              </p14:nvContentPartPr>
              <p14:xfrm>
                <a:off x="4356812" y="4284854"/>
                <a:ext cx="27000" cy="1879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8D014FE-3014-6098-8B19-1B76D7555421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4352492" y="4280534"/>
                  <a:ext cx="356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B2FBF35-BA62-7F2A-6E18-0BAE973FD63A}"/>
                    </a:ext>
                  </a:extLst>
                </p14:cNvPr>
                <p14:cNvContentPartPr/>
                <p14:nvPr/>
              </p14:nvContentPartPr>
              <p14:xfrm>
                <a:off x="4571012" y="4215374"/>
                <a:ext cx="679680" cy="2872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B2FBF35-BA62-7F2A-6E18-0BAE973FD63A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4566692" y="4211054"/>
                  <a:ext cx="6883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176B99E-A38F-577E-0ED9-FC7E96F3838F}"/>
                    </a:ext>
                  </a:extLst>
                </p14:cNvPr>
                <p14:cNvContentPartPr/>
                <p14:nvPr/>
              </p14:nvContentPartPr>
              <p14:xfrm>
                <a:off x="5019932" y="4224734"/>
                <a:ext cx="43920" cy="428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176B99E-A38F-577E-0ED9-FC7E96F3838F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015612" y="4220414"/>
                  <a:ext cx="52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214C577-982F-A7C6-B9DF-A5D527B6486C}"/>
                    </a:ext>
                  </a:extLst>
                </p14:cNvPr>
                <p14:cNvContentPartPr/>
                <p14:nvPr/>
              </p14:nvContentPartPr>
              <p14:xfrm>
                <a:off x="4948292" y="4244174"/>
                <a:ext cx="155160" cy="561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214C577-982F-A7C6-B9DF-A5D527B6486C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4943972" y="4239854"/>
                  <a:ext cx="163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7949F98-AFC6-89B4-D3C9-33CE7A9169AD}"/>
                    </a:ext>
                  </a:extLst>
                </p14:cNvPr>
                <p14:cNvContentPartPr/>
                <p14:nvPr/>
              </p14:nvContentPartPr>
              <p14:xfrm>
                <a:off x="5093012" y="4204934"/>
                <a:ext cx="90000" cy="806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7949F98-AFC6-89B4-D3C9-33CE7A9169AD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5088692" y="4200614"/>
                  <a:ext cx="98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6D9B9C6-95A5-D439-8571-21A9D45A32CD}"/>
                    </a:ext>
                  </a:extLst>
                </p14:cNvPr>
                <p14:cNvContentPartPr/>
                <p14:nvPr/>
              </p14:nvContentPartPr>
              <p14:xfrm>
                <a:off x="411932" y="4865174"/>
                <a:ext cx="159120" cy="1803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6D9B9C6-95A5-D439-8571-21A9D45A32CD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407612" y="4860854"/>
                  <a:ext cx="167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31A29CFB-824E-8B86-BEE5-FB93C0150B43}"/>
                    </a:ext>
                  </a:extLst>
                </p14:cNvPr>
                <p14:cNvContentPartPr/>
                <p14:nvPr/>
              </p14:nvContentPartPr>
              <p14:xfrm>
                <a:off x="539372" y="5064974"/>
                <a:ext cx="129600" cy="1065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31A29CFB-824E-8B86-BEE5-FB93C0150B43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535052" y="5060654"/>
                  <a:ext cx="138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9D10D4C9-1F94-0CDE-4A4D-83891B151CA9}"/>
                    </a:ext>
                  </a:extLst>
                </p14:cNvPr>
                <p14:cNvContentPartPr/>
                <p14:nvPr/>
              </p14:nvContentPartPr>
              <p14:xfrm>
                <a:off x="905132" y="4901534"/>
                <a:ext cx="153000" cy="2163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9D10D4C9-1F94-0CDE-4A4D-83891B151CA9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00812" y="4897214"/>
                  <a:ext cx="161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1491B7B-497F-B499-A268-B36803068FB5}"/>
                    </a:ext>
                  </a:extLst>
                </p14:cNvPr>
                <p14:cNvContentPartPr/>
                <p14:nvPr/>
              </p14:nvContentPartPr>
              <p14:xfrm>
                <a:off x="914132" y="5127254"/>
                <a:ext cx="375840" cy="111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1491B7B-497F-B499-A268-B36803068FB5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09812" y="5122934"/>
                  <a:ext cx="3844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CAF8BC3-44A3-DFAC-8B8C-C17D9B1953D0}"/>
                    </a:ext>
                  </a:extLst>
                </p14:cNvPr>
                <p14:cNvContentPartPr/>
                <p14:nvPr/>
              </p14:nvContentPartPr>
              <p14:xfrm>
                <a:off x="1306172" y="5001254"/>
                <a:ext cx="234360" cy="1364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CAF8BC3-44A3-DFAC-8B8C-C17D9B1953D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301852" y="4996934"/>
                  <a:ext cx="243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1A53681-5329-F9B9-7913-B261AE109A37}"/>
                    </a:ext>
                  </a:extLst>
                </p14:cNvPr>
                <p14:cNvContentPartPr/>
                <p14:nvPr/>
              </p14:nvContentPartPr>
              <p14:xfrm>
                <a:off x="1557452" y="5019614"/>
                <a:ext cx="92520" cy="921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1A53681-5329-F9B9-7913-B261AE109A3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553132" y="5015294"/>
                  <a:ext cx="1011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9A54FC3-B905-3A50-BFBD-10430A90E6A5}"/>
                    </a:ext>
                  </a:extLst>
                </p14:cNvPr>
                <p14:cNvContentPartPr/>
                <p14:nvPr/>
              </p14:nvContentPartPr>
              <p14:xfrm>
                <a:off x="1667252" y="4867694"/>
                <a:ext cx="72720" cy="2138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9A54FC3-B905-3A50-BFBD-10430A90E6A5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662932" y="4863374"/>
                  <a:ext cx="81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C331C07-D7E7-14EE-BA18-0AD956F2F1F8}"/>
                    </a:ext>
                  </a:extLst>
                </p14:cNvPr>
                <p14:cNvContentPartPr/>
                <p14:nvPr/>
              </p14:nvContentPartPr>
              <p14:xfrm>
                <a:off x="1792892" y="5010974"/>
                <a:ext cx="133920" cy="3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C331C07-D7E7-14EE-BA18-0AD956F2F1F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788572" y="5006654"/>
                  <a:ext cx="142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713B571-EA25-937B-E563-1563B1DE6EFF}"/>
                    </a:ext>
                  </a:extLst>
                </p14:cNvPr>
                <p14:cNvContentPartPr/>
                <p14:nvPr/>
              </p14:nvContentPartPr>
              <p14:xfrm>
                <a:off x="1864532" y="4957334"/>
                <a:ext cx="88560" cy="1800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713B571-EA25-937B-E563-1563B1DE6EFF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860212" y="4953014"/>
                  <a:ext cx="97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266D694B-0F06-ACF5-9C46-42DF2D267C36}"/>
                    </a:ext>
                  </a:extLst>
                </p14:cNvPr>
                <p14:cNvContentPartPr/>
                <p14:nvPr/>
              </p14:nvContentPartPr>
              <p14:xfrm>
                <a:off x="2214092" y="4796054"/>
                <a:ext cx="306720" cy="2872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266D694B-0F06-ACF5-9C46-42DF2D267C3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209772" y="4791734"/>
                  <a:ext cx="315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D0174C8F-D3DE-5709-B1BF-1CD15EA064E5}"/>
                    </a:ext>
                  </a:extLst>
                </p14:cNvPr>
                <p14:cNvContentPartPr/>
                <p14:nvPr/>
              </p14:nvContentPartPr>
              <p14:xfrm>
                <a:off x="2492012" y="4948334"/>
                <a:ext cx="112680" cy="1436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D0174C8F-D3DE-5709-B1BF-1CD15EA064E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487692" y="4944014"/>
                  <a:ext cx="121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4476FBA-0358-7473-DA56-62CA42E88230}"/>
                    </a:ext>
                  </a:extLst>
                </p14:cNvPr>
                <p14:cNvContentPartPr/>
                <p14:nvPr/>
              </p14:nvContentPartPr>
              <p14:xfrm>
                <a:off x="2671292" y="4840694"/>
                <a:ext cx="168840" cy="2088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4476FBA-0358-7473-DA56-62CA42E8823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666972" y="4836374"/>
                  <a:ext cx="177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645DD33-8D5E-456E-A3EC-88DC39B3CE3E}"/>
                    </a:ext>
                  </a:extLst>
                </p14:cNvPr>
                <p14:cNvContentPartPr/>
                <p14:nvPr/>
              </p14:nvContentPartPr>
              <p14:xfrm>
                <a:off x="3038852" y="4912334"/>
                <a:ext cx="360" cy="1159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645DD33-8D5E-456E-A3EC-88DC39B3CE3E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034532" y="4908014"/>
                  <a:ext cx="9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E8339A8-DB0A-2558-7E4F-4671554490AD}"/>
                    </a:ext>
                  </a:extLst>
                </p14:cNvPr>
                <p14:cNvContentPartPr/>
                <p14:nvPr/>
              </p14:nvContentPartPr>
              <p14:xfrm>
                <a:off x="3038852" y="4831694"/>
                <a:ext cx="360" cy="3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E8339A8-DB0A-2558-7E4F-4671554490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4532" y="482737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F72F9D6A-672F-AE3E-706B-4C9CB33878D6}"/>
                    </a:ext>
                  </a:extLst>
                </p14:cNvPr>
                <p14:cNvContentPartPr/>
                <p14:nvPr/>
              </p14:nvContentPartPr>
              <p14:xfrm>
                <a:off x="3140012" y="4787054"/>
                <a:ext cx="25920" cy="2260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F72F9D6A-672F-AE3E-706B-4C9CB33878D6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3135692" y="4782734"/>
                  <a:ext cx="345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D3CCD17-CFA4-79F2-6018-8F8B34E17026}"/>
                    </a:ext>
                  </a:extLst>
                </p14:cNvPr>
                <p14:cNvContentPartPr/>
                <p14:nvPr/>
              </p14:nvContentPartPr>
              <p14:xfrm>
                <a:off x="3074852" y="4902974"/>
                <a:ext cx="468720" cy="1087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D3CCD17-CFA4-79F2-6018-8F8B34E17026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3070532" y="4898654"/>
                  <a:ext cx="477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9B74E24-AD5D-B6AB-9805-B7C74843CE5F}"/>
                    </a:ext>
                  </a:extLst>
                </p14:cNvPr>
                <p14:cNvContentPartPr/>
                <p14:nvPr/>
              </p14:nvContentPartPr>
              <p14:xfrm>
                <a:off x="3792692" y="4857614"/>
                <a:ext cx="191880" cy="1105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9B74E24-AD5D-B6AB-9805-B7C74843CE5F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3788372" y="4853294"/>
                  <a:ext cx="2005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69165E0-AA00-6FEF-B732-739C11CC5EC8}"/>
                    </a:ext>
                  </a:extLst>
                </p14:cNvPr>
                <p14:cNvContentPartPr/>
                <p14:nvPr/>
              </p14:nvContentPartPr>
              <p14:xfrm>
                <a:off x="3996092" y="4858694"/>
                <a:ext cx="81720" cy="1004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69165E0-AA00-6FEF-B732-739C11CC5EC8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3991772" y="4854374"/>
                  <a:ext cx="90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23FDBE14-A88E-730E-0DBC-6442F7865811}"/>
                    </a:ext>
                  </a:extLst>
                </p14:cNvPr>
                <p14:cNvContentPartPr/>
                <p14:nvPr/>
              </p14:nvContentPartPr>
              <p14:xfrm>
                <a:off x="4121372" y="4859054"/>
                <a:ext cx="191880" cy="910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23FDBE14-A88E-730E-0DBC-6442F7865811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4117052" y="4854734"/>
                  <a:ext cx="200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92C2E6D0-088D-4359-8DFE-12CC2DC2859B}"/>
                    </a:ext>
                  </a:extLst>
                </p14:cNvPr>
                <p14:cNvContentPartPr/>
                <p14:nvPr/>
              </p14:nvContentPartPr>
              <p14:xfrm>
                <a:off x="4347812" y="4858694"/>
                <a:ext cx="413280" cy="723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92C2E6D0-088D-4359-8DFE-12CC2DC2859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4343492" y="4854374"/>
                  <a:ext cx="421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0125F5A1-141B-5161-27BB-9117C3CCC43F}"/>
                    </a:ext>
                  </a:extLst>
                </p14:cNvPr>
                <p14:cNvContentPartPr/>
                <p14:nvPr/>
              </p14:nvContentPartPr>
              <p14:xfrm>
                <a:off x="4769012" y="4724054"/>
                <a:ext cx="43920" cy="199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0125F5A1-141B-5161-27BB-9117C3CCC43F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764692" y="4719734"/>
                  <a:ext cx="525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0641F751-A2DE-A71D-5BBB-071346D6AE8F}"/>
                    </a:ext>
                  </a:extLst>
                </p14:cNvPr>
                <p14:cNvContentPartPr/>
                <p14:nvPr/>
              </p14:nvContentPartPr>
              <p14:xfrm>
                <a:off x="4706372" y="4822334"/>
                <a:ext cx="178200" cy="367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0641F751-A2DE-A71D-5BBB-071346D6AE8F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4702052" y="4818014"/>
                  <a:ext cx="186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A5D56F9F-2364-B64A-EF48-BEA6771BA3EF}"/>
                    </a:ext>
                  </a:extLst>
                </p14:cNvPr>
                <p14:cNvContentPartPr/>
                <p14:nvPr/>
              </p14:nvContentPartPr>
              <p14:xfrm>
                <a:off x="5370572" y="4275854"/>
                <a:ext cx="600120" cy="6728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A5D56F9F-2364-B64A-EF48-BEA6771BA3EF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5366252" y="4271534"/>
                  <a:ext cx="608760" cy="68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9D90673D-BA4A-34A3-694B-B2EA3893093F}"/>
              </a:ext>
            </a:extLst>
          </p:cNvPr>
          <p:cNvGrpSpPr/>
          <p:nvPr/>
        </p:nvGrpSpPr>
        <p:grpSpPr>
          <a:xfrm>
            <a:off x="6328892" y="4178654"/>
            <a:ext cx="2853000" cy="350640"/>
            <a:chOff x="6328892" y="4178654"/>
            <a:chExt cx="285300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1C2D5CB-C43F-D7F7-29DD-F74B03E766D5}"/>
                    </a:ext>
                  </a:extLst>
                </p14:cNvPr>
                <p14:cNvContentPartPr/>
                <p14:nvPr/>
              </p14:nvContentPartPr>
              <p14:xfrm>
                <a:off x="6328892" y="4255694"/>
                <a:ext cx="162360" cy="2728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1C2D5CB-C43F-D7F7-29DD-F74B03E766D5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6324572" y="4251374"/>
                  <a:ext cx="171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CB82B730-E8EB-DBEA-E5B5-2BB3212C6116}"/>
                    </a:ext>
                  </a:extLst>
                </p14:cNvPr>
                <p14:cNvContentPartPr/>
                <p14:nvPr/>
              </p14:nvContentPartPr>
              <p14:xfrm>
                <a:off x="6337892" y="4518134"/>
                <a:ext cx="349200" cy="93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CB82B730-E8EB-DBEA-E5B5-2BB3212C6116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6333572" y="4513814"/>
                  <a:ext cx="357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A87698C2-BE60-90AB-05BD-E04CF8D6AB0C}"/>
                    </a:ext>
                  </a:extLst>
                </p14:cNvPr>
                <p14:cNvContentPartPr/>
                <p14:nvPr/>
              </p14:nvContentPartPr>
              <p14:xfrm>
                <a:off x="6777092" y="4374494"/>
                <a:ext cx="9720" cy="1537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A87698C2-BE60-90AB-05BD-E04CF8D6AB0C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6772772" y="4370174"/>
                  <a:ext cx="183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E52C59D5-C097-B27C-871E-6686FA40D932}"/>
                    </a:ext>
                  </a:extLst>
                </p14:cNvPr>
                <p14:cNvContentPartPr/>
                <p14:nvPr/>
              </p14:nvContentPartPr>
              <p14:xfrm>
                <a:off x="6786092" y="4266854"/>
                <a:ext cx="7560" cy="93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E52C59D5-C097-B27C-871E-6686FA40D932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6781772" y="4262534"/>
                  <a:ext cx="16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09060616-9A34-5DF0-3A0D-5E77263718AE}"/>
                    </a:ext>
                  </a:extLst>
                </p14:cNvPr>
                <p14:cNvContentPartPr/>
                <p14:nvPr/>
              </p14:nvContentPartPr>
              <p14:xfrm>
                <a:off x="6859892" y="4240214"/>
                <a:ext cx="53640" cy="2887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09060616-9A34-5DF0-3A0D-5E77263718AE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6855572" y="4235894"/>
                  <a:ext cx="622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C8EFA57E-A8CE-A484-57A9-6BEFF9B02B67}"/>
                    </a:ext>
                  </a:extLst>
                </p14:cNvPr>
                <p14:cNvContentPartPr/>
                <p14:nvPr/>
              </p14:nvContentPartPr>
              <p14:xfrm>
                <a:off x="6822092" y="4346774"/>
                <a:ext cx="616320" cy="1825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C8EFA57E-A8CE-A484-57A9-6BEFF9B02B67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6817772" y="4342454"/>
                  <a:ext cx="624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E63AA1AB-870F-5A61-545B-81AC400C4420}"/>
                    </a:ext>
                  </a:extLst>
                </p14:cNvPr>
                <p14:cNvContentPartPr/>
                <p14:nvPr/>
              </p14:nvContentPartPr>
              <p14:xfrm>
                <a:off x="7592852" y="4382774"/>
                <a:ext cx="232560" cy="100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E63AA1AB-870F-5A61-545B-81AC400C4420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7588532" y="4378454"/>
                  <a:ext cx="241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5FB73743-DDE9-ADD1-BFA1-A9F046A575F1}"/>
                    </a:ext>
                  </a:extLst>
                </p14:cNvPr>
                <p14:cNvContentPartPr/>
                <p14:nvPr/>
              </p14:nvContentPartPr>
              <p14:xfrm>
                <a:off x="7709492" y="4446494"/>
                <a:ext cx="214560" cy="3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5FB73743-DDE9-ADD1-BFA1-A9F046A575F1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7705172" y="4441814"/>
                  <a:ext cx="223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45611E1D-5A28-BE0B-8440-CBB0616D4A30}"/>
                    </a:ext>
                  </a:extLst>
                </p14:cNvPr>
                <p14:cNvContentPartPr/>
                <p14:nvPr/>
              </p14:nvContentPartPr>
              <p14:xfrm>
                <a:off x="8095052" y="4194494"/>
                <a:ext cx="282600" cy="2347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45611E1D-5A28-BE0B-8440-CBB0616D4A30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8090732" y="4190174"/>
                  <a:ext cx="291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963F8D15-1E4E-192F-A609-99A94533C37D}"/>
                    </a:ext>
                  </a:extLst>
                </p14:cNvPr>
                <p14:cNvContentPartPr/>
                <p14:nvPr/>
              </p14:nvContentPartPr>
              <p14:xfrm>
                <a:off x="8576372" y="4178654"/>
                <a:ext cx="84240" cy="24264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963F8D15-1E4E-192F-A609-99A94533C37D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8572052" y="4174334"/>
                  <a:ext cx="928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CE05106-15EA-0F25-C869-B7AE0209C69E}"/>
                    </a:ext>
                  </a:extLst>
                </p14:cNvPr>
                <p14:cNvContentPartPr/>
                <p14:nvPr/>
              </p14:nvContentPartPr>
              <p14:xfrm>
                <a:off x="8760332" y="4240214"/>
                <a:ext cx="34920" cy="1537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CE05106-15EA-0F25-C869-B7AE0209C69E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8756012" y="4235894"/>
                  <a:ext cx="43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CC11C38D-C2AD-E760-3F35-D75E8CDE766F}"/>
                    </a:ext>
                  </a:extLst>
                </p14:cNvPr>
                <p14:cNvContentPartPr/>
                <p14:nvPr/>
              </p14:nvContentPartPr>
              <p14:xfrm>
                <a:off x="8722532" y="4211414"/>
                <a:ext cx="140400" cy="3960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CC11C38D-C2AD-E760-3F35-D75E8CDE766F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8718212" y="4207094"/>
                  <a:ext cx="149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8C103A55-B8AA-A940-C5B1-50D833595DAA}"/>
                    </a:ext>
                  </a:extLst>
                </p14:cNvPr>
                <p14:cNvContentPartPr/>
                <p14:nvPr/>
              </p14:nvContentPartPr>
              <p14:xfrm>
                <a:off x="8698052" y="4374494"/>
                <a:ext cx="177120" cy="550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8C103A55-B8AA-A940-C5B1-50D833595DAA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8693732" y="4370174"/>
                  <a:ext cx="185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F85CC2CB-71C7-FC5E-ABC6-5DB7411904D1}"/>
                    </a:ext>
                  </a:extLst>
                </p14:cNvPr>
                <p14:cNvContentPartPr/>
                <p14:nvPr/>
              </p14:nvContentPartPr>
              <p14:xfrm>
                <a:off x="8777252" y="4213214"/>
                <a:ext cx="404640" cy="23436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F85CC2CB-71C7-FC5E-ABC6-5DB7411904D1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8772932" y="4208894"/>
                  <a:ext cx="413280" cy="24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773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7662E00-6CFE-0903-D210-693D86161A9A}"/>
              </a:ext>
            </a:extLst>
          </p:cNvPr>
          <p:cNvGrpSpPr/>
          <p:nvPr/>
        </p:nvGrpSpPr>
        <p:grpSpPr>
          <a:xfrm>
            <a:off x="60572" y="69614"/>
            <a:ext cx="1331280" cy="236880"/>
            <a:chOff x="60572" y="69614"/>
            <a:chExt cx="133128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5026651-0321-7F5C-3ACF-4E8F6B9D70F5}"/>
                    </a:ext>
                  </a:extLst>
                </p14:cNvPr>
                <p14:cNvContentPartPr/>
                <p14:nvPr/>
              </p14:nvContentPartPr>
              <p14:xfrm>
                <a:off x="60572" y="69614"/>
                <a:ext cx="216360" cy="228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5026651-0321-7F5C-3ACF-4E8F6B9D70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252" y="65294"/>
                  <a:ext cx="225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6693D73-B4D3-41B8-330D-D2A1E2279F1B}"/>
                    </a:ext>
                  </a:extLst>
                </p14:cNvPr>
                <p14:cNvContentPartPr/>
                <p14:nvPr/>
              </p14:nvContentPartPr>
              <p14:xfrm>
                <a:off x="311852" y="118574"/>
                <a:ext cx="100440" cy="187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6693D73-B4D3-41B8-330D-D2A1E2279F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7532" y="114254"/>
                  <a:ext cx="109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401BF93-A57F-7592-DD3A-494D8D0C0D1B}"/>
                    </a:ext>
                  </a:extLst>
                </p14:cNvPr>
                <p14:cNvContentPartPr/>
                <p14:nvPr/>
              </p14:nvContentPartPr>
              <p14:xfrm>
                <a:off x="304652" y="197054"/>
                <a:ext cx="219960" cy="100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401BF93-A57F-7592-DD3A-494D8D0C0D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0332" y="192734"/>
                  <a:ext cx="228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5C1BBBF-68C6-3915-F33E-17E91E545F0E}"/>
                    </a:ext>
                  </a:extLst>
                </p14:cNvPr>
                <p14:cNvContentPartPr/>
                <p14:nvPr/>
              </p14:nvContentPartPr>
              <p14:xfrm>
                <a:off x="519932" y="169694"/>
                <a:ext cx="178200" cy="18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5C1BBBF-68C6-3915-F33E-17E91E545F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5612" y="165374"/>
                  <a:ext cx="186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B463496-C2A1-4080-8559-73279EFBF9C0}"/>
                    </a:ext>
                  </a:extLst>
                </p14:cNvPr>
                <p14:cNvContentPartPr/>
                <p14:nvPr/>
              </p14:nvContentPartPr>
              <p14:xfrm>
                <a:off x="739532" y="89414"/>
                <a:ext cx="82440" cy="190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B463496-C2A1-4080-8559-73279EFBF9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5212" y="85094"/>
                  <a:ext cx="910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D00F8C6-1748-DCE2-7813-2321C9DC9398}"/>
                    </a:ext>
                  </a:extLst>
                </p14:cNvPr>
                <p14:cNvContentPartPr/>
                <p14:nvPr/>
              </p14:nvContentPartPr>
              <p14:xfrm>
                <a:off x="950132" y="116414"/>
                <a:ext cx="18720" cy="153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D00F8C6-1748-DCE2-7813-2321C9DC93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5812" y="112094"/>
                  <a:ext cx="27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402C985-DE7C-FA27-D694-D8BE5A6390EF}"/>
                    </a:ext>
                  </a:extLst>
                </p14:cNvPr>
                <p14:cNvContentPartPr/>
                <p14:nvPr/>
              </p14:nvContentPartPr>
              <p14:xfrm>
                <a:off x="860492" y="89054"/>
                <a:ext cx="205920" cy="27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402C985-DE7C-FA27-D694-D8BE5A6390E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6172" y="84734"/>
                  <a:ext cx="214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69F8541-FB96-9C1F-6ACE-D11CAA60F3EB}"/>
                    </a:ext>
                  </a:extLst>
                </p14:cNvPr>
                <p14:cNvContentPartPr/>
                <p14:nvPr/>
              </p14:nvContentPartPr>
              <p14:xfrm>
                <a:off x="878492" y="259694"/>
                <a:ext cx="202320" cy="45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69F8541-FB96-9C1F-6ACE-D11CAA60F3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4172" y="255374"/>
                  <a:ext cx="210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6BA89C-40F4-7B3F-1AFC-DB495A67898B}"/>
                    </a:ext>
                  </a:extLst>
                </p14:cNvPr>
                <p14:cNvContentPartPr/>
                <p14:nvPr/>
              </p14:nvContentPartPr>
              <p14:xfrm>
                <a:off x="1184132" y="115334"/>
                <a:ext cx="207720" cy="189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6BA89C-40F4-7B3F-1AFC-DB495A67898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79812" y="111014"/>
                  <a:ext cx="21636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03643CC-CC93-6288-D80C-35FE17C8F1CC}"/>
              </a:ext>
            </a:extLst>
          </p:cNvPr>
          <p:cNvGrpSpPr/>
          <p:nvPr/>
        </p:nvGrpSpPr>
        <p:grpSpPr>
          <a:xfrm>
            <a:off x="71372" y="510254"/>
            <a:ext cx="251280" cy="349200"/>
            <a:chOff x="71372" y="510254"/>
            <a:chExt cx="25128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2A9F926-E4A8-6054-1DC6-ABDF7A41B223}"/>
                    </a:ext>
                  </a:extLst>
                </p14:cNvPr>
                <p14:cNvContentPartPr/>
                <p14:nvPr/>
              </p14:nvContentPartPr>
              <p14:xfrm>
                <a:off x="137612" y="537614"/>
                <a:ext cx="33120" cy="262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2A9F926-E4A8-6054-1DC6-ABDF7A41B22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3292" y="533294"/>
                  <a:ext cx="41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30120D-FE12-5A78-70C0-78D7F8D9DB6A}"/>
                    </a:ext>
                  </a:extLst>
                </p14:cNvPr>
                <p14:cNvContentPartPr/>
                <p14:nvPr/>
              </p14:nvContentPartPr>
              <p14:xfrm>
                <a:off x="71372" y="510254"/>
                <a:ext cx="219600" cy="38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30120D-FE12-5A78-70C0-78D7F8D9DB6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052" y="505934"/>
                  <a:ext cx="228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23EE289-5046-93E3-3105-234466F504BE}"/>
                    </a:ext>
                  </a:extLst>
                </p14:cNvPr>
                <p14:cNvContentPartPr/>
                <p14:nvPr/>
              </p14:nvContentPartPr>
              <p14:xfrm>
                <a:off x="98012" y="531854"/>
                <a:ext cx="92160" cy="247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23EE289-5046-93E3-3105-234466F504B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692" y="527534"/>
                  <a:ext cx="1008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5D5DD1-7D25-7996-E090-2CCFAD9E73B4}"/>
                    </a:ext>
                  </a:extLst>
                </p14:cNvPr>
                <p14:cNvContentPartPr/>
                <p14:nvPr/>
              </p14:nvContentPartPr>
              <p14:xfrm>
                <a:off x="251012" y="734894"/>
                <a:ext cx="71640" cy="124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5D5DD1-7D25-7996-E090-2CCFAD9E73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6332" y="730574"/>
                  <a:ext cx="8028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C9016D6-ACDE-1FBF-EB8F-ED5457FF60A8}"/>
              </a:ext>
            </a:extLst>
          </p:cNvPr>
          <p:cNvGrpSpPr/>
          <p:nvPr/>
        </p:nvGrpSpPr>
        <p:grpSpPr>
          <a:xfrm>
            <a:off x="528572" y="536894"/>
            <a:ext cx="2410200" cy="258120"/>
            <a:chOff x="528572" y="536894"/>
            <a:chExt cx="241020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2CF9D9-29AC-0184-6527-7EC09BF1BFCE}"/>
                    </a:ext>
                  </a:extLst>
                </p14:cNvPr>
                <p14:cNvContentPartPr/>
                <p14:nvPr/>
              </p14:nvContentPartPr>
              <p14:xfrm>
                <a:off x="645212" y="564614"/>
                <a:ext cx="37800" cy="217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2CF9D9-29AC-0184-6527-7EC09BF1BF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0892" y="560294"/>
                  <a:ext cx="46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AD7557-31EB-9C23-3EBD-2B979EFB197C}"/>
                    </a:ext>
                  </a:extLst>
                </p14:cNvPr>
                <p14:cNvContentPartPr/>
                <p14:nvPr/>
              </p14:nvContentPartPr>
              <p14:xfrm>
                <a:off x="555572" y="545534"/>
                <a:ext cx="250560" cy="19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AD7557-31EB-9C23-3EBD-2B979EFB197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1252" y="541214"/>
                  <a:ext cx="259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59672A-A596-532C-6CCB-73BE66AC46AE}"/>
                    </a:ext>
                  </a:extLst>
                </p14:cNvPr>
                <p14:cNvContentPartPr/>
                <p14:nvPr/>
              </p14:nvContentPartPr>
              <p14:xfrm>
                <a:off x="528572" y="761894"/>
                <a:ext cx="286200" cy="28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59672A-A596-532C-6CCB-73BE66AC46A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252" y="757574"/>
                  <a:ext cx="294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EB23AF9-16B5-E526-959A-580E95ED1114}"/>
                    </a:ext>
                  </a:extLst>
                </p14:cNvPr>
                <p14:cNvContentPartPr/>
                <p14:nvPr/>
              </p14:nvContentPartPr>
              <p14:xfrm>
                <a:off x="877412" y="564614"/>
                <a:ext cx="38520" cy="230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EB23AF9-16B5-E526-959A-580E95ED111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3092" y="560294"/>
                  <a:ext cx="47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A980F6-AC3A-0890-2222-3EBA2C5F2FA7}"/>
                    </a:ext>
                  </a:extLst>
                </p14:cNvPr>
                <p14:cNvContentPartPr/>
                <p14:nvPr/>
              </p14:nvContentPartPr>
              <p14:xfrm>
                <a:off x="788852" y="629414"/>
                <a:ext cx="561960" cy="123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A980F6-AC3A-0890-2222-3EBA2C5F2FA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4532" y="625094"/>
                  <a:ext cx="570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EF8F765-37A3-63D3-4356-878C1842E59B}"/>
                    </a:ext>
                  </a:extLst>
                </p14:cNvPr>
                <p14:cNvContentPartPr/>
                <p14:nvPr/>
              </p14:nvContentPartPr>
              <p14:xfrm>
                <a:off x="1505972" y="582614"/>
                <a:ext cx="45720" cy="144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EF8F765-37A3-63D3-4356-878C1842E59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01652" y="578294"/>
                  <a:ext cx="543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FBA55DE-E6F5-D69F-3423-8C9E680517AA}"/>
                    </a:ext>
                  </a:extLst>
                </p14:cNvPr>
                <p14:cNvContentPartPr/>
                <p14:nvPr/>
              </p14:nvContentPartPr>
              <p14:xfrm>
                <a:off x="1514972" y="581894"/>
                <a:ext cx="142920" cy="18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FBA55DE-E6F5-D69F-3423-8C9E680517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10652" y="577574"/>
                  <a:ext cx="151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EBE22A2-9F1F-2909-6240-5C7FC8D469BA}"/>
                    </a:ext>
                  </a:extLst>
                </p14:cNvPr>
                <p14:cNvContentPartPr/>
                <p14:nvPr/>
              </p14:nvContentPartPr>
              <p14:xfrm>
                <a:off x="1541612" y="654254"/>
                <a:ext cx="152280" cy="26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EBE22A2-9F1F-2909-6240-5C7FC8D469B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37292" y="649934"/>
                  <a:ext cx="160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A7017E-3BAC-9A3D-8FBF-B7E98D425FF9}"/>
                    </a:ext>
                  </a:extLst>
                </p14:cNvPr>
                <p14:cNvContentPartPr/>
                <p14:nvPr/>
              </p14:nvContentPartPr>
              <p14:xfrm>
                <a:off x="1568612" y="721214"/>
                <a:ext cx="179640" cy="14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A7017E-3BAC-9A3D-8FBF-B7E98D425F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64292" y="716894"/>
                  <a:ext cx="188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139454-5BCE-F1A8-90F0-8577CD2FB1A8}"/>
                    </a:ext>
                  </a:extLst>
                </p14:cNvPr>
                <p14:cNvContentPartPr/>
                <p14:nvPr/>
              </p14:nvContentPartPr>
              <p14:xfrm>
                <a:off x="1801892" y="636254"/>
                <a:ext cx="188280" cy="91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139454-5BCE-F1A8-90F0-8577CD2FB1A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97572" y="631934"/>
                  <a:ext cx="196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BC10BA6-146A-68AE-8875-CAECAA1C3F86}"/>
                    </a:ext>
                  </a:extLst>
                </p14:cNvPr>
                <p14:cNvContentPartPr/>
                <p14:nvPr/>
              </p14:nvContentPartPr>
              <p14:xfrm>
                <a:off x="2061812" y="643094"/>
                <a:ext cx="42480" cy="66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BC10BA6-146A-68AE-8875-CAECAA1C3F8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57492" y="638774"/>
                  <a:ext cx="511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8A27DD4-333A-E584-78A9-0D8975A4B9B7}"/>
                    </a:ext>
                  </a:extLst>
                </p14:cNvPr>
                <p14:cNvContentPartPr/>
                <p14:nvPr/>
              </p14:nvContentPartPr>
              <p14:xfrm>
                <a:off x="2211932" y="617894"/>
                <a:ext cx="129960" cy="119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8A27DD4-333A-E584-78A9-0D8975A4B9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07612" y="613574"/>
                  <a:ext cx="138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E785B77-4AC2-1BEC-5D7E-8DE2783FF9D4}"/>
                    </a:ext>
                  </a:extLst>
                </p14:cNvPr>
                <p14:cNvContentPartPr/>
                <p14:nvPr/>
              </p14:nvContentPartPr>
              <p14:xfrm>
                <a:off x="2427212" y="536894"/>
                <a:ext cx="511560" cy="195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E785B77-4AC2-1BEC-5D7E-8DE2783FF9D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22892" y="532574"/>
                  <a:ext cx="52020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3E80DB4-C260-930A-C49F-51BFBE89C2DE}"/>
              </a:ext>
            </a:extLst>
          </p:cNvPr>
          <p:cNvGrpSpPr/>
          <p:nvPr/>
        </p:nvGrpSpPr>
        <p:grpSpPr>
          <a:xfrm>
            <a:off x="3029852" y="564614"/>
            <a:ext cx="241560" cy="187200"/>
            <a:chOff x="3029852" y="564614"/>
            <a:chExt cx="241560" cy="18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8C605D-567F-6A2B-3D45-919274915CA2}"/>
                    </a:ext>
                  </a:extLst>
                </p14:cNvPr>
                <p14:cNvContentPartPr/>
                <p14:nvPr/>
              </p14:nvContentPartPr>
              <p14:xfrm>
                <a:off x="3029852" y="645254"/>
                <a:ext cx="2415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8C605D-567F-6A2B-3D45-919274915C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25532" y="640934"/>
                  <a:ext cx="250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D28D32-7851-4E17-9D1E-D7C9DF691141}"/>
                    </a:ext>
                  </a:extLst>
                </p14:cNvPr>
                <p14:cNvContentPartPr/>
                <p14:nvPr/>
              </p14:nvContentPartPr>
              <p14:xfrm>
                <a:off x="3217772" y="564614"/>
                <a:ext cx="28440" cy="187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5D28D32-7851-4E17-9D1E-D7C9DF69114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13452" y="560294"/>
                  <a:ext cx="3708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C070EDF-89DF-CF27-6F4C-8416F17FEF3B}"/>
              </a:ext>
            </a:extLst>
          </p:cNvPr>
          <p:cNvGrpSpPr/>
          <p:nvPr/>
        </p:nvGrpSpPr>
        <p:grpSpPr>
          <a:xfrm>
            <a:off x="3556532" y="367334"/>
            <a:ext cx="5695560" cy="512280"/>
            <a:chOff x="3556532" y="367334"/>
            <a:chExt cx="5695560" cy="51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AE9E55-8400-9986-DD3C-010887A2CF6B}"/>
                    </a:ext>
                  </a:extLst>
                </p14:cNvPr>
                <p14:cNvContentPartPr/>
                <p14:nvPr/>
              </p14:nvContentPartPr>
              <p14:xfrm>
                <a:off x="3556532" y="545534"/>
                <a:ext cx="182160" cy="334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AE9E55-8400-9986-DD3C-010887A2CF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52212" y="541214"/>
                  <a:ext cx="1908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D89E30B-236E-F0EA-1CC0-FC9658BCD268}"/>
                    </a:ext>
                  </a:extLst>
                </p14:cNvPr>
                <p14:cNvContentPartPr/>
                <p14:nvPr/>
              </p14:nvContentPartPr>
              <p14:xfrm>
                <a:off x="3809252" y="546614"/>
                <a:ext cx="543600" cy="325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D89E30B-236E-F0EA-1CC0-FC9658BCD2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04932" y="542294"/>
                  <a:ext cx="5522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6540A24-8F0C-E996-9C81-3BDA1E56A245}"/>
                    </a:ext>
                  </a:extLst>
                </p14:cNvPr>
                <p14:cNvContentPartPr/>
                <p14:nvPr/>
              </p14:nvContentPartPr>
              <p14:xfrm>
                <a:off x="4482092" y="555614"/>
                <a:ext cx="18720" cy="99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6540A24-8F0C-E996-9C81-3BDA1E56A24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77772" y="551294"/>
                  <a:ext cx="27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14951C-A8A9-2673-0256-F4D2B13CBC44}"/>
                    </a:ext>
                  </a:extLst>
                </p14:cNvPr>
                <p14:cNvContentPartPr/>
                <p14:nvPr/>
              </p14:nvContentPartPr>
              <p14:xfrm>
                <a:off x="4518092" y="454814"/>
                <a:ext cx="5760" cy="4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14951C-A8A9-2673-0256-F4D2B13CBC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13772" y="450494"/>
                  <a:ext cx="144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96BDBFA-0745-8B1C-9661-B6055FFB472C}"/>
                    </a:ext>
                  </a:extLst>
                </p14:cNvPr>
                <p14:cNvContentPartPr/>
                <p14:nvPr/>
              </p14:nvContentPartPr>
              <p14:xfrm>
                <a:off x="4569572" y="465974"/>
                <a:ext cx="556560" cy="216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96BDBFA-0745-8B1C-9661-B6055FFB47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65252" y="461654"/>
                  <a:ext cx="565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E351D24-66BF-8FDD-956A-766D2624A4B7}"/>
                    </a:ext>
                  </a:extLst>
                </p14:cNvPr>
                <p14:cNvContentPartPr/>
                <p14:nvPr/>
              </p14:nvContentPartPr>
              <p14:xfrm>
                <a:off x="5288852" y="537614"/>
                <a:ext cx="305280" cy="141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E351D24-66BF-8FDD-956A-766D2624A4B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84532" y="533294"/>
                  <a:ext cx="313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7C9EAE6-4322-E164-C82F-63E7FE0BAE1D}"/>
                    </a:ext>
                  </a:extLst>
                </p14:cNvPr>
                <p14:cNvContentPartPr/>
                <p14:nvPr/>
              </p14:nvContentPartPr>
              <p14:xfrm>
                <a:off x="5608892" y="450494"/>
                <a:ext cx="210960" cy="329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7C9EAE6-4322-E164-C82F-63E7FE0BAE1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04572" y="446174"/>
                  <a:ext cx="2196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3549640-2F58-BFA3-0833-02E95C80F7F1}"/>
                    </a:ext>
                  </a:extLst>
                </p14:cNvPr>
                <p14:cNvContentPartPr/>
                <p14:nvPr/>
              </p14:nvContentPartPr>
              <p14:xfrm>
                <a:off x="5844692" y="474974"/>
                <a:ext cx="227880" cy="15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3549640-2F58-BFA3-0833-02E95C80F7F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40372" y="470654"/>
                  <a:ext cx="236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B9ABB3D-9DBB-5351-BC23-4E2E596A385A}"/>
                    </a:ext>
                  </a:extLst>
                </p14:cNvPr>
                <p14:cNvContentPartPr/>
                <p14:nvPr/>
              </p14:nvContentPartPr>
              <p14:xfrm>
                <a:off x="6139892" y="446534"/>
                <a:ext cx="325440" cy="201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B9ABB3D-9DBB-5351-BC23-4E2E596A385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35572" y="442214"/>
                  <a:ext cx="3340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83AE0CE-2265-A15D-E773-8A3492AFAF07}"/>
                    </a:ext>
                  </a:extLst>
                </p14:cNvPr>
                <p14:cNvContentPartPr/>
                <p14:nvPr/>
              </p14:nvContentPartPr>
              <p14:xfrm>
                <a:off x="6319892" y="564614"/>
                <a:ext cx="279360" cy="43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83AE0CE-2265-A15D-E773-8A3492AFAF0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15572" y="560294"/>
                  <a:ext cx="288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FCC12FA-5045-2A0D-1EC8-3191BE56A907}"/>
                    </a:ext>
                  </a:extLst>
                </p14:cNvPr>
                <p14:cNvContentPartPr/>
                <p14:nvPr/>
              </p14:nvContentPartPr>
              <p14:xfrm>
                <a:off x="6364892" y="618254"/>
                <a:ext cx="267840" cy="36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FCC12FA-5045-2A0D-1EC8-3191BE56A90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60572" y="613934"/>
                  <a:ext cx="276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3FAAD3A-ED0B-EDE0-5CC3-8353125D872B}"/>
                    </a:ext>
                  </a:extLst>
                </p14:cNvPr>
                <p14:cNvContentPartPr/>
                <p14:nvPr/>
              </p14:nvContentPartPr>
              <p14:xfrm>
                <a:off x="6723452" y="537254"/>
                <a:ext cx="151560" cy="10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3FAAD3A-ED0B-EDE0-5CC3-8353125D872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19132" y="532934"/>
                  <a:ext cx="160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5D42B0-F07B-FCAD-D3F7-75B3E7BAC6F3}"/>
                    </a:ext>
                  </a:extLst>
                </p14:cNvPr>
                <p14:cNvContentPartPr/>
                <p14:nvPr/>
              </p14:nvContentPartPr>
              <p14:xfrm>
                <a:off x="6804092" y="483974"/>
                <a:ext cx="36720" cy="169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5D42B0-F07B-FCAD-D3F7-75B3E7BAC6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99772" y="479654"/>
                  <a:ext cx="45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9499E56-E3E7-ED78-685B-FE280C301104}"/>
                    </a:ext>
                  </a:extLst>
                </p14:cNvPr>
                <p14:cNvContentPartPr/>
                <p14:nvPr/>
              </p14:nvContentPartPr>
              <p14:xfrm>
                <a:off x="7044212" y="454814"/>
                <a:ext cx="594360" cy="151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9499E56-E3E7-ED78-685B-FE280C30110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39892" y="450494"/>
                  <a:ext cx="6030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D9619D2-8A8F-5D9D-9B6E-EDB82B3061C1}"/>
                    </a:ext>
                  </a:extLst>
                </p14:cNvPr>
                <p14:cNvContentPartPr/>
                <p14:nvPr/>
              </p14:nvContentPartPr>
              <p14:xfrm>
                <a:off x="7628492" y="367334"/>
                <a:ext cx="34920" cy="225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D9619D2-8A8F-5D9D-9B6E-EDB82B3061C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24172" y="363014"/>
                  <a:ext cx="43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5711A63-1274-4189-075C-9F06C261288C}"/>
                    </a:ext>
                  </a:extLst>
                </p14:cNvPr>
                <p14:cNvContentPartPr/>
                <p14:nvPr/>
              </p14:nvContentPartPr>
              <p14:xfrm>
                <a:off x="7619852" y="459494"/>
                <a:ext cx="395640" cy="124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5711A63-1274-4189-075C-9F06C261288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15532" y="455174"/>
                  <a:ext cx="4042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59C92F4-918A-56B7-0812-4ED8095EC761}"/>
                    </a:ext>
                  </a:extLst>
                </p14:cNvPr>
                <p14:cNvContentPartPr/>
                <p14:nvPr/>
              </p14:nvContentPartPr>
              <p14:xfrm>
                <a:off x="8014412" y="412334"/>
                <a:ext cx="44640" cy="163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59C92F4-918A-56B7-0812-4ED8095EC76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010092" y="408014"/>
                  <a:ext cx="53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7C8EE60-ACEB-CD5E-FD0C-429CD038875E}"/>
                    </a:ext>
                  </a:extLst>
                </p14:cNvPr>
                <p14:cNvContentPartPr/>
                <p14:nvPr/>
              </p14:nvContentPartPr>
              <p14:xfrm>
                <a:off x="7960412" y="429254"/>
                <a:ext cx="200160" cy="46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7C8EE60-ACEB-CD5E-FD0C-429CD038875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956092" y="424934"/>
                  <a:ext cx="208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6F25C1B-5C7F-6D90-2AD8-BBA44D7FF18A}"/>
                    </a:ext>
                  </a:extLst>
                </p14:cNvPr>
                <p14:cNvContentPartPr/>
                <p14:nvPr/>
              </p14:nvContentPartPr>
              <p14:xfrm>
                <a:off x="8139692" y="492974"/>
                <a:ext cx="12492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6F25C1B-5C7F-6D90-2AD8-BBA44D7FF1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35372" y="488654"/>
                  <a:ext cx="133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483F5C-8768-C5B2-5E39-179BA24310EE}"/>
                    </a:ext>
                  </a:extLst>
                </p14:cNvPr>
                <p14:cNvContentPartPr/>
                <p14:nvPr/>
              </p14:nvContentPartPr>
              <p14:xfrm>
                <a:off x="8193692" y="429974"/>
                <a:ext cx="106560" cy="171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483F5C-8768-C5B2-5E39-179BA24310E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89372" y="425654"/>
                  <a:ext cx="115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9426FB2-17F6-423F-7015-D93C4C323DAB}"/>
                    </a:ext>
                  </a:extLst>
                </p14:cNvPr>
                <p14:cNvContentPartPr/>
                <p14:nvPr/>
              </p14:nvContentPartPr>
              <p14:xfrm>
                <a:off x="8533172" y="473534"/>
                <a:ext cx="208080" cy="296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9426FB2-17F6-423F-7015-D93C4C323DA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28852" y="469214"/>
                  <a:ext cx="2167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D6CB85-EE38-31CA-9068-AB96BABFBEBB}"/>
                    </a:ext>
                  </a:extLst>
                </p14:cNvPr>
                <p14:cNvContentPartPr/>
                <p14:nvPr/>
              </p14:nvContentPartPr>
              <p14:xfrm>
                <a:off x="8774732" y="464174"/>
                <a:ext cx="477360" cy="370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ED6CB85-EE38-31CA-9068-AB96BABFBEB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70412" y="459854"/>
                  <a:ext cx="48600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4543129-5DD2-51BD-5225-F765AED1A5BF}"/>
              </a:ext>
            </a:extLst>
          </p:cNvPr>
          <p:cNvGrpSpPr/>
          <p:nvPr/>
        </p:nvGrpSpPr>
        <p:grpSpPr>
          <a:xfrm>
            <a:off x="119972" y="1137734"/>
            <a:ext cx="345960" cy="340200"/>
            <a:chOff x="119972" y="1137734"/>
            <a:chExt cx="34596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D94D9AD-AC95-7975-BBAF-D09F5384128D}"/>
                    </a:ext>
                  </a:extLst>
                </p14:cNvPr>
                <p14:cNvContentPartPr/>
                <p14:nvPr/>
              </p14:nvContentPartPr>
              <p14:xfrm>
                <a:off x="119972" y="1137734"/>
                <a:ext cx="309960" cy="189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D94D9AD-AC95-7975-BBAF-D09F5384128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5652" y="1133414"/>
                  <a:ext cx="318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1A206C2-8CF8-4B2E-BDF3-0B905DADFB92}"/>
                    </a:ext>
                  </a:extLst>
                </p14:cNvPr>
                <p14:cNvContentPartPr/>
                <p14:nvPr/>
              </p14:nvContentPartPr>
              <p14:xfrm>
                <a:off x="216092" y="1308734"/>
                <a:ext cx="249840" cy="169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1A206C2-8CF8-4B2E-BDF3-0B905DADFB9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1772" y="1304414"/>
                  <a:ext cx="25848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8956976-67EF-6A57-5CD2-8ECE285B17B4}"/>
              </a:ext>
            </a:extLst>
          </p:cNvPr>
          <p:cNvGrpSpPr/>
          <p:nvPr/>
        </p:nvGrpSpPr>
        <p:grpSpPr>
          <a:xfrm>
            <a:off x="710372" y="1083374"/>
            <a:ext cx="1323720" cy="258480"/>
            <a:chOff x="710372" y="1083374"/>
            <a:chExt cx="132372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717C87-3021-883A-0089-5603AC6AF85B}"/>
                    </a:ext>
                  </a:extLst>
                </p14:cNvPr>
                <p14:cNvContentPartPr/>
                <p14:nvPr/>
              </p14:nvContentPartPr>
              <p14:xfrm>
                <a:off x="768692" y="1102454"/>
                <a:ext cx="20160" cy="239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717C87-3021-883A-0089-5603AC6AF85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4372" y="1098134"/>
                  <a:ext cx="288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F8B653E-215C-D375-7A8C-05E985044CF9}"/>
                    </a:ext>
                  </a:extLst>
                </p14:cNvPr>
                <p14:cNvContentPartPr/>
                <p14:nvPr/>
              </p14:nvContentPartPr>
              <p14:xfrm>
                <a:off x="710372" y="1107494"/>
                <a:ext cx="261000" cy="207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F8B653E-215C-D375-7A8C-05E985044CF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6052" y="1103174"/>
                  <a:ext cx="269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7583E13-46D4-5280-2D7E-63EA89A1ADB0}"/>
                    </a:ext>
                  </a:extLst>
                </p14:cNvPr>
                <p14:cNvContentPartPr/>
                <p14:nvPr/>
              </p14:nvContentPartPr>
              <p14:xfrm>
                <a:off x="976052" y="1129094"/>
                <a:ext cx="143280" cy="181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7583E13-46D4-5280-2D7E-63EA89A1ADB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732" y="1124774"/>
                  <a:ext cx="151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E21D8D1-F2CD-A67E-EF68-873961913CCC}"/>
                    </a:ext>
                  </a:extLst>
                </p14:cNvPr>
                <p14:cNvContentPartPr/>
                <p14:nvPr/>
              </p14:nvContentPartPr>
              <p14:xfrm>
                <a:off x="985772" y="1210094"/>
                <a:ext cx="217800" cy="82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E21D8D1-F2CD-A67E-EF68-873961913CC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1452" y="1205774"/>
                  <a:ext cx="226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056AE15-A39B-480E-91B4-11A796E2470C}"/>
                    </a:ext>
                  </a:extLst>
                </p14:cNvPr>
                <p14:cNvContentPartPr/>
                <p14:nvPr/>
              </p14:nvContentPartPr>
              <p14:xfrm>
                <a:off x="1228052" y="1182734"/>
                <a:ext cx="241560" cy="9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056AE15-A39B-480E-91B4-11A796E2470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23732" y="1178414"/>
                  <a:ext cx="2502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B935F03-44B4-1ED8-8A6C-B84AD9E9BB58}"/>
                    </a:ext>
                  </a:extLst>
                </p14:cNvPr>
                <p14:cNvContentPartPr/>
                <p14:nvPr/>
              </p14:nvContentPartPr>
              <p14:xfrm>
                <a:off x="1469972" y="1103894"/>
                <a:ext cx="180000" cy="150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B935F03-44B4-1ED8-8A6C-B84AD9E9BB5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65652" y="1099574"/>
                  <a:ext cx="188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9C5179C-E475-FAFC-5ADB-3D3225CA8470}"/>
                    </a:ext>
                  </a:extLst>
                </p14:cNvPr>
                <p14:cNvContentPartPr/>
                <p14:nvPr/>
              </p14:nvContentPartPr>
              <p14:xfrm>
                <a:off x="1703252" y="1083374"/>
                <a:ext cx="330840" cy="164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9C5179C-E475-FAFC-5ADB-3D3225CA847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98932" y="1079054"/>
                  <a:ext cx="339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BB3EE19-F681-F87F-FE7A-08B8EC69B63A}"/>
                    </a:ext>
                  </a:extLst>
                </p14:cNvPr>
                <p14:cNvContentPartPr/>
                <p14:nvPr/>
              </p14:nvContentPartPr>
              <p14:xfrm>
                <a:off x="1864532" y="1210094"/>
                <a:ext cx="160200" cy="18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BB3EE19-F681-F87F-FE7A-08B8EC69B63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60212" y="1205774"/>
                  <a:ext cx="168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6A9D6B0-FADD-8A77-BE4F-5ED9A83F9BCC}"/>
                    </a:ext>
                  </a:extLst>
                </p14:cNvPr>
                <p14:cNvContentPartPr/>
                <p14:nvPr/>
              </p14:nvContentPartPr>
              <p14:xfrm>
                <a:off x="1909172" y="1228094"/>
                <a:ext cx="79920" cy="45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6A9D6B0-FADD-8A77-BE4F-5ED9A83F9BC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04852" y="1223774"/>
                  <a:ext cx="8856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A3EA7B9-54E7-65A6-5D7A-4E5C01DF12A9}"/>
              </a:ext>
            </a:extLst>
          </p:cNvPr>
          <p:cNvGrpSpPr/>
          <p:nvPr/>
        </p:nvGrpSpPr>
        <p:grpSpPr>
          <a:xfrm>
            <a:off x="153452" y="1602854"/>
            <a:ext cx="240120" cy="392040"/>
            <a:chOff x="153452" y="1602854"/>
            <a:chExt cx="240120" cy="3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77244D4-85C9-2885-DFD2-DFFBA87D7A8A}"/>
                    </a:ext>
                  </a:extLst>
                </p14:cNvPr>
                <p14:cNvContentPartPr/>
                <p14:nvPr/>
              </p14:nvContentPartPr>
              <p14:xfrm>
                <a:off x="153452" y="1602854"/>
                <a:ext cx="186480" cy="258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77244D4-85C9-2885-DFD2-DFFBA87D7A8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9132" y="1598534"/>
                  <a:ext cx="195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DF81998-5B7D-95C5-09A3-02F5525DA62F}"/>
                    </a:ext>
                  </a:extLst>
                </p14:cNvPr>
                <p14:cNvContentPartPr/>
                <p14:nvPr/>
              </p14:nvContentPartPr>
              <p14:xfrm>
                <a:off x="277292" y="1855574"/>
                <a:ext cx="116280" cy="139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DF81998-5B7D-95C5-09A3-02F5525DA62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2972" y="1851254"/>
                  <a:ext cx="12492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017FF93-228D-8FA6-8281-D1817C099A01}"/>
              </a:ext>
            </a:extLst>
          </p:cNvPr>
          <p:cNvGrpSpPr/>
          <p:nvPr/>
        </p:nvGrpSpPr>
        <p:grpSpPr>
          <a:xfrm>
            <a:off x="3961892" y="1376774"/>
            <a:ext cx="2789280" cy="417240"/>
            <a:chOff x="3961892" y="1376774"/>
            <a:chExt cx="278928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C53A3E2-66B5-51CA-D07F-B97EC785ACE5}"/>
                    </a:ext>
                  </a:extLst>
                </p14:cNvPr>
                <p14:cNvContentPartPr/>
                <p14:nvPr/>
              </p14:nvContentPartPr>
              <p14:xfrm>
                <a:off x="3961892" y="1425014"/>
                <a:ext cx="99360" cy="369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C53A3E2-66B5-51CA-D07F-B97EC785AC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57572" y="1420694"/>
                  <a:ext cx="1080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F12F0B9-D02C-1E2C-33D6-9727AFF59AD1}"/>
                    </a:ext>
                  </a:extLst>
                </p14:cNvPr>
                <p14:cNvContentPartPr/>
                <p14:nvPr/>
              </p14:nvContentPartPr>
              <p14:xfrm>
                <a:off x="4219652" y="1630934"/>
                <a:ext cx="106200" cy="117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F12F0B9-D02C-1E2C-33D6-9727AFF59AD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15332" y="1626614"/>
                  <a:ext cx="114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D38D3A8-DC4D-5E9B-D3BE-67CB4AECF368}"/>
                    </a:ext>
                  </a:extLst>
                </p14:cNvPr>
                <p14:cNvContentPartPr/>
                <p14:nvPr/>
              </p14:nvContentPartPr>
              <p14:xfrm>
                <a:off x="4302092" y="1452014"/>
                <a:ext cx="29880" cy="275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D38D3A8-DC4D-5E9B-D3BE-67CB4AECF36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97772" y="1447694"/>
                  <a:ext cx="385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D0B1C5C-1C19-18C5-4AD3-48334E670DBC}"/>
                    </a:ext>
                  </a:extLst>
                </p14:cNvPr>
                <p14:cNvContentPartPr/>
                <p14:nvPr/>
              </p14:nvContentPartPr>
              <p14:xfrm>
                <a:off x="4425932" y="1622294"/>
                <a:ext cx="65520" cy="116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D0B1C5C-1C19-18C5-4AD3-48334E670DB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421612" y="1617974"/>
                  <a:ext cx="74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E524AD3-2BE7-6097-AEDC-1825EBFAD6CC}"/>
                    </a:ext>
                  </a:extLst>
                </p14:cNvPr>
                <p14:cNvContentPartPr/>
                <p14:nvPr/>
              </p14:nvContentPartPr>
              <p14:xfrm>
                <a:off x="4641212" y="1417814"/>
                <a:ext cx="433800" cy="304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E524AD3-2BE7-6097-AEDC-1825EBFAD6C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636892" y="1413494"/>
                  <a:ext cx="4424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C9D305A-38A2-7AB8-6798-A406ED1FC034}"/>
                    </a:ext>
                  </a:extLst>
                </p14:cNvPr>
                <p14:cNvContentPartPr/>
                <p14:nvPr/>
              </p14:nvContentPartPr>
              <p14:xfrm>
                <a:off x="4967372" y="1450574"/>
                <a:ext cx="64800" cy="118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C9D305A-38A2-7AB8-6798-A406ED1FC03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63052" y="1446254"/>
                  <a:ext cx="73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B22023D-36C9-4CA7-E0AA-823C2DA13C29}"/>
                    </a:ext>
                  </a:extLst>
                </p14:cNvPr>
                <p14:cNvContentPartPr/>
                <p14:nvPr/>
              </p14:nvContentPartPr>
              <p14:xfrm>
                <a:off x="5260052" y="1576934"/>
                <a:ext cx="90720" cy="111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B22023D-36C9-4CA7-E0AA-823C2DA13C2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55732" y="1572614"/>
                  <a:ext cx="993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1E7A0B8-D096-18C0-F86A-830D224C406E}"/>
                    </a:ext>
                  </a:extLst>
                </p14:cNvPr>
                <p14:cNvContentPartPr/>
                <p14:nvPr/>
              </p14:nvContentPartPr>
              <p14:xfrm>
                <a:off x="5404052" y="1578734"/>
                <a:ext cx="93240" cy="109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1E7A0B8-D096-18C0-F86A-830D224C406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99732" y="1574414"/>
                  <a:ext cx="101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5EDAB3-A05F-5D38-1056-A1D291D7F932}"/>
                    </a:ext>
                  </a:extLst>
                </p14:cNvPr>
                <p14:cNvContentPartPr/>
                <p14:nvPr/>
              </p14:nvContentPartPr>
              <p14:xfrm>
                <a:off x="5405492" y="1376774"/>
                <a:ext cx="148680" cy="120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5EDAB3-A05F-5D38-1056-A1D291D7F93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01172" y="1372454"/>
                  <a:ext cx="157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61E278-DF81-4B05-2B1B-C1C428B1801E}"/>
                    </a:ext>
                  </a:extLst>
                </p14:cNvPr>
                <p14:cNvContentPartPr/>
                <p14:nvPr/>
              </p14:nvContentPartPr>
              <p14:xfrm>
                <a:off x="5674412" y="1486214"/>
                <a:ext cx="141480" cy="201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61E278-DF81-4B05-2B1B-C1C428B1801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70092" y="1481894"/>
                  <a:ext cx="150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F052235-614F-8BA0-83E2-8EB723467C95}"/>
                    </a:ext>
                  </a:extLst>
                </p14:cNvPr>
                <p14:cNvContentPartPr/>
                <p14:nvPr/>
              </p14:nvContentPartPr>
              <p14:xfrm>
                <a:off x="5911652" y="1514654"/>
                <a:ext cx="160920" cy="145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F052235-614F-8BA0-83E2-8EB723467C9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07332" y="1510334"/>
                  <a:ext cx="169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1416A4C-C3E1-4BE0-5BDD-22871158E19E}"/>
                    </a:ext>
                  </a:extLst>
                </p14:cNvPr>
                <p14:cNvContentPartPr/>
                <p14:nvPr/>
              </p14:nvContentPartPr>
              <p14:xfrm>
                <a:off x="6191732" y="1550654"/>
                <a:ext cx="51480" cy="108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1416A4C-C3E1-4BE0-5BDD-22871158E19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87412" y="1546334"/>
                  <a:ext cx="60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4A548E0-EA2D-1033-A6CC-4505ACC84680}"/>
                    </a:ext>
                  </a:extLst>
                </p14:cNvPr>
                <p14:cNvContentPartPr/>
                <p14:nvPr/>
              </p14:nvContentPartPr>
              <p14:xfrm>
                <a:off x="6149612" y="1513934"/>
                <a:ext cx="127440" cy="34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4A548E0-EA2D-1033-A6CC-4505ACC8468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45292" y="1509614"/>
                  <a:ext cx="136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D594D29-67BA-D983-DFD3-B5C4E22A079E}"/>
                    </a:ext>
                  </a:extLst>
                </p14:cNvPr>
                <p14:cNvContentPartPr/>
                <p14:nvPr/>
              </p14:nvContentPartPr>
              <p14:xfrm>
                <a:off x="6113612" y="1661534"/>
                <a:ext cx="218160" cy="33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D594D29-67BA-D983-DFD3-B5C4E22A079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09292" y="1657214"/>
                  <a:ext cx="226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8D6C40C-5141-D9F5-6950-E1E36EF1CB2A}"/>
                    </a:ext>
                  </a:extLst>
                </p14:cNvPr>
                <p14:cNvContentPartPr/>
                <p14:nvPr/>
              </p14:nvContentPartPr>
              <p14:xfrm>
                <a:off x="6382532" y="1488014"/>
                <a:ext cx="170640" cy="186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8D6C40C-5141-D9F5-6950-E1E36EF1CB2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78212" y="1483694"/>
                  <a:ext cx="179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37F00-CC69-0E6A-4F73-84C90BE4286C}"/>
                    </a:ext>
                  </a:extLst>
                </p14:cNvPr>
                <p14:cNvContentPartPr/>
                <p14:nvPr/>
              </p14:nvContentPartPr>
              <p14:xfrm>
                <a:off x="6184892" y="1416374"/>
                <a:ext cx="566280" cy="368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37F00-CC69-0E6A-4F73-84C90BE4286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80572" y="1412054"/>
                  <a:ext cx="57492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F8BE92B-0EE4-8C96-5D02-2BDD8706380B}"/>
              </a:ext>
            </a:extLst>
          </p:cNvPr>
          <p:cNvGrpSpPr/>
          <p:nvPr/>
        </p:nvGrpSpPr>
        <p:grpSpPr>
          <a:xfrm>
            <a:off x="117092" y="2115494"/>
            <a:ext cx="394200" cy="373680"/>
            <a:chOff x="117092" y="2115494"/>
            <a:chExt cx="39420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D395DED-872D-7D86-1C82-FBDF2A624B77}"/>
                    </a:ext>
                  </a:extLst>
                </p14:cNvPr>
                <p14:cNvContentPartPr/>
                <p14:nvPr/>
              </p14:nvContentPartPr>
              <p14:xfrm>
                <a:off x="233732" y="2115494"/>
                <a:ext cx="121680" cy="128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D395DED-872D-7D86-1C82-FBDF2A624B7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9412" y="2111174"/>
                  <a:ext cx="130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4F3E560-5105-5312-B463-7BC3173B31C5}"/>
                    </a:ext>
                  </a:extLst>
                </p14:cNvPr>
                <p14:cNvContentPartPr/>
                <p14:nvPr/>
              </p14:nvContentPartPr>
              <p14:xfrm>
                <a:off x="338492" y="2169134"/>
                <a:ext cx="20880" cy="192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4F3E560-5105-5312-B463-7BC3173B31C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34172" y="2164814"/>
                  <a:ext cx="295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544A478-73F2-EB8C-2FD3-D45CE43E74AA}"/>
                    </a:ext>
                  </a:extLst>
                </p14:cNvPr>
                <p14:cNvContentPartPr/>
                <p14:nvPr/>
              </p14:nvContentPartPr>
              <p14:xfrm>
                <a:off x="117092" y="2285774"/>
                <a:ext cx="394200" cy="203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544A478-73F2-EB8C-2FD3-D45CE43E74A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2772" y="2281454"/>
                  <a:ext cx="40284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7635E5F-25E1-8C7B-747E-E5E64AC30B2F}"/>
              </a:ext>
            </a:extLst>
          </p:cNvPr>
          <p:cNvGrpSpPr/>
          <p:nvPr/>
        </p:nvGrpSpPr>
        <p:grpSpPr>
          <a:xfrm>
            <a:off x="850052" y="1568654"/>
            <a:ext cx="2968920" cy="1064160"/>
            <a:chOff x="850052" y="1568654"/>
            <a:chExt cx="2968920" cy="10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A49D3B6-1F64-8838-469D-8D04AA7DE2C3}"/>
                    </a:ext>
                  </a:extLst>
                </p14:cNvPr>
                <p14:cNvContentPartPr/>
                <p14:nvPr/>
              </p14:nvContentPartPr>
              <p14:xfrm>
                <a:off x="869492" y="1653974"/>
                <a:ext cx="99000" cy="219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A49D3B6-1F64-8838-469D-8D04AA7DE2C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65172" y="1649654"/>
                  <a:ext cx="107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9770D80-7369-1319-52D7-E43BB2A6B7E6}"/>
                    </a:ext>
                  </a:extLst>
                </p14:cNvPr>
                <p14:cNvContentPartPr/>
                <p14:nvPr/>
              </p14:nvContentPartPr>
              <p14:xfrm>
                <a:off x="869492" y="1900214"/>
                <a:ext cx="295200" cy="18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9770D80-7369-1319-52D7-E43BB2A6B7E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5172" y="1895894"/>
                  <a:ext cx="303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76FD73B-7D94-5B1F-1B01-C9B0B9E3325C}"/>
                    </a:ext>
                  </a:extLst>
                </p14:cNvPr>
                <p14:cNvContentPartPr/>
                <p14:nvPr/>
              </p14:nvContentPartPr>
              <p14:xfrm>
                <a:off x="1180892" y="1768094"/>
                <a:ext cx="262080" cy="133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76FD73B-7D94-5B1F-1B01-C9B0B9E3325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6572" y="1763774"/>
                  <a:ext cx="2707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6D06611-3657-B637-66EB-F07CF08310E1}"/>
                    </a:ext>
                  </a:extLst>
                </p14:cNvPr>
                <p14:cNvContentPartPr/>
                <p14:nvPr/>
              </p14:nvContentPartPr>
              <p14:xfrm>
                <a:off x="1460972" y="1783214"/>
                <a:ext cx="334080" cy="140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6D06611-3657-B637-66EB-F07CF08310E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56652" y="1778894"/>
                  <a:ext cx="342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1AFB509-506C-6950-C624-19F1C8E294AF}"/>
                    </a:ext>
                  </a:extLst>
                </p14:cNvPr>
                <p14:cNvContentPartPr/>
                <p14:nvPr/>
              </p14:nvContentPartPr>
              <p14:xfrm>
                <a:off x="1559612" y="1998854"/>
                <a:ext cx="165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AFB509-506C-6950-C624-19F1C8E294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55292" y="1994534"/>
                  <a:ext cx="25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C5A29C0-30D2-1857-436D-21730F1AA6B4}"/>
                    </a:ext>
                  </a:extLst>
                </p14:cNvPr>
                <p14:cNvContentPartPr/>
                <p14:nvPr/>
              </p14:nvContentPartPr>
              <p14:xfrm>
                <a:off x="2016812" y="1766654"/>
                <a:ext cx="97920" cy="26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C5A29C0-30D2-1857-436D-21730F1AA6B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012492" y="1762334"/>
                  <a:ext cx="106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092748D-4ADB-C6DA-18E2-FDEDB2CD5518}"/>
                    </a:ext>
                  </a:extLst>
                </p14:cNvPr>
                <p14:cNvContentPartPr/>
                <p14:nvPr/>
              </p14:nvContentPartPr>
              <p14:xfrm>
                <a:off x="1989812" y="1833254"/>
                <a:ext cx="246960" cy="23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092748D-4ADB-C6DA-18E2-FDEDB2CD551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985492" y="1828934"/>
                  <a:ext cx="255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585669C-CF9E-4824-868E-64F8BC91C247}"/>
                    </a:ext>
                  </a:extLst>
                </p14:cNvPr>
                <p14:cNvContentPartPr/>
                <p14:nvPr/>
              </p14:nvContentPartPr>
              <p14:xfrm>
                <a:off x="2438372" y="1645334"/>
                <a:ext cx="183600" cy="31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585669C-CF9E-4824-868E-64F8BC91C24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34052" y="1641014"/>
                  <a:ext cx="192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94BBBAE-41BF-CC96-F08F-F862EF4AC325}"/>
                    </a:ext>
                  </a:extLst>
                </p14:cNvPr>
                <p14:cNvContentPartPr/>
                <p14:nvPr/>
              </p14:nvContentPartPr>
              <p14:xfrm>
                <a:off x="2454212" y="1658294"/>
                <a:ext cx="131760" cy="207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94BBBAE-41BF-CC96-F08F-F862EF4AC32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49892" y="1653974"/>
                  <a:ext cx="140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F0B58E2-62AF-4D01-7127-0E8BF8C1D502}"/>
                    </a:ext>
                  </a:extLst>
                </p14:cNvPr>
                <p14:cNvContentPartPr/>
                <p14:nvPr/>
              </p14:nvContentPartPr>
              <p14:xfrm>
                <a:off x="2714852" y="1661174"/>
                <a:ext cx="102240" cy="168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F0B58E2-62AF-4D01-7127-0E8BF8C1D50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710532" y="1656854"/>
                  <a:ext cx="110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E575FE5-8871-F9A4-7850-FF50050EA9FD}"/>
                    </a:ext>
                  </a:extLst>
                </p14:cNvPr>
                <p14:cNvContentPartPr/>
                <p14:nvPr/>
              </p14:nvContentPartPr>
              <p14:xfrm>
                <a:off x="3137132" y="1658294"/>
                <a:ext cx="18000" cy="136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E575FE5-8871-F9A4-7850-FF50050EA9F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132812" y="1653974"/>
                  <a:ext cx="26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1D56080-584D-D641-F3BB-D6D40A664024}"/>
                    </a:ext>
                  </a:extLst>
                </p14:cNvPr>
                <p14:cNvContentPartPr/>
                <p14:nvPr/>
              </p14:nvContentPartPr>
              <p14:xfrm>
                <a:off x="3182132" y="1568654"/>
                <a:ext cx="5760" cy="10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1D56080-584D-D641-F3BB-D6D40A66402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77812" y="1564334"/>
                  <a:ext cx="14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EEF854F-0997-FE73-5642-E92AD8131638}"/>
                    </a:ext>
                  </a:extLst>
                </p14:cNvPr>
                <p14:cNvContentPartPr/>
                <p14:nvPr/>
              </p14:nvContentPartPr>
              <p14:xfrm>
                <a:off x="3238652" y="1577654"/>
                <a:ext cx="43200" cy="198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EEF854F-0997-FE73-5642-E92AD813163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34332" y="1573334"/>
                  <a:ext cx="51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DE1A741-9F66-C57F-7030-0B23EF6FDEAB}"/>
                    </a:ext>
                  </a:extLst>
                </p14:cNvPr>
                <p14:cNvContentPartPr/>
                <p14:nvPr/>
              </p14:nvContentPartPr>
              <p14:xfrm>
                <a:off x="3191132" y="1658654"/>
                <a:ext cx="627840" cy="169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DE1A741-9F66-C57F-7030-0B23EF6FDEA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86812" y="1654334"/>
                  <a:ext cx="6364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8ED5C4D-263C-113D-6089-7C4AC986A20B}"/>
                    </a:ext>
                  </a:extLst>
                </p14:cNvPr>
                <p14:cNvContentPartPr/>
                <p14:nvPr/>
              </p14:nvContentPartPr>
              <p14:xfrm>
                <a:off x="850052" y="2169134"/>
                <a:ext cx="315720" cy="209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8ED5C4D-263C-113D-6089-7C4AC986A20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5732" y="2164814"/>
                  <a:ext cx="3243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E032337-5F29-0C7E-2FCF-35BD1848FF6A}"/>
                    </a:ext>
                  </a:extLst>
                </p14:cNvPr>
                <p14:cNvContentPartPr/>
                <p14:nvPr/>
              </p14:nvContentPartPr>
              <p14:xfrm>
                <a:off x="878492" y="2267774"/>
                <a:ext cx="277200" cy="61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E032337-5F29-0C7E-2FCF-35BD1848FF6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4172" y="2263454"/>
                  <a:ext cx="2858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BB47B74-008D-FC98-6926-C85442A0B370}"/>
                    </a:ext>
                  </a:extLst>
                </p14:cNvPr>
                <p14:cNvContentPartPr/>
                <p14:nvPr/>
              </p14:nvContentPartPr>
              <p14:xfrm>
                <a:off x="1147412" y="2195414"/>
                <a:ext cx="538200" cy="146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BB47B74-008D-FC98-6926-C85442A0B37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3092" y="2191094"/>
                  <a:ext cx="546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F67278F-8424-6072-7BDA-56ADE8E23DBB}"/>
                    </a:ext>
                  </a:extLst>
                </p14:cNvPr>
                <p14:cNvContentPartPr/>
                <p14:nvPr/>
              </p14:nvContentPartPr>
              <p14:xfrm>
                <a:off x="1468172" y="1989854"/>
                <a:ext cx="594000" cy="642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F67278F-8424-6072-7BDA-56ADE8E23DB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63852" y="1985534"/>
                  <a:ext cx="60264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2197DBA-166B-F2D5-FCF9-3B206B5F4946}"/>
                    </a:ext>
                  </a:extLst>
                </p14:cNvPr>
                <p14:cNvContentPartPr/>
                <p14:nvPr/>
              </p14:nvContentPartPr>
              <p14:xfrm>
                <a:off x="2264132" y="1998854"/>
                <a:ext cx="30960" cy="1479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2197DBA-166B-F2D5-FCF9-3B206B5F494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59812" y="1994534"/>
                  <a:ext cx="39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7CB65E5-ACDA-8AA1-A4F4-F559769A85A7}"/>
                    </a:ext>
                  </a:extLst>
                </p14:cNvPr>
                <p14:cNvContentPartPr/>
                <p14:nvPr/>
              </p14:nvContentPartPr>
              <p14:xfrm>
                <a:off x="2187092" y="1998854"/>
                <a:ext cx="106920" cy="9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7CB65E5-ACDA-8AA1-A4F4-F559769A85A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182772" y="1994534"/>
                  <a:ext cx="115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462E138-2FCA-D7CA-33DD-927B8E2AAE97}"/>
                    </a:ext>
                  </a:extLst>
                </p14:cNvPr>
                <p14:cNvContentPartPr/>
                <p14:nvPr/>
              </p14:nvContentPartPr>
              <p14:xfrm>
                <a:off x="2133452" y="2136734"/>
                <a:ext cx="313200" cy="24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462E138-2FCA-D7CA-33DD-927B8E2AAE9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29132" y="2132414"/>
                  <a:ext cx="321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54F9ED9-0606-A73A-7416-6454D2F1C046}"/>
                    </a:ext>
                  </a:extLst>
                </p14:cNvPr>
                <p14:cNvContentPartPr/>
                <p14:nvPr/>
              </p14:nvContentPartPr>
              <p14:xfrm>
                <a:off x="2492732" y="1980134"/>
                <a:ext cx="219240" cy="1454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54F9ED9-0606-A73A-7416-6454D2F1C04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88412" y="1975814"/>
                  <a:ext cx="227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0D00F84-ADAF-5259-9D2D-309AC0727506}"/>
                    </a:ext>
                  </a:extLst>
                </p14:cNvPr>
                <p14:cNvContentPartPr/>
                <p14:nvPr/>
              </p14:nvContentPartPr>
              <p14:xfrm>
                <a:off x="2786852" y="1953854"/>
                <a:ext cx="124200" cy="199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0D00F84-ADAF-5259-9D2D-309AC072750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82532" y="1949534"/>
                  <a:ext cx="1328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392D86E-51FC-3C11-39D6-806F43BF7C2E}"/>
                    </a:ext>
                  </a:extLst>
                </p14:cNvPr>
                <p14:cNvContentPartPr/>
                <p14:nvPr/>
              </p14:nvContentPartPr>
              <p14:xfrm>
                <a:off x="3004652" y="2025854"/>
                <a:ext cx="43560" cy="99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392D86E-51FC-3C11-39D6-806F43BF7C2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000332" y="2021534"/>
                  <a:ext cx="522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2494A86-37AC-DF10-8BD5-D8B98E91D7E0}"/>
                    </a:ext>
                  </a:extLst>
                </p14:cNvPr>
                <p14:cNvContentPartPr/>
                <p14:nvPr/>
              </p14:nvContentPartPr>
              <p14:xfrm>
                <a:off x="2985212" y="1952774"/>
                <a:ext cx="139320" cy="19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2494A86-37AC-DF10-8BD5-D8B98E91D7E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980892" y="1948454"/>
                  <a:ext cx="147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CFF1124-2488-CFE3-394A-02679DDE5D17}"/>
                    </a:ext>
                  </a:extLst>
                </p14:cNvPr>
                <p14:cNvContentPartPr/>
                <p14:nvPr/>
              </p14:nvContentPartPr>
              <p14:xfrm>
                <a:off x="2913212" y="2124494"/>
                <a:ext cx="214560" cy="36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CFF1124-2488-CFE3-394A-02679DDE5D1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08892" y="2120174"/>
                  <a:ext cx="223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C79E31C-1DB8-C072-63C0-8A77ACADBCA0}"/>
                    </a:ext>
                  </a:extLst>
                </p14:cNvPr>
                <p14:cNvContentPartPr/>
                <p14:nvPr/>
              </p14:nvContentPartPr>
              <p14:xfrm>
                <a:off x="2976572" y="1997774"/>
                <a:ext cx="393480" cy="186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C79E31C-1DB8-C072-63C0-8A77ACADBCA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972252" y="1993454"/>
                  <a:ext cx="40212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6EB1AEC-E076-83BC-E86F-F4AEFD6A0103}"/>
              </a:ext>
            </a:extLst>
          </p:cNvPr>
          <p:cNvGrpSpPr/>
          <p:nvPr/>
        </p:nvGrpSpPr>
        <p:grpSpPr>
          <a:xfrm>
            <a:off x="1908092" y="2311694"/>
            <a:ext cx="1051920" cy="172080"/>
            <a:chOff x="1908092" y="2311694"/>
            <a:chExt cx="105192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46CFD6F-2F31-6F9B-B17D-620A605871FA}"/>
                    </a:ext>
                  </a:extLst>
                </p14:cNvPr>
                <p14:cNvContentPartPr/>
                <p14:nvPr/>
              </p14:nvContentPartPr>
              <p14:xfrm>
                <a:off x="1908092" y="2312054"/>
                <a:ext cx="315360" cy="171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46CFD6F-2F31-6F9B-B17D-620A605871F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903772" y="2307734"/>
                  <a:ext cx="324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4B93992-F40D-CFAC-6784-E5C9CC186BE6}"/>
                    </a:ext>
                  </a:extLst>
                </p14:cNvPr>
                <p14:cNvContentPartPr/>
                <p14:nvPr/>
              </p14:nvContentPartPr>
              <p14:xfrm>
                <a:off x="1998812" y="2384414"/>
                <a:ext cx="250560" cy="82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4B93992-F40D-CFAC-6784-E5C9CC186BE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994492" y="2380094"/>
                  <a:ext cx="2592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5301590-825B-696D-6703-05BB18ED6BD5}"/>
                    </a:ext>
                  </a:extLst>
                </p14:cNvPr>
                <p14:cNvContentPartPr/>
                <p14:nvPr/>
              </p14:nvContentPartPr>
              <p14:xfrm>
                <a:off x="2249012" y="2311694"/>
                <a:ext cx="242640" cy="127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5301590-825B-696D-6703-05BB18ED6BD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244692" y="2307374"/>
                  <a:ext cx="251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0A353B1-DD0E-0666-85FB-D221068A6670}"/>
                    </a:ext>
                  </a:extLst>
                </p14:cNvPr>
                <p14:cNvContentPartPr/>
                <p14:nvPr/>
              </p14:nvContentPartPr>
              <p14:xfrm>
                <a:off x="2562572" y="2312414"/>
                <a:ext cx="61560" cy="152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0A353B1-DD0E-0666-85FB-D221068A66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58252" y="2308094"/>
                  <a:ext cx="70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9DE7984-24C1-B724-7F2C-D08022105DF9}"/>
                    </a:ext>
                  </a:extLst>
                </p14:cNvPr>
                <p14:cNvContentPartPr/>
                <p14:nvPr/>
              </p14:nvContentPartPr>
              <p14:xfrm>
                <a:off x="2691092" y="2348414"/>
                <a:ext cx="16920" cy="1177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9DE7984-24C1-B724-7F2C-D08022105DF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86772" y="2344094"/>
                  <a:ext cx="25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8CEEC72-42B1-A545-2902-700D606EC5F4}"/>
                    </a:ext>
                  </a:extLst>
                </p14:cNvPr>
                <p14:cNvContentPartPr/>
                <p14:nvPr/>
              </p14:nvContentPartPr>
              <p14:xfrm>
                <a:off x="2698292" y="2319974"/>
                <a:ext cx="135720" cy="27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8CEEC72-42B1-A545-2902-700D606EC5F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93972" y="2315654"/>
                  <a:ext cx="144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E4ED20D-8F78-5684-59E7-BC82F8D24A99}"/>
                    </a:ext>
                  </a:extLst>
                </p14:cNvPr>
                <p14:cNvContentPartPr/>
                <p14:nvPr/>
              </p14:nvContentPartPr>
              <p14:xfrm>
                <a:off x="2662292" y="2447054"/>
                <a:ext cx="160920" cy="20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E4ED20D-8F78-5684-59E7-BC82F8D24A9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657972" y="2442734"/>
                  <a:ext cx="169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236E820-341B-63BA-DA72-7DCA982BD635}"/>
                    </a:ext>
                  </a:extLst>
                </p14:cNvPr>
                <p14:cNvContentPartPr/>
                <p14:nvPr/>
              </p14:nvContentPartPr>
              <p14:xfrm>
                <a:off x="2733572" y="2312774"/>
                <a:ext cx="226440" cy="168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236E820-341B-63BA-DA72-7DCA982BD63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729252" y="2308454"/>
                  <a:ext cx="235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37C73CC-4397-DD4D-C219-D74CC96E9D00}"/>
                    </a:ext>
                  </a:extLst>
                </p14:cNvPr>
                <p14:cNvContentPartPr/>
                <p14:nvPr/>
              </p14:nvContentPartPr>
              <p14:xfrm>
                <a:off x="2644292" y="2339054"/>
                <a:ext cx="151920" cy="18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37C73CC-4397-DD4D-C219-D74CC96E9D0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639972" y="2334734"/>
                  <a:ext cx="1605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4B0CBBA-85DF-8A6D-0336-6EEDE612CACC}"/>
              </a:ext>
            </a:extLst>
          </p:cNvPr>
          <p:cNvGrpSpPr/>
          <p:nvPr/>
        </p:nvGrpSpPr>
        <p:grpSpPr>
          <a:xfrm>
            <a:off x="53732" y="3065894"/>
            <a:ext cx="2520360" cy="787320"/>
            <a:chOff x="53732" y="3065894"/>
            <a:chExt cx="2520360" cy="78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6C059AF-84BE-2F57-5E98-6125E75929F6}"/>
                    </a:ext>
                  </a:extLst>
                </p14:cNvPr>
                <p14:cNvContentPartPr/>
                <p14:nvPr/>
              </p14:nvContentPartPr>
              <p14:xfrm>
                <a:off x="161012" y="3065894"/>
                <a:ext cx="27720" cy="293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6C059AF-84BE-2F57-5E98-6125E75929F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56692" y="3061574"/>
                  <a:ext cx="363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057EF8C-65A5-5B0B-6F60-5B095049D670}"/>
                    </a:ext>
                  </a:extLst>
                </p14:cNvPr>
                <p14:cNvContentPartPr/>
                <p14:nvPr/>
              </p14:nvContentPartPr>
              <p14:xfrm>
                <a:off x="53732" y="3101174"/>
                <a:ext cx="340200" cy="9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057EF8C-65A5-5B0B-6F60-5B095049D67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9412" y="3096854"/>
                  <a:ext cx="3488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20F1B15-B6F5-D5CE-5C99-129AB14E27D1}"/>
                    </a:ext>
                  </a:extLst>
                </p14:cNvPr>
                <p14:cNvContentPartPr/>
                <p14:nvPr/>
              </p14:nvContentPartPr>
              <p14:xfrm>
                <a:off x="299252" y="3082454"/>
                <a:ext cx="113400" cy="281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20F1B15-B6F5-D5CE-5C99-129AB14E27D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94932" y="3078134"/>
                  <a:ext cx="1220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99A85DF-77A1-14EB-8214-51C26D1066EA}"/>
                    </a:ext>
                  </a:extLst>
                </p14:cNvPr>
                <p14:cNvContentPartPr/>
                <p14:nvPr/>
              </p14:nvContentPartPr>
              <p14:xfrm>
                <a:off x="508052" y="3137534"/>
                <a:ext cx="130320" cy="2257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99A85DF-77A1-14EB-8214-51C26D1066E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3732" y="3133214"/>
                  <a:ext cx="1389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35450BE-3DC5-8136-AEE8-6899B8DEDCD0}"/>
                    </a:ext>
                  </a:extLst>
                </p14:cNvPr>
                <p14:cNvContentPartPr/>
                <p14:nvPr/>
              </p14:nvContentPartPr>
              <p14:xfrm>
                <a:off x="537572" y="3143654"/>
                <a:ext cx="411840" cy="218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35450BE-3DC5-8136-AEE8-6899B8DEDCD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3252" y="3139334"/>
                  <a:ext cx="4204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938D7E5-FC0B-B0E8-80B8-8089D9F4399A}"/>
                    </a:ext>
                  </a:extLst>
                </p14:cNvPr>
                <p14:cNvContentPartPr/>
                <p14:nvPr/>
              </p14:nvContentPartPr>
              <p14:xfrm>
                <a:off x="268652" y="3555134"/>
                <a:ext cx="81720" cy="227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938D7E5-FC0B-B0E8-80B8-8089D9F4399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4332" y="3550814"/>
                  <a:ext cx="90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93EE598-2C1E-82D8-7854-7F8C39184391}"/>
                    </a:ext>
                  </a:extLst>
                </p14:cNvPr>
                <p14:cNvContentPartPr/>
                <p14:nvPr/>
              </p14:nvContentPartPr>
              <p14:xfrm>
                <a:off x="366212" y="3729014"/>
                <a:ext cx="91440" cy="124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93EE598-2C1E-82D8-7854-7F8C3918439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1892" y="3724694"/>
                  <a:ext cx="100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99FE641-1652-C3D3-B69E-F17338A51A75}"/>
                    </a:ext>
                  </a:extLst>
                </p14:cNvPr>
                <p14:cNvContentPartPr/>
                <p14:nvPr/>
              </p14:nvContentPartPr>
              <p14:xfrm>
                <a:off x="735212" y="3433454"/>
                <a:ext cx="508680" cy="333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99FE641-1652-C3D3-B69E-F17338A51A7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30892" y="3429134"/>
                  <a:ext cx="5173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021786D-A4AA-D173-98DE-EBF1887824D7}"/>
                    </a:ext>
                  </a:extLst>
                </p14:cNvPr>
                <p14:cNvContentPartPr/>
                <p14:nvPr/>
              </p14:nvContentPartPr>
              <p14:xfrm>
                <a:off x="1270892" y="3587894"/>
                <a:ext cx="41040" cy="156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021786D-A4AA-D173-98DE-EBF1887824D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266572" y="3583574"/>
                  <a:ext cx="49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70F6087-61BF-4288-30D7-D6637F5C0D98}"/>
                    </a:ext>
                  </a:extLst>
                </p14:cNvPr>
                <p14:cNvContentPartPr/>
                <p14:nvPr/>
              </p14:nvContentPartPr>
              <p14:xfrm>
                <a:off x="1433252" y="3487094"/>
                <a:ext cx="19800" cy="250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70F6087-61BF-4288-30D7-D6637F5C0D9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28932" y="3482774"/>
                  <a:ext cx="284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C216544-6DD0-7630-1023-15CFC10354A5}"/>
                    </a:ext>
                  </a:extLst>
                </p14:cNvPr>
                <p14:cNvContentPartPr/>
                <p14:nvPr/>
              </p14:nvContentPartPr>
              <p14:xfrm>
                <a:off x="1398332" y="3577814"/>
                <a:ext cx="350280" cy="151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C216544-6DD0-7630-1023-15CFC10354A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394012" y="3573494"/>
                  <a:ext cx="358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77E6423-BD3C-A3E8-5CC9-C25C44674201}"/>
                    </a:ext>
                  </a:extLst>
                </p14:cNvPr>
                <p14:cNvContentPartPr/>
                <p14:nvPr/>
              </p14:nvContentPartPr>
              <p14:xfrm>
                <a:off x="1900172" y="3565934"/>
                <a:ext cx="434160" cy="172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77E6423-BD3C-A3E8-5CC9-C25C4467420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895852" y="3561614"/>
                  <a:ext cx="4428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96717CD-6B3F-5DF9-9E6D-E651FB003B3C}"/>
                    </a:ext>
                  </a:extLst>
                </p14:cNvPr>
                <p14:cNvContentPartPr/>
                <p14:nvPr/>
              </p14:nvContentPartPr>
              <p14:xfrm>
                <a:off x="2366372" y="3415454"/>
                <a:ext cx="207720" cy="280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96717CD-6B3F-5DF9-9E6D-E651FB003B3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362052" y="3411134"/>
                  <a:ext cx="21636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0252673-9FBA-3B4D-8178-1FD201EC7AE3}"/>
              </a:ext>
            </a:extLst>
          </p:cNvPr>
          <p:cNvGrpSpPr/>
          <p:nvPr/>
        </p:nvGrpSpPr>
        <p:grpSpPr>
          <a:xfrm>
            <a:off x="2805932" y="3289094"/>
            <a:ext cx="1803960" cy="628920"/>
            <a:chOff x="2805932" y="3289094"/>
            <a:chExt cx="1803960" cy="62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A990CA7-E21A-BA4A-22EA-241858C35216}"/>
                    </a:ext>
                  </a:extLst>
                </p14:cNvPr>
                <p14:cNvContentPartPr/>
                <p14:nvPr/>
              </p14:nvContentPartPr>
              <p14:xfrm>
                <a:off x="2850572" y="3361454"/>
                <a:ext cx="9720" cy="264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A990CA7-E21A-BA4A-22EA-241858C3521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846252" y="3357134"/>
                  <a:ext cx="183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D359F3F-0F5A-61AE-B6D7-8CC54D3CB5F0}"/>
                    </a:ext>
                  </a:extLst>
                </p14:cNvPr>
                <p14:cNvContentPartPr/>
                <p14:nvPr/>
              </p14:nvContentPartPr>
              <p14:xfrm>
                <a:off x="2805932" y="3503654"/>
                <a:ext cx="293040" cy="1418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D359F3F-0F5A-61AE-B6D7-8CC54D3CB5F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801612" y="3499334"/>
                  <a:ext cx="301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1C7B7A2-DBB7-1C76-5B97-2FAA791A76A9}"/>
                    </a:ext>
                  </a:extLst>
                </p14:cNvPr>
                <p14:cNvContentPartPr/>
                <p14:nvPr/>
              </p14:nvContentPartPr>
              <p14:xfrm>
                <a:off x="2976212" y="3415454"/>
                <a:ext cx="144720" cy="99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1C7B7A2-DBB7-1C76-5B97-2FAA791A76A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971892" y="3411134"/>
                  <a:ext cx="153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817A9EC-FA4F-3F30-2425-C6EB0C84157F}"/>
                    </a:ext>
                  </a:extLst>
                </p14:cNvPr>
                <p14:cNvContentPartPr/>
                <p14:nvPr/>
              </p14:nvContentPartPr>
              <p14:xfrm>
                <a:off x="3038852" y="3289094"/>
                <a:ext cx="201960" cy="320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817A9EC-FA4F-3F30-2425-C6EB0C84157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34532" y="3284774"/>
                  <a:ext cx="210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99FB12A-EE3F-8B09-559E-A63C32CC1161}"/>
                    </a:ext>
                  </a:extLst>
                </p14:cNvPr>
                <p14:cNvContentPartPr/>
                <p14:nvPr/>
              </p14:nvContentPartPr>
              <p14:xfrm>
                <a:off x="3332252" y="3503294"/>
                <a:ext cx="244080" cy="146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99FB12A-EE3F-8B09-559E-A63C32CC116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327932" y="3498974"/>
                  <a:ext cx="2527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1836DE8-73E8-7ECE-413E-41E1CD1EFF81}"/>
                    </a:ext>
                  </a:extLst>
                </p14:cNvPr>
                <p14:cNvContentPartPr/>
                <p14:nvPr/>
              </p14:nvContentPartPr>
              <p14:xfrm>
                <a:off x="3529892" y="3532094"/>
                <a:ext cx="190080" cy="124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1836DE8-73E8-7ECE-413E-41E1CD1EFF8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525572" y="3527774"/>
                  <a:ext cx="198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A095B94-C623-C1CC-D314-E45502B0A1DD}"/>
                    </a:ext>
                  </a:extLst>
                </p14:cNvPr>
                <p14:cNvContentPartPr/>
                <p14:nvPr/>
              </p14:nvContentPartPr>
              <p14:xfrm>
                <a:off x="3711332" y="3379454"/>
                <a:ext cx="36360" cy="253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A095B94-C623-C1CC-D314-E45502B0A1D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707012" y="3375134"/>
                  <a:ext cx="45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291E79D-2BE1-A4D0-8FEE-5431D183E50E}"/>
                    </a:ext>
                  </a:extLst>
                </p14:cNvPr>
                <p14:cNvContentPartPr/>
                <p14:nvPr/>
              </p14:nvContentPartPr>
              <p14:xfrm>
                <a:off x="3621692" y="3477734"/>
                <a:ext cx="540720" cy="369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291E79D-2BE1-A4D0-8FEE-5431D183E50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617372" y="3473414"/>
                  <a:ext cx="54936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81FF7DB-9491-5F23-5A04-2D7BB2AC5B0E}"/>
                    </a:ext>
                  </a:extLst>
                </p14:cNvPr>
                <p14:cNvContentPartPr/>
                <p14:nvPr/>
              </p14:nvContentPartPr>
              <p14:xfrm>
                <a:off x="4177172" y="3514094"/>
                <a:ext cx="432720" cy="403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81FF7DB-9491-5F23-5A04-2D7BB2AC5B0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172852" y="3509774"/>
                  <a:ext cx="441360" cy="41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F763BEE8-8C0B-D5D6-72A1-D806A1C0B61E}"/>
              </a:ext>
            </a:extLst>
          </p:cNvPr>
          <p:cNvGrpSpPr/>
          <p:nvPr/>
        </p:nvGrpSpPr>
        <p:grpSpPr>
          <a:xfrm>
            <a:off x="182612" y="4050494"/>
            <a:ext cx="437040" cy="289440"/>
            <a:chOff x="182612" y="4050494"/>
            <a:chExt cx="43704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26F562A-CEF5-E3CB-51DF-E98518014678}"/>
                    </a:ext>
                  </a:extLst>
                </p14:cNvPr>
                <p14:cNvContentPartPr/>
                <p14:nvPr/>
              </p14:nvContentPartPr>
              <p14:xfrm>
                <a:off x="182612" y="4050494"/>
                <a:ext cx="246960" cy="199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26F562A-CEF5-E3CB-51DF-E9851801467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78292" y="4046174"/>
                  <a:ext cx="255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0363A03-1182-B7B5-4767-D1F8CD8640C8}"/>
                    </a:ext>
                  </a:extLst>
                </p14:cNvPr>
                <p14:cNvContentPartPr/>
                <p14:nvPr/>
              </p14:nvContentPartPr>
              <p14:xfrm>
                <a:off x="521372" y="4213214"/>
                <a:ext cx="98280" cy="126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0363A03-1182-B7B5-4767-D1F8CD8640C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17052" y="4208894"/>
                  <a:ext cx="10692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5692BC6-961F-54D2-40A4-AAAB0E26D649}"/>
              </a:ext>
            </a:extLst>
          </p:cNvPr>
          <p:cNvGrpSpPr/>
          <p:nvPr/>
        </p:nvGrpSpPr>
        <p:grpSpPr>
          <a:xfrm>
            <a:off x="1003052" y="3987494"/>
            <a:ext cx="1911240" cy="301320"/>
            <a:chOff x="1003052" y="3987494"/>
            <a:chExt cx="191124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2F36D14-86B4-1E91-E518-97566CBA3394}"/>
                    </a:ext>
                  </a:extLst>
                </p14:cNvPr>
                <p14:cNvContentPartPr/>
                <p14:nvPr/>
              </p14:nvContentPartPr>
              <p14:xfrm>
                <a:off x="1003052" y="3987494"/>
                <a:ext cx="322920" cy="2797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2F36D14-86B4-1E91-E518-97566CBA339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8732" y="3983174"/>
                  <a:ext cx="3315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313035E-932F-49FB-8A34-210228D45165}"/>
                    </a:ext>
                  </a:extLst>
                </p14:cNvPr>
                <p14:cNvContentPartPr/>
                <p14:nvPr/>
              </p14:nvContentPartPr>
              <p14:xfrm>
                <a:off x="1352612" y="4042574"/>
                <a:ext cx="163800" cy="208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313035E-932F-49FB-8A34-210228D4516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348292" y="4038254"/>
                  <a:ext cx="1724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260520E-F5A1-EE7C-4329-B395E9F385B6}"/>
                    </a:ext>
                  </a:extLst>
                </p14:cNvPr>
                <p14:cNvContentPartPr/>
                <p14:nvPr/>
              </p14:nvContentPartPr>
              <p14:xfrm>
                <a:off x="1389332" y="4132574"/>
                <a:ext cx="273600" cy="126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260520E-F5A1-EE7C-4329-B395E9F385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385012" y="4128254"/>
                  <a:ext cx="282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2B8DAD6-DB75-98B7-B0ED-4A3933508D77}"/>
                    </a:ext>
                  </a:extLst>
                </p14:cNvPr>
                <p14:cNvContentPartPr/>
                <p14:nvPr/>
              </p14:nvContentPartPr>
              <p14:xfrm>
                <a:off x="1667252" y="4086854"/>
                <a:ext cx="262800" cy="10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2B8DAD6-DB75-98B7-B0ED-4A3933508D7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662932" y="4082534"/>
                  <a:ext cx="271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6CB3427-0CD6-3F82-225C-79BB87C81FB1}"/>
                    </a:ext>
                  </a:extLst>
                </p14:cNvPr>
                <p14:cNvContentPartPr/>
                <p14:nvPr/>
              </p14:nvContentPartPr>
              <p14:xfrm>
                <a:off x="1989812" y="4024934"/>
                <a:ext cx="924480" cy="263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6CB3427-0CD6-3F82-225C-79BB87C81FB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985492" y="4020614"/>
                  <a:ext cx="93312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E18E6B4-F3DE-E98E-7872-A4533CF2CD80}"/>
              </a:ext>
            </a:extLst>
          </p:cNvPr>
          <p:cNvGrpSpPr/>
          <p:nvPr/>
        </p:nvGrpSpPr>
        <p:grpSpPr>
          <a:xfrm>
            <a:off x="340652" y="4542974"/>
            <a:ext cx="349920" cy="351720"/>
            <a:chOff x="340652" y="4542974"/>
            <a:chExt cx="34992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2CC80E1-F323-F59E-05C7-D9F926F3D8D1}"/>
                    </a:ext>
                  </a:extLst>
                </p14:cNvPr>
                <p14:cNvContentPartPr/>
                <p14:nvPr/>
              </p14:nvContentPartPr>
              <p14:xfrm>
                <a:off x="340652" y="4542974"/>
                <a:ext cx="230400" cy="2275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2CC80E1-F323-F59E-05C7-D9F926F3D8D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36332" y="4538654"/>
                  <a:ext cx="239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F2FE459-2A27-C23F-30A4-A14EE117046A}"/>
                    </a:ext>
                  </a:extLst>
                </p14:cNvPr>
                <p14:cNvContentPartPr/>
                <p14:nvPr/>
              </p14:nvContentPartPr>
              <p14:xfrm>
                <a:off x="475652" y="4760054"/>
                <a:ext cx="214920" cy="134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F2FE459-2A27-C23F-30A4-A14EE117046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71332" y="4755734"/>
                  <a:ext cx="22356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03D4E0D-D28E-5377-B2BE-B5B5E3DB1CB3}"/>
              </a:ext>
            </a:extLst>
          </p:cNvPr>
          <p:cNvGrpSpPr/>
          <p:nvPr/>
        </p:nvGrpSpPr>
        <p:grpSpPr>
          <a:xfrm>
            <a:off x="922412" y="4616054"/>
            <a:ext cx="1102680" cy="329040"/>
            <a:chOff x="922412" y="4616054"/>
            <a:chExt cx="110268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595A40F-C6F0-8E72-F375-8647EFDDF4F3}"/>
                    </a:ext>
                  </a:extLst>
                </p14:cNvPr>
                <p14:cNvContentPartPr/>
                <p14:nvPr/>
              </p14:nvContentPartPr>
              <p14:xfrm>
                <a:off x="922412" y="4616054"/>
                <a:ext cx="754200" cy="226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595A40F-C6F0-8E72-F375-8647EFDDF4F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8092" y="4611734"/>
                  <a:ext cx="762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9351DB0-700B-86CC-449E-8706D38498D9}"/>
                    </a:ext>
                  </a:extLst>
                </p14:cNvPr>
                <p14:cNvContentPartPr/>
                <p14:nvPr/>
              </p14:nvContentPartPr>
              <p14:xfrm>
                <a:off x="1255052" y="4939334"/>
                <a:ext cx="3960" cy="5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9351DB0-700B-86CC-449E-8706D38498D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50732" y="4935014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7F29E91-864B-460B-0DD8-20CA939C78E3}"/>
                    </a:ext>
                  </a:extLst>
                </p14:cNvPr>
                <p14:cNvContentPartPr/>
                <p14:nvPr/>
              </p14:nvContentPartPr>
              <p14:xfrm>
                <a:off x="1837532" y="4700654"/>
                <a:ext cx="187560" cy="15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7F29E91-864B-460B-0DD8-20CA939C78E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833212" y="4696334"/>
                  <a:ext cx="196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428E08C-A1DD-14D0-FF0C-ADFC62FEEE7A}"/>
                    </a:ext>
                  </a:extLst>
                </p14:cNvPr>
                <p14:cNvContentPartPr/>
                <p14:nvPr/>
              </p14:nvContentPartPr>
              <p14:xfrm>
                <a:off x="1962812" y="4661414"/>
                <a:ext cx="28080" cy="2228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428E08C-A1DD-14D0-FF0C-ADFC62FEEE7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958492" y="4657094"/>
                  <a:ext cx="3672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BAFC0F3-9CED-2492-0926-E4054019C2C3}"/>
              </a:ext>
            </a:extLst>
          </p:cNvPr>
          <p:cNvGrpSpPr/>
          <p:nvPr/>
        </p:nvGrpSpPr>
        <p:grpSpPr>
          <a:xfrm>
            <a:off x="2294732" y="4443254"/>
            <a:ext cx="2545200" cy="407880"/>
            <a:chOff x="2294732" y="4443254"/>
            <a:chExt cx="2545200" cy="4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7E8C790-DA17-6F72-B767-A18774C2516B}"/>
                    </a:ext>
                  </a:extLst>
                </p14:cNvPr>
                <p14:cNvContentPartPr/>
                <p14:nvPr/>
              </p14:nvContentPartPr>
              <p14:xfrm>
                <a:off x="2348732" y="4473134"/>
                <a:ext cx="63360" cy="278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7E8C790-DA17-6F72-B767-A18774C2516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344412" y="4468814"/>
                  <a:ext cx="720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0A73DB4-CE7D-B465-834F-85BF149ADC7E}"/>
                    </a:ext>
                  </a:extLst>
                </p14:cNvPr>
                <p14:cNvContentPartPr/>
                <p14:nvPr/>
              </p14:nvContentPartPr>
              <p14:xfrm>
                <a:off x="2294732" y="4584014"/>
                <a:ext cx="191160" cy="507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0A73DB4-CE7D-B465-834F-85BF149ADC7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290412" y="4579694"/>
                  <a:ext cx="199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16FD02F-F46A-A7D8-4B7E-0260B20FB259}"/>
                    </a:ext>
                  </a:extLst>
                </p14:cNvPr>
                <p14:cNvContentPartPr/>
                <p14:nvPr/>
              </p14:nvContentPartPr>
              <p14:xfrm>
                <a:off x="2357372" y="4488974"/>
                <a:ext cx="248400" cy="232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16FD02F-F46A-A7D8-4B7E-0260B20FB25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353052" y="4484654"/>
                  <a:ext cx="2570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CB67C4F-311D-E7D7-1841-0194B7DD525F}"/>
                    </a:ext>
                  </a:extLst>
                </p14:cNvPr>
                <p14:cNvContentPartPr/>
                <p14:nvPr/>
              </p14:nvContentPartPr>
              <p14:xfrm>
                <a:off x="2589932" y="4606694"/>
                <a:ext cx="359640" cy="120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CB67C4F-311D-E7D7-1841-0194B7DD525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585612" y="4602374"/>
                  <a:ext cx="368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0EF08F5-B125-EECB-C5CE-A1E60E7D8510}"/>
                    </a:ext>
                  </a:extLst>
                </p14:cNvPr>
                <p14:cNvContentPartPr/>
                <p14:nvPr/>
              </p14:nvContentPartPr>
              <p14:xfrm>
                <a:off x="2967212" y="4500134"/>
                <a:ext cx="54360" cy="178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0EF08F5-B125-EECB-C5CE-A1E60E7D851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962892" y="4495814"/>
                  <a:ext cx="63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8935979-5F81-83EA-C796-737DA00753EA}"/>
                    </a:ext>
                  </a:extLst>
                </p14:cNvPr>
                <p14:cNvContentPartPr/>
                <p14:nvPr/>
              </p14:nvContentPartPr>
              <p14:xfrm>
                <a:off x="2985212" y="4573574"/>
                <a:ext cx="214200" cy="1515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8935979-5F81-83EA-C796-737DA00753E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980892" y="4569254"/>
                  <a:ext cx="2228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D719801-DE8C-762E-0048-56B422B12B3F}"/>
                    </a:ext>
                  </a:extLst>
                </p14:cNvPr>
                <p14:cNvContentPartPr/>
                <p14:nvPr/>
              </p14:nvContentPartPr>
              <p14:xfrm>
                <a:off x="3316772" y="4446494"/>
                <a:ext cx="73440" cy="2736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D719801-DE8C-762E-0048-56B422B12B3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312452" y="4441814"/>
                  <a:ext cx="820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CB6BE85-4EA7-D418-EF8D-9770C6AFAD8E}"/>
                    </a:ext>
                  </a:extLst>
                </p14:cNvPr>
                <p14:cNvContentPartPr/>
                <p14:nvPr/>
              </p14:nvContentPartPr>
              <p14:xfrm>
                <a:off x="3325772" y="4443254"/>
                <a:ext cx="433080" cy="237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CB6BE85-4EA7-D418-EF8D-9770C6AFAD8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321452" y="4438934"/>
                  <a:ext cx="441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BBEE084-6220-4AB1-02CB-93A4992055B3}"/>
                    </a:ext>
                  </a:extLst>
                </p14:cNvPr>
                <p14:cNvContentPartPr/>
                <p14:nvPr/>
              </p14:nvContentPartPr>
              <p14:xfrm>
                <a:off x="3790892" y="4599854"/>
                <a:ext cx="55440" cy="720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BBEE084-6220-4AB1-02CB-93A4992055B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786572" y="4595534"/>
                  <a:ext cx="640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4E6A4E1-2993-36A4-62B1-99F459B00175}"/>
                    </a:ext>
                  </a:extLst>
                </p14:cNvPr>
                <p14:cNvContentPartPr/>
                <p14:nvPr/>
              </p14:nvContentPartPr>
              <p14:xfrm>
                <a:off x="4033172" y="4473134"/>
                <a:ext cx="135000" cy="307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4E6A4E1-2993-36A4-62B1-99F459B0017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028852" y="4468814"/>
                  <a:ext cx="1436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F627577-E699-19CA-0315-DEB39929390A}"/>
                    </a:ext>
                  </a:extLst>
                </p14:cNvPr>
                <p14:cNvContentPartPr/>
                <p14:nvPr/>
              </p14:nvContentPartPr>
              <p14:xfrm>
                <a:off x="4222172" y="4509134"/>
                <a:ext cx="617760" cy="3420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F627577-E699-19CA-0315-DEB39929390A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217852" y="4504814"/>
                  <a:ext cx="62640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CB7A9D4-5318-CC28-8440-89EE63586D00}"/>
              </a:ext>
            </a:extLst>
          </p:cNvPr>
          <p:cNvGrpSpPr/>
          <p:nvPr/>
        </p:nvGrpSpPr>
        <p:grpSpPr>
          <a:xfrm>
            <a:off x="363692" y="5136614"/>
            <a:ext cx="336960" cy="344520"/>
            <a:chOff x="363692" y="5136614"/>
            <a:chExt cx="33696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B42B8DE-E5EF-E57D-ADB5-7D54BB721C2A}"/>
                    </a:ext>
                  </a:extLst>
                </p14:cNvPr>
                <p14:cNvContentPartPr/>
                <p14:nvPr/>
              </p14:nvContentPartPr>
              <p14:xfrm>
                <a:off x="363692" y="5136614"/>
                <a:ext cx="246960" cy="1962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B42B8DE-E5EF-E57D-ADB5-7D54BB721C2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59372" y="5132294"/>
                  <a:ext cx="2556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E544B73-4DE0-BF83-D708-F2DAC9F07125}"/>
                    </a:ext>
                  </a:extLst>
                </p14:cNvPr>
                <p14:cNvContentPartPr/>
                <p14:nvPr/>
              </p14:nvContentPartPr>
              <p14:xfrm>
                <a:off x="521372" y="5297894"/>
                <a:ext cx="179280" cy="1832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E544B73-4DE0-BF83-D708-F2DAC9F0712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17052" y="5293574"/>
                  <a:ext cx="18792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DF9EEF5-C12A-6144-0DEC-0C3A7729196A}"/>
              </a:ext>
            </a:extLst>
          </p:cNvPr>
          <p:cNvGrpSpPr/>
          <p:nvPr/>
        </p:nvGrpSpPr>
        <p:grpSpPr>
          <a:xfrm>
            <a:off x="1039772" y="5046974"/>
            <a:ext cx="2294280" cy="405360"/>
            <a:chOff x="1039772" y="5046974"/>
            <a:chExt cx="229428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149349D-7137-0EF8-EB88-10C98A30C324}"/>
                    </a:ext>
                  </a:extLst>
                </p14:cNvPr>
                <p14:cNvContentPartPr/>
                <p14:nvPr/>
              </p14:nvContentPartPr>
              <p14:xfrm>
                <a:off x="1039772" y="5118614"/>
                <a:ext cx="37800" cy="2199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149349D-7137-0EF8-EB88-10C98A30C32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35452" y="5114294"/>
                  <a:ext cx="464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79465ED-DD1D-4D5D-EA88-15780D28B28B}"/>
                    </a:ext>
                  </a:extLst>
                </p14:cNvPr>
                <p14:cNvContentPartPr/>
                <p14:nvPr/>
              </p14:nvContentPartPr>
              <p14:xfrm>
                <a:off x="1048772" y="5136254"/>
                <a:ext cx="217080" cy="2170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79465ED-DD1D-4D5D-EA88-15780D28B28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44452" y="5131934"/>
                  <a:ext cx="225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36F36DC-CA36-B11C-628A-603122A81C65}"/>
                    </a:ext>
                  </a:extLst>
                </p14:cNvPr>
                <p14:cNvContentPartPr/>
                <p14:nvPr/>
              </p14:nvContentPartPr>
              <p14:xfrm>
                <a:off x="1272692" y="5214734"/>
                <a:ext cx="716400" cy="137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36F36DC-CA36-B11C-628A-603122A81C6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268372" y="5210414"/>
                  <a:ext cx="725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AF548FD-17FD-B0C8-53FC-79373264BEEB}"/>
                    </a:ext>
                  </a:extLst>
                </p14:cNvPr>
                <p14:cNvContentPartPr/>
                <p14:nvPr/>
              </p14:nvContentPartPr>
              <p14:xfrm>
                <a:off x="2175572" y="5097014"/>
                <a:ext cx="38880" cy="3553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AF548FD-17FD-B0C8-53FC-79373264BEE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171252" y="5092694"/>
                  <a:ext cx="475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B7534F5-B950-F275-0B53-3FBA1A07E554}"/>
                    </a:ext>
                  </a:extLst>
                </p14:cNvPr>
                <p14:cNvContentPartPr/>
                <p14:nvPr/>
              </p14:nvContentPartPr>
              <p14:xfrm>
                <a:off x="2133452" y="5242094"/>
                <a:ext cx="126360" cy="741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B7534F5-B950-F275-0B53-3FBA1A07E55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129132" y="5237774"/>
                  <a:ext cx="135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0B249F1-1CCE-3BA5-9E82-0E1444FA72B3}"/>
                    </a:ext>
                  </a:extLst>
                </p14:cNvPr>
                <p14:cNvContentPartPr/>
                <p14:nvPr/>
              </p14:nvContentPartPr>
              <p14:xfrm>
                <a:off x="2294732" y="5190254"/>
                <a:ext cx="18720" cy="106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0B249F1-1CCE-3BA5-9E82-0E1444FA72B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290412" y="5185934"/>
                  <a:ext cx="273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B71C03F-42CD-0B5E-DD86-EAD194C80C99}"/>
                    </a:ext>
                  </a:extLst>
                </p14:cNvPr>
                <p14:cNvContentPartPr/>
                <p14:nvPr/>
              </p14:nvContentPartPr>
              <p14:xfrm>
                <a:off x="2375372" y="5070374"/>
                <a:ext cx="360" cy="3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B71C03F-42CD-0B5E-DD86-EAD194C80C9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371052" y="5066054"/>
                  <a:ext cx="9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103EEFD-01B5-ACD0-A4AF-74C3C94CFF92}"/>
                    </a:ext>
                  </a:extLst>
                </p14:cNvPr>
                <p14:cNvContentPartPr/>
                <p14:nvPr/>
              </p14:nvContentPartPr>
              <p14:xfrm>
                <a:off x="2402372" y="5064974"/>
                <a:ext cx="63720" cy="1782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103EEFD-01B5-ACD0-A4AF-74C3C94CFF9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398052" y="5060654"/>
                  <a:ext cx="723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25B1A05-A340-3C7D-D327-5EFB32C2B85E}"/>
                    </a:ext>
                  </a:extLst>
                </p14:cNvPr>
                <p14:cNvContentPartPr/>
                <p14:nvPr/>
              </p14:nvContentPartPr>
              <p14:xfrm>
                <a:off x="2537012" y="5046974"/>
                <a:ext cx="63000" cy="2318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25B1A05-A340-3C7D-D327-5EFB32C2B85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532332" y="5042654"/>
                  <a:ext cx="71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5A97123-49AF-1EDD-402F-D72995223E19}"/>
                    </a:ext>
                  </a:extLst>
                </p14:cNvPr>
                <p14:cNvContentPartPr/>
                <p14:nvPr/>
              </p14:nvContentPartPr>
              <p14:xfrm>
                <a:off x="2510012" y="5118254"/>
                <a:ext cx="438120" cy="145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5A97123-49AF-1EDD-402F-D72995223E1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505692" y="5113934"/>
                  <a:ext cx="446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FAFCDDE-51B6-C83B-5EE1-6455131D62AA}"/>
                    </a:ext>
                  </a:extLst>
                </p14:cNvPr>
                <p14:cNvContentPartPr/>
                <p14:nvPr/>
              </p14:nvContentPartPr>
              <p14:xfrm>
                <a:off x="3146492" y="5136254"/>
                <a:ext cx="187560" cy="18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FAFCDDE-51B6-C83B-5EE1-6455131D62AA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142172" y="5131934"/>
                  <a:ext cx="196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AD28464-999E-98D1-BE72-AA8B3A075093}"/>
                    </a:ext>
                  </a:extLst>
                </p14:cNvPr>
                <p14:cNvContentPartPr/>
                <p14:nvPr/>
              </p14:nvContentPartPr>
              <p14:xfrm>
                <a:off x="3273572" y="5091614"/>
                <a:ext cx="16920" cy="2523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AD28464-999E-98D1-BE72-AA8B3A07509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269252" y="5087294"/>
                  <a:ext cx="2556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66F8B30-AD87-E5E6-B8EB-BD07B3BAFF42}"/>
              </a:ext>
            </a:extLst>
          </p:cNvPr>
          <p:cNvGrpSpPr/>
          <p:nvPr/>
        </p:nvGrpSpPr>
        <p:grpSpPr>
          <a:xfrm>
            <a:off x="3657332" y="4966334"/>
            <a:ext cx="1971720" cy="305280"/>
            <a:chOff x="3657332" y="4966334"/>
            <a:chExt cx="197172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56B85CB-2B9B-9BFF-DAFE-DD1BFD490970}"/>
                    </a:ext>
                  </a:extLst>
                </p14:cNvPr>
                <p14:cNvContentPartPr/>
                <p14:nvPr/>
              </p14:nvContentPartPr>
              <p14:xfrm>
                <a:off x="3657332" y="5108894"/>
                <a:ext cx="168840" cy="156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56B85CB-2B9B-9BFF-DAFE-DD1BFD49097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653012" y="5104574"/>
                  <a:ext cx="177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832FC31-A114-47C9-45E7-8E34BA7047BE}"/>
                    </a:ext>
                  </a:extLst>
                </p14:cNvPr>
                <p14:cNvContentPartPr/>
                <p14:nvPr/>
              </p14:nvContentPartPr>
              <p14:xfrm>
                <a:off x="3863612" y="5036174"/>
                <a:ext cx="204840" cy="2314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832FC31-A114-47C9-45E7-8E34BA7047B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859292" y="5031854"/>
                  <a:ext cx="2134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01AD0D5-B2B0-1BB5-309A-B285C5A16AE2}"/>
                    </a:ext>
                  </a:extLst>
                </p14:cNvPr>
                <p14:cNvContentPartPr/>
                <p14:nvPr/>
              </p14:nvContentPartPr>
              <p14:xfrm>
                <a:off x="4105532" y="5072534"/>
                <a:ext cx="281880" cy="1594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01AD0D5-B2B0-1BB5-309A-B285C5A16AE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101212" y="5068214"/>
                  <a:ext cx="290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6460860-C9C8-AFBE-DD0F-A2B1505AD32E}"/>
                    </a:ext>
                  </a:extLst>
                </p14:cNvPr>
                <p14:cNvContentPartPr/>
                <p14:nvPr/>
              </p14:nvContentPartPr>
              <p14:xfrm>
                <a:off x="4509092" y="5070374"/>
                <a:ext cx="763200" cy="2012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6460860-C9C8-AFBE-DD0F-A2B1505AD32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504772" y="5066054"/>
                  <a:ext cx="771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270F87F-BA18-2BD5-8BF0-3FC2FF529244}"/>
                    </a:ext>
                  </a:extLst>
                </p14:cNvPr>
                <p14:cNvContentPartPr/>
                <p14:nvPr/>
              </p14:nvContentPartPr>
              <p14:xfrm>
                <a:off x="5262212" y="4966334"/>
                <a:ext cx="366840" cy="1980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270F87F-BA18-2BD5-8BF0-3FC2FF52924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257892" y="4962014"/>
                  <a:ext cx="37548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BA2842A3-B4B9-DB9F-1593-DE6CB6DB0014}"/>
                  </a:ext>
                </a:extLst>
              </p14:cNvPr>
              <p14:cNvContentPartPr/>
              <p14:nvPr/>
            </p14:nvContentPartPr>
            <p14:xfrm>
              <a:off x="5889692" y="4024934"/>
              <a:ext cx="360" cy="3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BA2842A3-B4B9-DB9F-1593-DE6CB6DB0014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5885372" y="4020614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0818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HoangNam</dc:creator>
  <cp:lastModifiedBy>HoangNam</cp:lastModifiedBy>
  <cp:revision>2</cp:revision>
  <dcterms:created xsi:type="dcterms:W3CDTF">2026-08-04T02:32:43Z</dcterms:created>
  <dcterms:modified xsi:type="dcterms:W3CDTF">2026-08-04T02:46:10Z</dcterms:modified>
</cp:coreProperties>
</file>